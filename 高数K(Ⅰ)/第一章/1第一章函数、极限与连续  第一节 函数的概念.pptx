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373" r:id="rId2"/>
    <p:sldId id="464" r:id="rId3"/>
    <p:sldId id="465" r:id="rId4"/>
    <p:sldId id="480" r:id="rId5"/>
    <p:sldId id="482" r:id="rId6"/>
    <p:sldId id="483" r:id="rId7"/>
    <p:sldId id="484" r:id="rId8"/>
    <p:sldId id="485" r:id="rId9"/>
    <p:sldId id="495" r:id="rId10"/>
    <p:sldId id="496" r:id="rId11"/>
    <p:sldId id="497" r:id="rId12"/>
    <p:sldId id="498" r:id="rId13"/>
    <p:sldId id="499" r:id="rId14"/>
    <p:sldId id="500" r:id="rId15"/>
    <p:sldId id="501" r:id="rId16"/>
    <p:sldId id="502" r:id="rId17"/>
    <p:sldId id="503" r:id="rId18"/>
    <p:sldId id="505" r:id="rId19"/>
    <p:sldId id="506" r:id="rId20"/>
    <p:sldId id="507" r:id="rId21"/>
    <p:sldId id="508" r:id="rId22"/>
    <p:sldId id="509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19" r:id="rId33"/>
    <p:sldId id="520" r:id="rId34"/>
    <p:sldId id="486" r:id="rId35"/>
    <p:sldId id="493" r:id="rId36"/>
    <p:sldId id="494" r:id="rId37"/>
    <p:sldId id="521" r:id="rId38"/>
    <p:sldId id="522" r:id="rId39"/>
    <p:sldId id="523" r:id="rId40"/>
    <p:sldId id="526" r:id="rId41"/>
    <p:sldId id="524" r:id="rId42"/>
    <p:sldId id="527" r:id="rId43"/>
    <p:sldId id="446" r:id="rId4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FF"/>
    <a:srgbClr val="0F2FCF"/>
    <a:srgbClr val="2D04DA"/>
    <a:srgbClr val="19F31E"/>
    <a:srgbClr val="1E2E7E"/>
    <a:srgbClr val="FF0066"/>
    <a:srgbClr val="FF0000"/>
    <a:srgbClr val="579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1" autoAdjust="0"/>
    <p:restoredTop sz="92832" autoAdjust="0"/>
  </p:normalViewPr>
  <p:slideViewPr>
    <p:cSldViewPr>
      <p:cViewPr varScale="1">
        <p:scale>
          <a:sx n="135" d="100"/>
          <a:sy n="135" d="100"/>
        </p:scale>
        <p:origin x="762" y="114"/>
      </p:cViewPr>
      <p:guideLst>
        <p:guide orient="horz" pos="139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8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12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e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40.emf"/><Relationship Id="rId18" Type="http://schemas.openxmlformats.org/officeDocument/2006/relationships/image" Target="../media/image4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9.wmf"/><Relationship Id="rId17" Type="http://schemas.openxmlformats.org/officeDocument/2006/relationships/image" Target="../media/image44.wmf"/><Relationship Id="rId2" Type="http://schemas.openxmlformats.org/officeDocument/2006/relationships/image" Target="../media/image29.wmf"/><Relationship Id="rId16" Type="http://schemas.openxmlformats.org/officeDocument/2006/relationships/image" Target="../media/image43.wmf"/><Relationship Id="rId20" Type="http://schemas.openxmlformats.org/officeDocument/2006/relationships/image" Target="../media/image47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5" Type="http://schemas.openxmlformats.org/officeDocument/2006/relationships/image" Target="../media/image42.wmf"/><Relationship Id="rId10" Type="http://schemas.openxmlformats.org/officeDocument/2006/relationships/image" Target="../media/image37.wmf"/><Relationship Id="rId19" Type="http://schemas.openxmlformats.org/officeDocument/2006/relationships/image" Target="../media/image46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Relationship Id="rId14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4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6.wmf"/><Relationship Id="rId1" Type="http://schemas.openxmlformats.org/officeDocument/2006/relationships/image" Target="../media/image24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64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12" Type="http://schemas.openxmlformats.org/officeDocument/2006/relationships/image" Target="../media/image63.wmf"/><Relationship Id="rId2" Type="http://schemas.openxmlformats.org/officeDocument/2006/relationships/image" Target="../media/image53.e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11" Type="http://schemas.openxmlformats.org/officeDocument/2006/relationships/image" Target="../media/image62.wmf"/><Relationship Id="rId5" Type="http://schemas.openxmlformats.org/officeDocument/2006/relationships/image" Target="../media/image56.wmf"/><Relationship Id="rId10" Type="http://schemas.openxmlformats.org/officeDocument/2006/relationships/image" Target="../media/image61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Relationship Id="rId14" Type="http://schemas.openxmlformats.org/officeDocument/2006/relationships/image" Target="../media/image6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82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0.wmf"/><Relationship Id="rId7" Type="http://schemas.openxmlformats.org/officeDocument/2006/relationships/image" Target="../media/image86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5.wmf"/><Relationship Id="rId5" Type="http://schemas.openxmlformats.org/officeDocument/2006/relationships/image" Target="../media/image82.wmf"/><Relationship Id="rId10" Type="http://schemas.openxmlformats.org/officeDocument/2006/relationships/image" Target="../media/image89.wmf"/><Relationship Id="rId4" Type="http://schemas.openxmlformats.org/officeDocument/2006/relationships/image" Target="../media/image81.wmf"/><Relationship Id="rId9" Type="http://schemas.openxmlformats.org/officeDocument/2006/relationships/image" Target="../media/image8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102.wmf"/><Relationship Id="rId3" Type="http://schemas.openxmlformats.org/officeDocument/2006/relationships/image" Target="../media/image92.e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6" Type="http://schemas.openxmlformats.org/officeDocument/2006/relationships/image" Target="../media/image95.wmf"/><Relationship Id="rId11" Type="http://schemas.openxmlformats.org/officeDocument/2006/relationships/image" Target="../media/image100.wmf"/><Relationship Id="rId5" Type="http://schemas.openxmlformats.org/officeDocument/2006/relationships/image" Target="../media/image94.wmf"/><Relationship Id="rId10" Type="http://schemas.openxmlformats.org/officeDocument/2006/relationships/image" Target="../media/image99.wmf"/><Relationship Id="rId4" Type="http://schemas.openxmlformats.org/officeDocument/2006/relationships/image" Target="../media/image93.emf"/><Relationship Id="rId9" Type="http://schemas.openxmlformats.org/officeDocument/2006/relationships/image" Target="../media/image98.wmf"/><Relationship Id="rId14" Type="http://schemas.openxmlformats.org/officeDocument/2006/relationships/image" Target="../media/image10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12" Type="http://schemas.openxmlformats.org/officeDocument/2006/relationships/image" Target="../media/image123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11" Type="http://schemas.openxmlformats.org/officeDocument/2006/relationships/image" Target="../media/image122.wmf"/><Relationship Id="rId5" Type="http://schemas.openxmlformats.org/officeDocument/2006/relationships/image" Target="../media/image116.wmf"/><Relationship Id="rId10" Type="http://schemas.openxmlformats.org/officeDocument/2006/relationships/image" Target="../media/image121.wmf"/><Relationship Id="rId4" Type="http://schemas.openxmlformats.org/officeDocument/2006/relationships/image" Target="../media/image115.wmf"/><Relationship Id="rId9" Type="http://schemas.openxmlformats.org/officeDocument/2006/relationships/image" Target="../media/image12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2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66.wmf"/><Relationship Id="rId7" Type="http://schemas.openxmlformats.org/officeDocument/2006/relationships/image" Target="../media/image151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50.wmf"/><Relationship Id="rId11" Type="http://schemas.openxmlformats.org/officeDocument/2006/relationships/image" Target="../media/image155.wmf"/><Relationship Id="rId5" Type="http://schemas.openxmlformats.org/officeDocument/2006/relationships/image" Target="../media/image168.wmf"/><Relationship Id="rId10" Type="http://schemas.openxmlformats.org/officeDocument/2006/relationships/image" Target="../media/image154.wmf"/><Relationship Id="rId4" Type="http://schemas.openxmlformats.org/officeDocument/2006/relationships/image" Target="../media/image167.wmf"/><Relationship Id="rId9" Type="http://schemas.openxmlformats.org/officeDocument/2006/relationships/image" Target="../media/image15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81.wmf"/><Relationship Id="rId18" Type="http://schemas.openxmlformats.org/officeDocument/2006/relationships/image" Target="../media/image186.wmf"/><Relationship Id="rId3" Type="http://schemas.openxmlformats.org/officeDocument/2006/relationships/image" Target="../media/image171.wmf"/><Relationship Id="rId21" Type="http://schemas.openxmlformats.org/officeDocument/2006/relationships/image" Target="../media/image189.wmf"/><Relationship Id="rId7" Type="http://schemas.openxmlformats.org/officeDocument/2006/relationships/image" Target="../media/image175.wmf"/><Relationship Id="rId12" Type="http://schemas.openxmlformats.org/officeDocument/2006/relationships/image" Target="../media/image180.wmf"/><Relationship Id="rId17" Type="http://schemas.openxmlformats.org/officeDocument/2006/relationships/image" Target="../media/image185.wmf"/><Relationship Id="rId2" Type="http://schemas.openxmlformats.org/officeDocument/2006/relationships/image" Target="../media/image170.wmf"/><Relationship Id="rId16" Type="http://schemas.openxmlformats.org/officeDocument/2006/relationships/image" Target="../media/image184.wmf"/><Relationship Id="rId20" Type="http://schemas.openxmlformats.org/officeDocument/2006/relationships/image" Target="../media/image188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11" Type="http://schemas.openxmlformats.org/officeDocument/2006/relationships/image" Target="../media/image179.wmf"/><Relationship Id="rId5" Type="http://schemas.openxmlformats.org/officeDocument/2006/relationships/image" Target="../media/image173.wmf"/><Relationship Id="rId15" Type="http://schemas.openxmlformats.org/officeDocument/2006/relationships/image" Target="../media/image183.wmf"/><Relationship Id="rId23" Type="http://schemas.openxmlformats.org/officeDocument/2006/relationships/image" Target="../media/image191.wmf"/><Relationship Id="rId10" Type="http://schemas.openxmlformats.org/officeDocument/2006/relationships/image" Target="../media/image178.wmf"/><Relationship Id="rId19" Type="http://schemas.openxmlformats.org/officeDocument/2006/relationships/image" Target="../media/image187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Relationship Id="rId14" Type="http://schemas.openxmlformats.org/officeDocument/2006/relationships/image" Target="../media/image182.wmf"/><Relationship Id="rId22" Type="http://schemas.openxmlformats.org/officeDocument/2006/relationships/image" Target="../media/image19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9" Type="http://schemas.openxmlformats.org/officeDocument/2006/relationships/image" Target="../media/image202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12" Type="http://schemas.openxmlformats.org/officeDocument/2006/relationships/image" Target="../media/image214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11" Type="http://schemas.openxmlformats.org/officeDocument/2006/relationships/image" Target="../media/image213.wmf"/><Relationship Id="rId5" Type="http://schemas.openxmlformats.org/officeDocument/2006/relationships/image" Target="../media/image207.wmf"/><Relationship Id="rId10" Type="http://schemas.openxmlformats.org/officeDocument/2006/relationships/image" Target="../media/image212.w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10" Type="http://schemas.openxmlformats.org/officeDocument/2006/relationships/image" Target="../media/image224.wmf"/><Relationship Id="rId4" Type="http://schemas.openxmlformats.org/officeDocument/2006/relationships/image" Target="../media/image218.wmf"/><Relationship Id="rId9" Type="http://schemas.openxmlformats.org/officeDocument/2006/relationships/image" Target="../media/image223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image" Target="../media/image237.wmf"/><Relationship Id="rId18" Type="http://schemas.openxmlformats.org/officeDocument/2006/relationships/image" Target="../media/image242.wmf"/><Relationship Id="rId3" Type="http://schemas.openxmlformats.org/officeDocument/2006/relationships/image" Target="../media/image227.wmf"/><Relationship Id="rId7" Type="http://schemas.openxmlformats.org/officeDocument/2006/relationships/image" Target="../media/image231.wmf"/><Relationship Id="rId12" Type="http://schemas.openxmlformats.org/officeDocument/2006/relationships/image" Target="../media/image236.wmf"/><Relationship Id="rId17" Type="http://schemas.openxmlformats.org/officeDocument/2006/relationships/image" Target="../media/image241.wmf"/><Relationship Id="rId2" Type="http://schemas.openxmlformats.org/officeDocument/2006/relationships/image" Target="../media/image226.wmf"/><Relationship Id="rId16" Type="http://schemas.openxmlformats.org/officeDocument/2006/relationships/image" Target="../media/image240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11" Type="http://schemas.openxmlformats.org/officeDocument/2006/relationships/image" Target="../media/image235.wmf"/><Relationship Id="rId5" Type="http://schemas.openxmlformats.org/officeDocument/2006/relationships/image" Target="../media/image229.wmf"/><Relationship Id="rId15" Type="http://schemas.openxmlformats.org/officeDocument/2006/relationships/image" Target="../media/image239.wmf"/><Relationship Id="rId10" Type="http://schemas.openxmlformats.org/officeDocument/2006/relationships/image" Target="../media/image234.wmf"/><Relationship Id="rId4" Type="http://schemas.openxmlformats.org/officeDocument/2006/relationships/image" Target="../media/image228.wmf"/><Relationship Id="rId9" Type="http://schemas.openxmlformats.org/officeDocument/2006/relationships/image" Target="../media/image233.wmf"/><Relationship Id="rId14" Type="http://schemas.openxmlformats.org/officeDocument/2006/relationships/image" Target="../media/image23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image" Target="../media/image253.wmf"/><Relationship Id="rId7" Type="http://schemas.openxmlformats.org/officeDocument/2006/relationships/image" Target="../media/image257.wmf"/><Relationship Id="rId12" Type="http://schemas.openxmlformats.org/officeDocument/2006/relationships/image" Target="../media/image262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6" Type="http://schemas.openxmlformats.org/officeDocument/2006/relationships/image" Target="../media/image256.wmf"/><Relationship Id="rId11" Type="http://schemas.openxmlformats.org/officeDocument/2006/relationships/image" Target="../media/image261.wmf"/><Relationship Id="rId5" Type="http://schemas.openxmlformats.org/officeDocument/2006/relationships/image" Target="../media/image255.wmf"/><Relationship Id="rId10" Type="http://schemas.openxmlformats.org/officeDocument/2006/relationships/image" Target="../media/image260.wmf"/><Relationship Id="rId4" Type="http://schemas.openxmlformats.org/officeDocument/2006/relationships/image" Target="../media/image254.wmf"/><Relationship Id="rId9" Type="http://schemas.openxmlformats.org/officeDocument/2006/relationships/image" Target="../media/image25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7" Type="http://schemas.openxmlformats.org/officeDocument/2006/relationships/image" Target="../media/image269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5" Type="http://schemas.openxmlformats.org/officeDocument/2006/relationships/image" Target="../media/image267.wmf"/><Relationship Id="rId4" Type="http://schemas.openxmlformats.org/officeDocument/2006/relationships/image" Target="../media/image26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emf"/><Relationship Id="rId7" Type="http://schemas.openxmlformats.org/officeDocument/2006/relationships/image" Target="../media/image276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Relationship Id="rId4" Type="http://schemas.openxmlformats.org/officeDocument/2006/relationships/image" Target="../media/image28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3.wmf"/><Relationship Id="rId3" Type="http://schemas.openxmlformats.org/officeDocument/2006/relationships/image" Target="../media/image293.wmf"/><Relationship Id="rId7" Type="http://schemas.openxmlformats.org/officeDocument/2006/relationships/image" Target="../media/image297.wmf"/><Relationship Id="rId12" Type="http://schemas.openxmlformats.org/officeDocument/2006/relationships/image" Target="../media/image302.wmf"/><Relationship Id="rId17" Type="http://schemas.openxmlformats.org/officeDocument/2006/relationships/image" Target="../media/image307.wmf"/><Relationship Id="rId2" Type="http://schemas.openxmlformats.org/officeDocument/2006/relationships/image" Target="../media/image292.wmf"/><Relationship Id="rId16" Type="http://schemas.openxmlformats.org/officeDocument/2006/relationships/image" Target="../media/image306.wmf"/><Relationship Id="rId1" Type="http://schemas.openxmlformats.org/officeDocument/2006/relationships/image" Target="../media/image291.wmf"/><Relationship Id="rId6" Type="http://schemas.openxmlformats.org/officeDocument/2006/relationships/image" Target="../media/image296.wmf"/><Relationship Id="rId11" Type="http://schemas.openxmlformats.org/officeDocument/2006/relationships/image" Target="../media/image301.wmf"/><Relationship Id="rId5" Type="http://schemas.openxmlformats.org/officeDocument/2006/relationships/image" Target="../media/image295.wmf"/><Relationship Id="rId15" Type="http://schemas.openxmlformats.org/officeDocument/2006/relationships/image" Target="../media/image305.wmf"/><Relationship Id="rId10" Type="http://schemas.openxmlformats.org/officeDocument/2006/relationships/image" Target="../media/image300.wmf"/><Relationship Id="rId4" Type="http://schemas.openxmlformats.org/officeDocument/2006/relationships/image" Target="../media/image294.wmf"/><Relationship Id="rId9" Type="http://schemas.openxmlformats.org/officeDocument/2006/relationships/image" Target="../media/image299.wmf"/><Relationship Id="rId14" Type="http://schemas.openxmlformats.org/officeDocument/2006/relationships/image" Target="../media/image304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image" Target="../media/image320.wmf"/><Relationship Id="rId18" Type="http://schemas.openxmlformats.org/officeDocument/2006/relationships/image" Target="../media/image325.wmf"/><Relationship Id="rId3" Type="http://schemas.openxmlformats.org/officeDocument/2006/relationships/image" Target="../media/image310.wmf"/><Relationship Id="rId21" Type="http://schemas.openxmlformats.org/officeDocument/2006/relationships/image" Target="../media/image328.wmf"/><Relationship Id="rId7" Type="http://schemas.openxmlformats.org/officeDocument/2006/relationships/image" Target="../media/image314.wmf"/><Relationship Id="rId12" Type="http://schemas.openxmlformats.org/officeDocument/2006/relationships/image" Target="../media/image319.wmf"/><Relationship Id="rId17" Type="http://schemas.openxmlformats.org/officeDocument/2006/relationships/image" Target="../media/image324.wmf"/><Relationship Id="rId2" Type="http://schemas.openxmlformats.org/officeDocument/2006/relationships/image" Target="../media/image309.wmf"/><Relationship Id="rId16" Type="http://schemas.openxmlformats.org/officeDocument/2006/relationships/image" Target="../media/image323.wmf"/><Relationship Id="rId20" Type="http://schemas.openxmlformats.org/officeDocument/2006/relationships/image" Target="../media/image327.wmf"/><Relationship Id="rId1" Type="http://schemas.openxmlformats.org/officeDocument/2006/relationships/image" Target="../media/image308.wmf"/><Relationship Id="rId6" Type="http://schemas.openxmlformats.org/officeDocument/2006/relationships/image" Target="../media/image313.wmf"/><Relationship Id="rId11" Type="http://schemas.openxmlformats.org/officeDocument/2006/relationships/image" Target="../media/image318.wmf"/><Relationship Id="rId5" Type="http://schemas.openxmlformats.org/officeDocument/2006/relationships/image" Target="../media/image312.wmf"/><Relationship Id="rId15" Type="http://schemas.openxmlformats.org/officeDocument/2006/relationships/image" Target="../media/image322.wmf"/><Relationship Id="rId10" Type="http://schemas.openxmlformats.org/officeDocument/2006/relationships/image" Target="../media/image317.wmf"/><Relationship Id="rId19" Type="http://schemas.openxmlformats.org/officeDocument/2006/relationships/image" Target="../media/image326.wmf"/><Relationship Id="rId4" Type="http://schemas.openxmlformats.org/officeDocument/2006/relationships/image" Target="../media/image311.wmf"/><Relationship Id="rId9" Type="http://schemas.openxmlformats.org/officeDocument/2006/relationships/image" Target="../media/image316.wmf"/><Relationship Id="rId14" Type="http://schemas.openxmlformats.org/officeDocument/2006/relationships/image" Target="../media/image321.wmf"/><Relationship Id="rId22" Type="http://schemas.openxmlformats.org/officeDocument/2006/relationships/image" Target="../media/image329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3" Type="http://schemas.openxmlformats.org/officeDocument/2006/relationships/image" Target="../media/image332.wmf"/><Relationship Id="rId7" Type="http://schemas.openxmlformats.org/officeDocument/2006/relationships/image" Target="../media/image336.wmf"/><Relationship Id="rId2" Type="http://schemas.openxmlformats.org/officeDocument/2006/relationships/image" Target="../media/image331.wmf"/><Relationship Id="rId1" Type="http://schemas.openxmlformats.org/officeDocument/2006/relationships/image" Target="../media/image330.wmf"/><Relationship Id="rId6" Type="http://schemas.openxmlformats.org/officeDocument/2006/relationships/image" Target="../media/image335.wmf"/><Relationship Id="rId5" Type="http://schemas.openxmlformats.org/officeDocument/2006/relationships/image" Target="../media/image334.wmf"/><Relationship Id="rId4" Type="http://schemas.openxmlformats.org/officeDocument/2006/relationships/image" Target="../media/image33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13" Type="http://schemas.openxmlformats.org/officeDocument/2006/relationships/image" Target="../media/image350.wmf"/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12" Type="http://schemas.openxmlformats.org/officeDocument/2006/relationships/image" Target="../media/image349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43.wmf"/><Relationship Id="rId11" Type="http://schemas.openxmlformats.org/officeDocument/2006/relationships/image" Target="../media/image348.wmf"/><Relationship Id="rId5" Type="http://schemas.openxmlformats.org/officeDocument/2006/relationships/image" Target="../media/image342.wmf"/><Relationship Id="rId15" Type="http://schemas.openxmlformats.org/officeDocument/2006/relationships/image" Target="../media/image352.wmf"/><Relationship Id="rId10" Type="http://schemas.openxmlformats.org/officeDocument/2006/relationships/image" Target="../media/image347.wmf"/><Relationship Id="rId4" Type="http://schemas.openxmlformats.org/officeDocument/2006/relationships/image" Target="../media/image341.wmf"/><Relationship Id="rId9" Type="http://schemas.openxmlformats.org/officeDocument/2006/relationships/image" Target="../media/image346.wmf"/><Relationship Id="rId14" Type="http://schemas.openxmlformats.org/officeDocument/2006/relationships/image" Target="../media/image35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wmf"/><Relationship Id="rId13" Type="http://schemas.openxmlformats.org/officeDocument/2006/relationships/image" Target="../media/image365.wmf"/><Relationship Id="rId18" Type="http://schemas.openxmlformats.org/officeDocument/2006/relationships/image" Target="../media/image370.wmf"/><Relationship Id="rId26" Type="http://schemas.openxmlformats.org/officeDocument/2006/relationships/image" Target="../media/image378.wmf"/><Relationship Id="rId3" Type="http://schemas.openxmlformats.org/officeDocument/2006/relationships/image" Target="../media/image355.wmf"/><Relationship Id="rId21" Type="http://schemas.openxmlformats.org/officeDocument/2006/relationships/image" Target="../media/image373.wmf"/><Relationship Id="rId7" Type="http://schemas.openxmlformats.org/officeDocument/2006/relationships/image" Target="../media/image359.wmf"/><Relationship Id="rId12" Type="http://schemas.openxmlformats.org/officeDocument/2006/relationships/image" Target="../media/image364.wmf"/><Relationship Id="rId17" Type="http://schemas.openxmlformats.org/officeDocument/2006/relationships/image" Target="../media/image369.wmf"/><Relationship Id="rId25" Type="http://schemas.openxmlformats.org/officeDocument/2006/relationships/image" Target="../media/image377.wmf"/><Relationship Id="rId2" Type="http://schemas.openxmlformats.org/officeDocument/2006/relationships/image" Target="../media/image354.wmf"/><Relationship Id="rId16" Type="http://schemas.openxmlformats.org/officeDocument/2006/relationships/image" Target="../media/image368.wmf"/><Relationship Id="rId20" Type="http://schemas.openxmlformats.org/officeDocument/2006/relationships/image" Target="../media/image372.wmf"/><Relationship Id="rId1" Type="http://schemas.openxmlformats.org/officeDocument/2006/relationships/image" Target="../media/image353.wmf"/><Relationship Id="rId6" Type="http://schemas.openxmlformats.org/officeDocument/2006/relationships/image" Target="../media/image358.wmf"/><Relationship Id="rId11" Type="http://schemas.openxmlformats.org/officeDocument/2006/relationships/image" Target="../media/image363.wmf"/><Relationship Id="rId24" Type="http://schemas.openxmlformats.org/officeDocument/2006/relationships/image" Target="../media/image376.wmf"/><Relationship Id="rId5" Type="http://schemas.openxmlformats.org/officeDocument/2006/relationships/image" Target="../media/image357.wmf"/><Relationship Id="rId15" Type="http://schemas.openxmlformats.org/officeDocument/2006/relationships/image" Target="../media/image367.wmf"/><Relationship Id="rId23" Type="http://schemas.openxmlformats.org/officeDocument/2006/relationships/image" Target="../media/image375.wmf"/><Relationship Id="rId10" Type="http://schemas.openxmlformats.org/officeDocument/2006/relationships/image" Target="../media/image362.wmf"/><Relationship Id="rId19" Type="http://schemas.openxmlformats.org/officeDocument/2006/relationships/image" Target="../media/image371.wmf"/><Relationship Id="rId4" Type="http://schemas.openxmlformats.org/officeDocument/2006/relationships/image" Target="../media/image356.wmf"/><Relationship Id="rId9" Type="http://schemas.openxmlformats.org/officeDocument/2006/relationships/image" Target="../media/image361.wmf"/><Relationship Id="rId14" Type="http://schemas.openxmlformats.org/officeDocument/2006/relationships/image" Target="../media/image366.wmf"/><Relationship Id="rId22" Type="http://schemas.openxmlformats.org/officeDocument/2006/relationships/image" Target="../media/image374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13" Type="http://schemas.openxmlformats.org/officeDocument/2006/relationships/image" Target="../media/image391.wmf"/><Relationship Id="rId3" Type="http://schemas.openxmlformats.org/officeDocument/2006/relationships/image" Target="../media/image381.wmf"/><Relationship Id="rId7" Type="http://schemas.openxmlformats.org/officeDocument/2006/relationships/image" Target="../media/image385.wmf"/><Relationship Id="rId12" Type="http://schemas.openxmlformats.org/officeDocument/2006/relationships/image" Target="../media/image390.wmf"/><Relationship Id="rId17" Type="http://schemas.openxmlformats.org/officeDocument/2006/relationships/image" Target="../media/image395.wmf"/><Relationship Id="rId2" Type="http://schemas.openxmlformats.org/officeDocument/2006/relationships/image" Target="../media/image380.wmf"/><Relationship Id="rId16" Type="http://schemas.openxmlformats.org/officeDocument/2006/relationships/image" Target="../media/image394.wmf"/><Relationship Id="rId1" Type="http://schemas.openxmlformats.org/officeDocument/2006/relationships/image" Target="../media/image379.wmf"/><Relationship Id="rId6" Type="http://schemas.openxmlformats.org/officeDocument/2006/relationships/image" Target="../media/image384.wmf"/><Relationship Id="rId11" Type="http://schemas.openxmlformats.org/officeDocument/2006/relationships/image" Target="../media/image389.wmf"/><Relationship Id="rId5" Type="http://schemas.openxmlformats.org/officeDocument/2006/relationships/image" Target="../media/image383.wmf"/><Relationship Id="rId15" Type="http://schemas.openxmlformats.org/officeDocument/2006/relationships/image" Target="../media/image393.wmf"/><Relationship Id="rId10" Type="http://schemas.openxmlformats.org/officeDocument/2006/relationships/image" Target="../media/image388.wmf"/><Relationship Id="rId4" Type="http://schemas.openxmlformats.org/officeDocument/2006/relationships/image" Target="../media/image382.wmf"/><Relationship Id="rId9" Type="http://schemas.openxmlformats.org/officeDocument/2006/relationships/image" Target="../media/image387.wmf"/><Relationship Id="rId14" Type="http://schemas.openxmlformats.org/officeDocument/2006/relationships/image" Target="../media/image39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82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1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3.emf"/><Relationship Id="rId26" Type="http://schemas.openxmlformats.org/officeDocument/2006/relationships/image" Target="../media/image17.w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1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18.wmf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emf"/><Relationship Id="rId22" Type="http://schemas.openxmlformats.org/officeDocument/2006/relationships/image" Target="../media/image15.wmf"/><Relationship Id="rId27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5.wmf"/><Relationship Id="rId26" Type="http://schemas.openxmlformats.org/officeDocument/2006/relationships/image" Target="../media/image39.wmf"/><Relationship Id="rId39" Type="http://schemas.openxmlformats.org/officeDocument/2006/relationships/oleObject" Target="../embeddings/oleObject46.bin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43.wmf"/><Relationship Id="rId42" Type="http://schemas.openxmlformats.org/officeDocument/2006/relationships/image" Target="../media/image47.wmf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29" Type="http://schemas.openxmlformats.org/officeDocument/2006/relationships/oleObject" Target="../embeddings/oleObject41.bin"/><Relationship Id="rId41" Type="http://schemas.openxmlformats.org/officeDocument/2006/relationships/oleObject" Target="../embeddings/oleObject4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8.wmf"/><Relationship Id="rId32" Type="http://schemas.openxmlformats.org/officeDocument/2006/relationships/image" Target="../media/image42.w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6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0.emf"/><Relationship Id="rId36" Type="http://schemas.openxmlformats.org/officeDocument/2006/relationships/image" Target="../media/image44.wmf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1.wmf"/><Relationship Id="rId35" Type="http://schemas.openxmlformats.org/officeDocument/2006/relationships/oleObject" Target="../embeddings/oleObject44.bin"/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26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9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59.wmf"/><Relationship Id="rId26" Type="http://schemas.openxmlformats.org/officeDocument/2006/relationships/image" Target="../media/image63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29" Type="http://schemas.openxmlformats.org/officeDocument/2006/relationships/oleObject" Target="../embeddings/oleObject6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2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4.wmf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7.wmf"/><Relationship Id="rId22" Type="http://schemas.openxmlformats.org/officeDocument/2006/relationships/image" Target="../media/image61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7.wmf"/><Relationship Id="rId26" Type="http://schemas.openxmlformats.org/officeDocument/2006/relationships/image" Target="../media/image81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80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82.wmf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5.wmf"/><Relationship Id="rId22" Type="http://schemas.openxmlformats.org/officeDocument/2006/relationships/image" Target="../media/image79.wmf"/><Relationship Id="rId27" Type="http://schemas.openxmlformats.org/officeDocument/2006/relationships/oleObject" Target="../embeddings/oleObject8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82.wmf"/><Relationship Id="rId18" Type="http://schemas.openxmlformats.org/officeDocument/2006/relationships/image" Target="../media/image86.w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94.bin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9.bin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81.wmf"/><Relationship Id="rId24" Type="http://schemas.openxmlformats.org/officeDocument/2006/relationships/image" Target="../media/image89.wmf"/><Relationship Id="rId5" Type="http://schemas.openxmlformats.org/officeDocument/2006/relationships/image" Target="../media/image83.wmf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10" Type="http://schemas.openxmlformats.org/officeDocument/2006/relationships/oleObject" Target="../embeddings/oleObject88.bin"/><Relationship Id="rId19" Type="http://schemas.openxmlformats.org/officeDocument/2006/relationships/oleObject" Target="../embeddings/oleObject93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90.bin"/><Relationship Id="rId22" Type="http://schemas.openxmlformats.org/officeDocument/2006/relationships/image" Target="../media/image8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94.w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98.wmf"/><Relationship Id="rId7" Type="http://schemas.openxmlformats.org/officeDocument/2006/relationships/image" Target="../media/image91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96.wmf"/><Relationship Id="rId25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02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3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90.emf"/><Relationship Id="rId15" Type="http://schemas.openxmlformats.org/officeDocument/2006/relationships/image" Target="../media/image95.wmf"/><Relationship Id="rId23" Type="http://schemas.openxmlformats.org/officeDocument/2006/relationships/image" Target="../media/image99.wmf"/><Relationship Id="rId28" Type="http://schemas.openxmlformats.org/officeDocument/2006/relationships/oleObject" Target="../embeddings/oleObject108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97.wmf"/><Relationship Id="rId31" Type="http://schemas.openxmlformats.org/officeDocument/2006/relationships/image" Target="../media/image103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2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01.wmf"/><Relationship Id="rId30" Type="http://schemas.openxmlformats.org/officeDocument/2006/relationships/oleObject" Target="../embeddings/oleObject10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0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19.wmf"/><Relationship Id="rId26" Type="http://schemas.openxmlformats.org/officeDocument/2006/relationships/image" Target="../media/image123.w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20" Type="http://schemas.openxmlformats.org/officeDocument/2006/relationships/image" Target="../media/image12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115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7.wmf"/><Relationship Id="rId22" Type="http://schemas.openxmlformats.org/officeDocument/2006/relationships/image" Target="../media/image1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30.bin"/><Relationship Id="rId21" Type="http://schemas.openxmlformats.org/officeDocument/2006/relationships/oleObject" Target="../embeddings/oleObject139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4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34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36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38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3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45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56.wmf"/><Relationship Id="rId26" Type="http://schemas.openxmlformats.org/officeDocument/2006/relationships/image" Target="../media/image160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3.bin"/><Relationship Id="rId20" Type="http://schemas.openxmlformats.org/officeDocument/2006/relationships/image" Target="../media/image157.wmf"/><Relationship Id="rId29" Type="http://schemas.openxmlformats.org/officeDocument/2006/relationships/oleObject" Target="../embeddings/oleObject17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59.wmf"/><Relationship Id="rId32" Type="http://schemas.openxmlformats.org/officeDocument/2006/relationships/image" Target="../media/image163.wmf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7.bin"/><Relationship Id="rId28" Type="http://schemas.openxmlformats.org/officeDocument/2006/relationships/image" Target="../media/image161.wmf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65.bin"/><Relationship Id="rId31" Type="http://schemas.openxmlformats.org/officeDocument/2006/relationships/oleObject" Target="../embeddings/oleObject171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55.wmf"/><Relationship Id="rId22" Type="http://schemas.openxmlformats.org/officeDocument/2006/relationships/image" Target="../media/image158.wmf"/><Relationship Id="rId27" Type="http://schemas.openxmlformats.org/officeDocument/2006/relationships/oleObject" Target="../embeddings/oleObject169.bin"/><Relationship Id="rId30" Type="http://schemas.openxmlformats.org/officeDocument/2006/relationships/image" Target="../media/image16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55.w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50.wmf"/><Relationship Id="rId22" Type="http://schemas.openxmlformats.org/officeDocument/2006/relationships/image" Target="../media/image15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76.wmf"/><Relationship Id="rId26" Type="http://schemas.openxmlformats.org/officeDocument/2006/relationships/image" Target="../media/image180.wmf"/><Relationship Id="rId39" Type="http://schemas.openxmlformats.org/officeDocument/2006/relationships/oleObject" Target="../embeddings/oleObject201.bin"/><Relationship Id="rId21" Type="http://schemas.openxmlformats.org/officeDocument/2006/relationships/oleObject" Target="../embeddings/oleObject192.bin"/><Relationship Id="rId34" Type="http://schemas.openxmlformats.org/officeDocument/2006/relationships/image" Target="../media/image184.wmf"/><Relationship Id="rId42" Type="http://schemas.openxmlformats.org/officeDocument/2006/relationships/image" Target="../media/image188.wmf"/><Relationship Id="rId47" Type="http://schemas.openxmlformats.org/officeDocument/2006/relationships/oleObject" Target="../embeddings/oleObject205.bin"/><Relationship Id="rId7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5.wmf"/><Relationship Id="rId29" Type="http://schemas.openxmlformats.org/officeDocument/2006/relationships/oleObject" Target="../embeddings/oleObject196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79.wmf"/><Relationship Id="rId32" Type="http://schemas.openxmlformats.org/officeDocument/2006/relationships/image" Target="../media/image183.wmf"/><Relationship Id="rId37" Type="http://schemas.openxmlformats.org/officeDocument/2006/relationships/oleObject" Target="../embeddings/oleObject200.bin"/><Relationship Id="rId40" Type="http://schemas.openxmlformats.org/officeDocument/2006/relationships/image" Target="../media/image187.wmf"/><Relationship Id="rId45" Type="http://schemas.openxmlformats.org/officeDocument/2006/relationships/oleObject" Target="../embeddings/oleObject204.bin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28" Type="http://schemas.openxmlformats.org/officeDocument/2006/relationships/image" Target="../media/image181.wmf"/><Relationship Id="rId36" Type="http://schemas.openxmlformats.org/officeDocument/2006/relationships/image" Target="../media/image185.wmf"/><Relationship Id="rId10" Type="http://schemas.openxmlformats.org/officeDocument/2006/relationships/image" Target="../media/image172.wmf"/><Relationship Id="rId19" Type="http://schemas.openxmlformats.org/officeDocument/2006/relationships/oleObject" Target="../embeddings/oleObject191.bin"/><Relationship Id="rId31" Type="http://schemas.openxmlformats.org/officeDocument/2006/relationships/oleObject" Target="../embeddings/oleObject197.bin"/><Relationship Id="rId44" Type="http://schemas.openxmlformats.org/officeDocument/2006/relationships/image" Target="../media/image189.wmf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74.wmf"/><Relationship Id="rId22" Type="http://schemas.openxmlformats.org/officeDocument/2006/relationships/image" Target="../media/image178.wmf"/><Relationship Id="rId27" Type="http://schemas.openxmlformats.org/officeDocument/2006/relationships/oleObject" Target="../embeddings/oleObject195.bin"/><Relationship Id="rId30" Type="http://schemas.openxmlformats.org/officeDocument/2006/relationships/image" Target="../media/image182.wmf"/><Relationship Id="rId35" Type="http://schemas.openxmlformats.org/officeDocument/2006/relationships/oleObject" Target="../embeddings/oleObject199.bin"/><Relationship Id="rId43" Type="http://schemas.openxmlformats.org/officeDocument/2006/relationships/oleObject" Target="../embeddings/oleObject203.bin"/><Relationship Id="rId48" Type="http://schemas.openxmlformats.org/officeDocument/2006/relationships/image" Target="../media/image191.wmf"/><Relationship Id="rId8" Type="http://schemas.openxmlformats.org/officeDocument/2006/relationships/image" Target="../media/image171.wmf"/><Relationship Id="rId3" Type="http://schemas.openxmlformats.org/officeDocument/2006/relationships/oleObject" Target="../embeddings/oleObject183.bin"/><Relationship Id="rId12" Type="http://schemas.openxmlformats.org/officeDocument/2006/relationships/image" Target="../media/image173.wmf"/><Relationship Id="rId17" Type="http://schemas.openxmlformats.org/officeDocument/2006/relationships/oleObject" Target="../embeddings/oleObject190.bin"/><Relationship Id="rId25" Type="http://schemas.openxmlformats.org/officeDocument/2006/relationships/oleObject" Target="../embeddings/oleObject194.bin"/><Relationship Id="rId33" Type="http://schemas.openxmlformats.org/officeDocument/2006/relationships/oleObject" Target="../embeddings/oleObject198.bin"/><Relationship Id="rId38" Type="http://schemas.openxmlformats.org/officeDocument/2006/relationships/image" Target="../media/image186.wmf"/><Relationship Id="rId46" Type="http://schemas.openxmlformats.org/officeDocument/2006/relationships/image" Target="../media/image190.wmf"/><Relationship Id="rId20" Type="http://schemas.openxmlformats.org/officeDocument/2006/relationships/image" Target="../media/image177.wmf"/><Relationship Id="rId41" Type="http://schemas.openxmlformats.org/officeDocument/2006/relationships/oleObject" Target="../embeddings/oleObject20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9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201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7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wmf"/><Relationship Id="rId20" Type="http://schemas.openxmlformats.org/officeDocument/2006/relationships/image" Target="../media/image202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10" Type="http://schemas.openxmlformats.org/officeDocument/2006/relationships/image" Target="../media/image197.wmf"/><Relationship Id="rId19" Type="http://schemas.openxmlformats.org/officeDocument/2006/relationships/oleObject" Target="../embeddings/oleObject216.bin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19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10.wmf"/><Relationship Id="rId26" Type="http://schemas.openxmlformats.org/officeDocument/2006/relationships/image" Target="../media/image214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13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08.wmf"/><Relationship Id="rId22" Type="http://schemas.openxmlformats.org/officeDocument/2006/relationships/image" Target="../media/image21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22.wmf"/><Relationship Id="rId3" Type="http://schemas.openxmlformats.org/officeDocument/2006/relationships/oleObject" Target="../embeddings/oleObject230.bin"/><Relationship Id="rId21" Type="http://schemas.openxmlformats.org/officeDocument/2006/relationships/oleObject" Target="../embeddings/oleObject239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1.wmf"/><Relationship Id="rId20" Type="http://schemas.openxmlformats.org/officeDocument/2006/relationships/image" Target="../media/image22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10" Type="http://schemas.openxmlformats.org/officeDocument/2006/relationships/image" Target="../media/image218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20.wmf"/><Relationship Id="rId22" Type="http://schemas.openxmlformats.org/officeDocument/2006/relationships/image" Target="../media/image224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232.wmf"/><Relationship Id="rId26" Type="http://schemas.openxmlformats.org/officeDocument/2006/relationships/image" Target="../media/image236.wmf"/><Relationship Id="rId21" Type="http://schemas.openxmlformats.org/officeDocument/2006/relationships/oleObject" Target="../embeddings/oleObject250.bin"/><Relationship Id="rId34" Type="http://schemas.openxmlformats.org/officeDocument/2006/relationships/image" Target="../media/image240.wmf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29.wmf"/><Relationship Id="rId17" Type="http://schemas.openxmlformats.org/officeDocument/2006/relationships/oleObject" Target="../embeddings/oleObject248.bin"/><Relationship Id="rId25" Type="http://schemas.openxmlformats.org/officeDocument/2006/relationships/oleObject" Target="../embeddings/oleObject252.bin"/><Relationship Id="rId33" Type="http://schemas.openxmlformats.org/officeDocument/2006/relationships/oleObject" Target="../embeddings/oleObject256.bin"/><Relationship Id="rId38" Type="http://schemas.openxmlformats.org/officeDocument/2006/relationships/image" Target="../media/image24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1.wmf"/><Relationship Id="rId20" Type="http://schemas.openxmlformats.org/officeDocument/2006/relationships/image" Target="../media/image233.wmf"/><Relationship Id="rId29" Type="http://schemas.openxmlformats.org/officeDocument/2006/relationships/oleObject" Target="../embeddings/oleObject254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45.bin"/><Relationship Id="rId24" Type="http://schemas.openxmlformats.org/officeDocument/2006/relationships/image" Target="../media/image235.wmf"/><Relationship Id="rId32" Type="http://schemas.openxmlformats.org/officeDocument/2006/relationships/image" Target="../media/image239.wmf"/><Relationship Id="rId37" Type="http://schemas.openxmlformats.org/officeDocument/2006/relationships/oleObject" Target="../embeddings/oleObject258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23" Type="http://schemas.openxmlformats.org/officeDocument/2006/relationships/oleObject" Target="../embeddings/oleObject251.bin"/><Relationship Id="rId28" Type="http://schemas.openxmlformats.org/officeDocument/2006/relationships/image" Target="../media/image237.wmf"/><Relationship Id="rId36" Type="http://schemas.openxmlformats.org/officeDocument/2006/relationships/image" Target="../media/image241.wmf"/><Relationship Id="rId10" Type="http://schemas.openxmlformats.org/officeDocument/2006/relationships/image" Target="../media/image228.wmf"/><Relationship Id="rId19" Type="http://schemas.openxmlformats.org/officeDocument/2006/relationships/oleObject" Target="../embeddings/oleObject249.bin"/><Relationship Id="rId31" Type="http://schemas.openxmlformats.org/officeDocument/2006/relationships/oleObject" Target="../embeddings/oleObject255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30.wmf"/><Relationship Id="rId22" Type="http://schemas.openxmlformats.org/officeDocument/2006/relationships/image" Target="../media/image234.wmf"/><Relationship Id="rId27" Type="http://schemas.openxmlformats.org/officeDocument/2006/relationships/oleObject" Target="../embeddings/oleObject253.bin"/><Relationship Id="rId30" Type="http://schemas.openxmlformats.org/officeDocument/2006/relationships/image" Target="../media/image238.wmf"/><Relationship Id="rId35" Type="http://schemas.openxmlformats.org/officeDocument/2006/relationships/oleObject" Target="../embeddings/oleObject257.bin"/><Relationship Id="rId8" Type="http://schemas.openxmlformats.org/officeDocument/2006/relationships/image" Target="../media/image227.wmf"/><Relationship Id="rId3" Type="http://schemas.openxmlformats.org/officeDocument/2006/relationships/oleObject" Target="../embeddings/oleObject24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50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4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oleObject" Target="../embeddings/oleObject272.bin"/><Relationship Id="rId18" Type="http://schemas.openxmlformats.org/officeDocument/2006/relationships/image" Target="../media/image258.wmf"/><Relationship Id="rId26" Type="http://schemas.openxmlformats.org/officeDocument/2006/relationships/image" Target="../media/image262.wmf"/><Relationship Id="rId3" Type="http://schemas.openxmlformats.org/officeDocument/2006/relationships/oleObject" Target="../embeddings/oleObject267.bin"/><Relationship Id="rId21" Type="http://schemas.openxmlformats.org/officeDocument/2006/relationships/oleObject" Target="../embeddings/oleObject276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55.wmf"/><Relationship Id="rId17" Type="http://schemas.openxmlformats.org/officeDocument/2006/relationships/oleObject" Target="../embeddings/oleObject274.bin"/><Relationship Id="rId25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7.wmf"/><Relationship Id="rId20" Type="http://schemas.openxmlformats.org/officeDocument/2006/relationships/image" Target="../media/image259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2.wmf"/><Relationship Id="rId11" Type="http://schemas.openxmlformats.org/officeDocument/2006/relationships/oleObject" Target="../embeddings/oleObject271.bin"/><Relationship Id="rId24" Type="http://schemas.openxmlformats.org/officeDocument/2006/relationships/image" Target="../media/image261.wmf"/><Relationship Id="rId5" Type="http://schemas.openxmlformats.org/officeDocument/2006/relationships/oleObject" Target="../embeddings/oleObject268.bin"/><Relationship Id="rId15" Type="http://schemas.openxmlformats.org/officeDocument/2006/relationships/oleObject" Target="../embeddings/oleObject273.bin"/><Relationship Id="rId23" Type="http://schemas.openxmlformats.org/officeDocument/2006/relationships/oleObject" Target="../embeddings/oleObject277.bin"/><Relationship Id="rId10" Type="http://schemas.openxmlformats.org/officeDocument/2006/relationships/image" Target="../media/image254.wmf"/><Relationship Id="rId19" Type="http://schemas.openxmlformats.org/officeDocument/2006/relationships/oleObject" Target="../embeddings/oleObject275.bin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56.wmf"/><Relationship Id="rId22" Type="http://schemas.openxmlformats.org/officeDocument/2006/relationships/image" Target="../media/image26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284.bin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6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10" Type="http://schemas.openxmlformats.org/officeDocument/2006/relationships/image" Target="../media/image266.wmf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6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74.wmf"/><Relationship Id="rId3" Type="http://schemas.openxmlformats.org/officeDocument/2006/relationships/image" Target="../media/image277.jpeg"/><Relationship Id="rId7" Type="http://schemas.openxmlformats.org/officeDocument/2006/relationships/image" Target="../media/image271.wmf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2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2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73.wmf"/><Relationship Id="rId5" Type="http://schemas.openxmlformats.org/officeDocument/2006/relationships/image" Target="../media/image270.wmf"/><Relationship Id="rId15" Type="http://schemas.openxmlformats.org/officeDocument/2006/relationships/image" Target="../media/image275.wmf"/><Relationship Id="rId10" Type="http://schemas.openxmlformats.org/officeDocument/2006/relationships/oleObject" Target="../embeddings/oleObject289.bin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72.emf"/><Relationship Id="rId14" Type="http://schemas.openxmlformats.org/officeDocument/2006/relationships/oleObject" Target="../embeddings/oleObject29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94.bin"/><Relationship Id="rId10" Type="http://schemas.openxmlformats.org/officeDocument/2006/relationships/image" Target="../media/image281.wmf"/><Relationship Id="rId4" Type="http://schemas.openxmlformats.org/officeDocument/2006/relationships/image" Target="../media/image278.wmf"/><Relationship Id="rId9" Type="http://schemas.openxmlformats.org/officeDocument/2006/relationships/oleObject" Target="../embeddings/oleObject29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02.bin"/><Relationship Id="rId18" Type="http://schemas.openxmlformats.org/officeDocument/2006/relationships/image" Target="../media/image289.wmf"/><Relationship Id="rId3" Type="http://schemas.openxmlformats.org/officeDocument/2006/relationships/oleObject" Target="../embeddings/oleObject297.bin"/><Relationship Id="rId21" Type="http://schemas.openxmlformats.org/officeDocument/2006/relationships/image" Target="../media/image290.wmf"/><Relationship Id="rId7" Type="http://schemas.openxmlformats.org/officeDocument/2006/relationships/oleObject" Target="../embeddings/oleObject299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wmf"/><Relationship Id="rId20" Type="http://schemas.openxmlformats.org/officeDocument/2006/relationships/oleObject" Target="../embeddings/oleObject306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01.bin"/><Relationship Id="rId5" Type="http://schemas.openxmlformats.org/officeDocument/2006/relationships/oleObject" Target="../embeddings/oleObject298.bin"/><Relationship Id="rId15" Type="http://schemas.openxmlformats.org/officeDocument/2006/relationships/oleObject" Target="../embeddings/oleObject303.bin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05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00.bin"/><Relationship Id="rId14" Type="http://schemas.openxmlformats.org/officeDocument/2006/relationships/image" Target="../media/image287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2.bin"/><Relationship Id="rId18" Type="http://schemas.openxmlformats.org/officeDocument/2006/relationships/image" Target="../media/image298.wmf"/><Relationship Id="rId26" Type="http://schemas.openxmlformats.org/officeDocument/2006/relationships/image" Target="../media/image302.wmf"/><Relationship Id="rId3" Type="http://schemas.openxmlformats.org/officeDocument/2006/relationships/oleObject" Target="../embeddings/oleObject307.bin"/><Relationship Id="rId21" Type="http://schemas.openxmlformats.org/officeDocument/2006/relationships/oleObject" Target="../embeddings/oleObject316.bin"/><Relationship Id="rId34" Type="http://schemas.openxmlformats.org/officeDocument/2006/relationships/image" Target="../media/image306.wmf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295.wmf"/><Relationship Id="rId17" Type="http://schemas.openxmlformats.org/officeDocument/2006/relationships/oleObject" Target="../embeddings/oleObject314.bin"/><Relationship Id="rId25" Type="http://schemas.openxmlformats.org/officeDocument/2006/relationships/oleObject" Target="../embeddings/oleObject318.bin"/><Relationship Id="rId33" Type="http://schemas.openxmlformats.org/officeDocument/2006/relationships/oleObject" Target="../embeddings/oleObject3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7.wmf"/><Relationship Id="rId20" Type="http://schemas.openxmlformats.org/officeDocument/2006/relationships/image" Target="../media/image299.wmf"/><Relationship Id="rId29" Type="http://schemas.openxmlformats.org/officeDocument/2006/relationships/oleObject" Target="../embeddings/oleObject320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311.bin"/><Relationship Id="rId24" Type="http://schemas.openxmlformats.org/officeDocument/2006/relationships/image" Target="../media/image301.wmf"/><Relationship Id="rId32" Type="http://schemas.openxmlformats.org/officeDocument/2006/relationships/image" Target="../media/image305.wmf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23" Type="http://schemas.openxmlformats.org/officeDocument/2006/relationships/oleObject" Target="../embeddings/oleObject317.bin"/><Relationship Id="rId28" Type="http://schemas.openxmlformats.org/officeDocument/2006/relationships/image" Target="../media/image303.wmf"/><Relationship Id="rId36" Type="http://schemas.openxmlformats.org/officeDocument/2006/relationships/image" Target="../media/image307.wmf"/><Relationship Id="rId10" Type="http://schemas.openxmlformats.org/officeDocument/2006/relationships/image" Target="../media/image294.wmf"/><Relationship Id="rId19" Type="http://schemas.openxmlformats.org/officeDocument/2006/relationships/oleObject" Target="../embeddings/oleObject315.bin"/><Relationship Id="rId31" Type="http://schemas.openxmlformats.org/officeDocument/2006/relationships/oleObject" Target="../embeddings/oleObject321.bin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296.wmf"/><Relationship Id="rId22" Type="http://schemas.openxmlformats.org/officeDocument/2006/relationships/image" Target="../media/image300.wmf"/><Relationship Id="rId27" Type="http://schemas.openxmlformats.org/officeDocument/2006/relationships/oleObject" Target="../embeddings/oleObject319.bin"/><Relationship Id="rId30" Type="http://schemas.openxmlformats.org/officeDocument/2006/relationships/image" Target="../media/image304.wmf"/><Relationship Id="rId35" Type="http://schemas.openxmlformats.org/officeDocument/2006/relationships/oleObject" Target="../embeddings/oleObject323.bin"/><Relationship Id="rId8" Type="http://schemas.openxmlformats.org/officeDocument/2006/relationships/image" Target="../media/image293.w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9.bin"/><Relationship Id="rId18" Type="http://schemas.openxmlformats.org/officeDocument/2006/relationships/image" Target="../media/image315.wmf"/><Relationship Id="rId26" Type="http://schemas.openxmlformats.org/officeDocument/2006/relationships/image" Target="../media/image319.wmf"/><Relationship Id="rId39" Type="http://schemas.openxmlformats.org/officeDocument/2006/relationships/oleObject" Target="../embeddings/oleObject342.bin"/><Relationship Id="rId21" Type="http://schemas.openxmlformats.org/officeDocument/2006/relationships/oleObject" Target="../embeddings/oleObject333.bin"/><Relationship Id="rId34" Type="http://schemas.openxmlformats.org/officeDocument/2006/relationships/image" Target="../media/image323.wmf"/><Relationship Id="rId42" Type="http://schemas.openxmlformats.org/officeDocument/2006/relationships/image" Target="../media/image327.wmf"/><Relationship Id="rId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4.wmf"/><Relationship Id="rId29" Type="http://schemas.openxmlformats.org/officeDocument/2006/relationships/oleObject" Target="../embeddings/oleObject337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328.bin"/><Relationship Id="rId24" Type="http://schemas.openxmlformats.org/officeDocument/2006/relationships/image" Target="../media/image318.wmf"/><Relationship Id="rId32" Type="http://schemas.openxmlformats.org/officeDocument/2006/relationships/image" Target="../media/image322.wmf"/><Relationship Id="rId37" Type="http://schemas.openxmlformats.org/officeDocument/2006/relationships/oleObject" Target="../embeddings/oleObject341.bin"/><Relationship Id="rId40" Type="http://schemas.openxmlformats.org/officeDocument/2006/relationships/image" Target="../media/image326.wmf"/><Relationship Id="rId45" Type="http://schemas.openxmlformats.org/officeDocument/2006/relationships/oleObject" Target="../embeddings/oleObject345.bin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23" Type="http://schemas.openxmlformats.org/officeDocument/2006/relationships/oleObject" Target="../embeddings/oleObject334.bin"/><Relationship Id="rId28" Type="http://schemas.openxmlformats.org/officeDocument/2006/relationships/image" Target="../media/image320.wmf"/><Relationship Id="rId36" Type="http://schemas.openxmlformats.org/officeDocument/2006/relationships/image" Target="../media/image324.wmf"/><Relationship Id="rId10" Type="http://schemas.openxmlformats.org/officeDocument/2006/relationships/image" Target="../media/image311.wmf"/><Relationship Id="rId19" Type="http://schemas.openxmlformats.org/officeDocument/2006/relationships/oleObject" Target="../embeddings/oleObject332.bin"/><Relationship Id="rId31" Type="http://schemas.openxmlformats.org/officeDocument/2006/relationships/oleObject" Target="../embeddings/oleObject338.bin"/><Relationship Id="rId44" Type="http://schemas.openxmlformats.org/officeDocument/2006/relationships/image" Target="../media/image328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13.wmf"/><Relationship Id="rId22" Type="http://schemas.openxmlformats.org/officeDocument/2006/relationships/image" Target="../media/image317.wmf"/><Relationship Id="rId27" Type="http://schemas.openxmlformats.org/officeDocument/2006/relationships/oleObject" Target="../embeddings/oleObject336.bin"/><Relationship Id="rId30" Type="http://schemas.openxmlformats.org/officeDocument/2006/relationships/image" Target="../media/image321.wmf"/><Relationship Id="rId35" Type="http://schemas.openxmlformats.org/officeDocument/2006/relationships/oleObject" Target="../embeddings/oleObject340.bin"/><Relationship Id="rId43" Type="http://schemas.openxmlformats.org/officeDocument/2006/relationships/oleObject" Target="../embeddings/oleObject344.bin"/><Relationship Id="rId8" Type="http://schemas.openxmlformats.org/officeDocument/2006/relationships/image" Target="../media/image310.wmf"/><Relationship Id="rId3" Type="http://schemas.openxmlformats.org/officeDocument/2006/relationships/oleObject" Target="../embeddings/oleObject324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331.bin"/><Relationship Id="rId25" Type="http://schemas.openxmlformats.org/officeDocument/2006/relationships/oleObject" Target="../embeddings/oleObject335.bin"/><Relationship Id="rId33" Type="http://schemas.openxmlformats.org/officeDocument/2006/relationships/oleObject" Target="../embeddings/oleObject339.bin"/><Relationship Id="rId38" Type="http://schemas.openxmlformats.org/officeDocument/2006/relationships/image" Target="../media/image325.wmf"/><Relationship Id="rId46" Type="http://schemas.openxmlformats.org/officeDocument/2006/relationships/image" Target="../media/image329.wmf"/><Relationship Id="rId20" Type="http://schemas.openxmlformats.org/officeDocument/2006/relationships/image" Target="../media/image316.wmf"/><Relationship Id="rId41" Type="http://schemas.openxmlformats.org/officeDocument/2006/relationships/oleObject" Target="../embeddings/oleObject34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oleObject" Target="../embeddings/oleObject351.bin"/><Relationship Id="rId18" Type="http://schemas.openxmlformats.org/officeDocument/2006/relationships/image" Target="../media/image337.wmf"/><Relationship Id="rId3" Type="http://schemas.openxmlformats.org/officeDocument/2006/relationships/oleObject" Target="../embeddings/oleObject346.bin"/><Relationship Id="rId7" Type="http://schemas.openxmlformats.org/officeDocument/2006/relationships/oleObject" Target="../embeddings/oleObject348.bin"/><Relationship Id="rId12" Type="http://schemas.openxmlformats.org/officeDocument/2006/relationships/image" Target="../media/image334.wmf"/><Relationship Id="rId17" Type="http://schemas.openxmlformats.org/officeDocument/2006/relationships/oleObject" Target="../embeddings/oleObject3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31.wmf"/><Relationship Id="rId11" Type="http://schemas.openxmlformats.org/officeDocument/2006/relationships/oleObject" Target="../embeddings/oleObject350.bin"/><Relationship Id="rId5" Type="http://schemas.openxmlformats.org/officeDocument/2006/relationships/oleObject" Target="../embeddings/oleObject347.bin"/><Relationship Id="rId15" Type="http://schemas.openxmlformats.org/officeDocument/2006/relationships/oleObject" Target="../embeddings/oleObject352.bin"/><Relationship Id="rId10" Type="http://schemas.openxmlformats.org/officeDocument/2006/relationships/image" Target="../media/image333.wmf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49.bin"/><Relationship Id="rId14" Type="http://schemas.openxmlformats.org/officeDocument/2006/relationships/image" Target="../media/image33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oleObject" Target="../embeddings/oleObject359.bin"/><Relationship Id="rId18" Type="http://schemas.openxmlformats.org/officeDocument/2006/relationships/image" Target="../media/image345.wmf"/><Relationship Id="rId26" Type="http://schemas.openxmlformats.org/officeDocument/2006/relationships/image" Target="../media/image349.wmf"/><Relationship Id="rId3" Type="http://schemas.openxmlformats.org/officeDocument/2006/relationships/oleObject" Target="../embeddings/oleObject354.bin"/><Relationship Id="rId21" Type="http://schemas.openxmlformats.org/officeDocument/2006/relationships/oleObject" Target="../embeddings/oleObject363.bin"/><Relationship Id="rId7" Type="http://schemas.openxmlformats.org/officeDocument/2006/relationships/oleObject" Target="../embeddings/oleObject356.bin"/><Relationship Id="rId12" Type="http://schemas.openxmlformats.org/officeDocument/2006/relationships/image" Target="../media/image342.wmf"/><Relationship Id="rId17" Type="http://schemas.openxmlformats.org/officeDocument/2006/relationships/oleObject" Target="../embeddings/oleObject361.bin"/><Relationship Id="rId25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4.wmf"/><Relationship Id="rId20" Type="http://schemas.openxmlformats.org/officeDocument/2006/relationships/image" Target="../media/image346.wmf"/><Relationship Id="rId29" Type="http://schemas.openxmlformats.org/officeDocument/2006/relationships/oleObject" Target="../embeddings/oleObject367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39.wmf"/><Relationship Id="rId11" Type="http://schemas.openxmlformats.org/officeDocument/2006/relationships/oleObject" Target="../embeddings/oleObject358.bin"/><Relationship Id="rId24" Type="http://schemas.openxmlformats.org/officeDocument/2006/relationships/image" Target="../media/image348.wmf"/><Relationship Id="rId32" Type="http://schemas.openxmlformats.org/officeDocument/2006/relationships/image" Target="../media/image352.wmf"/><Relationship Id="rId5" Type="http://schemas.openxmlformats.org/officeDocument/2006/relationships/oleObject" Target="../embeddings/oleObject355.bin"/><Relationship Id="rId15" Type="http://schemas.openxmlformats.org/officeDocument/2006/relationships/oleObject" Target="../embeddings/oleObject360.bin"/><Relationship Id="rId23" Type="http://schemas.openxmlformats.org/officeDocument/2006/relationships/oleObject" Target="../embeddings/oleObject364.bin"/><Relationship Id="rId28" Type="http://schemas.openxmlformats.org/officeDocument/2006/relationships/image" Target="../media/image350.wmf"/><Relationship Id="rId10" Type="http://schemas.openxmlformats.org/officeDocument/2006/relationships/image" Target="../media/image341.wmf"/><Relationship Id="rId19" Type="http://schemas.openxmlformats.org/officeDocument/2006/relationships/oleObject" Target="../embeddings/oleObject362.bin"/><Relationship Id="rId31" Type="http://schemas.openxmlformats.org/officeDocument/2006/relationships/oleObject" Target="../embeddings/oleObject368.bin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57.bin"/><Relationship Id="rId14" Type="http://schemas.openxmlformats.org/officeDocument/2006/relationships/image" Target="../media/image343.wmf"/><Relationship Id="rId22" Type="http://schemas.openxmlformats.org/officeDocument/2006/relationships/image" Target="../media/image347.wmf"/><Relationship Id="rId27" Type="http://schemas.openxmlformats.org/officeDocument/2006/relationships/oleObject" Target="../embeddings/oleObject366.bin"/><Relationship Id="rId30" Type="http://schemas.openxmlformats.org/officeDocument/2006/relationships/image" Target="../media/image351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4.bin"/><Relationship Id="rId18" Type="http://schemas.openxmlformats.org/officeDocument/2006/relationships/image" Target="../media/image360.wmf"/><Relationship Id="rId26" Type="http://schemas.openxmlformats.org/officeDocument/2006/relationships/image" Target="../media/image364.wmf"/><Relationship Id="rId39" Type="http://schemas.openxmlformats.org/officeDocument/2006/relationships/oleObject" Target="../embeddings/oleObject387.bin"/><Relationship Id="rId21" Type="http://schemas.openxmlformats.org/officeDocument/2006/relationships/oleObject" Target="../embeddings/oleObject378.bin"/><Relationship Id="rId34" Type="http://schemas.openxmlformats.org/officeDocument/2006/relationships/image" Target="../media/image368.wmf"/><Relationship Id="rId42" Type="http://schemas.openxmlformats.org/officeDocument/2006/relationships/image" Target="../media/image372.wmf"/><Relationship Id="rId47" Type="http://schemas.openxmlformats.org/officeDocument/2006/relationships/oleObject" Target="../embeddings/oleObject391.bin"/><Relationship Id="rId50" Type="http://schemas.openxmlformats.org/officeDocument/2006/relationships/image" Target="../media/image376.wmf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9.wmf"/><Relationship Id="rId29" Type="http://schemas.openxmlformats.org/officeDocument/2006/relationships/oleObject" Target="../embeddings/oleObject382.bin"/><Relationship Id="rId11" Type="http://schemas.openxmlformats.org/officeDocument/2006/relationships/oleObject" Target="../embeddings/oleObject373.bin"/><Relationship Id="rId24" Type="http://schemas.openxmlformats.org/officeDocument/2006/relationships/image" Target="../media/image363.wmf"/><Relationship Id="rId32" Type="http://schemas.openxmlformats.org/officeDocument/2006/relationships/image" Target="../media/image367.wmf"/><Relationship Id="rId37" Type="http://schemas.openxmlformats.org/officeDocument/2006/relationships/oleObject" Target="../embeddings/oleObject386.bin"/><Relationship Id="rId40" Type="http://schemas.openxmlformats.org/officeDocument/2006/relationships/image" Target="../media/image371.wmf"/><Relationship Id="rId45" Type="http://schemas.openxmlformats.org/officeDocument/2006/relationships/oleObject" Target="../embeddings/oleObject390.bin"/><Relationship Id="rId53" Type="http://schemas.openxmlformats.org/officeDocument/2006/relationships/oleObject" Target="../embeddings/oleObject394.bin"/><Relationship Id="rId5" Type="http://schemas.openxmlformats.org/officeDocument/2006/relationships/oleObject" Target="../embeddings/oleObject370.bin"/><Relationship Id="rId10" Type="http://schemas.openxmlformats.org/officeDocument/2006/relationships/image" Target="../media/image356.wmf"/><Relationship Id="rId19" Type="http://schemas.openxmlformats.org/officeDocument/2006/relationships/oleObject" Target="../embeddings/oleObject377.bin"/><Relationship Id="rId31" Type="http://schemas.openxmlformats.org/officeDocument/2006/relationships/oleObject" Target="../embeddings/oleObject383.bin"/><Relationship Id="rId44" Type="http://schemas.openxmlformats.org/officeDocument/2006/relationships/image" Target="../media/image373.wmf"/><Relationship Id="rId52" Type="http://schemas.openxmlformats.org/officeDocument/2006/relationships/image" Target="../media/image377.wmf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372.bin"/><Relationship Id="rId14" Type="http://schemas.openxmlformats.org/officeDocument/2006/relationships/image" Target="../media/image358.wmf"/><Relationship Id="rId22" Type="http://schemas.openxmlformats.org/officeDocument/2006/relationships/image" Target="../media/image362.wmf"/><Relationship Id="rId27" Type="http://schemas.openxmlformats.org/officeDocument/2006/relationships/oleObject" Target="../embeddings/oleObject381.bin"/><Relationship Id="rId30" Type="http://schemas.openxmlformats.org/officeDocument/2006/relationships/image" Target="../media/image366.wmf"/><Relationship Id="rId35" Type="http://schemas.openxmlformats.org/officeDocument/2006/relationships/oleObject" Target="../embeddings/oleObject385.bin"/><Relationship Id="rId43" Type="http://schemas.openxmlformats.org/officeDocument/2006/relationships/oleObject" Target="../embeddings/oleObject389.bin"/><Relationship Id="rId48" Type="http://schemas.openxmlformats.org/officeDocument/2006/relationships/image" Target="../media/image375.wmf"/><Relationship Id="rId8" Type="http://schemas.openxmlformats.org/officeDocument/2006/relationships/image" Target="../media/image355.wmf"/><Relationship Id="rId51" Type="http://schemas.openxmlformats.org/officeDocument/2006/relationships/oleObject" Target="../embeddings/oleObject393.bin"/><Relationship Id="rId3" Type="http://schemas.openxmlformats.org/officeDocument/2006/relationships/oleObject" Target="../embeddings/oleObject369.bin"/><Relationship Id="rId12" Type="http://schemas.openxmlformats.org/officeDocument/2006/relationships/image" Target="../media/image357.wmf"/><Relationship Id="rId17" Type="http://schemas.openxmlformats.org/officeDocument/2006/relationships/oleObject" Target="../embeddings/oleObject376.bin"/><Relationship Id="rId25" Type="http://schemas.openxmlformats.org/officeDocument/2006/relationships/oleObject" Target="../embeddings/oleObject380.bin"/><Relationship Id="rId33" Type="http://schemas.openxmlformats.org/officeDocument/2006/relationships/oleObject" Target="../embeddings/oleObject384.bin"/><Relationship Id="rId38" Type="http://schemas.openxmlformats.org/officeDocument/2006/relationships/image" Target="../media/image370.wmf"/><Relationship Id="rId46" Type="http://schemas.openxmlformats.org/officeDocument/2006/relationships/image" Target="../media/image374.wmf"/><Relationship Id="rId20" Type="http://schemas.openxmlformats.org/officeDocument/2006/relationships/image" Target="../media/image361.wmf"/><Relationship Id="rId41" Type="http://schemas.openxmlformats.org/officeDocument/2006/relationships/oleObject" Target="../embeddings/oleObject388.bin"/><Relationship Id="rId54" Type="http://schemas.openxmlformats.org/officeDocument/2006/relationships/image" Target="../media/image378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54.wmf"/><Relationship Id="rId15" Type="http://schemas.openxmlformats.org/officeDocument/2006/relationships/oleObject" Target="../embeddings/oleObject375.bin"/><Relationship Id="rId23" Type="http://schemas.openxmlformats.org/officeDocument/2006/relationships/oleObject" Target="../embeddings/oleObject379.bin"/><Relationship Id="rId28" Type="http://schemas.openxmlformats.org/officeDocument/2006/relationships/image" Target="../media/image365.wmf"/><Relationship Id="rId36" Type="http://schemas.openxmlformats.org/officeDocument/2006/relationships/image" Target="../media/image369.wmf"/><Relationship Id="rId49" Type="http://schemas.openxmlformats.org/officeDocument/2006/relationships/oleObject" Target="../embeddings/oleObject392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386.wmf"/><Relationship Id="rId26" Type="http://schemas.openxmlformats.org/officeDocument/2006/relationships/image" Target="../media/image390.wmf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4.bin"/><Relationship Id="rId34" Type="http://schemas.openxmlformats.org/officeDocument/2006/relationships/image" Target="../media/image394.wmf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83.wmf"/><Relationship Id="rId17" Type="http://schemas.openxmlformats.org/officeDocument/2006/relationships/oleObject" Target="../embeddings/oleObject402.bin"/><Relationship Id="rId25" Type="http://schemas.openxmlformats.org/officeDocument/2006/relationships/oleObject" Target="../embeddings/oleObject406.bin"/><Relationship Id="rId33" Type="http://schemas.openxmlformats.org/officeDocument/2006/relationships/oleObject" Target="../embeddings/oleObject4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5.wmf"/><Relationship Id="rId20" Type="http://schemas.openxmlformats.org/officeDocument/2006/relationships/image" Target="../media/image387.wmf"/><Relationship Id="rId29" Type="http://schemas.openxmlformats.org/officeDocument/2006/relationships/oleObject" Target="../embeddings/oleObject408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399.bin"/><Relationship Id="rId24" Type="http://schemas.openxmlformats.org/officeDocument/2006/relationships/image" Target="../media/image389.wmf"/><Relationship Id="rId32" Type="http://schemas.openxmlformats.org/officeDocument/2006/relationships/image" Target="../media/image393.wmf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23" Type="http://schemas.openxmlformats.org/officeDocument/2006/relationships/oleObject" Target="../embeddings/oleObject405.bin"/><Relationship Id="rId28" Type="http://schemas.openxmlformats.org/officeDocument/2006/relationships/image" Target="../media/image391.wmf"/><Relationship Id="rId36" Type="http://schemas.openxmlformats.org/officeDocument/2006/relationships/image" Target="../media/image395.wmf"/><Relationship Id="rId10" Type="http://schemas.openxmlformats.org/officeDocument/2006/relationships/image" Target="../media/image382.wmf"/><Relationship Id="rId19" Type="http://schemas.openxmlformats.org/officeDocument/2006/relationships/oleObject" Target="../embeddings/oleObject403.bin"/><Relationship Id="rId31" Type="http://schemas.openxmlformats.org/officeDocument/2006/relationships/oleObject" Target="../embeddings/oleObject409.bin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384.wmf"/><Relationship Id="rId22" Type="http://schemas.openxmlformats.org/officeDocument/2006/relationships/image" Target="../media/image388.wmf"/><Relationship Id="rId27" Type="http://schemas.openxmlformats.org/officeDocument/2006/relationships/oleObject" Target="../embeddings/oleObject407.bin"/><Relationship Id="rId30" Type="http://schemas.openxmlformats.org/officeDocument/2006/relationships/image" Target="../media/image392.wmf"/><Relationship Id="rId35" Type="http://schemas.openxmlformats.org/officeDocument/2006/relationships/oleObject" Target="../embeddings/oleObject411.bin"/><Relationship Id="rId8" Type="http://schemas.openxmlformats.org/officeDocument/2006/relationships/image" Target="../media/image381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53A746F-4996-4F7F-821A-117E6113C9B7}"/>
              </a:ext>
            </a:extLst>
          </p:cNvPr>
          <p:cNvSpPr txBox="1">
            <a:spLocks/>
          </p:cNvSpPr>
          <p:nvPr/>
        </p:nvSpPr>
        <p:spPr>
          <a:xfrm>
            <a:off x="467544" y="699542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函数、极限与连续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F7A350CE-48C5-4BFD-890B-665FA602CD27}"/>
              </a:ext>
            </a:extLst>
          </p:cNvPr>
          <p:cNvSpPr txBox="1">
            <a:spLocks/>
          </p:cNvSpPr>
          <p:nvPr/>
        </p:nvSpPr>
        <p:spPr>
          <a:xfrm>
            <a:off x="1547664" y="3291830"/>
            <a:ext cx="64008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  <a:cs typeface="微软雅黑" panose="020B0503020204020204" charset="-122"/>
              </a:rPr>
              <a:t>数学与统计学院  郭晓峰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F51B382-1B08-4AC6-9757-8EE23F24CF2C}"/>
              </a:ext>
            </a:extLst>
          </p:cNvPr>
          <p:cNvSpPr txBox="1">
            <a:spLocks/>
          </p:cNvSpPr>
          <p:nvPr/>
        </p:nvSpPr>
        <p:spPr>
          <a:xfrm>
            <a:off x="467544" y="1635646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 节  函数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4">
            <a:extLst>
              <a:ext uri="{FF2B5EF4-FFF2-40B4-BE49-F238E27FC236}">
                <a16:creationId xmlns:a16="http://schemas.microsoft.com/office/drawing/2014/main" id="{67B8D1D1-38D2-4A00-8932-85F6E684F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448" y="2029222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00">
                        <a:gamma/>
                        <a:shade val="46275"/>
                        <a:invGamma/>
                      </a:srgbClr>
                    </a:gs>
                    <a:gs pos="50000">
                      <a:srgbClr val="006600"/>
                    </a:gs>
                    <a:gs pos="100000">
                      <a:srgbClr val="0066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分析基础 </a:t>
            </a:r>
          </a:p>
        </p:txBody>
      </p:sp>
      <p:sp>
        <p:nvSpPr>
          <p:cNvPr id="3" name="Text Box 35">
            <a:extLst>
              <a:ext uri="{FF2B5EF4-FFF2-40B4-BE49-F238E27FC236}">
                <a16:creationId xmlns:a16="http://schemas.microsoft.com/office/drawing/2014/main" id="{FE24C395-C922-48EC-97FC-A5FABF8E1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1419622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函数 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28AC759B-2440-4A45-A67C-7D9DBFE49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2029222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极限 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F818F07E-6FA6-4AD0-80B9-FAF20C81F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948" y="2638822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连续 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Text Box 38">
            <a:extLst>
              <a:ext uri="{FF2B5EF4-FFF2-40B4-BE49-F238E27FC236}">
                <a16:creationId xmlns:a16="http://schemas.microsoft.com/office/drawing/2014/main" id="{0827BBC7-10EA-4144-BD1C-039A264C1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448" y="1413272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— </a:t>
            </a:r>
            <a:r>
              <a:rPr lang="zh-CN" altLang="en-US" sz="2400" b="1" dirty="0">
                <a:latin typeface="+mj-ea"/>
                <a:ea typeface="+mj-ea"/>
              </a:rPr>
              <a:t>研究对象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B6DE0AE4-A5CD-4EC6-BB34-4D20AE2FF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498" y="2029222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— </a:t>
            </a:r>
            <a:r>
              <a:rPr lang="zh-CN" altLang="en-US" sz="2400" b="1" dirty="0">
                <a:latin typeface="+mj-ea"/>
                <a:ea typeface="+mj-ea"/>
              </a:rPr>
              <a:t>研究方法</a:t>
            </a:r>
          </a:p>
        </p:txBody>
      </p:sp>
      <p:sp>
        <p:nvSpPr>
          <p:cNvPr id="8" name="Text Box 40">
            <a:extLst>
              <a:ext uri="{FF2B5EF4-FFF2-40B4-BE49-F238E27FC236}">
                <a16:creationId xmlns:a16="http://schemas.microsoft.com/office/drawing/2014/main" id="{0FFE557B-5EAF-459F-83BF-50D2DB954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898" y="2638822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+mj-ea"/>
                <a:ea typeface="+mj-ea"/>
              </a:rPr>
              <a:t>— </a:t>
            </a:r>
            <a:r>
              <a:rPr lang="zh-CN" altLang="en-US" sz="2400" b="1">
                <a:latin typeface="+mj-ea"/>
                <a:ea typeface="+mj-ea"/>
              </a:rPr>
              <a:t>研究桥梁</a:t>
            </a:r>
          </a:p>
        </p:txBody>
      </p:sp>
      <p:sp>
        <p:nvSpPr>
          <p:cNvPr id="9" name="AutoShape 41">
            <a:extLst>
              <a:ext uri="{FF2B5EF4-FFF2-40B4-BE49-F238E27FC236}">
                <a16:creationId xmlns:a16="http://schemas.microsoft.com/office/drawing/2014/main" id="{42BE4064-3A96-42AB-BED9-BA731F2D5CCE}"/>
              </a:ext>
            </a:extLst>
          </p:cNvPr>
          <p:cNvSpPr>
            <a:spLocks/>
          </p:cNvSpPr>
          <p:nvPr/>
        </p:nvSpPr>
        <p:spPr bwMode="auto">
          <a:xfrm>
            <a:off x="2975248" y="1541859"/>
            <a:ext cx="228600" cy="1600200"/>
          </a:xfrm>
          <a:prstGeom prst="leftBrace">
            <a:avLst>
              <a:gd name="adj1" fmla="val 58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8497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5">
            <a:hlinkClick r:id="rId2" action="ppaction://hlinksldjump"/>
            <a:extLst>
              <a:ext uri="{FF2B5EF4-FFF2-40B4-BE49-F238E27FC236}">
                <a16:creationId xmlns:a16="http://schemas.microsoft.com/office/drawing/2014/main" id="{0BF84B90-E204-4D91-8865-0C151C431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495722"/>
            <a:ext cx="30963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95600" indent="-609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52800" indent="-609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810000" indent="-609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67200" indent="-609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二、函数的几种特性</a:t>
            </a:r>
          </a:p>
        </p:txBody>
      </p:sp>
      <p:sp>
        <p:nvSpPr>
          <p:cNvPr id="3" name="Text Box 46">
            <a:hlinkClick r:id="rId3" action="ppaction://hlinksldjump"/>
            <a:extLst>
              <a:ext uri="{FF2B5EF4-FFF2-40B4-BE49-F238E27FC236}">
                <a16:creationId xmlns:a16="http://schemas.microsoft.com/office/drawing/2014/main" id="{17D73A58-D4CE-441D-A12B-0F2561EE1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740" y="2146893"/>
            <a:ext cx="4176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三、反函数与复合函数 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A3FBD212-C6CD-4D9F-BD0A-0E8C054B8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704" y="771550"/>
            <a:ext cx="2568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一、函数的概念</a:t>
            </a:r>
          </a:p>
        </p:txBody>
      </p:sp>
      <p:sp>
        <p:nvSpPr>
          <p:cNvPr id="5" name="Text Box 46">
            <a:hlinkClick r:id="rId3" action="ppaction://hlinksldjump"/>
            <a:extLst>
              <a:ext uri="{FF2B5EF4-FFF2-40B4-BE49-F238E27FC236}">
                <a16:creationId xmlns:a16="http://schemas.microsoft.com/office/drawing/2014/main" id="{F00BC2C0-DACA-4F7D-B31D-86B0D7F3B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740" y="2778061"/>
            <a:ext cx="4176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四、函数的运算</a:t>
            </a:r>
          </a:p>
        </p:txBody>
      </p:sp>
      <p:sp>
        <p:nvSpPr>
          <p:cNvPr id="6" name="Text Box 46">
            <a:hlinkClick r:id="rId3" action="ppaction://hlinksldjump"/>
            <a:extLst>
              <a:ext uri="{FF2B5EF4-FFF2-40B4-BE49-F238E27FC236}">
                <a16:creationId xmlns:a16="http://schemas.microsoft.com/office/drawing/2014/main" id="{124B68FE-F534-4FB8-81F9-B989F4CCA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721" y="3505263"/>
            <a:ext cx="4176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五、初等函数</a:t>
            </a:r>
          </a:p>
        </p:txBody>
      </p:sp>
    </p:spTree>
    <p:extLst>
      <p:ext uri="{BB962C8B-B14F-4D97-AF65-F5344CB8AC3E}">
        <p14:creationId xmlns:p14="http://schemas.microsoft.com/office/powerpoint/2010/main" val="172972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FA8CA3D-FA62-46C8-92ED-7E328476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746" y="1713196"/>
            <a:ext cx="1447800" cy="533400"/>
          </a:xfrm>
          <a:prstGeom prst="wedgeRectCallout">
            <a:avLst>
              <a:gd name="adj1" fmla="val -145740"/>
              <a:gd name="adj2" fmla="val 36649"/>
            </a:avLst>
          </a:prstGeom>
          <a:noFill/>
          <a:ln w="9525">
            <a:solidFill>
              <a:srgbClr val="0064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dirty="0">
                <a:solidFill>
                  <a:srgbClr val="0064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定义域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CE3534-485C-4F82-BD2B-189A146F2CC6}"/>
              </a:ext>
            </a:extLst>
          </p:cNvPr>
          <p:cNvSpPr txBox="1">
            <a:spLocks noChangeArrowheads="1"/>
          </p:cNvSpPr>
          <p:nvPr/>
        </p:nvSpPr>
        <p:spPr>
          <a:xfrm>
            <a:off x="622300" y="392907"/>
            <a:ext cx="3517652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一、函数的概念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F46EC93-8BFB-4F41-9CA3-9735CBA71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9588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2C58A68-2183-4585-89A3-EF67C4903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58" y="113174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设数集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CDD4A9BD-0957-4400-95F9-CFBDFAA798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450035"/>
              </p:ext>
            </p:extLst>
          </p:nvPr>
        </p:nvGraphicFramePr>
        <p:xfrm>
          <a:off x="2747963" y="1218754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" name="Equation" r:id="rId3" imgW="965160" imgH="342720" progId="Equation.DSMT4">
                  <p:embed/>
                </p:oleObj>
              </mc:Choice>
              <mc:Fallback>
                <p:oleObj name="Equation" r:id="rId3" imgW="965160" imgH="342720" progId="Equation.DSMT4">
                  <p:embed/>
                  <p:pic>
                    <p:nvPicPr>
                      <p:cNvPr id="105479" name="Object 7">
                        <a:extLst>
                          <a:ext uri="{FF2B5EF4-FFF2-40B4-BE49-F238E27FC236}">
                            <a16:creationId xmlns:a16="http://schemas.microsoft.com/office/drawing/2014/main" id="{9AF945B2-FCEA-4CD8-93D2-EABB51F1A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1218754"/>
                        <a:ext cx="965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4EFBBB04-F6FE-47AD-8FB2-B4D4613DE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8109" y="1160996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则称映射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A3C075BB-E9B0-4410-AD1D-FCCC17A2F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47110"/>
              </p:ext>
            </p:extLst>
          </p:nvPr>
        </p:nvGraphicFramePr>
        <p:xfrm>
          <a:off x="4966046" y="1236421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" name="Equation" r:id="rId5" imgW="1333440" imgH="342720" progId="Equation.DSMT4">
                  <p:embed/>
                </p:oleObj>
              </mc:Choice>
              <mc:Fallback>
                <p:oleObj name="Equation" r:id="rId5" imgW="1333440" imgH="342720" progId="Equation.DSMT4">
                  <p:embed/>
                  <p:pic>
                    <p:nvPicPr>
                      <p:cNvPr id="105481" name="Object 9">
                        <a:extLst>
                          <a:ext uri="{FF2B5EF4-FFF2-40B4-BE49-F238E27FC236}">
                            <a16:creationId xmlns:a16="http://schemas.microsoft.com/office/drawing/2014/main" id="{70EB0900-BAFC-434B-8878-6927992940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6046" y="1236421"/>
                        <a:ext cx="1333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>
            <a:extLst>
              <a:ext uri="{FF2B5EF4-FFF2-40B4-BE49-F238E27FC236}">
                <a16:creationId xmlns:a16="http://schemas.microsoft.com/office/drawing/2014/main" id="{09B3418F-E02C-4166-85B8-9E42B1568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784" y="115144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为定义在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BFC52D67-8B9D-400B-9916-2FB32C266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847" y="1149966"/>
            <a:ext cx="1869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上的函数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3385D93-8194-4DAA-9F1C-E1BEE03B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24" y="1938387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记为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3FDA2290-A635-4B2D-B89D-56F6369C1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558012"/>
              </p:ext>
            </p:extLst>
          </p:nvPr>
        </p:nvGraphicFramePr>
        <p:xfrm>
          <a:off x="1547664" y="1981771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7" name="Equation" r:id="rId7" imgW="1955520" imgH="342720" progId="Equation.DSMT4">
                  <p:embed/>
                </p:oleObj>
              </mc:Choice>
              <mc:Fallback>
                <p:oleObj name="Equation" r:id="rId7" imgW="1955520" imgH="342720" progId="Equation.DSMT4">
                  <p:embed/>
                  <p:pic>
                    <p:nvPicPr>
                      <p:cNvPr id="105485" name="Object 13">
                        <a:extLst>
                          <a:ext uri="{FF2B5EF4-FFF2-40B4-BE49-F238E27FC236}">
                            <a16:creationId xmlns:a16="http://schemas.microsoft.com/office/drawing/2014/main" id="{CBFE6AD9-F240-44D0-BCFA-5E0E4C0F0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981771"/>
                        <a:ext cx="195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44">
            <a:extLst>
              <a:ext uri="{FF2B5EF4-FFF2-40B4-BE49-F238E27FC236}">
                <a16:creationId xmlns:a16="http://schemas.microsoft.com/office/drawing/2014/main" id="{EDE5159E-B33D-424E-837F-27FE927A9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101" y="2641963"/>
            <a:ext cx="1447800" cy="533400"/>
          </a:xfrm>
          <a:prstGeom prst="wedgeRectCallout">
            <a:avLst>
              <a:gd name="adj1" fmla="val -95866"/>
              <a:gd name="adj2" fmla="val -121852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自变量</a:t>
            </a:r>
          </a:p>
        </p:txBody>
      </p:sp>
      <p:sp>
        <p:nvSpPr>
          <p:cNvPr id="15" name="AutoShape 45">
            <a:extLst>
              <a:ext uri="{FF2B5EF4-FFF2-40B4-BE49-F238E27FC236}">
                <a16:creationId xmlns:a16="http://schemas.microsoft.com/office/drawing/2014/main" id="{C428A9E4-4F29-4FF6-80A7-009495BDD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2646611"/>
            <a:ext cx="1447800" cy="533400"/>
          </a:xfrm>
          <a:prstGeom prst="wedgeRectCallout">
            <a:avLst>
              <a:gd name="adj1" fmla="val 54325"/>
              <a:gd name="adj2" fmla="val -111988"/>
            </a:avLst>
          </a:prstGeom>
          <a:noFill/>
          <a:ln w="9525">
            <a:solidFill>
              <a:srgbClr val="0064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dirty="0">
                <a:solidFill>
                  <a:srgbClr val="0064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因变量</a:t>
            </a:r>
          </a:p>
        </p:txBody>
      </p:sp>
      <p:graphicFrame>
        <p:nvGraphicFramePr>
          <p:cNvPr id="16" name="Object 49">
            <a:extLst>
              <a:ext uri="{FF2B5EF4-FFF2-40B4-BE49-F238E27FC236}">
                <a16:creationId xmlns:a16="http://schemas.microsoft.com/office/drawing/2014/main" id="{6CDA701A-C071-4858-939D-25F2A7BC47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0900" y="36957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8" name="Equation" r:id="rId9" imgW="241200" imgH="317160" progId="Equation.3">
                  <p:embed/>
                </p:oleObj>
              </mc:Choice>
              <mc:Fallback>
                <p:oleObj name="Equation" r:id="rId9" imgW="241200" imgH="317160" progId="Equation.3">
                  <p:embed/>
                  <p:pic>
                    <p:nvPicPr>
                      <p:cNvPr id="105521" name="Object 49">
                        <a:extLst>
                          <a:ext uri="{FF2B5EF4-FFF2-40B4-BE49-F238E27FC236}">
                            <a16:creationId xmlns:a16="http://schemas.microsoft.com/office/drawing/2014/main" id="{EF1E865C-DB71-4D7B-B6D9-77CE0FEA7D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3695700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4">
            <a:extLst>
              <a:ext uri="{FF2B5EF4-FFF2-40B4-BE49-F238E27FC236}">
                <a16:creationId xmlns:a16="http://schemas.microsoft.com/office/drawing/2014/main" id="{859E2424-1DA2-40E1-A1B8-6379DE8E3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200" y="3782367"/>
            <a:ext cx="1733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值域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r>
              <a:rPr lang="zh-CN" altLang="en-US" sz="2400" b="1" dirty="0">
                <a:latin typeface="+mj-ea"/>
                <a:ea typeface="+mj-ea"/>
              </a:rPr>
              <a:t> </a:t>
            </a:r>
          </a:p>
        </p:txBody>
      </p:sp>
      <p:graphicFrame>
        <p:nvGraphicFramePr>
          <p:cNvPr id="18" name="Object 66">
            <a:extLst>
              <a:ext uri="{FF2B5EF4-FFF2-40B4-BE49-F238E27FC236}">
                <a16:creationId xmlns:a16="http://schemas.microsoft.com/office/drawing/2014/main" id="{30C633CC-6CA6-4A51-AFE4-765FF70AF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908607"/>
              </p:ext>
            </p:extLst>
          </p:nvPr>
        </p:nvGraphicFramePr>
        <p:xfrm>
          <a:off x="1084263" y="3835400"/>
          <a:ext cx="4292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" name="Equation" r:id="rId11" imgW="4279680" imgH="444240" progId="Equation.DSMT4">
                  <p:embed/>
                </p:oleObj>
              </mc:Choice>
              <mc:Fallback>
                <p:oleObj name="Equation" r:id="rId11" imgW="4279680" imgH="444240" progId="Equation.DSMT4">
                  <p:embed/>
                  <p:pic>
                    <p:nvPicPr>
                      <p:cNvPr id="105538" name="Object 66">
                        <a:extLst>
                          <a:ext uri="{FF2B5EF4-FFF2-40B4-BE49-F238E27FC236}">
                            <a16:creationId xmlns:a16="http://schemas.microsoft.com/office/drawing/2014/main" id="{5869CB9A-207C-44B2-9C98-A45DBD12E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3835400"/>
                        <a:ext cx="4292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890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6" grpId="0" autoUpdateAnimBg="0"/>
      <p:bldP spid="8" grpId="0" build="p" autoUpdateAnimBg="0"/>
      <p:bldP spid="10" grpId="0" build="p" autoUpdateAnimBg="0"/>
      <p:bldP spid="11" grpId="0" build="p" autoUpdateAnimBg="0" advAuto="0"/>
      <p:bldP spid="12" grpId="0" build="p" autoUpdateAnimBg="0"/>
      <p:bldP spid="14" grpId="0" animBg="1" autoUpdateAnimBg="0"/>
      <p:bldP spid="15" grpId="0" animBg="1" autoUpdateAnimBg="0"/>
      <p:bldP spid="17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042">
            <a:extLst>
              <a:ext uri="{FF2B5EF4-FFF2-40B4-BE49-F238E27FC236}">
                <a16:creationId xmlns:a16="http://schemas.microsoft.com/office/drawing/2014/main" id="{23C47ED9-E2DA-4DE5-9A8F-8B31D480E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17" y="494872"/>
            <a:ext cx="1889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自然定义域</a:t>
            </a:r>
          </a:p>
        </p:txBody>
      </p:sp>
      <p:sp>
        <p:nvSpPr>
          <p:cNvPr id="15" name="Text Box 1048">
            <a:extLst>
              <a:ext uri="{FF2B5EF4-FFF2-40B4-BE49-F238E27FC236}">
                <a16:creationId xmlns:a16="http://schemas.microsoft.com/office/drawing/2014/main" id="{D5B56310-F386-4DAF-A3EA-08324F899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452152"/>
            <a:ext cx="7056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使表达式或实际问题有意义的自变量集合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16" name="Text Box 1070">
            <a:extLst>
              <a:ext uri="{FF2B5EF4-FFF2-40B4-BE49-F238E27FC236}">
                <a16:creationId xmlns:a16="http://schemas.microsoft.com/office/drawing/2014/main" id="{27CC4AC2-F46D-43EE-8E6C-858E163D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50" y="1153955"/>
            <a:ext cx="60644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对实际问题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书写函数时必须写出定义域；</a:t>
            </a:r>
          </a:p>
        </p:txBody>
      </p:sp>
      <p:sp>
        <p:nvSpPr>
          <p:cNvPr id="17" name="Text Box 1044">
            <a:extLst>
              <a:ext uri="{FF2B5EF4-FFF2-40B4-BE49-F238E27FC236}">
                <a16:creationId xmlns:a16="http://schemas.microsoft.com/office/drawing/2014/main" id="{17E1E507-51D5-4CA8-8113-460008FBD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813601"/>
            <a:ext cx="4060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对应规律</a:t>
            </a:r>
            <a:r>
              <a:rPr lang="zh-CN" altLang="en-US" sz="2400" b="1" dirty="0">
                <a:latin typeface="+mj-ea"/>
                <a:ea typeface="+mj-ea"/>
              </a:rPr>
              <a:t>的表示方法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8" name="Text Box 1045">
            <a:extLst>
              <a:ext uri="{FF2B5EF4-FFF2-40B4-BE49-F238E27FC236}">
                <a16:creationId xmlns:a16="http://schemas.microsoft.com/office/drawing/2014/main" id="{39E4C5B6-A85C-4354-A11C-F8545245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1855758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解析法、</a:t>
            </a:r>
          </a:p>
        </p:txBody>
      </p:sp>
      <p:sp>
        <p:nvSpPr>
          <p:cNvPr id="19" name="Text Box 1046">
            <a:extLst>
              <a:ext uri="{FF2B5EF4-FFF2-40B4-BE49-F238E27FC236}">
                <a16:creationId xmlns:a16="http://schemas.microsoft.com/office/drawing/2014/main" id="{3817AA31-ED1A-4ABB-905A-473D8E91A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822926"/>
            <a:ext cx="1692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图象法、</a:t>
            </a:r>
          </a:p>
        </p:txBody>
      </p:sp>
      <p:sp>
        <p:nvSpPr>
          <p:cNvPr id="20" name="Text Box 1047">
            <a:extLst>
              <a:ext uri="{FF2B5EF4-FFF2-40B4-BE49-F238E27FC236}">
                <a16:creationId xmlns:a16="http://schemas.microsoft.com/office/drawing/2014/main" id="{03AA62AA-3168-4D6B-9797-E4A4CE4CE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654" y="183619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列表法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sp>
        <p:nvSpPr>
          <p:cNvPr id="21" name="Text Box 1038">
            <a:extLst>
              <a:ext uri="{FF2B5EF4-FFF2-40B4-BE49-F238E27FC236}">
                <a16:creationId xmlns:a16="http://schemas.microsoft.com/office/drawing/2014/main" id="{513BD227-B4F3-4567-9D66-34C8AE348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17" y="2533855"/>
            <a:ext cx="2661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例如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反正弦主值</a:t>
            </a:r>
          </a:p>
        </p:txBody>
      </p:sp>
      <p:graphicFrame>
        <p:nvGraphicFramePr>
          <p:cNvPr id="22" name="Object 1039">
            <a:extLst>
              <a:ext uri="{FF2B5EF4-FFF2-40B4-BE49-F238E27FC236}">
                <a16:creationId xmlns:a16="http://schemas.microsoft.com/office/drawing/2014/main" id="{FC81F36E-D516-4100-BF3F-004A6E75B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309736"/>
              </p:ext>
            </p:extLst>
          </p:nvPr>
        </p:nvGraphicFramePr>
        <p:xfrm>
          <a:off x="3503573" y="2616705"/>
          <a:ext cx="240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2" name="Equation" r:id="rId3" imgW="2400120" imgH="342720" progId="Equation.DSMT4">
                  <p:embed/>
                </p:oleObj>
              </mc:Choice>
              <mc:Fallback>
                <p:oleObj name="Equation" r:id="rId3" imgW="2400120" imgH="342720" progId="Equation.DSMT4">
                  <p:embed/>
                  <p:pic>
                    <p:nvPicPr>
                      <p:cNvPr id="132111" name="Object 1039">
                        <a:extLst>
                          <a:ext uri="{FF2B5EF4-FFF2-40B4-BE49-F238E27FC236}">
                            <a16:creationId xmlns:a16="http://schemas.microsoft.com/office/drawing/2014/main" id="{B51D0A8A-7691-4D18-A650-900683916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573" y="2616705"/>
                        <a:ext cx="240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40">
            <a:extLst>
              <a:ext uri="{FF2B5EF4-FFF2-40B4-BE49-F238E27FC236}">
                <a16:creationId xmlns:a16="http://schemas.microsoft.com/office/drawing/2014/main" id="{9593F708-768A-473F-8D07-D4EB8151BD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573595"/>
              </p:ext>
            </p:extLst>
          </p:nvPr>
        </p:nvGraphicFramePr>
        <p:xfrm>
          <a:off x="2084570" y="3510401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3" name="Equation" r:id="rId5" imgW="1511280" imgH="342720" progId="Equation.DSMT4">
                  <p:embed/>
                </p:oleObj>
              </mc:Choice>
              <mc:Fallback>
                <p:oleObj name="Equation" r:id="rId5" imgW="1511280" imgH="342720" progId="Equation.DSMT4">
                  <p:embed/>
                  <p:pic>
                    <p:nvPicPr>
                      <p:cNvPr id="132112" name="Object 1040">
                        <a:extLst>
                          <a:ext uri="{FF2B5EF4-FFF2-40B4-BE49-F238E27FC236}">
                            <a16:creationId xmlns:a16="http://schemas.microsoft.com/office/drawing/2014/main" id="{C21200D2-0FBB-401C-A97A-A501875E4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570" y="3510401"/>
                        <a:ext cx="1511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41">
            <a:extLst>
              <a:ext uri="{FF2B5EF4-FFF2-40B4-BE49-F238E27FC236}">
                <a16:creationId xmlns:a16="http://schemas.microsoft.com/office/drawing/2014/main" id="{B97ED0B9-E415-4ECB-98D2-CB4729F37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133624"/>
              </p:ext>
            </p:extLst>
          </p:nvPr>
        </p:nvGraphicFramePr>
        <p:xfrm>
          <a:off x="2033588" y="3970338"/>
          <a:ext cx="21574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4" name="Equation" r:id="rId7" imgW="2158920" imgH="812520" progId="Equation.DSMT4">
                  <p:embed/>
                </p:oleObj>
              </mc:Choice>
              <mc:Fallback>
                <p:oleObj name="Equation" r:id="rId7" imgW="2158920" imgH="812520" progId="Equation.DSMT4">
                  <p:embed/>
                  <p:pic>
                    <p:nvPicPr>
                      <p:cNvPr id="132113" name="Object 1041">
                        <a:extLst>
                          <a:ext uri="{FF2B5EF4-FFF2-40B4-BE49-F238E27FC236}">
                            <a16:creationId xmlns:a16="http://schemas.microsoft.com/office/drawing/2014/main" id="{713A13FF-80CA-40C8-97B5-0048E5D70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3970338"/>
                        <a:ext cx="21574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049">
            <a:extLst>
              <a:ext uri="{FF2B5EF4-FFF2-40B4-BE49-F238E27FC236}">
                <a16:creationId xmlns:a16="http://schemas.microsoft.com/office/drawing/2014/main" id="{7BC12C87-047F-4AC0-BEB7-61F16C2F1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08" y="3415654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定义域</a:t>
            </a:r>
          </a:p>
        </p:txBody>
      </p:sp>
      <p:sp>
        <p:nvSpPr>
          <p:cNvPr id="26" name="Text Box 1050">
            <a:extLst>
              <a:ext uri="{FF2B5EF4-FFF2-40B4-BE49-F238E27FC236}">
                <a16:creationId xmlns:a16="http://schemas.microsoft.com/office/drawing/2014/main" id="{0C07A239-0EE1-48DE-A2FD-C102DE99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027" y="414642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值域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1BBDB9F-C83E-44B5-8721-BCBC691F9ED9}"/>
              </a:ext>
            </a:extLst>
          </p:cNvPr>
          <p:cNvGrpSpPr/>
          <p:nvPr/>
        </p:nvGrpSpPr>
        <p:grpSpPr>
          <a:xfrm>
            <a:off x="6505898" y="2732719"/>
            <a:ext cx="1353343" cy="1979613"/>
            <a:chOff x="6505898" y="2732719"/>
            <a:chExt cx="1353343" cy="1979613"/>
          </a:xfrm>
        </p:grpSpPr>
        <p:grpSp>
          <p:nvGrpSpPr>
            <p:cNvPr id="27" name="Group 1097">
              <a:extLst>
                <a:ext uri="{FF2B5EF4-FFF2-40B4-BE49-F238E27FC236}">
                  <a16:creationId xmlns:a16="http://schemas.microsoft.com/office/drawing/2014/main" id="{8015C12F-C1E8-408D-BA89-623587BE7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6216" y="2732719"/>
              <a:ext cx="1343025" cy="1979613"/>
              <a:chOff x="4386" y="240"/>
              <a:chExt cx="846" cy="1247"/>
            </a:xfrm>
          </p:grpSpPr>
          <p:grpSp>
            <p:nvGrpSpPr>
              <p:cNvPr id="28" name="Group 1098">
                <a:extLst>
                  <a:ext uri="{FF2B5EF4-FFF2-40B4-BE49-F238E27FC236}">
                    <a16:creationId xmlns:a16="http://schemas.microsoft.com/office/drawing/2014/main" id="{F9616A52-6958-4CE9-A432-DFA80992D5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6" y="240"/>
                <a:ext cx="824" cy="1247"/>
                <a:chOff x="4386" y="288"/>
                <a:chExt cx="824" cy="1180"/>
              </a:xfrm>
            </p:grpSpPr>
            <p:sp>
              <p:nvSpPr>
                <p:cNvPr id="36" name="Line 1099">
                  <a:extLst>
                    <a:ext uri="{FF2B5EF4-FFF2-40B4-BE49-F238E27FC236}">
                      <a16:creationId xmlns:a16="http://schemas.microsoft.com/office/drawing/2014/main" id="{A52FF5A5-E320-4133-9AEB-5B8C85CBA8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86" y="947"/>
                  <a:ext cx="82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100">
                  <a:extLst>
                    <a:ext uri="{FF2B5EF4-FFF2-40B4-BE49-F238E27FC236}">
                      <a16:creationId xmlns:a16="http://schemas.microsoft.com/office/drawing/2014/main" id="{E8EDE884-32B1-4A11-BDEA-CAB310E891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66" y="288"/>
                  <a:ext cx="0" cy="11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101">
                  <a:extLst>
                    <a:ext uri="{FF2B5EF4-FFF2-40B4-BE49-F238E27FC236}">
                      <a16:creationId xmlns:a16="http://schemas.microsoft.com/office/drawing/2014/main" id="{18D304D4-BCC4-4FAB-8712-907524FD4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7" y="466"/>
                  <a:ext cx="643" cy="957"/>
                </a:xfrm>
                <a:custGeom>
                  <a:avLst/>
                  <a:gdLst>
                    <a:gd name="T0" fmla="*/ 0 w 2003"/>
                    <a:gd name="T1" fmla="*/ 2990 h 2990"/>
                    <a:gd name="T2" fmla="*/ 7 w 2003"/>
                    <a:gd name="T3" fmla="*/ 2925 h 2990"/>
                    <a:gd name="T4" fmla="*/ 7 w 2003"/>
                    <a:gd name="T5" fmla="*/ 2896 h 2990"/>
                    <a:gd name="T6" fmla="*/ 14 w 2003"/>
                    <a:gd name="T7" fmla="*/ 2859 h 2990"/>
                    <a:gd name="T8" fmla="*/ 22 w 2003"/>
                    <a:gd name="T9" fmla="*/ 2808 h 2990"/>
                    <a:gd name="T10" fmla="*/ 44 w 2003"/>
                    <a:gd name="T11" fmla="*/ 2721 h 2990"/>
                    <a:gd name="T12" fmla="*/ 66 w 2003"/>
                    <a:gd name="T13" fmla="*/ 2655 h 2990"/>
                    <a:gd name="T14" fmla="*/ 80 w 2003"/>
                    <a:gd name="T15" fmla="*/ 2604 h 2990"/>
                    <a:gd name="T16" fmla="*/ 175 w 2003"/>
                    <a:gd name="T17" fmla="*/ 2429 h 2990"/>
                    <a:gd name="T18" fmla="*/ 256 w 2003"/>
                    <a:gd name="T19" fmla="*/ 2305 h 2990"/>
                    <a:gd name="T20" fmla="*/ 336 w 2003"/>
                    <a:gd name="T21" fmla="*/ 2188 h 2990"/>
                    <a:gd name="T22" fmla="*/ 424 w 2003"/>
                    <a:gd name="T23" fmla="*/ 2086 h 2990"/>
                    <a:gd name="T24" fmla="*/ 497 w 2003"/>
                    <a:gd name="T25" fmla="*/ 1998 h 2990"/>
                    <a:gd name="T26" fmla="*/ 585 w 2003"/>
                    <a:gd name="T27" fmla="*/ 1904 h 2990"/>
                    <a:gd name="T28" fmla="*/ 665 w 2003"/>
                    <a:gd name="T29" fmla="*/ 1823 h 2990"/>
                    <a:gd name="T30" fmla="*/ 753 w 2003"/>
                    <a:gd name="T31" fmla="*/ 1736 h 2990"/>
                    <a:gd name="T32" fmla="*/ 833 w 2003"/>
                    <a:gd name="T33" fmla="*/ 1656 h 2990"/>
                    <a:gd name="T34" fmla="*/ 913 w 2003"/>
                    <a:gd name="T35" fmla="*/ 1575 h 2990"/>
                    <a:gd name="T36" fmla="*/ 1001 w 2003"/>
                    <a:gd name="T37" fmla="*/ 1495 h 2990"/>
                    <a:gd name="T38" fmla="*/ 1082 w 2003"/>
                    <a:gd name="T39" fmla="*/ 1415 h 2990"/>
                    <a:gd name="T40" fmla="*/ 1169 w 2003"/>
                    <a:gd name="T41" fmla="*/ 1335 h 2990"/>
                    <a:gd name="T42" fmla="*/ 1257 w 2003"/>
                    <a:gd name="T43" fmla="*/ 1255 h 2990"/>
                    <a:gd name="T44" fmla="*/ 1337 w 2003"/>
                    <a:gd name="T45" fmla="*/ 1174 h 2990"/>
                    <a:gd name="T46" fmla="*/ 1418 w 2003"/>
                    <a:gd name="T47" fmla="*/ 1079 h 2990"/>
                    <a:gd name="T48" fmla="*/ 1506 w 2003"/>
                    <a:gd name="T49" fmla="*/ 992 h 2990"/>
                    <a:gd name="T50" fmla="*/ 1586 w 2003"/>
                    <a:gd name="T51" fmla="*/ 904 h 2990"/>
                    <a:gd name="T52" fmla="*/ 1666 w 2003"/>
                    <a:gd name="T53" fmla="*/ 802 h 2990"/>
                    <a:gd name="T54" fmla="*/ 1747 w 2003"/>
                    <a:gd name="T55" fmla="*/ 686 h 2990"/>
                    <a:gd name="T56" fmla="*/ 1834 w 2003"/>
                    <a:gd name="T57" fmla="*/ 554 h 2990"/>
                    <a:gd name="T58" fmla="*/ 1878 w 2003"/>
                    <a:gd name="T59" fmla="*/ 474 h 2990"/>
                    <a:gd name="T60" fmla="*/ 1922 w 2003"/>
                    <a:gd name="T61" fmla="*/ 379 h 2990"/>
                    <a:gd name="T62" fmla="*/ 1959 w 2003"/>
                    <a:gd name="T63" fmla="*/ 277 h 2990"/>
                    <a:gd name="T64" fmla="*/ 1981 w 2003"/>
                    <a:gd name="T65" fmla="*/ 197 h 2990"/>
                    <a:gd name="T66" fmla="*/ 1981 w 2003"/>
                    <a:gd name="T67" fmla="*/ 168 h 2990"/>
                    <a:gd name="T68" fmla="*/ 1988 w 2003"/>
                    <a:gd name="T69" fmla="*/ 139 h 2990"/>
                    <a:gd name="T70" fmla="*/ 1995 w 2003"/>
                    <a:gd name="T71" fmla="*/ 117 h 2990"/>
                    <a:gd name="T72" fmla="*/ 1995 w 2003"/>
                    <a:gd name="T73" fmla="*/ 95 h 2990"/>
                    <a:gd name="T74" fmla="*/ 1995 w 2003"/>
                    <a:gd name="T75" fmla="*/ 66 h 2990"/>
                    <a:gd name="T76" fmla="*/ 2003 w 2003"/>
                    <a:gd name="T77" fmla="*/ 0 h 29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003" h="2990">
                      <a:moveTo>
                        <a:pt x="0" y="2990"/>
                      </a:moveTo>
                      <a:lnTo>
                        <a:pt x="7" y="2925"/>
                      </a:lnTo>
                      <a:lnTo>
                        <a:pt x="7" y="2896"/>
                      </a:lnTo>
                      <a:lnTo>
                        <a:pt x="14" y="2859"/>
                      </a:lnTo>
                      <a:lnTo>
                        <a:pt x="22" y="2808"/>
                      </a:lnTo>
                      <a:lnTo>
                        <a:pt x="44" y="2721"/>
                      </a:lnTo>
                      <a:lnTo>
                        <a:pt x="66" y="2655"/>
                      </a:lnTo>
                      <a:lnTo>
                        <a:pt x="80" y="2604"/>
                      </a:lnTo>
                      <a:lnTo>
                        <a:pt x="175" y="2429"/>
                      </a:lnTo>
                      <a:lnTo>
                        <a:pt x="256" y="2305"/>
                      </a:lnTo>
                      <a:lnTo>
                        <a:pt x="336" y="2188"/>
                      </a:lnTo>
                      <a:lnTo>
                        <a:pt x="424" y="2086"/>
                      </a:lnTo>
                      <a:lnTo>
                        <a:pt x="497" y="1998"/>
                      </a:lnTo>
                      <a:lnTo>
                        <a:pt x="585" y="1904"/>
                      </a:lnTo>
                      <a:lnTo>
                        <a:pt x="665" y="1823"/>
                      </a:lnTo>
                      <a:lnTo>
                        <a:pt x="753" y="1736"/>
                      </a:lnTo>
                      <a:lnTo>
                        <a:pt x="833" y="1656"/>
                      </a:lnTo>
                      <a:lnTo>
                        <a:pt x="913" y="1575"/>
                      </a:lnTo>
                      <a:lnTo>
                        <a:pt x="1001" y="1495"/>
                      </a:lnTo>
                      <a:lnTo>
                        <a:pt x="1082" y="1415"/>
                      </a:lnTo>
                      <a:lnTo>
                        <a:pt x="1169" y="1335"/>
                      </a:lnTo>
                      <a:lnTo>
                        <a:pt x="1257" y="1255"/>
                      </a:lnTo>
                      <a:lnTo>
                        <a:pt x="1337" y="1174"/>
                      </a:lnTo>
                      <a:lnTo>
                        <a:pt x="1418" y="1079"/>
                      </a:lnTo>
                      <a:lnTo>
                        <a:pt x="1506" y="992"/>
                      </a:lnTo>
                      <a:lnTo>
                        <a:pt x="1586" y="904"/>
                      </a:lnTo>
                      <a:lnTo>
                        <a:pt x="1666" y="802"/>
                      </a:lnTo>
                      <a:lnTo>
                        <a:pt x="1747" y="686"/>
                      </a:lnTo>
                      <a:lnTo>
                        <a:pt x="1834" y="554"/>
                      </a:lnTo>
                      <a:lnTo>
                        <a:pt x="1878" y="474"/>
                      </a:lnTo>
                      <a:lnTo>
                        <a:pt x="1922" y="379"/>
                      </a:lnTo>
                      <a:lnTo>
                        <a:pt x="1959" y="277"/>
                      </a:lnTo>
                      <a:lnTo>
                        <a:pt x="1981" y="197"/>
                      </a:lnTo>
                      <a:lnTo>
                        <a:pt x="1981" y="168"/>
                      </a:lnTo>
                      <a:lnTo>
                        <a:pt x="1988" y="139"/>
                      </a:lnTo>
                      <a:lnTo>
                        <a:pt x="1995" y="117"/>
                      </a:lnTo>
                      <a:lnTo>
                        <a:pt x="1995" y="95"/>
                      </a:lnTo>
                      <a:lnTo>
                        <a:pt x="1995" y="66"/>
                      </a:lnTo>
                      <a:lnTo>
                        <a:pt x="2003" y="0"/>
                      </a:ln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102">
                  <a:extLst>
                    <a:ext uri="{FF2B5EF4-FFF2-40B4-BE49-F238E27FC236}">
                      <a16:creationId xmlns:a16="http://schemas.microsoft.com/office/drawing/2014/main" id="{68540AC5-4439-4CA7-963E-4D9BB954E4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48" y="947"/>
                  <a:ext cx="0" cy="4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103">
                  <a:extLst>
                    <a:ext uri="{FF2B5EF4-FFF2-40B4-BE49-F238E27FC236}">
                      <a16:creationId xmlns:a16="http://schemas.microsoft.com/office/drawing/2014/main" id="{65706A94-C1C7-4AA2-A48C-284D448442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94" y="471"/>
                  <a:ext cx="0" cy="4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104">
                  <a:extLst>
                    <a:ext uri="{FF2B5EF4-FFF2-40B4-BE49-F238E27FC236}">
                      <a16:creationId xmlns:a16="http://schemas.microsoft.com/office/drawing/2014/main" id="{769DB15B-CF9B-40D6-ABDB-04CFA7B32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8" y="1424"/>
                  <a:ext cx="3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105">
                  <a:extLst>
                    <a:ext uri="{FF2B5EF4-FFF2-40B4-BE49-F238E27FC236}">
                      <a16:creationId xmlns:a16="http://schemas.microsoft.com/office/drawing/2014/main" id="{345593D3-AF7B-4ED6-8726-539A49265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71" y="471"/>
                  <a:ext cx="3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9" name="Object 1106">
                <a:extLst>
                  <a:ext uri="{FF2B5EF4-FFF2-40B4-BE49-F238E27FC236}">
                    <a16:creationId xmlns:a16="http://schemas.microsoft.com/office/drawing/2014/main" id="{4293ACBC-CF8C-42EC-AF2D-1AFE89447F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0417315"/>
                  </p:ext>
                </p:extLst>
              </p:nvPr>
            </p:nvGraphicFramePr>
            <p:xfrm>
              <a:off x="4801" y="970"/>
              <a:ext cx="10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5" name="Equation" r:id="rId9" imgW="253800" imgH="279360" progId="Equation.DSMT4">
                      <p:embed/>
                    </p:oleObj>
                  </mc:Choice>
                  <mc:Fallback>
                    <p:oleObj name="Equation" r:id="rId9" imgW="253800" imgH="279360" progId="Equation.DSMT4">
                      <p:embed/>
                      <p:pic>
                        <p:nvPicPr>
                          <p:cNvPr id="132178" name="Object 1106">
                            <a:extLst>
                              <a:ext uri="{FF2B5EF4-FFF2-40B4-BE49-F238E27FC236}">
                                <a16:creationId xmlns:a16="http://schemas.microsoft.com/office/drawing/2014/main" id="{91478732-A727-49B6-92B1-ED5D8EB477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1" y="970"/>
                            <a:ext cx="101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1107">
                <a:extLst>
                  <a:ext uri="{FF2B5EF4-FFF2-40B4-BE49-F238E27FC236}">
                    <a16:creationId xmlns:a16="http://schemas.microsoft.com/office/drawing/2014/main" id="{69DD076C-BC6C-4BC1-A972-C92D646557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13378338"/>
                  </p:ext>
                </p:extLst>
              </p:nvPr>
            </p:nvGraphicFramePr>
            <p:xfrm>
              <a:off x="4641" y="247"/>
              <a:ext cx="86" cy="1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6" name="Equation" r:id="rId11" imgW="215640" imgH="266400" progId="Equation.DSMT4">
                      <p:embed/>
                    </p:oleObj>
                  </mc:Choice>
                  <mc:Fallback>
                    <p:oleObj name="Equation" r:id="rId11" imgW="215640" imgH="266400" progId="Equation.DSMT4">
                      <p:embed/>
                      <p:pic>
                        <p:nvPicPr>
                          <p:cNvPr id="132179" name="Object 1107">
                            <a:extLst>
                              <a:ext uri="{FF2B5EF4-FFF2-40B4-BE49-F238E27FC236}">
                                <a16:creationId xmlns:a16="http://schemas.microsoft.com/office/drawing/2014/main" id="{621C4B25-E307-497B-B4B5-44F1A709C25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1" y="247"/>
                            <a:ext cx="86" cy="1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1108">
                <a:extLst>
                  <a:ext uri="{FF2B5EF4-FFF2-40B4-BE49-F238E27FC236}">
                    <a16:creationId xmlns:a16="http://schemas.microsoft.com/office/drawing/2014/main" id="{440D5193-29ED-4637-A906-983769BD24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9375706"/>
                  </p:ext>
                </p:extLst>
              </p:nvPr>
            </p:nvGraphicFramePr>
            <p:xfrm>
              <a:off x="4761" y="1246"/>
              <a:ext cx="214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7" name="Equation" r:id="rId13" imgW="469800" imgH="457200" progId="Equation.3">
                      <p:embed/>
                    </p:oleObj>
                  </mc:Choice>
                  <mc:Fallback>
                    <p:oleObj name="Equation" r:id="rId13" imgW="469800" imgH="457200" progId="Equation.3">
                      <p:embed/>
                      <p:pic>
                        <p:nvPicPr>
                          <p:cNvPr id="132180" name="Object 1108">
                            <a:extLst>
                              <a:ext uri="{FF2B5EF4-FFF2-40B4-BE49-F238E27FC236}">
                                <a16:creationId xmlns:a16="http://schemas.microsoft.com/office/drawing/2014/main" id="{7D0E22C9-E923-49C0-9E98-70273FBC494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1" y="1246"/>
                            <a:ext cx="214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1109">
                <a:extLst>
                  <a:ext uri="{FF2B5EF4-FFF2-40B4-BE49-F238E27FC236}">
                    <a16:creationId xmlns:a16="http://schemas.microsoft.com/office/drawing/2014/main" id="{A898AF7F-DE12-4FED-8B89-E975946462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4497041"/>
                  </p:ext>
                </p:extLst>
              </p:nvPr>
            </p:nvGraphicFramePr>
            <p:xfrm>
              <a:off x="5063" y="959"/>
              <a:ext cx="51" cy="1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8" name="Equation" r:id="rId15" imgW="126720" imgH="266400" progId="Equation.DSMT4">
                      <p:embed/>
                    </p:oleObj>
                  </mc:Choice>
                  <mc:Fallback>
                    <p:oleObj name="Equation" r:id="rId15" imgW="126720" imgH="266400" progId="Equation.DSMT4">
                      <p:embed/>
                      <p:pic>
                        <p:nvPicPr>
                          <p:cNvPr id="132181" name="Object 1109">
                            <a:extLst>
                              <a:ext uri="{FF2B5EF4-FFF2-40B4-BE49-F238E27FC236}">
                                <a16:creationId xmlns:a16="http://schemas.microsoft.com/office/drawing/2014/main" id="{F271330C-0B58-4B30-9AAB-42F2C4FCBC9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3" y="959"/>
                            <a:ext cx="51" cy="1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1110">
                <a:extLst>
                  <a:ext uri="{FF2B5EF4-FFF2-40B4-BE49-F238E27FC236}">
                    <a16:creationId xmlns:a16="http://schemas.microsoft.com/office/drawing/2014/main" id="{8D069544-FEF5-48DD-8509-A2D12C0CA8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86" y="793"/>
              <a:ext cx="162" cy="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9" name="Equation" r:id="rId17" imgW="406080" imgH="304560" progId="Equation.3">
                      <p:embed/>
                    </p:oleObj>
                  </mc:Choice>
                  <mc:Fallback>
                    <p:oleObj name="Equation" r:id="rId17" imgW="406080" imgH="304560" progId="Equation.3">
                      <p:embed/>
                      <p:pic>
                        <p:nvPicPr>
                          <p:cNvPr id="132182" name="Object 1110">
                            <a:extLst>
                              <a:ext uri="{FF2B5EF4-FFF2-40B4-BE49-F238E27FC236}">
                                <a16:creationId xmlns:a16="http://schemas.microsoft.com/office/drawing/2014/main" id="{F5A4997F-E109-4D9C-9C14-A1C0669DD20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6" y="793"/>
                            <a:ext cx="162" cy="1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1111">
                <a:extLst>
                  <a:ext uri="{FF2B5EF4-FFF2-40B4-BE49-F238E27FC236}">
                    <a16:creationId xmlns:a16="http://schemas.microsoft.com/office/drawing/2014/main" id="{3DD8BE4B-0339-4603-AA53-92704C7139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46" y="980"/>
              <a:ext cx="86" cy="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90" name="Equation" r:id="rId19" imgW="215640" imgH="228600" progId="Equation.3">
                      <p:embed/>
                    </p:oleObj>
                  </mc:Choice>
                  <mc:Fallback>
                    <p:oleObj name="Equation" r:id="rId19" imgW="215640" imgH="228600" progId="Equation.3">
                      <p:embed/>
                      <p:pic>
                        <p:nvPicPr>
                          <p:cNvPr id="132183" name="Object 1111">
                            <a:extLst>
                              <a:ext uri="{FF2B5EF4-FFF2-40B4-BE49-F238E27FC236}">
                                <a16:creationId xmlns:a16="http://schemas.microsoft.com/office/drawing/2014/main" id="{80E6B35D-6559-42CD-8081-F5F51D5C622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6" y="980"/>
                            <a:ext cx="86" cy="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1112">
                <a:extLst>
                  <a:ext uri="{FF2B5EF4-FFF2-40B4-BE49-F238E27FC236}">
                    <a16:creationId xmlns:a16="http://schemas.microsoft.com/office/drawing/2014/main" id="{B8DEB77C-C4A9-489D-9CDF-D1A5C16C3F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0833954"/>
                  </p:ext>
                </p:extLst>
              </p:nvPr>
            </p:nvGraphicFramePr>
            <p:xfrm>
              <a:off x="4652" y="354"/>
              <a:ext cx="91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91" name="Equation" r:id="rId21" imgW="190440" imgH="380880" progId="Equation.DSMT4">
                      <p:embed/>
                    </p:oleObj>
                  </mc:Choice>
                  <mc:Fallback>
                    <p:oleObj name="Equation" r:id="rId21" imgW="190440" imgH="380880" progId="Equation.DSMT4">
                      <p:embed/>
                      <p:pic>
                        <p:nvPicPr>
                          <p:cNvPr id="132184" name="Object 1112">
                            <a:extLst>
                              <a:ext uri="{FF2B5EF4-FFF2-40B4-BE49-F238E27FC236}">
                                <a16:creationId xmlns:a16="http://schemas.microsoft.com/office/drawing/2014/main" id="{0FA21E1C-00D1-4AFE-B8C4-487710D75DF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2" y="354"/>
                            <a:ext cx="91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3" name="Object 1110">
              <a:extLst>
                <a:ext uri="{FF2B5EF4-FFF2-40B4-BE49-F238E27FC236}">
                  <a16:creationId xmlns:a16="http://schemas.microsoft.com/office/drawing/2014/main" id="{27C088E1-7E52-4851-A9B1-A41E3F5D96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4923329"/>
                </p:ext>
              </p:extLst>
            </p:nvPr>
          </p:nvGraphicFramePr>
          <p:xfrm>
            <a:off x="6505898" y="3645315"/>
            <a:ext cx="207962" cy="168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2" name="Equation" r:id="rId23" imgW="330120" imgH="266400" progId="Equation.DSMT4">
                    <p:embed/>
                  </p:oleObj>
                </mc:Choice>
                <mc:Fallback>
                  <p:oleObj name="Equation" r:id="rId23" imgW="330120" imgH="266400" progId="Equation.DSMT4">
                    <p:embed/>
                    <p:pic>
                      <p:nvPicPr>
                        <p:cNvPr id="132182" name="Object 1110">
                          <a:extLst>
                            <a:ext uri="{FF2B5EF4-FFF2-40B4-BE49-F238E27FC236}">
                              <a16:creationId xmlns:a16="http://schemas.microsoft.com/office/drawing/2014/main" id="{F5A4997F-E109-4D9C-9C14-A1C0669DD2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5898" y="3645315"/>
                          <a:ext cx="207962" cy="168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1108">
              <a:extLst>
                <a:ext uri="{FF2B5EF4-FFF2-40B4-BE49-F238E27FC236}">
                  <a16:creationId xmlns:a16="http://schemas.microsoft.com/office/drawing/2014/main" id="{BA463477-3025-4440-8A84-111D9F0640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75703"/>
                </p:ext>
              </p:extLst>
            </p:nvPr>
          </p:nvGraphicFramePr>
          <p:xfrm>
            <a:off x="7214716" y="4436107"/>
            <a:ext cx="285750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3" name="Equation" r:id="rId25" imgW="393480" imgH="380880" progId="Equation.DSMT4">
                    <p:embed/>
                  </p:oleObj>
                </mc:Choice>
                <mc:Fallback>
                  <p:oleObj name="Equation" r:id="rId25" imgW="393480" imgH="380880" progId="Equation.DSMT4">
                    <p:embed/>
                    <p:pic>
                      <p:nvPicPr>
                        <p:cNvPr id="132180" name="Object 1108">
                          <a:extLst>
                            <a:ext uri="{FF2B5EF4-FFF2-40B4-BE49-F238E27FC236}">
                              <a16:creationId xmlns:a16="http://schemas.microsoft.com/office/drawing/2014/main" id="{7D0E22C9-E923-49C0-9E98-70273FBC49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4716" y="4436107"/>
                          <a:ext cx="285750" cy="276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1107">
            <a:extLst>
              <a:ext uri="{FF2B5EF4-FFF2-40B4-BE49-F238E27FC236}">
                <a16:creationId xmlns:a16="http://schemas.microsoft.com/office/drawing/2014/main" id="{BB1B0F84-C6CA-4B55-B623-3A175BEA1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5217"/>
              </p:ext>
            </p:extLst>
          </p:nvPr>
        </p:nvGraphicFramePr>
        <p:xfrm>
          <a:off x="7708900" y="3930650"/>
          <a:ext cx="120650" cy="12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94" name="Equation" r:id="rId27" imgW="190440" imgH="203040" progId="Equation.DSMT4">
                  <p:embed/>
                </p:oleObj>
              </mc:Choice>
              <mc:Fallback>
                <p:oleObj name="Equation" r:id="rId27" imgW="190440" imgH="203040" progId="Equation.DSMT4">
                  <p:embed/>
                  <p:pic>
                    <p:nvPicPr>
                      <p:cNvPr id="30" name="Object 1107">
                        <a:extLst>
                          <a:ext uri="{FF2B5EF4-FFF2-40B4-BE49-F238E27FC236}">
                            <a16:creationId xmlns:a16="http://schemas.microsoft.com/office/drawing/2014/main" id="{69DD076C-BC6C-4BC1-A972-C92D646557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3930650"/>
                        <a:ext cx="120650" cy="12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692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58">
            <a:extLst>
              <a:ext uri="{FF2B5EF4-FFF2-40B4-BE49-F238E27FC236}">
                <a16:creationId xmlns:a16="http://schemas.microsoft.com/office/drawing/2014/main" id="{3FC0DE81-9589-4F63-BFCB-2F24C5D1F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520589"/>
              </p:ext>
            </p:extLst>
          </p:nvPr>
        </p:nvGraphicFramePr>
        <p:xfrm>
          <a:off x="3122504" y="1026375"/>
          <a:ext cx="1701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6" name="Equation" r:id="rId3" imgW="1701720" imgH="863280" progId="Equation.DSMT4">
                  <p:embed/>
                </p:oleObj>
              </mc:Choice>
              <mc:Fallback>
                <p:oleObj name="Equation" r:id="rId3" imgW="1701720" imgH="863280" progId="Equation.DSMT4">
                  <p:embed/>
                  <p:pic>
                    <p:nvPicPr>
                      <p:cNvPr id="132130" name="Object 1058">
                        <a:extLst>
                          <a:ext uri="{FF2B5EF4-FFF2-40B4-BE49-F238E27FC236}">
                            <a16:creationId xmlns:a16="http://schemas.microsoft.com/office/drawing/2014/main" id="{9C6DB1C9-8F13-4688-98D8-138E0F4CF5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504" y="1026375"/>
                        <a:ext cx="1701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59">
            <a:extLst>
              <a:ext uri="{FF2B5EF4-FFF2-40B4-BE49-F238E27FC236}">
                <a16:creationId xmlns:a16="http://schemas.microsoft.com/office/drawing/2014/main" id="{589CD4EE-F481-4AF6-A611-68C520CF9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5" y="1176676"/>
            <a:ext cx="2504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又如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绝对值函数</a:t>
            </a:r>
          </a:p>
        </p:txBody>
      </p:sp>
      <p:graphicFrame>
        <p:nvGraphicFramePr>
          <p:cNvPr id="4" name="Object 1063">
            <a:extLst>
              <a:ext uri="{FF2B5EF4-FFF2-40B4-BE49-F238E27FC236}">
                <a16:creationId xmlns:a16="http://schemas.microsoft.com/office/drawing/2014/main" id="{5BAF2CFD-D17D-4683-9E3C-1DAAA3D4D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160100"/>
              </p:ext>
            </p:extLst>
          </p:nvPr>
        </p:nvGraphicFramePr>
        <p:xfrm>
          <a:off x="4816105" y="1006612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" name="Equation" r:id="rId5" imgW="1257120" imgH="736560" progId="Equation.DSMT4">
                  <p:embed/>
                </p:oleObj>
              </mc:Choice>
              <mc:Fallback>
                <p:oleObj name="Equation" r:id="rId5" imgW="1257120" imgH="736560" progId="Equation.DSMT4">
                  <p:embed/>
                  <p:pic>
                    <p:nvPicPr>
                      <p:cNvPr id="132135" name="Object 1063">
                        <a:extLst>
                          <a:ext uri="{FF2B5EF4-FFF2-40B4-BE49-F238E27FC236}">
                            <a16:creationId xmlns:a16="http://schemas.microsoft.com/office/drawing/2014/main" id="{DDF79732-588C-4CA8-97BF-22CE9EA94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105" y="1006612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64">
            <a:extLst>
              <a:ext uri="{FF2B5EF4-FFF2-40B4-BE49-F238E27FC236}">
                <a16:creationId xmlns:a16="http://schemas.microsoft.com/office/drawing/2014/main" id="{059B89E5-78CE-4CF9-9EB0-F8068B337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350132"/>
              </p:ext>
            </p:extLst>
          </p:nvPr>
        </p:nvGraphicFramePr>
        <p:xfrm>
          <a:off x="4735907" y="1500467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" name="Equation" r:id="rId7" imgW="1371600" imgH="342720" progId="Equation.DSMT4">
                  <p:embed/>
                </p:oleObj>
              </mc:Choice>
              <mc:Fallback>
                <p:oleObj name="Equation" r:id="rId7" imgW="1371600" imgH="342720" progId="Equation.DSMT4">
                  <p:embed/>
                  <p:pic>
                    <p:nvPicPr>
                      <p:cNvPr id="132136" name="Object 1064">
                        <a:extLst>
                          <a:ext uri="{FF2B5EF4-FFF2-40B4-BE49-F238E27FC236}">
                            <a16:creationId xmlns:a16="http://schemas.microsoft.com/office/drawing/2014/main" id="{B7BA5157-4C4E-4038-B9EB-4F70509F22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907" y="1500467"/>
                        <a:ext cx="1371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65">
            <a:extLst>
              <a:ext uri="{FF2B5EF4-FFF2-40B4-BE49-F238E27FC236}">
                <a16:creationId xmlns:a16="http://schemas.microsoft.com/office/drawing/2014/main" id="{3917FEE3-E1F8-42AB-A8CF-8FF7B428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825" y="1989594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定义域</a:t>
            </a:r>
          </a:p>
        </p:txBody>
      </p:sp>
      <p:graphicFrame>
        <p:nvGraphicFramePr>
          <p:cNvPr id="7" name="Object 1066">
            <a:extLst>
              <a:ext uri="{FF2B5EF4-FFF2-40B4-BE49-F238E27FC236}">
                <a16:creationId xmlns:a16="http://schemas.microsoft.com/office/drawing/2014/main" id="{A0298700-E708-4870-978F-61BB86229F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627768"/>
              </p:ext>
            </p:extLst>
          </p:nvPr>
        </p:nvGraphicFramePr>
        <p:xfrm>
          <a:off x="2982511" y="2080726"/>
          <a:ext cx="863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9" name="Equation" r:id="rId9" imgW="863280" imgH="279360" progId="Equation.DSMT4">
                  <p:embed/>
                </p:oleObj>
              </mc:Choice>
              <mc:Fallback>
                <p:oleObj name="Equation" r:id="rId9" imgW="863280" imgH="279360" progId="Equation.DSMT4">
                  <p:embed/>
                  <p:pic>
                    <p:nvPicPr>
                      <p:cNvPr id="132138" name="Object 1066">
                        <a:extLst>
                          <a:ext uri="{FF2B5EF4-FFF2-40B4-BE49-F238E27FC236}">
                            <a16:creationId xmlns:a16="http://schemas.microsoft.com/office/drawing/2014/main" id="{DA46586A-03F1-4E80-92EC-B2A6DBA51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511" y="2080726"/>
                        <a:ext cx="863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68">
            <a:extLst>
              <a:ext uri="{FF2B5EF4-FFF2-40B4-BE49-F238E27FC236}">
                <a16:creationId xmlns:a16="http://schemas.microsoft.com/office/drawing/2014/main" id="{D8253BCA-E75F-4430-9681-A108C57AC4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9435"/>
              </p:ext>
            </p:extLst>
          </p:nvPr>
        </p:nvGraphicFramePr>
        <p:xfrm>
          <a:off x="2911916" y="2841752"/>
          <a:ext cx="20431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0" name="Equation" r:id="rId11" imgW="2044440" imgH="342720" progId="Equation.DSMT4">
                  <p:embed/>
                </p:oleObj>
              </mc:Choice>
              <mc:Fallback>
                <p:oleObj name="Equation" r:id="rId11" imgW="2044440" imgH="342720" progId="Equation.DSMT4">
                  <p:embed/>
                  <p:pic>
                    <p:nvPicPr>
                      <p:cNvPr id="132140" name="Object 1068">
                        <a:extLst>
                          <a:ext uri="{FF2B5EF4-FFF2-40B4-BE49-F238E27FC236}">
                            <a16:creationId xmlns:a16="http://schemas.microsoft.com/office/drawing/2014/main" id="{49EB31B8-B11F-421A-B4C0-B29E22411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916" y="2841752"/>
                        <a:ext cx="20431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67">
            <a:extLst>
              <a:ext uri="{FF2B5EF4-FFF2-40B4-BE49-F238E27FC236}">
                <a16:creationId xmlns:a16="http://schemas.microsoft.com/office/drawing/2014/main" id="{B4802CE1-0587-4C8E-B61A-06A81853A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898" y="2811864"/>
            <a:ext cx="1075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值    域</a:t>
            </a:r>
          </a:p>
        </p:txBody>
      </p:sp>
      <p:grpSp>
        <p:nvGrpSpPr>
          <p:cNvPr id="11" name="Group 1071">
            <a:extLst>
              <a:ext uri="{FF2B5EF4-FFF2-40B4-BE49-F238E27FC236}">
                <a16:creationId xmlns:a16="http://schemas.microsoft.com/office/drawing/2014/main" id="{094792C8-CD5B-4DEE-B9E7-97D397B79688}"/>
              </a:ext>
            </a:extLst>
          </p:cNvPr>
          <p:cNvGrpSpPr>
            <a:grpSpLocks/>
          </p:cNvGrpSpPr>
          <p:nvPr/>
        </p:nvGrpSpPr>
        <p:grpSpPr bwMode="auto">
          <a:xfrm>
            <a:off x="6444208" y="1862708"/>
            <a:ext cx="1502412" cy="1418084"/>
            <a:chOff x="4560" y="2984"/>
            <a:chExt cx="1052" cy="991"/>
          </a:xfrm>
        </p:grpSpPr>
        <p:graphicFrame>
          <p:nvGraphicFramePr>
            <p:cNvPr id="12" name="Object 1052">
              <a:extLst>
                <a:ext uri="{FF2B5EF4-FFF2-40B4-BE49-F238E27FC236}">
                  <a16:creationId xmlns:a16="http://schemas.microsoft.com/office/drawing/2014/main" id="{A79FA31B-FF3F-4EB1-A0F3-D1E3B5B64D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5006711"/>
                </p:ext>
              </p:extLst>
            </p:nvPr>
          </p:nvGraphicFramePr>
          <p:xfrm>
            <a:off x="5488" y="3844"/>
            <a:ext cx="120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21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132124" name="Object 1052">
                          <a:extLst>
                            <a:ext uri="{FF2B5EF4-FFF2-40B4-BE49-F238E27FC236}">
                              <a16:creationId xmlns:a16="http://schemas.microsoft.com/office/drawing/2014/main" id="{9EFB7135-B9CC-484F-B7A2-A358998B96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8" y="3844"/>
                          <a:ext cx="120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1053">
              <a:extLst>
                <a:ext uri="{FF2B5EF4-FFF2-40B4-BE49-F238E27FC236}">
                  <a16:creationId xmlns:a16="http://schemas.microsoft.com/office/drawing/2014/main" id="{2495B212-8701-4C6D-B7FF-22FFBCB91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3788"/>
              <a:ext cx="10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54">
              <a:extLst>
                <a:ext uri="{FF2B5EF4-FFF2-40B4-BE49-F238E27FC236}">
                  <a16:creationId xmlns:a16="http://schemas.microsoft.com/office/drawing/2014/main" id="{694E1854-12A1-4993-AD6A-F1502C9B1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984"/>
              <a:ext cx="0" cy="9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" name="Object 1055">
              <a:extLst>
                <a:ext uri="{FF2B5EF4-FFF2-40B4-BE49-F238E27FC236}">
                  <a16:creationId xmlns:a16="http://schemas.microsoft.com/office/drawing/2014/main" id="{6208A95A-C895-4998-81E3-AA7F78B185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4267429"/>
                </p:ext>
              </p:extLst>
            </p:nvPr>
          </p:nvGraphicFramePr>
          <p:xfrm>
            <a:off x="4848" y="3005"/>
            <a:ext cx="137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22" name="Equation" r:id="rId15" imgW="215640" imgH="266400" progId="Equation.DSMT4">
                    <p:embed/>
                  </p:oleObj>
                </mc:Choice>
                <mc:Fallback>
                  <p:oleObj name="Equation" r:id="rId15" imgW="215640" imgH="266400" progId="Equation.DSMT4">
                    <p:embed/>
                    <p:pic>
                      <p:nvPicPr>
                        <p:cNvPr id="132127" name="Object 1055">
                          <a:extLst>
                            <a:ext uri="{FF2B5EF4-FFF2-40B4-BE49-F238E27FC236}">
                              <a16:creationId xmlns:a16="http://schemas.microsoft.com/office/drawing/2014/main" id="{076D3C85-7748-42C8-A55F-2240541638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05"/>
                          <a:ext cx="137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56">
              <a:extLst>
                <a:ext uri="{FF2B5EF4-FFF2-40B4-BE49-F238E27FC236}">
                  <a16:creationId xmlns:a16="http://schemas.microsoft.com/office/drawing/2014/main" id="{E076F33B-789A-411B-915E-5840034098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2099810"/>
                </p:ext>
              </p:extLst>
            </p:nvPr>
          </p:nvGraphicFramePr>
          <p:xfrm>
            <a:off x="4859" y="3799"/>
            <a:ext cx="161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23" name="Equation" r:id="rId17" imgW="253800" imgH="279360" progId="Equation.DSMT4">
                    <p:embed/>
                  </p:oleObj>
                </mc:Choice>
                <mc:Fallback>
                  <p:oleObj name="Equation" r:id="rId17" imgW="253800" imgH="279360" progId="Equation.DSMT4">
                    <p:embed/>
                    <p:pic>
                      <p:nvPicPr>
                        <p:cNvPr id="132128" name="Object 1056">
                          <a:extLst>
                            <a:ext uri="{FF2B5EF4-FFF2-40B4-BE49-F238E27FC236}">
                              <a16:creationId xmlns:a16="http://schemas.microsoft.com/office/drawing/2014/main" id="{E94C3388-0559-4BB3-9024-F57FC969FB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3799"/>
                          <a:ext cx="161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057">
            <a:extLst>
              <a:ext uri="{FF2B5EF4-FFF2-40B4-BE49-F238E27FC236}">
                <a16:creationId xmlns:a16="http://schemas.microsoft.com/office/drawing/2014/main" id="{7319F3CA-EDD1-4D2D-A5C0-1B51B4B18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140528"/>
              </p:ext>
            </p:extLst>
          </p:nvPr>
        </p:nvGraphicFramePr>
        <p:xfrm>
          <a:off x="7449312" y="2002683"/>
          <a:ext cx="7318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4" name="Equation" r:id="rId19" imgW="812520" imgH="342720" progId="Equation.DSMT4">
                  <p:embed/>
                </p:oleObj>
              </mc:Choice>
              <mc:Fallback>
                <p:oleObj name="Equation" r:id="rId19" imgW="812520" imgH="342720" progId="Equation.DSMT4">
                  <p:embed/>
                  <p:pic>
                    <p:nvPicPr>
                      <p:cNvPr id="132129" name="Object 1057">
                        <a:extLst>
                          <a:ext uri="{FF2B5EF4-FFF2-40B4-BE49-F238E27FC236}">
                            <a16:creationId xmlns:a16="http://schemas.microsoft.com/office/drawing/2014/main" id="{3F45EAEE-5D7A-477B-88E2-73A41107E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9312" y="2002683"/>
                        <a:ext cx="731838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060">
            <a:extLst>
              <a:ext uri="{FF2B5EF4-FFF2-40B4-BE49-F238E27FC236}">
                <a16:creationId xmlns:a16="http://schemas.microsoft.com/office/drawing/2014/main" id="{579A9619-0ECE-4B14-905A-BA37E92F2DE3}"/>
              </a:ext>
            </a:extLst>
          </p:cNvPr>
          <p:cNvGrpSpPr>
            <a:grpSpLocks/>
          </p:cNvGrpSpPr>
          <p:nvPr/>
        </p:nvGrpSpPr>
        <p:grpSpPr bwMode="auto">
          <a:xfrm>
            <a:off x="6444208" y="2315265"/>
            <a:ext cx="1371600" cy="688975"/>
            <a:chOff x="4513" y="3407"/>
            <a:chExt cx="959" cy="481"/>
          </a:xfrm>
        </p:grpSpPr>
        <p:sp>
          <p:nvSpPr>
            <p:cNvPr id="19" name="Line 1061">
              <a:extLst>
                <a:ext uri="{FF2B5EF4-FFF2-40B4-BE49-F238E27FC236}">
                  <a16:creationId xmlns:a16="http://schemas.microsoft.com/office/drawing/2014/main" id="{99CF0EDB-92EA-40F4-8BA1-AE276D61AE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3407"/>
              <a:ext cx="480" cy="4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062">
              <a:extLst>
                <a:ext uri="{FF2B5EF4-FFF2-40B4-BE49-F238E27FC236}">
                  <a16:creationId xmlns:a16="http://schemas.microsoft.com/office/drawing/2014/main" id="{87601575-DA0C-4E85-B2F5-400E895A3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3" y="3407"/>
              <a:ext cx="481" cy="48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65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6" grpId="0" build="p" autoUpdateAnimBg="0"/>
      <p:bldP spid="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B86BDAB-4704-401A-BA78-B295D0374768}"/>
              </a:ext>
            </a:extLst>
          </p:cNvPr>
          <p:cNvSpPr txBox="1">
            <a:spLocks noChangeArrowheads="1"/>
          </p:cNvSpPr>
          <p:nvPr/>
        </p:nvSpPr>
        <p:spPr>
          <a:xfrm>
            <a:off x="663215" y="343219"/>
            <a:ext cx="2630487" cy="5969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1 </a:t>
            </a:r>
            <a:r>
              <a:rPr lang="zh-CN" altLang="en-US" sz="2400" b="1" dirty="0">
                <a:latin typeface="+mj-ea"/>
              </a:rPr>
              <a:t>已知函数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62CE93C-BBEC-4668-8D3E-79C5A71E3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46033"/>
              </p:ext>
            </p:extLst>
          </p:nvPr>
        </p:nvGraphicFramePr>
        <p:xfrm>
          <a:off x="2774157" y="100671"/>
          <a:ext cx="370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8" name="Equation" r:id="rId3" imgW="3708360" imgH="939600" progId="Equation.DSMT4">
                  <p:embed/>
                </p:oleObj>
              </mc:Choice>
              <mc:Fallback>
                <p:oleObj name="Equation" r:id="rId3" imgW="3708360" imgH="939600" progId="Equation.DSMT4">
                  <p:embed/>
                  <p:pic>
                    <p:nvPicPr>
                      <p:cNvPr id="107523" name="Object 3">
                        <a:extLst>
                          <a:ext uri="{FF2B5EF4-FFF2-40B4-BE49-F238E27FC236}">
                            <a16:creationId xmlns:a16="http://schemas.microsoft.com/office/drawing/2014/main" id="{CBBE8469-C417-49EC-A9D6-9CECB09A7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157" y="100671"/>
                        <a:ext cx="3708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49A1878-9F92-46D6-B77C-350C7F6D41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817510"/>
              </p:ext>
            </p:extLst>
          </p:nvPr>
        </p:nvGraphicFramePr>
        <p:xfrm>
          <a:off x="2134825" y="847450"/>
          <a:ext cx="723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69" name="Equation" r:id="rId5" imgW="723600" imgH="723600" progId="Equation.DSMT4">
                  <p:embed/>
                </p:oleObj>
              </mc:Choice>
              <mc:Fallback>
                <p:oleObj name="Equation" r:id="rId5" imgW="723600" imgH="723600" progId="Equation.DSMT4">
                  <p:embed/>
                  <p:pic>
                    <p:nvPicPr>
                      <p:cNvPr id="107525" name="Object 5">
                        <a:extLst>
                          <a:ext uri="{FF2B5EF4-FFF2-40B4-BE49-F238E27FC236}">
                            <a16:creationId xmlns:a16="http://schemas.microsoft.com/office/drawing/2014/main" id="{ACD514C1-EB35-49B0-9F19-9996C83B15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825" y="847450"/>
                        <a:ext cx="723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C578707D-F8F7-45C6-9DD9-BF7D2BDB7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15" y="982387"/>
            <a:ext cx="68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及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7C712BBA-0C19-43C0-BA04-739F3BFEDB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472412"/>
              </p:ext>
            </p:extLst>
          </p:nvPr>
        </p:nvGraphicFramePr>
        <p:xfrm>
          <a:off x="3200522" y="844204"/>
          <a:ext cx="74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0" name="Equation" r:id="rId7" imgW="749160" imgH="736560" progId="Equation.DSMT4">
                  <p:embed/>
                </p:oleObj>
              </mc:Choice>
              <mc:Fallback>
                <p:oleObj name="Equation" r:id="rId7" imgW="749160" imgH="736560" progId="Equation.DSMT4">
                  <p:embed/>
                  <p:pic>
                    <p:nvPicPr>
                      <p:cNvPr id="107527" name="Object 7">
                        <a:extLst>
                          <a:ext uri="{FF2B5EF4-FFF2-40B4-BE49-F238E27FC236}">
                            <a16:creationId xmlns:a16="http://schemas.microsoft.com/office/drawing/2014/main" id="{64EADD25-B5D7-4A5C-BD7D-49AE274737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522" y="844204"/>
                        <a:ext cx="749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8">
            <a:extLst>
              <a:ext uri="{FF2B5EF4-FFF2-40B4-BE49-F238E27FC236}">
                <a16:creationId xmlns:a16="http://schemas.microsoft.com/office/drawing/2014/main" id="{A6DC74E2-5C27-44E7-8A59-1367102C5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752" y="264762"/>
            <a:ext cx="24430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写出    定义域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CB4D77A-65BF-46A9-9314-353C0EA6C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418998"/>
              </p:ext>
            </p:extLst>
          </p:nvPr>
        </p:nvGraphicFramePr>
        <p:xfrm>
          <a:off x="7275152" y="34321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1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75152" y="34321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AB1DAB3-B8B3-4D5F-9FB5-17408CBB0F55}"/>
              </a:ext>
            </a:extLst>
          </p:cNvPr>
          <p:cNvSpPr/>
          <p:nvPr/>
        </p:nvSpPr>
        <p:spPr>
          <a:xfrm>
            <a:off x="119914" y="951834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及值域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并求</a:t>
            </a:r>
            <a:endParaRPr lang="zh-CN" altLang="en-US" sz="2400" dirty="0">
              <a:latin typeface="+mj-ea"/>
              <a:ea typeface="+mj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DFBD346-420D-4807-9241-EB3B64A9F012}"/>
              </a:ext>
            </a:extLst>
          </p:cNvPr>
          <p:cNvGrpSpPr/>
          <p:nvPr/>
        </p:nvGrpSpPr>
        <p:grpSpPr>
          <a:xfrm>
            <a:off x="5868144" y="2211710"/>
            <a:ext cx="2876550" cy="1874838"/>
            <a:chOff x="5734050" y="2379663"/>
            <a:chExt cx="2876550" cy="1874838"/>
          </a:xfrm>
        </p:grpSpPr>
        <p:grpSp>
          <p:nvGrpSpPr>
            <p:cNvPr id="11" name="Group 47">
              <a:extLst>
                <a:ext uri="{FF2B5EF4-FFF2-40B4-BE49-F238E27FC236}">
                  <a16:creationId xmlns:a16="http://schemas.microsoft.com/office/drawing/2014/main" id="{8D38CD47-FC8C-4CFD-94EB-FC2D720923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4050" y="2379663"/>
              <a:ext cx="2876550" cy="1874838"/>
              <a:chOff x="3756" y="1259"/>
              <a:chExt cx="1812" cy="1181"/>
            </a:xfrm>
          </p:grpSpPr>
          <p:sp>
            <p:nvSpPr>
              <p:cNvPr id="12" name="Line 37">
                <a:extLst>
                  <a:ext uri="{FF2B5EF4-FFF2-40B4-BE49-F238E27FC236}">
                    <a16:creationId xmlns:a16="http://schemas.microsoft.com/office/drawing/2014/main" id="{68CEB8EE-BD5A-4979-8C5B-BA2770B63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4" y="2251"/>
                <a:ext cx="161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38">
                <a:extLst>
                  <a:ext uri="{FF2B5EF4-FFF2-40B4-BE49-F238E27FC236}">
                    <a16:creationId xmlns:a16="http://schemas.microsoft.com/office/drawing/2014/main" id="{EA71313D-2418-4BAE-828E-13DC206D6D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4" y="1259"/>
                <a:ext cx="0" cy="99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" name="Object 39">
                <a:extLst>
                  <a:ext uri="{FF2B5EF4-FFF2-40B4-BE49-F238E27FC236}">
                    <a16:creationId xmlns:a16="http://schemas.microsoft.com/office/drawing/2014/main" id="{486BFA36-D93B-4A50-9137-E32B765582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7226692"/>
                  </p:ext>
                </p:extLst>
              </p:nvPr>
            </p:nvGraphicFramePr>
            <p:xfrm>
              <a:off x="5432" y="2312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72" name="Equation" r:id="rId11" imgW="190440" imgH="203040" progId="Equation.DSMT4">
                      <p:embed/>
                    </p:oleObj>
                  </mc:Choice>
                  <mc:Fallback>
                    <p:oleObj name="Equation" r:id="rId11" imgW="190440" imgH="203040" progId="Equation.DSMT4">
                      <p:embed/>
                      <p:pic>
                        <p:nvPicPr>
                          <p:cNvPr id="107559" name="Object 39">
                            <a:extLst>
                              <a:ext uri="{FF2B5EF4-FFF2-40B4-BE49-F238E27FC236}">
                                <a16:creationId xmlns:a16="http://schemas.microsoft.com/office/drawing/2014/main" id="{77F78575-0852-4A0D-953A-5AA3A6FC160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2" y="2312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40">
                <a:extLst>
                  <a:ext uri="{FF2B5EF4-FFF2-40B4-BE49-F238E27FC236}">
                    <a16:creationId xmlns:a16="http://schemas.microsoft.com/office/drawing/2014/main" id="{D9C7FF65-E2DB-4309-9CF5-910E361E24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7009987"/>
                  </p:ext>
                </p:extLst>
              </p:nvPr>
            </p:nvGraphicFramePr>
            <p:xfrm>
              <a:off x="3792" y="1260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73" name="Equation" r:id="rId13" imgW="215640" imgH="266400" progId="Equation.DSMT4">
                      <p:embed/>
                    </p:oleObj>
                  </mc:Choice>
                  <mc:Fallback>
                    <p:oleObj name="Equation" r:id="rId13" imgW="215640" imgH="266400" progId="Equation.DSMT4">
                      <p:embed/>
                      <p:pic>
                        <p:nvPicPr>
                          <p:cNvPr id="107560" name="Object 40">
                            <a:extLst>
                              <a:ext uri="{FF2B5EF4-FFF2-40B4-BE49-F238E27FC236}">
                                <a16:creationId xmlns:a16="http://schemas.microsoft.com/office/drawing/2014/main" id="{2B025FE9-0308-41A8-92ED-8086345D619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260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41">
                <a:extLst>
                  <a:ext uri="{FF2B5EF4-FFF2-40B4-BE49-F238E27FC236}">
                    <a16:creationId xmlns:a16="http://schemas.microsoft.com/office/drawing/2014/main" id="{392AEE46-6ED7-4993-AC9C-D6C7C08F3E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5097950"/>
                  </p:ext>
                </p:extLst>
              </p:nvPr>
            </p:nvGraphicFramePr>
            <p:xfrm>
              <a:off x="3756" y="2212"/>
              <a:ext cx="16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74" name="Equation" r:id="rId15" imgW="253800" imgH="279360" progId="Equation.DSMT4">
                      <p:embed/>
                    </p:oleObj>
                  </mc:Choice>
                  <mc:Fallback>
                    <p:oleObj name="Equation" r:id="rId15" imgW="253800" imgH="279360" progId="Equation.DSMT4">
                      <p:embed/>
                      <p:pic>
                        <p:nvPicPr>
                          <p:cNvPr id="107561" name="Object 41">
                            <a:extLst>
                              <a:ext uri="{FF2B5EF4-FFF2-40B4-BE49-F238E27FC236}">
                                <a16:creationId xmlns:a16="http://schemas.microsoft.com/office/drawing/2014/main" id="{3690B350-21A1-4C50-B6B6-B27D5854A8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6" y="2212"/>
                            <a:ext cx="16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55">
              <a:extLst>
                <a:ext uri="{FF2B5EF4-FFF2-40B4-BE49-F238E27FC236}">
                  <a16:creationId xmlns:a16="http://schemas.microsoft.com/office/drawing/2014/main" id="{BE2AE405-F1CA-48C2-A2A6-1D91EEFD16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1356" y="2849622"/>
              <a:ext cx="1200150" cy="1117600"/>
              <a:chOff x="3954" y="1597"/>
              <a:chExt cx="756" cy="704"/>
            </a:xfrm>
          </p:grpSpPr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938C586A-9BA0-4E9D-9CD8-600AFA4D8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1678"/>
                <a:ext cx="756" cy="623"/>
              </a:xfrm>
              <a:custGeom>
                <a:avLst/>
                <a:gdLst>
                  <a:gd name="T0" fmla="*/ 0 w 1887"/>
                  <a:gd name="T1" fmla="*/ 1561 h 1561"/>
                  <a:gd name="T2" fmla="*/ 0 w 1887"/>
                  <a:gd name="T3" fmla="*/ 1503 h 1561"/>
                  <a:gd name="T4" fmla="*/ 0 w 1887"/>
                  <a:gd name="T5" fmla="*/ 1488 h 1561"/>
                  <a:gd name="T6" fmla="*/ 15 w 1887"/>
                  <a:gd name="T7" fmla="*/ 1459 h 1561"/>
                  <a:gd name="T8" fmla="*/ 15 w 1887"/>
                  <a:gd name="T9" fmla="*/ 1415 h 1561"/>
                  <a:gd name="T10" fmla="*/ 29 w 1887"/>
                  <a:gd name="T11" fmla="*/ 1372 h 1561"/>
                  <a:gd name="T12" fmla="*/ 44 w 1887"/>
                  <a:gd name="T13" fmla="*/ 1342 h 1561"/>
                  <a:gd name="T14" fmla="*/ 73 w 1887"/>
                  <a:gd name="T15" fmla="*/ 1255 h 1561"/>
                  <a:gd name="T16" fmla="*/ 117 w 1887"/>
                  <a:gd name="T17" fmla="*/ 1182 h 1561"/>
                  <a:gd name="T18" fmla="*/ 161 w 1887"/>
                  <a:gd name="T19" fmla="*/ 1109 h 1561"/>
                  <a:gd name="T20" fmla="*/ 249 w 1887"/>
                  <a:gd name="T21" fmla="*/ 1007 h 1561"/>
                  <a:gd name="T22" fmla="*/ 322 w 1887"/>
                  <a:gd name="T23" fmla="*/ 919 h 1561"/>
                  <a:gd name="T24" fmla="*/ 395 w 1887"/>
                  <a:gd name="T25" fmla="*/ 846 h 1561"/>
                  <a:gd name="T26" fmla="*/ 468 w 1887"/>
                  <a:gd name="T27" fmla="*/ 788 h 1561"/>
                  <a:gd name="T28" fmla="*/ 556 w 1887"/>
                  <a:gd name="T29" fmla="*/ 715 h 1561"/>
                  <a:gd name="T30" fmla="*/ 629 w 1887"/>
                  <a:gd name="T31" fmla="*/ 657 h 1561"/>
                  <a:gd name="T32" fmla="*/ 717 w 1887"/>
                  <a:gd name="T33" fmla="*/ 613 h 1561"/>
                  <a:gd name="T34" fmla="*/ 790 w 1887"/>
                  <a:gd name="T35" fmla="*/ 554 h 1561"/>
                  <a:gd name="T36" fmla="*/ 863 w 1887"/>
                  <a:gd name="T37" fmla="*/ 511 h 1561"/>
                  <a:gd name="T38" fmla="*/ 951 w 1887"/>
                  <a:gd name="T39" fmla="*/ 467 h 1561"/>
                  <a:gd name="T40" fmla="*/ 1024 w 1887"/>
                  <a:gd name="T41" fmla="*/ 408 h 1561"/>
                  <a:gd name="T42" fmla="*/ 1112 w 1887"/>
                  <a:gd name="T43" fmla="*/ 365 h 1561"/>
                  <a:gd name="T44" fmla="*/ 1185 w 1887"/>
                  <a:gd name="T45" fmla="*/ 335 h 1561"/>
                  <a:gd name="T46" fmla="*/ 1273 w 1887"/>
                  <a:gd name="T47" fmla="*/ 292 h 1561"/>
                  <a:gd name="T48" fmla="*/ 1346 w 1887"/>
                  <a:gd name="T49" fmla="*/ 248 h 1561"/>
                  <a:gd name="T50" fmla="*/ 1419 w 1887"/>
                  <a:gd name="T51" fmla="*/ 219 h 1561"/>
                  <a:gd name="T52" fmla="*/ 1507 w 1887"/>
                  <a:gd name="T53" fmla="*/ 175 h 1561"/>
                  <a:gd name="T54" fmla="*/ 1580 w 1887"/>
                  <a:gd name="T55" fmla="*/ 146 h 1561"/>
                  <a:gd name="T56" fmla="*/ 1667 w 1887"/>
                  <a:gd name="T57" fmla="*/ 102 h 1561"/>
                  <a:gd name="T58" fmla="*/ 1741 w 1887"/>
                  <a:gd name="T59" fmla="*/ 73 h 1561"/>
                  <a:gd name="T60" fmla="*/ 1814 w 1887"/>
                  <a:gd name="T61" fmla="*/ 44 h 1561"/>
                  <a:gd name="T62" fmla="*/ 1887 w 1887"/>
                  <a:gd name="T63" fmla="*/ 0 h 1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87" h="1561">
                    <a:moveTo>
                      <a:pt x="0" y="1561"/>
                    </a:moveTo>
                    <a:lnTo>
                      <a:pt x="0" y="1503"/>
                    </a:lnTo>
                    <a:lnTo>
                      <a:pt x="0" y="1488"/>
                    </a:lnTo>
                    <a:lnTo>
                      <a:pt x="15" y="1459"/>
                    </a:lnTo>
                    <a:lnTo>
                      <a:pt x="15" y="1415"/>
                    </a:lnTo>
                    <a:lnTo>
                      <a:pt x="29" y="1372"/>
                    </a:lnTo>
                    <a:lnTo>
                      <a:pt x="44" y="1342"/>
                    </a:lnTo>
                    <a:lnTo>
                      <a:pt x="73" y="1255"/>
                    </a:lnTo>
                    <a:lnTo>
                      <a:pt x="117" y="1182"/>
                    </a:lnTo>
                    <a:lnTo>
                      <a:pt x="161" y="1109"/>
                    </a:lnTo>
                    <a:lnTo>
                      <a:pt x="249" y="1007"/>
                    </a:lnTo>
                    <a:lnTo>
                      <a:pt x="322" y="919"/>
                    </a:lnTo>
                    <a:lnTo>
                      <a:pt x="395" y="846"/>
                    </a:lnTo>
                    <a:lnTo>
                      <a:pt x="468" y="788"/>
                    </a:lnTo>
                    <a:lnTo>
                      <a:pt x="556" y="715"/>
                    </a:lnTo>
                    <a:lnTo>
                      <a:pt x="629" y="657"/>
                    </a:lnTo>
                    <a:lnTo>
                      <a:pt x="717" y="613"/>
                    </a:lnTo>
                    <a:lnTo>
                      <a:pt x="790" y="554"/>
                    </a:lnTo>
                    <a:lnTo>
                      <a:pt x="863" y="511"/>
                    </a:lnTo>
                    <a:lnTo>
                      <a:pt x="951" y="467"/>
                    </a:lnTo>
                    <a:lnTo>
                      <a:pt x="1024" y="408"/>
                    </a:lnTo>
                    <a:lnTo>
                      <a:pt x="1112" y="365"/>
                    </a:lnTo>
                    <a:lnTo>
                      <a:pt x="1185" y="335"/>
                    </a:lnTo>
                    <a:lnTo>
                      <a:pt x="1273" y="292"/>
                    </a:lnTo>
                    <a:lnTo>
                      <a:pt x="1346" y="248"/>
                    </a:lnTo>
                    <a:lnTo>
                      <a:pt x="1419" y="219"/>
                    </a:lnTo>
                    <a:lnTo>
                      <a:pt x="1507" y="175"/>
                    </a:lnTo>
                    <a:lnTo>
                      <a:pt x="1580" y="146"/>
                    </a:lnTo>
                    <a:lnTo>
                      <a:pt x="1667" y="102"/>
                    </a:lnTo>
                    <a:lnTo>
                      <a:pt x="1741" y="73"/>
                    </a:lnTo>
                    <a:lnTo>
                      <a:pt x="1814" y="44"/>
                    </a:lnTo>
                    <a:lnTo>
                      <a:pt x="1887" y="0"/>
                    </a:ln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9" name="Object 42">
                <a:extLst>
                  <a:ext uri="{FF2B5EF4-FFF2-40B4-BE49-F238E27FC236}">
                    <a16:creationId xmlns:a16="http://schemas.microsoft.com/office/drawing/2014/main" id="{CD54AE73-D96B-4C02-85FA-3DE81318E8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5149998"/>
                  </p:ext>
                </p:extLst>
              </p:nvPr>
            </p:nvGraphicFramePr>
            <p:xfrm>
              <a:off x="4006" y="1597"/>
              <a:ext cx="537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75" name="Equation" r:id="rId17" imgW="1066680" imgH="431640" progId="Equation.DSMT4">
                      <p:embed/>
                    </p:oleObj>
                  </mc:Choice>
                  <mc:Fallback>
                    <p:oleObj name="Equation" r:id="rId17" imgW="1066680" imgH="431640" progId="Equation.DSMT4">
                      <p:embed/>
                      <p:pic>
                        <p:nvPicPr>
                          <p:cNvPr id="107562" name="Object 42">
                            <a:extLst>
                              <a:ext uri="{FF2B5EF4-FFF2-40B4-BE49-F238E27FC236}">
                                <a16:creationId xmlns:a16="http://schemas.microsoft.com/office/drawing/2014/main" id="{8E9DABF0-AD8F-414A-ABA0-576B9187E00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6" y="1597"/>
                            <a:ext cx="537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" name="Object 43">
              <a:extLst>
                <a:ext uri="{FF2B5EF4-FFF2-40B4-BE49-F238E27FC236}">
                  <a16:creationId xmlns:a16="http://schemas.microsoft.com/office/drawing/2014/main" id="{3860B216-5E22-461B-B87B-D0892EB486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663274"/>
                </p:ext>
              </p:extLst>
            </p:nvPr>
          </p:nvGraphicFramePr>
          <p:xfrm>
            <a:off x="7173912" y="2382839"/>
            <a:ext cx="831850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76" name="Equation" r:id="rId19" imgW="1041120" imgH="342720" progId="Equation.DSMT4">
                    <p:embed/>
                  </p:oleObj>
                </mc:Choice>
                <mc:Fallback>
                  <p:oleObj name="Equation" r:id="rId19" imgW="1041120" imgH="342720" progId="Equation.DSMT4">
                    <p:embed/>
                    <p:pic>
                      <p:nvPicPr>
                        <p:cNvPr id="107563" name="Object 43">
                          <a:extLst>
                            <a:ext uri="{FF2B5EF4-FFF2-40B4-BE49-F238E27FC236}">
                              <a16:creationId xmlns:a16="http://schemas.microsoft.com/office/drawing/2014/main" id="{991EA457-6417-4A9C-8A76-9D71655FC5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3912" y="2382839"/>
                          <a:ext cx="831850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" name="Group 48">
              <a:extLst>
                <a:ext uri="{FF2B5EF4-FFF2-40B4-BE49-F238E27FC236}">
                  <a16:creationId xmlns:a16="http://schemas.microsoft.com/office/drawing/2014/main" id="{B6491CC5-BA8A-46EC-94C0-80A3FDC41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9905" y="3000378"/>
              <a:ext cx="101601" cy="1222376"/>
              <a:chOff x="4685" y="1426"/>
              <a:chExt cx="64" cy="770"/>
            </a:xfrm>
          </p:grpSpPr>
          <p:sp>
            <p:nvSpPr>
              <p:cNvPr id="24" name="Line 33">
                <a:extLst>
                  <a:ext uri="{FF2B5EF4-FFF2-40B4-BE49-F238E27FC236}">
                    <a16:creationId xmlns:a16="http://schemas.microsoft.com/office/drawing/2014/main" id="{F09C3FAD-5384-410F-8FCA-4BE60EB09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24" y="1426"/>
                <a:ext cx="25" cy="6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" name="Object 44">
                <a:extLst>
                  <a:ext uri="{FF2B5EF4-FFF2-40B4-BE49-F238E27FC236}">
                    <a16:creationId xmlns:a16="http://schemas.microsoft.com/office/drawing/2014/main" id="{DFBEC6FA-B8EF-45F3-B3E8-582F409FA4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22522350"/>
                  </p:ext>
                </p:extLst>
              </p:nvPr>
            </p:nvGraphicFramePr>
            <p:xfrm>
              <a:off x="4685" y="2063"/>
              <a:ext cx="64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77" name="Equation" r:id="rId21" imgW="126720" imgH="266400" progId="Equation.DSMT4">
                      <p:embed/>
                    </p:oleObj>
                  </mc:Choice>
                  <mc:Fallback>
                    <p:oleObj name="Equation" r:id="rId21" imgW="126720" imgH="266400" progId="Equation.DSMT4">
                      <p:embed/>
                      <p:pic>
                        <p:nvPicPr>
                          <p:cNvPr id="107564" name="Object 44">
                            <a:extLst>
                              <a:ext uri="{FF2B5EF4-FFF2-40B4-BE49-F238E27FC236}">
                                <a16:creationId xmlns:a16="http://schemas.microsoft.com/office/drawing/2014/main" id="{00C6A597-821E-4A69-820E-DC47824790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5" y="2063"/>
                            <a:ext cx="64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9B2C09F-57BA-467F-9E14-9B3CF390E7AD}"/>
                </a:ext>
              </a:extLst>
            </p:cNvPr>
            <p:cNvCxnSpPr/>
            <p:nvPr/>
          </p:nvCxnSpPr>
          <p:spPr>
            <a:xfrm flipV="1">
              <a:off x="7251662" y="2592731"/>
              <a:ext cx="821606" cy="40764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 Box 8">
            <a:extLst>
              <a:ext uri="{FF2B5EF4-FFF2-40B4-BE49-F238E27FC236}">
                <a16:creationId xmlns:a16="http://schemas.microsoft.com/office/drawing/2014/main" id="{4DC106FB-ADCD-45DA-A18D-3F50B5884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5" y="1576535"/>
            <a:ext cx="7315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42973EC-1EBD-4046-A1CC-98FD6B5C3725}"/>
              </a:ext>
            </a:extLst>
          </p:cNvPr>
          <p:cNvGrpSpPr/>
          <p:nvPr/>
        </p:nvGrpSpPr>
        <p:grpSpPr>
          <a:xfrm>
            <a:off x="2402664" y="2127125"/>
            <a:ext cx="2758234" cy="493826"/>
            <a:chOff x="2314932" y="2435573"/>
            <a:chExt cx="2758234" cy="493826"/>
          </a:xfrm>
        </p:grpSpPr>
        <p:sp>
          <p:nvSpPr>
            <p:cNvPr id="32" name="Text Box 22">
              <a:extLst>
                <a:ext uri="{FF2B5EF4-FFF2-40B4-BE49-F238E27FC236}">
                  <a16:creationId xmlns:a16="http://schemas.microsoft.com/office/drawing/2014/main" id="{21462C84-9B6B-435D-89F4-BF9189DD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4932" y="2435573"/>
              <a:ext cx="990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值域 </a:t>
              </a:r>
            </a:p>
          </p:txBody>
        </p:sp>
        <p:graphicFrame>
          <p:nvGraphicFramePr>
            <p:cNvPr id="33" name="Object 23">
              <a:extLst>
                <a:ext uri="{FF2B5EF4-FFF2-40B4-BE49-F238E27FC236}">
                  <a16:creationId xmlns:a16="http://schemas.microsoft.com/office/drawing/2014/main" id="{A9927134-96CE-4EAB-9723-5614B0F9DC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7713362"/>
                </p:ext>
              </p:extLst>
            </p:nvPr>
          </p:nvGraphicFramePr>
          <p:xfrm>
            <a:off x="3053866" y="2586499"/>
            <a:ext cx="201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78" name="Equation" r:id="rId23" imgW="2019240" imgH="342720" progId="Equation.DSMT4">
                    <p:embed/>
                  </p:oleObj>
                </mc:Choice>
                <mc:Fallback>
                  <p:oleObj name="Equation" r:id="rId23" imgW="2019240" imgH="342720" progId="Equation.DSMT4">
                    <p:embed/>
                    <p:pic>
                      <p:nvPicPr>
                        <p:cNvPr id="107543" name="Object 23">
                          <a:extLst>
                            <a:ext uri="{FF2B5EF4-FFF2-40B4-BE49-F238E27FC236}">
                              <a16:creationId xmlns:a16="http://schemas.microsoft.com/office/drawing/2014/main" id="{C35FB8D9-8094-4C3F-B518-B487AAACE8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3866" y="2586499"/>
                          <a:ext cx="2019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9">
            <a:extLst>
              <a:ext uri="{FF2B5EF4-FFF2-40B4-BE49-F238E27FC236}">
                <a16:creationId xmlns:a16="http://schemas.microsoft.com/office/drawing/2014/main" id="{47F0FD44-3118-48F5-9EE8-F3238DC17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147700"/>
              </p:ext>
            </p:extLst>
          </p:nvPr>
        </p:nvGraphicFramePr>
        <p:xfrm>
          <a:off x="968443" y="2620951"/>
          <a:ext cx="1765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9" name="Equation" r:id="rId25" imgW="1765080" imgH="812520" progId="Equation.DSMT4">
                  <p:embed/>
                </p:oleObj>
              </mc:Choice>
              <mc:Fallback>
                <p:oleObj name="Equation" r:id="rId25" imgW="1765080" imgH="812520" progId="Equation.DSMT4">
                  <p:embed/>
                  <p:pic>
                    <p:nvPicPr>
                      <p:cNvPr id="107529" name="Object 9">
                        <a:extLst>
                          <a:ext uri="{FF2B5EF4-FFF2-40B4-BE49-F238E27FC236}">
                            <a16:creationId xmlns:a16="http://schemas.microsoft.com/office/drawing/2014/main" id="{0A07F6D8-0132-42B3-906D-8C2E1EC2E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443" y="2620951"/>
                        <a:ext cx="1765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">
            <a:extLst>
              <a:ext uri="{FF2B5EF4-FFF2-40B4-BE49-F238E27FC236}">
                <a16:creationId xmlns:a16="http://schemas.microsoft.com/office/drawing/2014/main" id="{B5E09432-F4BF-4C7F-8156-84B4912F0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319889"/>
              </p:ext>
            </p:extLst>
          </p:nvPr>
        </p:nvGraphicFramePr>
        <p:xfrm>
          <a:off x="2832533" y="3222762"/>
          <a:ext cx="825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0" name="Equation" r:id="rId27" imgW="825480" imgH="469800" progId="Equation.3">
                  <p:embed/>
                </p:oleObj>
              </mc:Choice>
              <mc:Fallback>
                <p:oleObj name="Equation" r:id="rId27" imgW="825480" imgH="469800" progId="Equation.3">
                  <p:embed/>
                  <p:pic>
                    <p:nvPicPr>
                      <p:cNvPr id="107530" name="Object 10">
                        <a:extLst>
                          <a:ext uri="{FF2B5EF4-FFF2-40B4-BE49-F238E27FC236}">
                            <a16:creationId xmlns:a16="http://schemas.microsoft.com/office/drawing/2014/main" id="{93ABF2A1-11DF-43A1-8367-63D4BAEBA3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533" y="3222762"/>
                        <a:ext cx="825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3C1A0336-2DA7-4084-8448-1D590EF39AF5}"/>
              </a:ext>
            </a:extLst>
          </p:cNvPr>
          <p:cNvGrpSpPr/>
          <p:nvPr/>
        </p:nvGrpSpPr>
        <p:grpSpPr>
          <a:xfrm>
            <a:off x="1000363" y="3399546"/>
            <a:ext cx="3572070" cy="1411854"/>
            <a:chOff x="912631" y="3707994"/>
            <a:chExt cx="3572070" cy="1411854"/>
          </a:xfrm>
        </p:grpSpPr>
        <p:graphicFrame>
          <p:nvGraphicFramePr>
            <p:cNvPr id="36" name="Object 11">
              <a:extLst>
                <a:ext uri="{FF2B5EF4-FFF2-40B4-BE49-F238E27FC236}">
                  <a16:creationId xmlns:a16="http://schemas.microsoft.com/office/drawing/2014/main" id="{06348BDB-7A2F-47B8-ADD4-EA86C4EF9D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6400310"/>
                </p:ext>
              </p:extLst>
            </p:nvPr>
          </p:nvGraphicFramePr>
          <p:xfrm>
            <a:off x="912631" y="4088384"/>
            <a:ext cx="901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1" name="Equation" r:id="rId29" imgW="901440" imgH="736560" progId="Equation.DSMT4">
                    <p:embed/>
                  </p:oleObj>
                </mc:Choice>
                <mc:Fallback>
                  <p:oleObj name="Equation" r:id="rId29" imgW="901440" imgH="736560" progId="Equation.DSMT4">
                    <p:embed/>
                    <p:pic>
                      <p:nvPicPr>
                        <p:cNvPr id="107531" name="Object 11">
                          <a:extLst>
                            <a:ext uri="{FF2B5EF4-FFF2-40B4-BE49-F238E27FC236}">
                              <a16:creationId xmlns:a16="http://schemas.microsoft.com/office/drawing/2014/main" id="{2451E650-E326-4524-B9C9-9244B6C4EA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631" y="4088384"/>
                          <a:ext cx="9017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2">
              <a:extLst>
                <a:ext uri="{FF2B5EF4-FFF2-40B4-BE49-F238E27FC236}">
                  <a16:creationId xmlns:a16="http://schemas.microsoft.com/office/drawing/2014/main" id="{6B700898-0C2A-4BBA-A713-6041094DB9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1346030"/>
                </p:ext>
              </p:extLst>
            </p:nvPr>
          </p:nvGraphicFramePr>
          <p:xfrm>
            <a:off x="3430601" y="3893659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2" name="Equation" r:id="rId31" imgW="1054080" imgH="330120" progId="Equation.DSMT4">
                    <p:embed/>
                  </p:oleObj>
                </mc:Choice>
                <mc:Fallback>
                  <p:oleObj name="Equation" r:id="rId31" imgW="1054080" imgH="330120" progId="Equation.DSMT4">
                    <p:embed/>
                    <p:pic>
                      <p:nvPicPr>
                        <p:cNvPr id="107532" name="Object 12">
                          <a:extLst>
                            <a:ext uri="{FF2B5EF4-FFF2-40B4-BE49-F238E27FC236}">
                              <a16:creationId xmlns:a16="http://schemas.microsoft.com/office/drawing/2014/main" id="{B18BA07F-ABF8-46B1-A622-451FA86B7B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601" y="3893659"/>
                          <a:ext cx="10541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13">
              <a:extLst>
                <a:ext uri="{FF2B5EF4-FFF2-40B4-BE49-F238E27FC236}">
                  <a16:creationId xmlns:a16="http://schemas.microsoft.com/office/drawing/2014/main" id="{91971F90-F39C-48CD-8214-06A6DF3955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9440295"/>
                </p:ext>
              </p:extLst>
            </p:nvPr>
          </p:nvGraphicFramePr>
          <p:xfrm>
            <a:off x="2333192" y="3707994"/>
            <a:ext cx="762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3" name="Equation" r:id="rId33" imgW="761760" imgH="736560" progId="Equation.DSMT4">
                    <p:embed/>
                  </p:oleObj>
                </mc:Choice>
                <mc:Fallback>
                  <p:oleObj name="Equation" r:id="rId33" imgW="761760" imgH="736560" progId="Equation.DSMT4">
                    <p:embed/>
                    <p:pic>
                      <p:nvPicPr>
                        <p:cNvPr id="107533" name="Object 13">
                          <a:extLst>
                            <a:ext uri="{FF2B5EF4-FFF2-40B4-BE49-F238E27FC236}">
                              <a16:creationId xmlns:a16="http://schemas.microsoft.com/office/drawing/2014/main" id="{DEE92398-3F5B-44DF-91F9-A1EBB6CBAF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3192" y="3707994"/>
                          <a:ext cx="7620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4">
              <a:extLst>
                <a:ext uri="{FF2B5EF4-FFF2-40B4-BE49-F238E27FC236}">
                  <a16:creationId xmlns:a16="http://schemas.microsoft.com/office/drawing/2014/main" id="{B3FD6117-1DC2-463D-8211-E7DAF7F369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959340"/>
                </p:ext>
              </p:extLst>
            </p:nvPr>
          </p:nvGraphicFramePr>
          <p:xfrm>
            <a:off x="3522478" y="4684373"/>
            <a:ext cx="60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4" name="Equation" r:id="rId35" imgW="609480" imgH="279360" progId="Equation.DSMT4">
                    <p:embed/>
                  </p:oleObj>
                </mc:Choice>
                <mc:Fallback>
                  <p:oleObj name="Equation" r:id="rId35" imgW="609480" imgH="279360" progId="Equation.DSMT4">
                    <p:embed/>
                    <p:pic>
                      <p:nvPicPr>
                        <p:cNvPr id="107534" name="Object 14">
                          <a:extLst>
                            <a:ext uri="{FF2B5EF4-FFF2-40B4-BE49-F238E27FC236}">
                              <a16:creationId xmlns:a16="http://schemas.microsoft.com/office/drawing/2014/main" id="{8E967535-DAF8-4008-B9FB-FCA64E75E8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2478" y="4684373"/>
                          <a:ext cx="6096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5">
              <a:extLst>
                <a:ext uri="{FF2B5EF4-FFF2-40B4-BE49-F238E27FC236}">
                  <a16:creationId xmlns:a16="http://schemas.microsoft.com/office/drawing/2014/main" id="{C8C060A9-BD0D-4A7D-A35F-6F4725BA91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1567712"/>
                </p:ext>
              </p:extLst>
            </p:nvPr>
          </p:nvGraphicFramePr>
          <p:xfrm>
            <a:off x="2267220" y="4345148"/>
            <a:ext cx="6350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5" name="Equation" r:id="rId37" imgW="634680" imgH="774360" progId="Equation.DSMT4">
                    <p:embed/>
                  </p:oleObj>
                </mc:Choice>
                <mc:Fallback>
                  <p:oleObj name="Equation" r:id="rId37" imgW="634680" imgH="774360" progId="Equation.DSMT4">
                    <p:embed/>
                    <p:pic>
                      <p:nvPicPr>
                        <p:cNvPr id="107535" name="Object 15">
                          <a:extLst>
                            <a:ext uri="{FF2B5EF4-FFF2-40B4-BE49-F238E27FC236}">
                              <a16:creationId xmlns:a16="http://schemas.microsoft.com/office/drawing/2014/main" id="{F7DBEE76-18F1-4D67-B7B6-80AFF4B4B6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220" y="4345148"/>
                          <a:ext cx="635000" cy="774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AutoShape 24">
              <a:extLst>
                <a:ext uri="{FF2B5EF4-FFF2-40B4-BE49-F238E27FC236}">
                  <a16:creationId xmlns:a16="http://schemas.microsoft.com/office/drawing/2014/main" id="{C60EFB96-7C0B-4ABF-A806-6D5C846E7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459" y="3774360"/>
              <a:ext cx="152400" cy="1295400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652E332-F1AA-4968-AD87-B5A5F15077E1}"/>
              </a:ext>
            </a:extLst>
          </p:cNvPr>
          <p:cNvGrpSpPr/>
          <p:nvPr/>
        </p:nvGrpSpPr>
        <p:grpSpPr>
          <a:xfrm>
            <a:off x="1216235" y="1562237"/>
            <a:ext cx="3629248" cy="461665"/>
            <a:chOff x="1128503" y="1870685"/>
            <a:chExt cx="3629248" cy="461665"/>
          </a:xfrm>
        </p:grpSpPr>
        <p:sp>
          <p:nvSpPr>
            <p:cNvPr id="30" name="Text Box 20">
              <a:extLst>
                <a:ext uri="{FF2B5EF4-FFF2-40B4-BE49-F238E27FC236}">
                  <a16:creationId xmlns:a16="http://schemas.microsoft.com/office/drawing/2014/main" id="{A554F8FF-985A-4739-832C-257116DA3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4046" y="1870685"/>
              <a:ext cx="188865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  的定义域 </a:t>
              </a:r>
            </a:p>
          </p:txBody>
        </p:sp>
        <p:graphicFrame>
          <p:nvGraphicFramePr>
            <p:cNvPr id="31" name="Object 21">
              <a:extLst>
                <a:ext uri="{FF2B5EF4-FFF2-40B4-BE49-F238E27FC236}">
                  <a16:creationId xmlns:a16="http://schemas.microsoft.com/office/drawing/2014/main" id="{C65F96B5-AE85-4D8B-86AB-58D420907B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6133934"/>
                </p:ext>
              </p:extLst>
            </p:nvPr>
          </p:nvGraphicFramePr>
          <p:xfrm>
            <a:off x="3157551" y="1984688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6" name="Equation" r:id="rId39" imgW="1600200" imgH="342720" progId="Equation.DSMT4">
                    <p:embed/>
                  </p:oleObj>
                </mc:Choice>
                <mc:Fallback>
                  <p:oleObj name="Equation" r:id="rId39" imgW="1600200" imgH="342720" progId="Equation.DSMT4">
                    <p:embed/>
                    <p:pic>
                      <p:nvPicPr>
                        <p:cNvPr id="107541" name="Object 21">
                          <a:extLst>
                            <a:ext uri="{FF2B5EF4-FFF2-40B4-BE49-F238E27FC236}">
                              <a16:creationId xmlns:a16="http://schemas.microsoft.com/office/drawing/2014/main" id="{5F4E602E-2B92-469D-BF01-61F0152C94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7551" y="1984688"/>
                          <a:ext cx="1600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0ABCD7DE-4DF9-400F-9A66-AF846D70F0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6960954"/>
                </p:ext>
              </p:extLst>
            </p:nvPr>
          </p:nvGraphicFramePr>
          <p:xfrm>
            <a:off x="1128503" y="197070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87" name="Equation" r:id="rId41" imgW="622080" imgH="342720" progId="Equation.DSMT4">
                    <p:embed/>
                  </p:oleObj>
                </mc:Choice>
                <mc:Fallback>
                  <p:oleObj name="Equation" r:id="rId4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128503" y="197070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626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F40CB8C-158D-45A2-AE7B-B8179AF98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27534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几种特殊函数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93F0A2-2FA0-4E64-883D-CA2B254E647F}"/>
              </a:ext>
            </a:extLst>
          </p:cNvPr>
          <p:cNvSpPr/>
          <p:nvPr/>
        </p:nvSpPr>
        <p:spPr>
          <a:xfrm>
            <a:off x="707232" y="1310623"/>
            <a:ext cx="1858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分段函数 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8D308-E805-497A-B21B-52F54815C3DB}"/>
              </a:ext>
            </a:extLst>
          </p:cNvPr>
          <p:cNvSpPr/>
          <p:nvPr/>
        </p:nvSpPr>
        <p:spPr>
          <a:xfrm>
            <a:off x="626562" y="2216611"/>
            <a:ext cx="46179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例如</a:t>
            </a:r>
            <a:r>
              <a:rPr lang="zh-CN" altLang="en-US" sz="2400" b="1" dirty="0">
                <a:solidFill>
                  <a:srgbClr val="2D04D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绝对值函数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2794948-2851-46E4-93D4-31DDC5808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544285"/>
              </p:ext>
            </p:extLst>
          </p:nvPr>
        </p:nvGraphicFramePr>
        <p:xfrm>
          <a:off x="3268934" y="2001083"/>
          <a:ext cx="293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3" name="Equation" r:id="rId3" imgW="2933640" imgH="863280" progId="Equation.DSMT4">
                  <p:embed/>
                </p:oleObj>
              </mc:Choice>
              <mc:Fallback>
                <p:oleObj name="Equation" r:id="rId3" imgW="29336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8934" y="2001083"/>
                        <a:ext cx="2933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BF0B2D7B-452E-4DE9-BD7A-97CA64AF3EEA}"/>
              </a:ext>
            </a:extLst>
          </p:cNvPr>
          <p:cNvGrpSpPr/>
          <p:nvPr/>
        </p:nvGrpSpPr>
        <p:grpSpPr>
          <a:xfrm>
            <a:off x="6878009" y="1070607"/>
            <a:ext cx="1736942" cy="1418084"/>
            <a:chOff x="6660232" y="1491630"/>
            <a:chExt cx="1736942" cy="1418084"/>
          </a:xfrm>
        </p:grpSpPr>
        <p:grpSp>
          <p:nvGrpSpPr>
            <p:cNvPr id="9" name="Group 1071">
              <a:extLst>
                <a:ext uri="{FF2B5EF4-FFF2-40B4-BE49-F238E27FC236}">
                  <a16:creationId xmlns:a16="http://schemas.microsoft.com/office/drawing/2014/main" id="{03C131FC-6975-480A-95B7-B07AB1F4D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0232" y="1491630"/>
              <a:ext cx="1502412" cy="1418084"/>
              <a:chOff x="4560" y="2984"/>
              <a:chExt cx="1052" cy="991"/>
            </a:xfrm>
          </p:grpSpPr>
          <p:graphicFrame>
            <p:nvGraphicFramePr>
              <p:cNvPr id="10" name="Object 1052">
                <a:extLst>
                  <a:ext uri="{FF2B5EF4-FFF2-40B4-BE49-F238E27FC236}">
                    <a16:creationId xmlns:a16="http://schemas.microsoft.com/office/drawing/2014/main" id="{026AAF06-D2B5-4ED6-BFCC-9759D0B8501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1290291"/>
                  </p:ext>
                </p:extLst>
              </p:nvPr>
            </p:nvGraphicFramePr>
            <p:xfrm>
              <a:off x="5488" y="3844"/>
              <a:ext cx="120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04" name="Equation" r:id="rId5" imgW="190440" imgH="203040" progId="Equation.DSMT4">
                      <p:embed/>
                    </p:oleObj>
                  </mc:Choice>
                  <mc:Fallback>
                    <p:oleObj name="Equation" r:id="rId5" imgW="190440" imgH="203040" progId="Equation.DSMT4">
                      <p:embed/>
                      <p:pic>
                        <p:nvPicPr>
                          <p:cNvPr id="12" name="Object 1052">
                            <a:extLst>
                              <a:ext uri="{FF2B5EF4-FFF2-40B4-BE49-F238E27FC236}">
                                <a16:creationId xmlns:a16="http://schemas.microsoft.com/office/drawing/2014/main" id="{A79FA31B-FF3F-4EB1-A0F3-D1E3B5B64DA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8" y="3844"/>
                            <a:ext cx="120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Line 1053">
                <a:extLst>
                  <a:ext uri="{FF2B5EF4-FFF2-40B4-BE49-F238E27FC236}">
                    <a16:creationId xmlns:a16="http://schemas.microsoft.com/office/drawing/2014/main" id="{1A4D57E9-578B-4582-9C58-1BBBA6CB1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788"/>
                <a:ext cx="10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054">
                <a:extLst>
                  <a:ext uri="{FF2B5EF4-FFF2-40B4-BE49-F238E27FC236}">
                    <a16:creationId xmlns:a16="http://schemas.microsoft.com/office/drawing/2014/main" id="{3D45ACD7-F390-444F-BCE1-B20DBFEE4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2984"/>
                <a:ext cx="0" cy="9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3" name="Object 1055">
                <a:extLst>
                  <a:ext uri="{FF2B5EF4-FFF2-40B4-BE49-F238E27FC236}">
                    <a16:creationId xmlns:a16="http://schemas.microsoft.com/office/drawing/2014/main" id="{141B483C-71A5-4FBA-A542-8663277125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1285951"/>
                  </p:ext>
                </p:extLst>
              </p:nvPr>
            </p:nvGraphicFramePr>
            <p:xfrm>
              <a:off x="4848" y="3005"/>
              <a:ext cx="137" cy="1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05" name="Equation" r:id="rId7" imgW="215640" imgH="266400" progId="Equation.DSMT4">
                      <p:embed/>
                    </p:oleObj>
                  </mc:Choice>
                  <mc:Fallback>
                    <p:oleObj name="Equation" r:id="rId7" imgW="215640" imgH="266400" progId="Equation.DSMT4">
                      <p:embed/>
                      <p:pic>
                        <p:nvPicPr>
                          <p:cNvPr id="15" name="Object 1055">
                            <a:extLst>
                              <a:ext uri="{FF2B5EF4-FFF2-40B4-BE49-F238E27FC236}">
                                <a16:creationId xmlns:a16="http://schemas.microsoft.com/office/drawing/2014/main" id="{6208A95A-C895-4998-81E3-AA7F78B1850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3005"/>
                            <a:ext cx="137" cy="1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1056">
                <a:extLst>
                  <a:ext uri="{FF2B5EF4-FFF2-40B4-BE49-F238E27FC236}">
                    <a16:creationId xmlns:a16="http://schemas.microsoft.com/office/drawing/2014/main" id="{8E09C48F-C1C0-4161-9A86-77678BB7F5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236668"/>
                  </p:ext>
                </p:extLst>
              </p:nvPr>
            </p:nvGraphicFramePr>
            <p:xfrm>
              <a:off x="4859" y="3799"/>
              <a:ext cx="161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06" name="Equation" r:id="rId9" imgW="253800" imgH="279360" progId="Equation.DSMT4">
                      <p:embed/>
                    </p:oleObj>
                  </mc:Choice>
                  <mc:Fallback>
                    <p:oleObj name="Equation" r:id="rId9" imgW="253800" imgH="279360" progId="Equation.DSMT4">
                      <p:embed/>
                      <p:pic>
                        <p:nvPicPr>
                          <p:cNvPr id="16" name="Object 1056">
                            <a:extLst>
                              <a:ext uri="{FF2B5EF4-FFF2-40B4-BE49-F238E27FC236}">
                                <a16:creationId xmlns:a16="http://schemas.microsoft.com/office/drawing/2014/main" id="{E076F33B-789A-411B-915E-5840034098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59" y="3799"/>
                            <a:ext cx="161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" name="Object 1057">
              <a:extLst>
                <a:ext uri="{FF2B5EF4-FFF2-40B4-BE49-F238E27FC236}">
                  <a16:creationId xmlns:a16="http://schemas.microsoft.com/office/drawing/2014/main" id="{B42D6A8B-BA66-4971-966A-90FCB4BB0D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4664988"/>
                </p:ext>
              </p:extLst>
            </p:nvPr>
          </p:nvGraphicFramePr>
          <p:xfrm>
            <a:off x="7665336" y="1631605"/>
            <a:ext cx="731838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7" name="Equation" r:id="rId11" imgW="812520" imgH="342720" progId="Equation.DSMT4">
                    <p:embed/>
                  </p:oleObj>
                </mc:Choice>
                <mc:Fallback>
                  <p:oleObj name="Equation" r:id="rId11" imgW="812520" imgH="342720" progId="Equation.DSMT4">
                    <p:embed/>
                    <p:pic>
                      <p:nvPicPr>
                        <p:cNvPr id="17" name="Object 1057">
                          <a:extLst>
                            <a:ext uri="{FF2B5EF4-FFF2-40B4-BE49-F238E27FC236}">
                              <a16:creationId xmlns:a16="http://schemas.microsoft.com/office/drawing/2014/main" id="{7319F3CA-EDD1-4D2D-A5C0-1B51B4B183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5336" y="1631605"/>
                          <a:ext cx="731838" cy="311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Group 1060">
              <a:extLst>
                <a:ext uri="{FF2B5EF4-FFF2-40B4-BE49-F238E27FC236}">
                  <a16:creationId xmlns:a16="http://schemas.microsoft.com/office/drawing/2014/main" id="{DECFCCB4-8F7B-4361-BC4D-B6FDD535F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0232" y="1944187"/>
              <a:ext cx="1371600" cy="688975"/>
              <a:chOff x="4513" y="3407"/>
              <a:chExt cx="959" cy="481"/>
            </a:xfrm>
          </p:grpSpPr>
          <p:sp>
            <p:nvSpPr>
              <p:cNvPr id="17" name="Line 1061">
                <a:extLst>
                  <a:ext uri="{FF2B5EF4-FFF2-40B4-BE49-F238E27FC236}">
                    <a16:creationId xmlns:a16="http://schemas.microsoft.com/office/drawing/2014/main" id="{1D93E1B9-5783-4AF1-9DD3-863B06621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3407"/>
                <a:ext cx="480" cy="48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062">
                <a:extLst>
                  <a:ext uri="{FF2B5EF4-FFF2-40B4-BE49-F238E27FC236}">
                    <a16:creationId xmlns:a16="http://schemas.microsoft.com/office/drawing/2014/main" id="{D3F7ADAA-90DC-4A2A-9787-80E8B6110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3" y="3407"/>
                <a:ext cx="481" cy="48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67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C02FE419-9CED-4746-A3F7-FE71DA33EA11}"/>
              </a:ext>
            </a:extLst>
          </p:cNvPr>
          <p:cNvGrpSpPr/>
          <p:nvPr/>
        </p:nvGrpSpPr>
        <p:grpSpPr>
          <a:xfrm>
            <a:off x="5382584" y="1491630"/>
            <a:ext cx="2695043" cy="1921584"/>
            <a:chOff x="5524684" y="1067006"/>
            <a:chExt cx="2695043" cy="1921584"/>
          </a:xfrm>
        </p:grpSpPr>
        <p:sp>
          <p:nvSpPr>
            <p:cNvPr id="2" name="Line 1054">
              <a:extLst>
                <a:ext uri="{FF2B5EF4-FFF2-40B4-BE49-F238E27FC236}">
                  <a16:creationId xmlns:a16="http://schemas.microsoft.com/office/drawing/2014/main" id="{F38D8505-5DED-4598-BF2E-866CBC573B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47353" y="1077822"/>
              <a:ext cx="41209" cy="1910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1053">
              <a:extLst>
                <a:ext uri="{FF2B5EF4-FFF2-40B4-BE49-F238E27FC236}">
                  <a16:creationId xmlns:a16="http://schemas.microsoft.com/office/drawing/2014/main" id="{B40C78C8-13C1-4586-A794-45C12A65F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1456" y="2148714"/>
              <a:ext cx="24482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" name="Object 1052">
              <a:extLst>
                <a:ext uri="{FF2B5EF4-FFF2-40B4-BE49-F238E27FC236}">
                  <a16:creationId xmlns:a16="http://schemas.microsoft.com/office/drawing/2014/main" id="{973B887C-97F7-48C2-972A-A6F818C0DD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305523"/>
                </p:ext>
              </p:extLst>
            </p:nvPr>
          </p:nvGraphicFramePr>
          <p:xfrm>
            <a:off x="8006228" y="2244383"/>
            <a:ext cx="171378" cy="184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0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22" name="Object 1052">
                          <a:extLst>
                            <a:ext uri="{FF2B5EF4-FFF2-40B4-BE49-F238E27FC236}">
                              <a16:creationId xmlns:a16="http://schemas.microsoft.com/office/drawing/2014/main" id="{8FD08031-7AC3-46F9-A0F8-C6527C6302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6228" y="2244383"/>
                          <a:ext cx="171378" cy="184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1056">
              <a:extLst>
                <a:ext uri="{FF2B5EF4-FFF2-40B4-BE49-F238E27FC236}">
                  <a16:creationId xmlns:a16="http://schemas.microsoft.com/office/drawing/2014/main" id="{943C3023-EE77-460B-845B-76DBDF2FB9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065917"/>
                </p:ext>
              </p:extLst>
            </p:nvPr>
          </p:nvGraphicFramePr>
          <p:xfrm>
            <a:off x="6617422" y="2185000"/>
            <a:ext cx="229932" cy="2518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1" name="Equation" r:id="rId5" imgW="253800" imgH="279360" progId="Equation.DSMT4">
                    <p:embed/>
                  </p:oleObj>
                </mc:Choice>
                <mc:Fallback>
                  <p:oleObj name="Equation" r:id="rId5" imgW="253800" imgH="279360" progId="Equation.DSMT4">
                    <p:embed/>
                    <p:pic>
                      <p:nvPicPr>
                        <p:cNvPr id="23" name="Object 1056">
                          <a:extLst>
                            <a:ext uri="{FF2B5EF4-FFF2-40B4-BE49-F238E27FC236}">
                              <a16:creationId xmlns:a16="http://schemas.microsoft.com/office/drawing/2014/main" id="{15E470C3-CA86-4501-A687-5C3431CD31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7422" y="2185000"/>
                          <a:ext cx="229932" cy="251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055">
              <a:extLst>
                <a:ext uri="{FF2B5EF4-FFF2-40B4-BE49-F238E27FC236}">
                  <a16:creationId xmlns:a16="http://schemas.microsoft.com/office/drawing/2014/main" id="{77DF770E-C6FE-4C15-8E00-DCF01E5D7D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0864199"/>
                </p:ext>
              </p:extLst>
            </p:nvPr>
          </p:nvGraphicFramePr>
          <p:xfrm>
            <a:off x="6630520" y="1067006"/>
            <a:ext cx="195656" cy="241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2" name="Equation" r:id="rId7" imgW="215640" imgH="266400" progId="Equation.DSMT4">
                    <p:embed/>
                  </p:oleObj>
                </mc:Choice>
                <mc:Fallback>
                  <p:oleObj name="Equation" r:id="rId7" imgW="215640" imgH="266400" progId="Equation.DSMT4">
                    <p:embed/>
                    <p:pic>
                      <p:nvPicPr>
                        <p:cNvPr id="24" name="Object 1055">
                          <a:extLst>
                            <a:ext uri="{FF2B5EF4-FFF2-40B4-BE49-F238E27FC236}">
                              <a16:creationId xmlns:a16="http://schemas.microsoft.com/office/drawing/2014/main" id="{B8C89357-26CF-4516-9A6A-901E293CED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0520" y="1067006"/>
                          <a:ext cx="195656" cy="2418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4782D52-6D69-4F5E-BF73-91ACCAFF7D2F}"/>
                </a:ext>
              </a:extLst>
            </p:cNvPr>
            <p:cNvSpPr/>
            <p:nvPr/>
          </p:nvSpPr>
          <p:spPr>
            <a:xfrm flipV="1">
              <a:off x="6810467" y="1630548"/>
              <a:ext cx="137797" cy="1329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Line 1053">
              <a:extLst>
                <a:ext uri="{FF2B5EF4-FFF2-40B4-BE49-F238E27FC236}">
                  <a16:creationId xmlns:a16="http://schemas.microsoft.com/office/drawing/2014/main" id="{C2245A19-C86F-4D9D-9155-C5956D074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8264" y="1707654"/>
              <a:ext cx="1271463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A7258E7-3869-41F3-865E-3C1664F6CBB2}"/>
                </a:ext>
              </a:extLst>
            </p:cNvPr>
            <p:cNvSpPr/>
            <p:nvPr/>
          </p:nvSpPr>
          <p:spPr>
            <a:xfrm flipV="1">
              <a:off x="6778454" y="2529970"/>
              <a:ext cx="137797" cy="1329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Line 1053">
              <a:extLst>
                <a:ext uri="{FF2B5EF4-FFF2-40B4-BE49-F238E27FC236}">
                  <a16:creationId xmlns:a16="http://schemas.microsoft.com/office/drawing/2014/main" id="{2FACE8E2-55DC-4A9A-871A-E282D5A55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4684" y="2589773"/>
              <a:ext cx="1271463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56D6013-60A4-414E-B891-26FFEF5B1E7A}"/>
                </a:ext>
              </a:extLst>
            </p:cNvPr>
            <p:cNvSpPr/>
            <p:nvPr/>
          </p:nvSpPr>
          <p:spPr>
            <a:xfrm flipV="1">
              <a:off x="6793578" y="2082255"/>
              <a:ext cx="137797" cy="132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" name="Object 1052">
              <a:extLst>
                <a:ext uri="{FF2B5EF4-FFF2-40B4-BE49-F238E27FC236}">
                  <a16:creationId xmlns:a16="http://schemas.microsoft.com/office/drawing/2014/main" id="{C28B0569-6DBC-49D9-AB25-9A43A9A280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4807257"/>
                </p:ext>
              </p:extLst>
            </p:nvPr>
          </p:nvGraphicFramePr>
          <p:xfrm>
            <a:off x="6969027" y="2493644"/>
            <a:ext cx="290512" cy="207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3" name="Equation" r:id="rId9" imgW="291960" imgH="228600" progId="Equation.DSMT4">
                    <p:embed/>
                  </p:oleObj>
                </mc:Choice>
                <mc:Fallback>
                  <p:oleObj name="Equation" r:id="rId9" imgW="291960" imgH="228600" progId="Equation.DSMT4">
                    <p:embed/>
                    <p:pic>
                      <p:nvPicPr>
                        <p:cNvPr id="30" name="Object 1052">
                          <a:extLst>
                            <a:ext uri="{FF2B5EF4-FFF2-40B4-BE49-F238E27FC236}">
                              <a16:creationId xmlns:a16="http://schemas.microsoft.com/office/drawing/2014/main" id="{BC76A8AC-7314-4713-88C6-EA43143C6D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9027" y="2493644"/>
                          <a:ext cx="290512" cy="207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052">
              <a:extLst>
                <a:ext uri="{FF2B5EF4-FFF2-40B4-BE49-F238E27FC236}">
                  <a16:creationId xmlns:a16="http://schemas.microsoft.com/office/drawing/2014/main" id="{DF3FAAFE-2161-4FB8-A6D1-F074F6C7B4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709339"/>
                </p:ext>
              </p:extLst>
            </p:nvPr>
          </p:nvGraphicFramePr>
          <p:xfrm>
            <a:off x="6537227" y="1585594"/>
            <a:ext cx="112712" cy="207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4" name="Equation" r:id="rId11" imgW="114120" imgH="228600" progId="Equation.DSMT4">
                    <p:embed/>
                  </p:oleObj>
                </mc:Choice>
                <mc:Fallback>
                  <p:oleObj name="Equation" r:id="rId11" imgW="114120" imgH="228600" progId="Equation.DSMT4">
                    <p:embed/>
                    <p:pic>
                      <p:nvPicPr>
                        <p:cNvPr id="31" name="Object 1052">
                          <a:extLst>
                            <a:ext uri="{FF2B5EF4-FFF2-40B4-BE49-F238E27FC236}">
                              <a16:creationId xmlns:a16="http://schemas.microsoft.com/office/drawing/2014/main" id="{9004F368-C067-457F-A39D-CF750AA9F1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7227" y="1585594"/>
                          <a:ext cx="112712" cy="207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9F858F6-6B00-42A3-A14C-26FD50513B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202390"/>
              </p:ext>
            </p:extLst>
          </p:nvPr>
        </p:nvGraphicFramePr>
        <p:xfrm>
          <a:off x="940148" y="1833779"/>
          <a:ext cx="29972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" name="Equation" r:id="rId13" imgW="2997000" imgH="1346040" progId="Equation.DSMT4">
                  <p:embed/>
                </p:oleObj>
              </mc:Choice>
              <mc:Fallback>
                <p:oleObj name="Equation" r:id="rId13" imgW="299700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40148" y="1833779"/>
                        <a:ext cx="29972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B842D575-278D-4AF3-9934-6AD570AD09D1}"/>
              </a:ext>
            </a:extLst>
          </p:cNvPr>
          <p:cNvSpPr/>
          <p:nvPr/>
        </p:nvSpPr>
        <p:spPr>
          <a:xfrm>
            <a:off x="683568" y="5555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符号函数 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73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18424B-E390-4D24-B8CA-211A50AEEB50}"/>
              </a:ext>
            </a:extLst>
          </p:cNvPr>
          <p:cNvSpPr/>
          <p:nvPr/>
        </p:nvSpPr>
        <p:spPr>
          <a:xfrm>
            <a:off x="539552" y="771550"/>
            <a:ext cx="1781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取整函数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A044C75-C250-48BE-9CF4-2C95A1140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537157"/>
              </p:ext>
            </p:extLst>
          </p:nvPr>
        </p:nvGraphicFramePr>
        <p:xfrm>
          <a:off x="2939194" y="842961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44" name="Equation" r:id="rId3" imgW="927000" imgH="342720" progId="Equation.DSMT4">
                  <p:embed/>
                </p:oleObj>
              </mc:Choice>
              <mc:Fallback>
                <p:oleObj name="Equation" r:id="rId3" imgW="9270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916EAD2-FEF8-4EF4-BB1D-CE6441E55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9194" y="842961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1A1B62F-8C5D-491D-BD49-0DCBD5AC1C96}"/>
              </a:ext>
            </a:extLst>
          </p:cNvPr>
          <p:cNvSpPr/>
          <p:nvPr/>
        </p:nvSpPr>
        <p:spPr>
          <a:xfrm>
            <a:off x="7632004" y="156492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阶梯曲线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33">
            <a:extLst>
              <a:ext uri="{FF2B5EF4-FFF2-40B4-BE49-F238E27FC236}">
                <a16:creationId xmlns:a16="http://schemas.microsoft.com/office/drawing/2014/main" id="{AD7AB3C9-AFB7-4DA3-BC78-C423FEBD9D89}"/>
              </a:ext>
            </a:extLst>
          </p:cNvPr>
          <p:cNvGrpSpPr>
            <a:grpSpLocks/>
          </p:cNvGrpSpPr>
          <p:nvPr/>
        </p:nvGrpSpPr>
        <p:grpSpPr bwMode="auto">
          <a:xfrm>
            <a:off x="4699223" y="1125537"/>
            <a:ext cx="3092450" cy="1793875"/>
            <a:chOff x="1632" y="2640"/>
            <a:chExt cx="1948" cy="1130"/>
          </a:xfrm>
        </p:grpSpPr>
        <p:sp>
          <p:nvSpPr>
            <p:cNvPr id="6" name="Line 34">
              <a:extLst>
                <a:ext uri="{FF2B5EF4-FFF2-40B4-BE49-F238E27FC236}">
                  <a16:creationId xmlns:a16="http://schemas.microsoft.com/office/drawing/2014/main" id="{BBF1B011-4AED-4A14-B5E6-8574239C5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350"/>
              <a:ext cx="191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35">
              <a:extLst>
                <a:ext uri="{FF2B5EF4-FFF2-40B4-BE49-F238E27FC236}">
                  <a16:creationId xmlns:a16="http://schemas.microsoft.com/office/drawing/2014/main" id="{A464B697-7DF5-4250-A7C2-1CD6931AC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5" y="2640"/>
              <a:ext cx="1" cy="11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" name="Object 36">
              <a:extLst>
                <a:ext uri="{FF2B5EF4-FFF2-40B4-BE49-F238E27FC236}">
                  <a16:creationId xmlns:a16="http://schemas.microsoft.com/office/drawing/2014/main" id="{3195FBB9-7F0D-4DFE-9160-1EBC862B08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4" y="3408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5" name="Equation" r:id="rId5" imgW="215640" imgH="228600" progId="Equation.3">
                    <p:embed/>
                  </p:oleObj>
                </mc:Choice>
                <mc:Fallback>
                  <p:oleObj name="Equation" r:id="rId5" imgW="215640" imgH="228600" progId="Equation.3">
                    <p:embed/>
                    <p:pic>
                      <p:nvPicPr>
                        <p:cNvPr id="129060" name="Object 36">
                          <a:extLst>
                            <a:ext uri="{FF2B5EF4-FFF2-40B4-BE49-F238E27FC236}">
                              <a16:creationId xmlns:a16="http://schemas.microsoft.com/office/drawing/2014/main" id="{514F2233-9DD3-41F8-83A6-A310DDE378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4" y="3408"/>
                          <a:ext cx="13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7">
              <a:extLst>
                <a:ext uri="{FF2B5EF4-FFF2-40B4-BE49-F238E27FC236}">
                  <a16:creationId xmlns:a16="http://schemas.microsoft.com/office/drawing/2014/main" id="{034EBD8C-F9FE-40C4-9EE2-015449F885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280361"/>
                </p:ext>
              </p:extLst>
            </p:nvPr>
          </p:nvGraphicFramePr>
          <p:xfrm>
            <a:off x="2094" y="2668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6" name="Equation" r:id="rId7" imgW="215640" imgH="266400" progId="Equation.DSMT4">
                    <p:embed/>
                  </p:oleObj>
                </mc:Choice>
                <mc:Fallback>
                  <p:oleObj name="Equation" r:id="rId7" imgW="215640" imgH="266400" progId="Equation.DSMT4">
                    <p:embed/>
                    <p:pic>
                      <p:nvPicPr>
                        <p:cNvPr id="129061" name="Object 37">
                          <a:extLst>
                            <a:ext uri="{FF2B5EF4-FFF2-40B4-BE49-F238E27FC236}">
                              <a16:creationId xmlns:a16="http://schemas.microsoft.com/office/drawing/2014/main" id="{A58056CC-0AB7-4FE5-9DC7-348588B536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4" y="2668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38">
              <a:extLst>
                <a:ext uri="{FF2B5EF4-FFF2-40B4-BE49-F238E27FC236}">
                  <a16:creationId xmlns:a16="http://schemas.microsoft.com/office/drawing/2014/main" id="{CDEC8C57-931B-4A0E-80EB-A48381E799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826411"/>
                </p:ext>
              </p:extLst>
            </p:nvPr>
          </p:nvGraphicFramePr>
          <p:xfrm>
            <a:off x="2128" y="3361"/>
            <a:ext cx="16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7" name="Equation" r:id="rId9" imgW="253800" imgH="279360" progId="Equation.DSMT4">
                    <p:embed/>
                  </p:oleObj>
                </mc:Choice>
                <mc:Fallback>
                  <p:oleObj name="Equation" r:id="rId9" imgW="253800" imgH="279360" progId="Equation.DSMT4">
                    <p:embed/>
                    <p:pic>
                      <p:nvPicPr>
                        <p:cNvPr id="129062" name="Object 38">
                          <a:extLst>
                            <a:ext uri="{FF2B5EF4-FFF2-40B4-BE49-F238E27FC236}">
                              <a16:creationId xmlns:a16="http://schemas.microsoft.com/office/drawing/2014/main" id="{11BEE7A5-CC89-43D7-B798-ABEB10F514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3361"/>
                          <a:ext cx="16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4">
            <a:extLst>
              <a:ext uri="{FF2B5EF4-FFF2-40B4-BE49-F238E27FC236}">
                <a16:creationId xmlns:a16="http://schemas.microsoft.com/office/drawing/2014/main" id="{FB95B891-DB7B-43BB-AF00-33B36B0D7760}"/>
              </a:ext>
            </a:extLst>
          </p:cNvPr>
          <p:cNvGrpSpPr>
            <a:grpSpLocks/>
          </p:cNvGrpSpPr>
          <p:nvPr/>
        </p:nvGrpSpPr>
        <p:grpSpPr bwMode="auto">
          <a:xfrm>
            <a:off x="6804248" y="1125536"/>
            <a:ext cx="473075" cy="1428750"/>
            <a:chOff x="2958" y="2640"/>
            <a:chExt cx="298" cy="900"/>
          </a:xfrm>
        </p:grpSpPr>
        <p:grpSp>
          <p:nvGrpSpPr>
            <p:cNvPr id="12" name="Group 45">
              <a:extLst>
                <a:ext uri="{FF2B5EF4-FFF2-40B4-BE49-F238E27FC236}">
                  <a16:creationId xmlns:a16="http://schemas.microsoft.com/office/drawing/2014/main" id="{D9E10F19-29BE-49AC-AAF6-D13FDEABE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9" y="2640"/>
              <a:ext cx="225" cy="33"/>
              <a:chOff x="2400" y="3511"/>
              <a:chExt cx="281" cy="41"/>
            </a:xfrm>
          </p:grpSpPr>
          <p:sp>
            <p:nvSpPr>
              <p:cNvPr id="16" name="Line 46">
                <a:extLst>
                  <a:ext uri="{FF2B5EF4-FFF2-40B4-BE49-F238E27FC236}">
                    <a16:creationId xmlns:a16="http://schemas.microsoft.com/office/drawing/2014/main" id="{5F9A54AC-677A-4D7E-8BB3-6DC0B5B48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Oval 47">
                <a:extLst>
                  <a:ext uri="{FF2B5EF4-FFF2-40B4-BE49-F238E27FC236}">
                    <a16:creationId xmlns:a16="http://schemas.microsoft.com/office/drawing/2014/main" id="{7B63397F-CE46-42CA-B129-0053A5713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3" name="Object 48">
              <a:extLst>
                <a:ext uri="{FF2B5EF4-FFF2-40B4-BE49-F238E27FC236}">
                  <a16:creationId xmlns:a16="http://schemas.microsoft.com/office/drawing/2014/main" id="{0E4EF581-22BA-4C2A-A43C-C7DA8F08CF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3094428"/>
                </p:ext>
              </p:extLst>
            </p:nvPr>
          </p:nvGraphicFramePr>
          <p:xfrm>
            <a:off x="3142" y="3379"/>
            <a:ext cx="114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8" name="Equation" r:id="rId11" imgW="190440" imgH="266400" progId="Equation.DSMT4">
                    <p:embed/>
                  </p:oleObj>
                </mc:Choice>
                <mc:Fallback>
                  <p:oleObj name="Equation" r:id="rId11" imgW="190440" imgH="266400" progId="Equation.DSMT4">
                    <p:embed/>
                    <p:pic>
                      <p:nvPicPr>
                        <p:cNvPr id="129072" name="Object 48">
                          <a:extLst>
                            <a:ext uri="{FF2B5EF4-FFF2-40B4-BE49-F238E27FC236}">
                              <a16:creationId xmlns:a16="http://schemas.microsoft.com/office/drawing/2014/main" id="{6E7FEABE-C654-4657-8065-51F80E4C29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2" y="3379"/>
                          <a:ext cx="114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49">
              <a:extLst>
                <a:ext uri="{FF2B5EF4-FFF2-40B4-BE49-F238E27FC236}">
                  <a16:creationId xmlns:a16="http://schemas.microsoft.com/office/drawing/2014/main" id="{BC5769AE-D058-4326-A2E8-45826FB97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7" y="2678"/>
              <a:ext cx="0" cy="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50">
              <a:extLst>
                <a:ext uri="{FF2B5EF4-FFF2-40B4-BE49-F238E27FC236}">
                  <a16:creationId xmlns:a16="http://schemas.microsoft.com/office/drawing/2014/main" id="{D12DAB1D-0EB0-43CB-9A5F-C8B2FAA9E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2668"/>
              <a:ext cx="0" cy="6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51">
            <a:extLst>
              <a:ext uri="{FF2B5EF4-FFF2-40B4-BE49-F238E27FC236}">
                <a16:creationId xmlns:a16="http://schemas.microsoft.com/office/drawing/2014/main" id="{9D1D5EFA-CE1C-437D-A277-204DA84B6655}"/>
              </a:ext>
            </a:extLst>
          </p:cNvPr>
          <p:cNvGrpSpPr>
            <a:grpSpLocks/>
          </p:cNvGrpSpPr>
          <p:nvPr/>
        </p:nvGrpSpPr>
        <p:grpSpPr bwMode="auto">
          <a:xfrm>
            <a:off x="5188173" y="1954216"/>
            <a:ext cx="568325" cy="695325"/>
            <a:chOff x="1940" y="3162"/>
            <a:chExt cx="358" cy="438"/>
          </a:xfrm>
        </p:grpSpPr>
        <p:graphicFrame>
          <p:nvGraphicFramePr>
            <p:cNvPr id="19" name="Object 52">
              <a:extLst>
                <a:ext uri="{FF2B5EF4-FFF2-40B4-BE49-F238E27FC236}">
                  <a16:creationId xmlns:a16="http://schemas.microsoft.com/office/drawing/2014/main" id="{E1CDCB81-3331-4E69-A892-46F01DC8A8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11045"/>
                </p:ext>
              </p:extLst>
            </p:nvPr>
          </p:nvGraphicFramePr>
          <p:xfrm>
            <a:off x="1940" y="3162"/>
            <a:ext cx="197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9" name="Equation" r:id="rId13" imgW="330120" imgH="266400" progId="Equation.DSMT4">
                    <p:embed/>
                  </p:oleObj>
                </mc:Choice>
                <mc:Fallback>
                  <p:oleObj name="Equation" r:id="rId13" imgW="330120" imgH="266400" progId="Equation.DSMT4">
                    <p:embed/>
                    <p:pic>
                      <p:nvPicPr>
                        <p:cNvPr id="129076" name="Object 52">
                          <a:extLst>
                            <a:ext uri="{FF2B5EF4-FFF2-40B4-BE49-F238E27FC236}">
                              <a16:creationId xmlns:a16="http://schemas.microsoft.com/office/drawing/2014/main" id="{783B5EAD-4809-407E-BE1A-7BD8921DE2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0" y="3162"/>
                          <a:ext cx="197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53">
              <a:extLst>
                <a:ext uri="{FF2B5EF4-FFF2-40B4-BE49-F238E27FC236}">
                  <a16:creationId xmlns:a16="http://schemas.microsoft.com/office/drawing/2014/main" id="{226E6CD5-E266-4A93-A9FF-5311CAE87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3" y="3567"/>
              <a:ext cx="225" cy="33"/>
              <a:chOff x="2400" y="3511"/>
              <a:chExt cx="281" cy="41"/>
            </a:xfrm>
          </p:grpSpPr>
          <p:sp>
            <p:nvSpPr>
              <p:cNvPr id="21" name="Line 54">
                <a:extLst>
                  <a:ext uri="{FF2B5EF4-FFF2-40B4-BE49-F238E27FC236}">
                    <a16:creationId xmlns:a16="http://schemas.microsoft.com/office/drawing/2014/main" id="{DBE7D774-9720-41E3-B277-231048C54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55">
                <a:extLst>
                  <a:ext uri="{FF2B5EF4-FFF2-40B4-BE49-F238E27FC236}">
                    <a16:creationId xmlns:a16="http://schemas.microsoft.com/office/drawing/2014/main" id="{5D285C6A-9CD9-4C34-8217-255A49AF3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3" name="Group 57">
            <a:extLst>
              <a:ext uri="{FF2B5EF4-FFF2-40B4-BE49-F238E27FC236}">
                <a16:creationId xmlns:a16="http://schemas.microsoft.com/office/drawing/2014/main" id="{6E23DA2C-852A-4586-9AC4-E4F27425B84F}"/>
              </a:ext>
            </a:extLst>
          </p:cNvPr>
          <p:cNvGrpSpPr>
            <a:grpSpLocks/>
          </p:cNvGrpSpPr>
          <p:nvPr/>
        </p:nvGrpSpPr>
        <p:grpSpPr bwMode="auto">
          <a:xfrm>
            <a:off x="4772248" y="1954215"/>
            <a:ext cx="649288" cy="1000125"/>
            <a:chOff x="1678" y="3162"/>
            <a:chExt cx="409" cy="630"/>
          </a:xfrm>
        </p:grpSpPr>
        <p:sp>
          <p:nvSpPr>
            <p:cNvPr id="24" name="Line 58">
              <a:extLst>
                <a:ext uri="{FF2B5EF4-FFF2-40B4-BE49-F238E27FC236}">
                  <a16:creationId xmlns:a16="http://schemas.microsoft.com/office/drawing/2014/main" id="{5339103C-A469-4DB2-8D24-AE6C93EEA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3350"/>
              <a:ext cx="0" cy="4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" name="Group 59">
              <a:extLst>
                <a:ext uri="{FF2B5EF4-FFF2-40B4-BE49-F238E27FC236}">
                  <a16:creationId xmlns:a16="http://schemas.microsoft.com/office/drawing/2014/main" id="{FB5DD8DA-A5D5-4523-A1DD-A9AA819BF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8" y="3162"/>
              <a:ext cx="409" cy="630"/>
              <a:chOff x="1678" y="3162"/>
              <a:chExt cx="409" cy="630"/>
            </a:xfrm>
          </p:grpSpPr>
          <p:graphicFrame>
            <p:nvGraphicFramePr>
              <p:cNvPr id="26" name="Object 60">
                <a:extLst>
                  <a:ext uri="{FF2B5EF4-FFF2-40B4-BE49-F238E27FC236}">
                    <a16:creationId xmlns:a16="http://schemas.microsoft.com/office/drawing/2014/main" id="{7A38EF07-655B-460C-B999-759C263BF5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5635753"/>
                  </p:ext>
                </p:extLst>
              </p:nvPr>
            </p:nvGraphicFramePr>
            <p:xfrm>
              <a:off x="1678" y="3162"/>
              <a:ext cx="212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50" name="Equation" r:id="rId15" imgW="355320" imgH="266400" progId="Equation.DSMT4">
                      <p:embed/>
                    </p:oleObj>
                  </mc:Choice>
                  <mc:Fallback>
                    <p:oleObj name="Equation" r:id="rId15" imgW="355320" imgH="266400" progId="Equation.DSMT4">
                      <p:embed/>
                      <p:pic>
                        <p:nvPicPr>
                          <p:cNvPr id="129084" name="Object 60">
                            <a:extLst>
                              <a:ext uri="{FF2B5EF4-FFF2-40B4-BE49-F238E27FC236}">
                                <a16:creationId xmlns:a16="http://schemas.microsoft.com/office/drawing/2014/main" id="{4C992A1C-20FA-4B9F-B6C4-CAAB304AFE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8" y="3162"/>
                            <a:ext cx="212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7" name="Group 61">
                <a:extLst>
                  <a:ext uri="{FF2B5EF4-FFF2-40B4-BE49-F238E27FC236}">
                    <a16:creationId xmlns:a16="http://schemas.microsoft.com/office/drawing/2014/main" id="{A0446BE2-5EEC-47E4-923C-652B95C5E3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3759"/>
                <a:ext cx="225" cy="33"/>
                <a:chOff x="2400" y="3511"/>
                <a:chExt cx="281" cy="41"/>
              </a:xfrm>
            </p:grpSpPr>
            <p:sp>
              <p:nvSpPr>
                <p:cNvPr id="29" name="Line 62">
                  <a:extLst>
                    <a:ext uri="{FF2B5EF4-FFF2-40B4-BE49-F238E27FC236}">
                      <a16:creationId xmlns:a16="http://schemas.microsoft.com/office/drawing/2014/main" id="{B3448364-81A6-43CC-AEA3-1B23B08B5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3530"/>
                  <a:ext cx="27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Oval 63">
                  <a:extLst>
                    <a:ext uri="{FF2B5EF4-FFF2-40B4-BE49-F238E27FC236}">
                      <a16:creationId xmlns:a16="http://schemas.microsoft.com/office/drawing/2014/main" id="{5DF118BE-2215-45C3-B091-CF58CCD12C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511"/>
                  <a:ext cx="41" cy="4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Line 64">
                <a:extLst>
                  <a:ext uri="{FF2B5EF4-FFF2-40B4-BE49-F238E27FC236}">
                    <a16:creationId xmlns:a16="http://schemas.microsoft.com/office/drawing/2014/main" id="{07DC6514-B7DE-4B00-A3BA-8A4185879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3355"/>
                <a:ext cx="0" cy="43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Group 65">
            <a:extLst>
              <a:ext uri="{FF2B5EF4-FFF2-40B4-BE49-F238E27FC236}">
                <a16:creationId xmlns:a16="http://schemas.microsoft.com/office/drawing/2014/main" id="{879D4896-4F77-4F1B-B218-FCFEBD343F1C}"/>
              </a:ext>
            </a:extLst>
          </p:cNvPr>
          <p:cNvGrpSpPr>
            <a:grpSpLocks/>
          </p:cNvGrpSpPr>
          <p:nvPr/>
        </p:nvGrpSpPr>
        <p:grpSpPr bwMode="auto">
          <a:xfrm>
            <a:off x="6439123" y="1492250"/>
            <a:ext cx="457200" cy="1069975"/>
            <a:chOff x="2728" y="2871"/>
            <a:chExt cx="288" cy="674"/>
          </a:xfrm>
        </p:grpSpPr>
        <p:sp>
          <p:nvSpPr>
            <p:cNvPr id="32" name="Line 66">
              <a:extLst>
                <a:ext uri="{FF2B5EF4-FFF2-40B4-BE49-F238E27FC236}">
                  <a16:creationId xmlns:a16="http://schemas.microsoft.com/office/drawing/2014/main" id="{4C4C268B-47CC-4229-88D1-16B70B85A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" y="2889"/>
              <a:ext cx="0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" name="Group 67">
              <a:extLst>
                <a:ext uri="{FF2B5EF4-FFF2-40B4-BE49-F238E27FC236}">
                  <a16:creationId xmlns:a16="http://schemas.microsoft.com/office/drawing/2014/main" id="{123AE8D9-60F5-4D2E-AED6-C80970B32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6" y="2871"/>
              <a:ext cx="225" cy="33"/>
              <a:chOff x="2400" y="3511"/>
              <a:chExt cx="281" cy="41"/>
            </a:xfrm>
          </p:grpSpPr>
          <p:sp>
            <p:nvSpPr>
              <p:cNvPr id="35" name="Line 68">
                <a:extLst>
                  <a:ext uri="{FF2B5EF4-FFF2-40B4-BE49-F238E27FC236}">
                    <a16:creationId xmlns:a16="http://schemas.microsoft.com/office/drawing/2014/main" id="{AA67E36F-05C5-498F-96C5-E7FAA5D01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Oval 69">
                <a:extLst>
                  <a:ext uri="{FF2B5EF4-FFF2-40B4-BE49-F238E27FC236}">
                    <a16:creationId xmlns:a16="http://schemas.microsoft.com/office/drawing/2014/main" id="{9775CBE6-D9D7-41C0-9EEA-195C47E5E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4" name="Object 70">
              <a:extLst>
                <a:ext uri="{FF2B5EF4-FFF2-40B4-BE49-F238E27FC236}">
                  <a16:creationId xmlns:a16="http://schemas.microsoft.com/office/drawing/2014/main" id="{17FB35A2-A103-43DD-8BB9-0CB126AFC4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3743"/>
                </p:ext>
              </p:extLst>
            </p:nvPr>
          </p:nvGraphicFramePr>
          <p:xfrm>
            <a:off x="2917" y="3379"/>
            <a:ext cx="99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51" name="Equation" r:id="rId17" imgW="164880" imgH="279360" progId="Equation.DSMT4">
                    <p:embed/>
                  </p:oleObj>
                </mc:Choice>
                <mc:Fallback>
                  <p:oleObj name="Equation" r:id="rId17" imgW="164880" imgH="279360" progId="Equation.DSMT4">
                    <p:embed/>
                    <p:pic>
                      <p:nvPicPr>
                        <p:cNvPr id="129094" name="Object 70">
                          <a:extLst>
                            <a:ext uri="{FF2B5EF4-FFF2-40B4-BE49-F238E27FC236}">
                              <a16:creationId xmlns:a16="http://schemas.microsoft.com/office/drawing/2014/main" id="{7CD12630-E3AD-4EA9-939A-CE22AF95CA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7" y="3379"/>
                          <a:ext cx="99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71">
            <a:extLst>
              <a:ext uri="{FF2B5EF4-FFF2-40B4-BE49-F238E27FC236}">
                <a16:creationId xmlns:a16="http://schemas.microsoft.com/office/drawing/2014/main" id="{B6343FEB-9EC7-4FF2-B334-D827AA40F31C}"/>
              </a:ext>
            </a:extLst>
          </p:cNvPr>
          <p:cNvGrpSpPr>
            <a:grpSpLocks/>
          </p:cNvGrpSpPr>
          <p:nvPr/>
        </p:nvGrpSpPr>
        <p:grpSpPr bwMode="auto">
          <a:xfrm>
            <a:off x="6069240" y="1857379"/>
            <a:ext cx="446088" cy="676275"/>
            <a:chOff x="2495" y="3101"/>
            <a:chExt cx="281" cy="426"/>
          </a:xfrm>
        </p:grpSpPr>
        <p:grpSp>
          <p:nvGrpSpPr>
            <p:cNvPr id="38" name="Group 72">
              <a:extLst>
                <a:ext uri="{FF2B5EF4-FFF2-40B4-BE49-F238E27FC236}">
                  <a16:creationId xmlns:a16="http://schemas.microsoft.com/office/drawing/2014/main" id="{991F3C20-CDF0-43B3-BFD9-57BF48E92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5" y="3101"/>
              <a:ext cx="225" cy="33"/>
              <a:chOff x="2400" y="3511"/>
              <a:chExt cx="281" cy="41"/>
            </a:xfrm>
          </p:grpSpPr>
          <p:sp>
            <p:nvSpPr>
              <p:cNvPr id="41" name="Line 73">
                <a:extLst>
                  <a:ext uri="{FF2B5EF4-FFF2-40B4-BE49-F238E27FC236}">
                    <a16:creationId xmlns:a16="http://schemas.microsoft.com/office/drawing/2014/main" id="{04CCEDE5-1B93-413D-A178-3A916999A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2" name="Oval 74">
                <a:extLst>
                  <a:ext uri="{FF2B5EF4-FFF2-40B4-BE49-F238E27FC236}">
                    <a16:creationId xmlns:a16="http://schemas.microsoft.com/office/drawing/2014/main" id="{9762CBD6-19B4-4073-B032-0C71D2823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9" name="Object 75">
              <a:extLst>
                <a:ext uri="{FF2B5EF4-FFF2-40B4-BE49-F238E27FC236}">
                  <a16:creationId xmlns:a16="http://schemas.microsoft.com/office/drawing/2014/main" id="{78447315-4489-4D1F-9A38-7843838AF1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5668702"/>
                </p:ext>
              </p:extLst>
            </p:nvPr>
          </p:nvGraphicFramePr>
          <p:xfrm>
            <a:off x="2671" y="3378"/>
            <a:ext cx="105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52" name="Equation" r:id="rId19" imgW="190440" imgH="266400" progId="Equation.DSMT4">
                    <p:embed/>
                  </p:oleObj>
                </mc:Choice>
                <mc:Fallback>
                  <p:oleObj name="Equation" r:id="rId19" imgW="190440" imgH="266400" progId="Equation.DSMT4">
                    <p:embed/>
                    <p:pic>
                      <p:nvPicPr>
                        <p:cNvPr id="129099" name="Object 75">
                          <a:extLst>
                            <a:ext uri="{FF2B5EF4-FFF2-40B4-BE49-F238E27FC236}">
                              <a16:creationId xmlns:a16="http://schemas.microsoft.com/office/drawing/2014/main" id="{3D54B724-3608-4DD9-AC9D-79A42A27F3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3378"/>
                          <a:ext cx="105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Line 76">
              <a:extLst>
                <a:ext uri="{FF2B5EF4-FFF2-40B4-BE49-F238E27FC236}">
                  <a16:creationId xmlns:a16="http://schemas.microsoft.com/office/drawing/2014/main" id="{262E1826-39E8-41B2-AEF3-BD22776E3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3111"/>
              <a:ext cx="0" cy="2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" name="Group 39">
            <a:extLst>
              <a:ext uri="{FF2B5EF4-FFF2-40B4-BE49-F238E27FC236}">
                <a16:creationId xmlns:a16="http://schemas.microsoft.com/office/drawing/2014/main" id="{C37FC2E5-DA6E-443D-BFFA-2A831858137B}"/>
              </a:ext>
            </a:extLst>
          </p:cNvPr>
          <p:cNvGrpSpPr>
            <a:grpSpLocks/>
          </p:cNvGrpSpPr>
          <p:nvPr/>
        </p:nvGrpSpPr>
        <p:grpSpPr bwMode="auto">
          <a:xfrm>
            <a:off x="5735861" y="2224087"/>
            <a:ext cx="404812" cy="320675"/>
            <a:chOff x="2285" y="3337"/>
            <a:chExt cx="255" cy="202"/>
          </a:xfrm>
        </p:grpSpPr>
        <p:grpSp>
          <p:nvGrpSpPr>
            <p:cNvPr id="44" name="Group 40">
              <a:extLst>
                <a:ext uri="{FF2B5EF4-FFF2-40B4-BE49-F238E27FC236}">
                  <a16:creationId xmlns:a16="http://schemas.microsoft.com/office/drawing/2014/main" id="{332CC692-0C2F-434B-BB5E-7299CD110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" y="3337"/>
              <a:ext cx="225" cy="33"/>
              <a:chOff x="2400" y="3511"/>
              <a:chExt cx="281" cy="41"/>
            </a:xfrm>
          </p:grpSpPr>
          <p:sp>
            <p:nvSpPr>
              <p:cNvPr id="46" name="Line 41">
                <a:extLst>
                  <a:ext uri="{FF2B5EF4-FFF2-40B4-BE49-F238E27FC236}">
                    <a16:creationId xmlns:a16="http://schemas.microsoft.com/office/drawing/2014/main" id="{1D15E7F7-BD0A-4C42-A452-BEA327F22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7" name="Oval 42">
                <a:extLst>
                  <a:ext uri="{FF2B5EF4-FFF2-40B4-BE49-F238E27FC236}">
                    <a16:creationId xmlns:a16="http://schemas.microsoft.com/office/drawing/2014/main" id="{9235E94A-FDA4-427F-8707-3FDF8A527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5" name="Object 43">
              <a:extLst>
                <a:ext uri="{FF2B5EF4-FFF2-40B4-BE49-F238E27FC236}">
                  <a16:creationId xmlns:a16="http://schemas.microsoft.com/office/drawing/2014/main" id="{1CA0CBE3-4462-4854-A716-41153E163C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9938293"/>
                </p:ext>
              </p:extLst>
            </p:nvPr>
          </p:nvGraphicFramePr>
          <p:xfrm>
            <a:off x="2465" y="3379"/>
            <a:ext cx="75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53" name="Equation" r:id="rId21" imgW="126720" imgH="266400" progId="Equation.DSMT4">
                    <p:embed/>
                  </p:oleObj>
                </mc:Choice>
                <mc:Fallback>
                  <p:oleObj name="Equation" r:id="rId21" imgW="126720" imgH="266400" progId="Equation.DSMT4">
                    <p:embed/>
                    <p:pic>
                      <p:nvPicPr>
                        <p:cNvPr id="129067" name="Object 43">
                          <a:extLst>
                            <a:ext uri="{FF2B5EF4-FFF2-40B4-BE49-F238E27FC236}">
                              <a16:creationId xmlns:a16="http://schemas.microsoft.com/office/drawing/2014/main" id="{E8549753-5C86-4434-B22E-14B81D06EF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" y="3379"/>
                          <a:ext cx="75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Object 29">
            <a:extLst>
              <a:ext uri="{FF2B5EF4-FFF2-40B4-BE49-F238E27FC236}">
                <a16:creationId xmlns:a16="http://schemas.microsoft.com/office/drawing/2014/main" id="{E69FAAF9-7F71-4C34-8E5E-826C49760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011241"/>
              </p:ext>
            </p:extLst>
          </p:nvPr>
        </p:nvGraphicFramePr>
        <p:xfrm>
          <a:off x="1043608" y="1436687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54" name="Equation" r:id="rId23" imgW="850680" imgH="342720" progId="Equation.DSMT4">
                  <p:embed/>
                </p:oleObj>
              </mc:Choice>
              <mc:Fallback>
                <p:oleObj name="Equation" r:id="rId23" imgW="850680" imgH="342720" progId="Equation.DSMT4">
                  <p:embed/>
                  <p:pic>
                    <p:nvPicPr>
                      <p:cNvPr id="129053" name="Object 29">
                        <a:extLst>
                          <a:ext uri="{FF2B5EF4-FFF2-40B4-BE49-F238E27FC236}">
                            <a16:creationId xmlns:a16="http://schemas.microsoft.com/office/drawing/2014/main" id="{16F7C901-634D-4F50-B946-24C96E3396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436687"/>
                        <a:ext cx="850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1">
            <a:extLst>
              <a:ext uri="{FF2B5EF4-FFF2-40B4-BE49-F238E27FC236}">
                <a16:creationId xmlns:a16="http://schemas.microsoft.com/office/drawing/2014/main" id="{C32006D8-B206-4AD1-BB13-26F2CFC37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84059"/>
              </p:ext>
            </p:extLst>
          </p:nvPr>
        </p:nvGraphicFramePr>
        <p:xfrm>
          <a:off x="2529630" y="1487940"/>
          <a:ext cx="231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55" name="Equation" r:id="rId25" imgW="2311200" imgH="342720" progId="Equation.DSMT4">
                  <p:embed/>
                </p:oleObj>
              </mc:Choice>
              <mc:Fallback>
                <p:oleObj name="Equation" r:id="rId25" imgW="2311200" imgH="342720" progId="Equation.DSMT4">
                  <p:embed/>
                  <p:pic>
                    <p:nvPicPr>
                      <p:cNvPr id="129055" name="Object 31">
                        <a:extLst>
                          <a:ext uri="{FF2B5EF4-FFF2-40B4-BE49-F238E27FC236}">
                            <a16:creationId xmlns:a16="http://schemas.microsoft.com/office/drawing/2014/main" id="{98B3E28A-E1B2-4A90-8CF9-E9BCE6DB9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630" y="1487940"/>
                        <a:ext cx="2311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2">
            <a:extLst>
              <a:ext uri="{FF2B5EF4-FFF2-40B4-BE49-F238E27FC236}">
                <a16:creationId xmlns:a16="http://schemas.microsoft.com/office/drawing/2014/main" id="{30D7F21C-CB9C-42CC-A01D-A9856B1D0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127926"/>
              </p:ext>
            </p:extLst>
          </p:nvPr>
        </p:nvGraphicFramePr>
        <p:xfrm>
          <a:off x="1894508" y="1544638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56" name="Equation" r:id="rId27" imgW="571320" imgH="266400" progId="Equation.DSMT4">
                  <p:embed/>
                </p:oleObj>
              </mc:Choice>
              <mc:Fallback>
                <p:oleObj name="Equation" r:id="rId27" imgW="571320" imgH="266400" progId="Equation.DSMT4">
                  <p:embed/>
                  <p:pic>
                    <p:nvPicPr>
                      <p:cNvPr id="129056" name="Object 32">
                        <a:extLst>
                          <a:ext uri="{FF2B5EF4-FFF2-40B4-BE49-F238E27FC236}">
                            <a16:creationId xmlns:a16="http://schemas.microsoft.com/office/drawing/2014/main" id="{38394DC2-EC41-4413-8975-C45A955F5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508" y="1544638"/>
                        <a:ext cx="5715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>
            <a:extLst>
              <a:ext uri="{FF2B5EF4-FFF2-40B4-BE49-F238E27FC236}">
                <a16:creationId xmlns:a16="http://schemas.microsoft.com/office/drawing/2014/main" id="{39E43ED9-1B64-4F5C-A757-6E05C5F934F2}"/>
              </a:ext>
            </a:extLst>
          </p:cNvPr>
          <p:cNvSpPr/>
          <p:nvPr/>
        </p:nvSpPr>
        <p:spPr>
          <a:xfrm>
            <a:off x="901366" y="3535477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小数部分函数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BEB5E18A-451C-4237-9800-0EA5C7133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535029"/>
              </p:ext>
            </p:extLst>
          </p:nvPr>
        </p:nvGraphicFramePr>
        <p:xfrm>
          <a:off x="3313906" y="3608086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57" name="Equation" r:id="rId29" imgW="2031840" imgH="342720" progId="Equation.DSMT4">
                  <p:embed/>
                </p:oleObj>
              </mc:Choice>
              <mc:Fallback>
                <p:oleObj name="Equation" r:id="rId29" imgW="2031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313906" y="3608086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652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3919EE-510E-44CD-98A4-242FABC7E668}"/>
              </a:ext>
            </a:extLst>
          </p:cNvPr>
          <p:cNvSpPr/>
          <p:nvPr/>
        </p:nvSpPr>
        <p:spPr>
          <a:xfrm>
            <a:off x="792735" y="476905"/>
            <a:ext cx="41793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(4)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狄利克雷（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Dirichlet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）函数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DEF78A8-9859-4683-976F-5C9152583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147552"/>
              </p:ext>
            </p:extLst>
          </p:nvPr>
        </p:nvGraphicFramePr>
        <p:xfrm>
          <a:off x="5206689" y="247506"/>
          <a:ext cx="3556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6" name="Equation" r:id="rId3" imgW="3555720" imgH="939600" progId="Equation.DSMT4">
                  <p:embed/>
                </p:oleObj>
              </mc:Choice>
              <mc:Fallback>
                <p:oleObj name="Equation" r:id="rId3" imgW="35557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06689" y="247506"/>
                        <a:ext cx="3556000" cy="939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719BCBF1-83FB-47C6-890D-2CFF8D703C23}"/>
              </a:ext>
            </a:extLst>
          </p:cNvPr>
          <p:cNvSpPr/>
          <p:nvPr/>
        </p:nvSpPr>
        <p:spPr>
          <a:xfrm>
            <a:off x="406065" y="489763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46757C9-CCCA-4A69-9AA9-B5585756F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657603"/>
              </p:ext>
            </p:extLst>
          </p:nvPr>
        </p:nvGraphicFramePr>
        <p:xfrm>
          <a:off x="614680" y="1942804"/>
          <a:ext cx="383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7" name="Equation" r:id="rId5" imgW="3835080" imgH="914400" progId="Equation.DSMT4">
                  <p:embed/>
                </p:oleObj>
              </mc:Choice>
              <mc:Fallback>
                <p:oleObj name="Equation" r:id="rId5" imgW="3835080" imgH="914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DEF78A8-9859-4683-976F-5C9152583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4680" y="1942804"/>
                        <a:ext cx="3835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4FD9B39-0820-41EB-AFE4-3B24F7758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739177"/>
              </p:ext>
            </p:extLst>
          </p:nvPr>
        </p:nvGraphicFramePr>
        <p:xfrm>
          <a:off x="4644008" y="1888649"/>
          <a:ext cx="429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8" name="Equation" r:id="rId7" imgW="4292280" imgH="914400" progId="Equation.DSMT4">
                  <p:embed/>
                </p:oleObj>
              </mc:Choice>
              <mc:Fallback>
                <p:oleObj name="Equation" r:id="rId7" imgW="4292280" imgH="914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46757C9-CCCA-4A69-9AA9-B5585756FF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4008" y="1888649"/>
                        <a:ext cx="4292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0F404D0-AB52-47F4-AD29-C7E87134FDA3}"/>
              </a:ext>
            </a:extLst>
          </p:cNvPr>
          <p:cNvSpPr/>
          <p:nvPr/>
        </p:nvSpPr>
        <p:spPr>
          <a:xfrm>
            <a:off x="1043608" y="1295515"/>
            <a:ext cx="50577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狄利克雷（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Dirichlet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）函数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常用变形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DC534EF-D3E1-434C-BBFB-EC96A2A5C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271130"/>
              </p:ext>
            </p:extLst>
          </p:nvPr>
        </p:nvGraphicFramePr>
        <p:xfrm>
          <a:off x="683568" y="3013927"/>
          <a:ext cx="5499100" cy="1860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9" name="Equation" r:id="rId9" imgW="5499000" imgH="2057400" progId="Equation.DSMT4">
                  <p:embed/>
                </p:oleObj>
              </mc:Choice>
              <mc:Fallback>
                <p:oleObj name="Equation" r:id="rId9" imgW="5499000" imgH="2057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568" y="3013927"/>
                        <a:ext cx="5499100" cy="1860181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C1B50FF-D0DD-4A15-87A1-F1257E230DE4}"/>
              </a:ext>
            </a:extLst>
          </p:cNvPr>
          <p:cNvSpPr/>
          <p:nvPr/>
        </p:nvSpPr>
        <p:spPr>
          <a:xfrm>
            <a:off x="6300192" y="3713184"/>
            <a:ext cx="1728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黎曼函数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465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03364423-B5FF-4E1D-8977-CF689C54C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525" y="235737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函数的几种特性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D147E6A-C5F1-437B-83E3-74F3B750C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892465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有界性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12688A-18EC-421C-8383-B1E3BA56FA54}"/>
              </a:ext>
            </a:extLst>
          </p:cNvPr>
          <p:cNvGrpSpPr/>
          <p:nvPr/>
        </p:nvGrpSpPr>
        <p:grpSpPr>
          <a:xfrm>
            <a:off x="1115616" y="1323594"/>
            <a:ext cx="8784976" cy="461665"/>
            <a:chOff x="903795" y="1460258"/>
            <a:chExt cx="8784976" cy="461665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17C4FB9C-52F8-441F-BA6D-408D8CA37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795" y="1460258"/>
              <a:ext cx="87849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设函数    的定义域为   数集       若存在数    使得 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30B38FB-BDD7-4BB4-B7D9-6DF5F7B883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315928"/>
                </p:ext>
              </p:extLst>
            </p:nvPr>
          </p:nvGraphicFramePr>
          <p:xfrm>
            <a:off x="1907704" y="155630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9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07704" y="155630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B4B4747-13D2-40AA-BB83-15C856CAC2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7718542"/>
                </p:ext>
              </p:extLst>
            </p:nvPr>
          </p:nvGraphicFramePr>
          <p:xfrm>
            <a:off x="4139952" y="1569008"/>
            <a:ext cx="342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93" name="Equation" r:id="rId5" imgW="342720" imgH="330120" progId="Equation.DSMT4">
                    <p:embed/>
                  </p:oleObj>
                </mc:Choice>
                <mc:Fallback>
                  <p:oleObj name="Equation" r:id="rId5" imgW="342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39952" y="1569008"/>
                          <a:ext cx="342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4FCB359F-8429-4F48-982C-62DA90471D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214239"/>
                </p:ext>
              </p:extLst>
            </p:nvPr>
          </p:nvGraphicFramePr>
          <p:xfrm>
            <a:off x="5220072" y="1556308"/>
            <a:ext cx="965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94" name="Equation" r:id="rId7" imgW="965160" imgH="330120" progId="Equation.DSMT4">
                    <p:embed/>
                  </p:oleObj>
                </mc:Choice>
                <mc:Fallback>
                  <p:oleObj name="Equation" r:id="rId7" imgW="9651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20072" y="1556308"/>
                          <a:ext cx="965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ECD2902-5E01-4180-B7E5-7D2C934985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0344528"/>
                </p:ext>
              </p:extLst>
            </p:nvPr>
          </p:nvGraphicFramePr>
          <p:xfrm>
            <a:off x="7505221" y="1530908"/>
            <a:ext cx="431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95" name="Equation" r:id="rId9" imgW="431640" imgH="380880" progId="Equation.DSMT4">
                    <p:embed/>
                  </p:oleObj>
                </mc:Choice>
                <mc:Fallback>
                  <p:oleObj name="Equation" r:id="rId9" imgW="431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505221" y="1530908"/>
                          <a:ext cx="431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F5B75DA-C1CA-47BF-BCF8-F56F828BA0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089227"/>
              </p:ext>
            </p:extLst>
          </p:nvPr>
        </p:nvGraphicFramePr>
        <p:xfrm>
          <a:off x="3628132" y="1843173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96" name="Equation" r:id="rId11" imgW="1218960" imgH="380880" progId="Equation.DSMT4">
                  <p:embed/>
                </p:oleObj>
              </mc:Choice>
              <mc:Fallback>
                <p:oleObj name="Equation" r:id="rId11" imgW="1218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28132" y="1843173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DF3574CD-7BF1-46DC-AB81-34E412B7596A}"/>
              </a:ext>
            </a:extLst>
          </p:cNvPr>
          <p:cNvGrpSpPr/>
          <p:nvPr/>
        </p:nvGrpSpPr>
        <p:grpSpPr>
          <a:xfrm>
            <a:off x="386377" y="2362716"/>
            <a:ext cx="8506103" cy="476056"/>
            <a:chOff x="386377" y="2362716"/>
            <a:chExt cx="8506103" cy="476056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926D6979-D20D-4271-8651-FEB1F539D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377" y="2377107"/>
              <a:ext cx="5174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对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34FE97C8-6339-4398-B84C-A34ED91B4F82}"/>
                </a:ext>
              </a:extLst>
            </p:cNvPr>
            <p:cNvGrpSpPr/>
            <p:nvPr/>
          </p:nvGrpSpPr>
          <p:grpSpPr>
            <a:xfrm>
              <a:off x="827584" y="2362716"/>
              <a:ext cx="8064896" cy="461665"/>
              <a:chOff x="755576" y="2463306"/>
              <a:chExt cx="8064896" cy="461665"/>
            </a:xfrm>
          </p:grpSpPr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C8925B39-AEC4-4A7D-9E53-2AA829E057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0404402"/>
                  </p:ext>
                </p:extLst>
              </p:nvPr>
            </p:nvGraphicFramePr>
            <p:xfrm>
              <a:off x="755576" y="2571750"/>
              <a:ext cx="9398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7" name="Equation" r:id="rId13" imgW="939600" imgH="279360" progId="Equation.DSMT4">
                      <p:embed/>
                    </p:oleObj>
                  </mc:Choice>
                  <mc:Fallback>
                    <p:oleObj name="Equation" r:id="rId13" imgW="939600" imgH="2793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55576" y="2571750"/>
                            <a:ext cx="9398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54951CE-CF7B-43B1-AE91-8A5F3F98927B}"/>
                  </a:ext>
                </a:extLst>
              </p:cNvPr>
              <p:cNvSpPr/>
              <p:nvPr/>
            </p:nvSpPr>
            <p:spPr>
              <a:xfrm>
                <a:off x="1619672" y="2463306"/>
                <a:ext cx="72008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+mj-ea"/>
                    <a:cs typeface="Times New Roman" panose="02020603050405020304" pitchFamily="18" charset="0"/>
                  </a:rPr>
                  <a:t>都成立，称函数    在  上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cs typeface="Times New Roman" panose="02020603050405020304" pitchFamily="18" charset="0"/>
                  </a:rPr>
                  <a:t>有上界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+mj-ea"/>
                    <a:cs typeface="Times New Roman" panose="02020603050405020304" pitchFamily="18" charset="0"/>
                  </a:rPr>
                  <a:t>.</a:t>
                </a:r>
                <a:endParaRPr lang="zh-CN" altLang="en-US" sz="2400" dirty="0"/>
              </a:p>
            </p:txBody>
          </p:sp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85C4C59A-B7B4-4E54-B02C-CE18789674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2673005"/>
                  </p:ext>
                </p:extLst>
              </p:nvPr>
            </p:nvGraphicFramePr>
            <p:xfrm>
              <a:off x="3860991" y="2539999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8" name="Equation" r:id="rId15" imgW="622080" imgH="342720" progId="Equation.DSMT4">
                      <p:embed/>
                    </p:oleObj>
                  </mc:Choice>
                  <mc:Fallback>
                    <p:oleObj name="Equation" r:id="rId15" imgW="62208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860991" y="2539999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E0868993-0536-4509-B081-F8FCCEB5CC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8303327"/>
                  </p:ext>
                </p:extLst>
              </p:nvPr>
            </p:nvGraphicFramePr>
            <p:xfrm>
              <a:off x="4775176" y="2578099"/>
              <a:ext cx="3048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9" name="Equation" r:id="rId17" imgW="304560" imgH="266400" progId="Equation.DSMT4">
                      <p:embed/>
                    </p:oleObj>
                  </mc:Choice>
                  <mc:Fallback>
                    <p:oleObj name="Equation" r:id="rId17" imgW="304560" imgH="266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775176" y="2578099"/>
                            <a:ext cx="3048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1A3911B-C024-404F-97EA-0E27B495B558}"/>
              </a:ext>
            </a:extLst>
          </p:cNvPr>
          <p:cNvGrpSpPr/>
          <p:nvPr/>
        </p:nvGrpSpPr>
        <p:grpSpPr>
          <a:xfrm>
            <a:off x="903795" y="2955241"/>
            <a:ext cx="3236157" cy="461665"/>
            <a:chOff x="903795" y="2955241"/>
            <a:chExt cx="3236157" cy="461665"/>
          </a:xfrm>
        </p:grpSpPr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F34D0696-91BC-428B-9EBA-4E78A5DA0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795" y="2955241"/>
              <a:ext cx="32361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若存在数    使得 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894EF19-CFF4-445B-B81F-2BDE120BC5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680564"/>
                </p:ext>
              </p:extLst>
            </p:nvPr>
          </p:nvGraphicFramePr>
          <p:xfrm>
            <a:off x="2225187" y="3035906"/>
            <a:ext cx="457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00" name="Equation" r:id="rId19" imgW="457200" imgH="380880" progId="Equation.DSMT4">
                    <p:embed/>
                  </p:oleObj>
                </mc:Choice>
                <mc:Fallback>
                  <p:oleObj name="Equation" r:id="rId19" imgW="457200" imgH="380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ECD2902-5E01-4180-B7E5-7D2C934985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225187" y="3035906"/>
                          <a:ext cx="457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CDCFBC3-CB89-4358-8182-3B48A9F36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048695"/>
              </p:ext>
            </p:extLst>
          </p:nvPr>
        </p:nvGraphicFramePr>
        <p:xfrm>
          <a:off x="3615432" y="3406681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01" name="Equation" r:id="rId21" imgW="1244520" imgH="380880" progId="Equation.DSMT4">
                  <p:embed/>
                </p:oleObj>
              </mc:Choice>
              <mc:Fallback>
                <p:oleObj name="Equation" r:id="rId21" imgW="124452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CF5B75DA-C1CA-47BF-BCF8-F56F828BA0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15432" y="3406681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ACE53123-8B31-4DB4-9E6A-CDD07230E72A}"/>
              </a:ext>
            </a:extLst>
          </p:cNvPr>
          <p:cNvGrpSpPr/>
          <p:nvPr/>
        </p:nvGrpSpPr>
        <p:grpSpPr>
          <a:xfrm>
            <a:off x="482824" y="4139148"/>
            <a:ext cx="7200800" cy="461665"/>
            <a:chOff x="332599" y="4075142"/>
            <a:chExt cx="7200800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C165580-A7A0-4C1C-90B0-969E35F21BEB}"/>
                </a:ext>
              </a:extLst>
            </p:cNvPr>
            <p:cNvSpPr/>
            <p:nvPr/>
          </p:nvSpPr>
          <p:spPr>
            <a:xfrm>
              <a:off x="332599" y="4075142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Times New Roman" panose="02020603050405020304" pitchFamily="18" charset="0"/>
                </a:rPr>
                <a:t>对      都成立，称函数    在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cs typeface="Times New Roman" panose="02020603050405020304" pitchFamily="18" charset="0"/>
                </a:rPr>
                <a:t>有下界</a:t>
              </a:r>
              <a:r>
                <a:rPr lang="en-US" altLang="zh-CN" sz="2400" b="1" dirty="0">
                  <a:solidFill>
                    <a:srgbClr val="FF0000"/>
                  </a:solidFill>
                  <a:latin typeface="+mj-ea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6CA7800-EC38-4F25-92D4-39126FEB39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1466399"/>
                </p:ext>
              </p:extLst>
            </p:nvPr>
          </p:nvGraphicFramePr>
          <p:xfrm>
            <a:off x="773806" y="4156267"/>
            <a:ext cx="939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02" name="Equation" r:id="rId23" imgW="939600" imgH="279360" progId="Equation.DSMT4">
                    <p:embed/>
                  </p:oleObj>
                </mc:Choice>
                <mc:Fallback>
                  <p:oleObj name="Equation" r:id="rId23" imgW="939600" imgH="2793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C8925B39-AEC4-4A7D-9E53-2AA829E057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73806" y="4156267"/>
                          <a:ext cx="939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EE3E332A-B5B7-4516-809A-71EF8B38A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3267889"/>
                </p:ext>
              </p:extLst>
            </p:nvPr>
          </p:nvGraphicFramePr>
          <p:xfrm>
            <a:off x="3750698" y="415626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03" name="Equation" r:id="rId25" imgW="622080" imgH="342720" progId="Equation.DSMT4">
                    <p:embed/>
                  </p:oleObj>
                </mc:Choice>
                <mc:Fallback>
                  <p:oleObj name="Equation" r:id="rId25" imgW="6220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85C4C59A-B7B4-4E54-B02C-CE18789674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750698" y="415626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B59A6DC7-E2B8-4986-8C3B-62535C4990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2368016"/>
                </p:ext>
              </p:extLst>
            </p:nvPr>
          </p:nvGraphicFramePr>
          <p:xfrm>
            <a:off x="4716016" y="4176776"/>
            <a:ext cx="304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04" name="Equation" r:id="rId27" imgW="304560" imgH="266400" progId="Equation.DSMT4">
                    <p:embed/>
                  </p:oleObj>
                </mc:Choice>
                <mc:Fallback>
                  <p:oleObj name="Equation" r:id="rId27" imgW="304560" imgH="2664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0868993-0536-4509-B081-F8FCCEB5CC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716016" y="4176776"/>
                          <a:ext cx="304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星形: 五角 31">
            <a:extLst>
              <a:ext uri="{FF2B5EF4-FFF2-40B4-BE49-F238E27FC236}">
                <a16:creationId xmlns:a16="http://schemas.microsoft.com/office/drawing/2014/main" id="{BC47A063-9E67-4F07-BB04-19B565531FA4}"/>
              </a:ext>
            </a:extLst>
          </p:cNvPr>
          <p:cNvSpPr/>
          <p:nvPr/>
        </p:nvSpPr>
        <p:spPr>
          <a:xfrm>
            <a:off x="718536" y="872154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5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863EE95-EE6D-4849-A058-C893972BFA2A}"/>
              </a:ext>
            </a:extLst>
          </p:cNvPr>
          <p:cNvGrpSpPr/>
          <p:nvPr/>
        </p:nvGrpSpPr>
        <p:grpSpPr>
          <a:xfrm>
            <a:off x="827584" y="555526"/>
            <a:ext cx="3236157" cy="461665"/>
            <a:chOff x="903795" y="2955241"/>
            <a:chExt cx="3236157" cy="461665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428E3DBA-D34B-446C-8DE7-381CEAF11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795" y="2955241"/>
              <a:ext cx="32361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若存在数    使得 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3220F90-262E-474C-B3F4-49D52C7336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598168"/>
                </p:ext>
              </p:extLst>
            </p:nvPr>
          </p:nvGraphicFramePr>
          <p:xfrm>
            <a:off x="2276486" y="3061703"/>
            <a:ext cx="355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" name="Equation" r:id="rId4" imgW="355320" imgH="330120" progId="Equation.DSMT4">
                    <p:embed/>
                  </p:oleObj>
                </mc:Choice>
                <mc:Fallback>
                  <p:oleObj name="Equation" r:id="rId4" imgW="35532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E83D1D50-8F2A-4530-B336-0B97CA2902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76486" y="3061703"/>
                          <a:ext cx="355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128CAD2-39D8-4FAF-9DA3-9BEA1EB51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124659"/>
              </p:ext>
            </p:extLst>
          </p:nvPr>
        </p:nvGraphicFramePr>
        <p:xfrm>
          <a:off x="3398727" y="1081553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6" name="Equation" r:id="rId6" imgW="1307880" imgH="342720" progId="Equation.DSMT4">
                  <p:embed/>
                </p:oleObj>
              </mc:Choice>
              <mc:Fallback>
                <p:oleObj name="Equation" r:id="rId6" imgW="13078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54B35FA-64D2-4A9E-AB7E-4F35FCE6A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98727" y="1081553"/>
                        <a:ext cx="130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79F2246A-8DAE-4FB9-9560-415C32C2CE4E}"/>
              </a:ext>
            </a:extLst>
          </p:cNvPr>
          <p:cNvGrpSpPr/>
          <p:nvPr/>
        </p:nvGrpSpPr>
        <p:grpSpPr>
          <a:xfrm>
            <a:off x="323528" y="1647205"/>
            <a:ext cx="7200800" cy="461665"/>
            <a:chOff x="332599" y="4075142"/>
            <a:chExt cx="7200800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DD6BA97-138D-4007-ADF5-8AE81781C37E}"/>
                </a:ext>
              </a:extLst>
            </p:cNvPr>
            <p:cNvSpPr/>
            <p:nvPr/>
          </p:nvSpPr>
          <p:spPr>
            <a:xfrm>
              <a:off x="332599" y="4075142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Times New Roman" panose="02020603050405020304" pitchFamily="18" charset="0"/>
                </a:rPr>
                <a:t>对      都成立，称函数    在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cs typeface="Times New Roman" panose="02020603050405020304" pitchFamily="18" charset="0"/>
                </a:rPr>
                <a:t>有界</a:t>
              </a:r>
              <a:r>
                <a:rPr lang="en-US" altLang="zh-CN" sz="2400" b="1" dirty="0">
                  <a:solidFill>
                    <a:srgbClr val="FF0000"/>
                  </a:solidFill>
                  <a:latin typeface="+mj-ea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ACE7D5F-8BE1-4686-A7A5-F2B1A5F075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5897212"/>
                </p:ext>
              </p:extLst>
            </p:nvPr>
          </p:nvGraphicFramePr>
          <p:xfrm>
            <a:off x="773806" y="4156267"/>
            <a:ext cx="939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7" name="Equation" r:id="rId8" imgW="939600" imgH="279360" progId="Equation.DSMT4">
                    <p:embed/>
                  </p:oleObj>
                </mc:Choice>
                <mc:Fallback>
                  <p:oleObj name="Equation" r:id="rId8" imgW="93960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6D68B3C-AA46-4570-BFFB-B5A0A99E92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73806" y="4156267"/>
                          <a:ext cx="939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367CB138-3899-452E-A886-94E735E2FD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20913"/>
                </p:ext>
              </p:extLst>
            </p:nvPr>
          </p:nvGraphicFramePr>
          <p:xfrm>
            <a:off x="3750698" y="415626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8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0CFDA9A4-5BAC-4F8B-A4DE-54413F09A1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50698" y="415626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841CC47-E5A3-4142-A302-9998099C81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2045062"/>
                </p:ext>
              </p:extLst>
            </p:nvPr>
          </p:nvGraphicFramePr>
          <p:xfrm>
            <a:off x="4716016" y="4176776"/>
            <a:ext cx="304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9" name="Equation" r:id="rId12" imgW="304560" imgH="266400" progId="Equation.DSMT4">
                    <p:embed/>
                  </p:oleObj>
                </mc:Choice>
                <mc:Fallback>
                  <p:oleObj name="Equation" r:id="rId12" imgW="304560" imgH="266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6AC95B43-FF07-49D7-95AC-BD8D160A1D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716016" y="4176776"/>
                          <a:ext cx="304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1C03EA72-004E-4D68-98E2-E797FB77B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95" y="2154257"/>
            <a:ext cx="73619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显然   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有界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当且仅当既有上界又有下界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0648695-BDA0-4593-96B1-E4535089E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068366"/>
              </p:ext>
            </p:extLst>
          </p:nvPr>
        </p:nvGraphicFramePr>
        <p:xfrm>
          <a:off x="1578502" y="225037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0" name="Equation" r:id="rId14" imgW="622080" imgH="342720" progId="Equation.DSMT4">
                  <p:embed/>
                </p:oleObj>
              </mc:Choice>
              <mc:Fallback>
                <p:oleObj name="Equation" r:id="rId14" imgW="62208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D8B6582-E6B0-4A69-9D72-388A11EE3E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78502" y="225037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5">
            <a:extLst>
              <a:ext uri="{FF2B5EF4-FFF2-40B4-BE49-F238E27FC236}">
                <a16:creationId xmlns:a16="http://schemas.microsoft.com/office/drawing/2014/main" id="{D7AC2C6F-086C-43ED-B104-2CA645C32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35" y="2740888"/>
            <a:ext cx="73619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Times New Roman" panose="02020603050405020304" pitchFamily="18" charset="0"/>
              </a:rPr>
              <a:t>注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无论上界还是下界，只要存在即可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3E4FDBE-19FC-46B8-B81C-7C13E888CBA2}"/>
              </a:ext>
            </a:extLst>
          </p:cNvPr>
          <p:cNvGrpSpPr/>
          <p:nvPr/>
        </p:nvGrpSpPr>
        <p:grpSpPr>
          <a:xfrm>
            <a:off x="740557" y="3333857"/>
            <a:ext cx="8163343" cy="461665"/>
            <a:chOff x="801144" y="3229066"/>
            <a:chExt cx="8163343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9376D49-4B1C-407B-8F5B-BF1A9455D3EC}"/>
                </a:ext>
              </a:extLst>
            </p:cNvPr>
            <p:cNvSpPr/>
            <p:nvPr/>
          </p:nvSpPr>
          <p:spPr>
            <a:xfrm>
              <a:off x="801144" y="3229066"/>
              <a:ext cx="81633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Times New Roman" panose="02020603050405020304" pitchFamily="18" charset="0"/>
                </a:rPr>
                <a:t>若对任意正数   总存在       使得           那么函数           </a:t>
              </a:r>
              <a:endParaRPr lang="zh-CN" altLang="en-US" sz="2400" dirty="0"/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F35BFF27-35DE-4F98-A527-1C9ED92961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7458519"/>
                </p:ext>
              </p:extLst>
            </p:nvPr>
          </p:nvGraphicFramePr>
          <p:xfrm>
            <a:off x="2699792" y="3327230"/>
            <a:ext cx="419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1" name="Equation" r:id="rId15" imgW="419040" imgH="330120" progId="Equation.DSMT4">
                    <p:embed/>
                  </p:oleObj>
                </mc:Choice>
                <mc:Fallback>
                  <p:oleObj name="Equation" r:id="rId15" imgW="419040" imgH="3301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EE3E332A-B5B7-4516-809A-71EF8B38A8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99792" y="3327230"/>
                          <a:ext cx="419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3DF5AF96-EA50-4269-AD76-222526E1B7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877469"/>
                </p:ext>
              </p:extLst>
            </p:nvPr>
          </p:nvGraphicFramePr>
          <p:xfrm>
            <a:off x="5902587" y="3281347"/>
            <a:ext cx="152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2" name="Equation" r:id="rId17" imgW="1523880" imgH="380880" progId="Equation.DSMT4">
                    <p:embed/>
                  </p:oleObj>
                </mc:Choice>
                <mc:Fallback>
                  <p:oleObj name="Equation" r:id="rId17" imgW="1523880" imgH="38088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B59A6DC7-E2B8-4986-8C3B-62535C4990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902587" y="3281347"/>
                          <a:ext cx="1524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D718045-21C2-4B70-9AFF-3C4CE56EA6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8410373"/>
                </p:ext>
              </p:extLst>
            </p:nvPr>
          </p:nvGraphicFramePr>
          <p:xfrm>
            <a:off x="4159815" y="3269398"/>
            <a:ext cx="90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3" name="Equation" r:id="rId19" imgW="901440" imgH="380880" progId="Equation.DSMT4">
                    <p:embed/>
                  </p:oleObj>
                </mc:Choice>
                <mc:Fallback>
                  <p:oleObj name="Equation" r:id="rId19" imgW="901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59815" y="3269398"/>
                          <a:ext cx="90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38721892-1FB5-4A0B-B553-71538EA512E4}"/>
              </a:ext>
            </a:extLst>
          </p:cNvPr>
          <p:cNvSpPr/>
          <p:nvPr/>
        </p:nvSpPr>
        <p:spPr>
          <a:xfrm>
            <a:off x="323528" y="3997140"/>
            <a:ext cx="8163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    在   上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无界</a:t>
            </a:r>
            <a:r>
              <a:rPr lang="en-US" altLang="zh-CN" sz="2400" b="1" dirty="0">
                <a:latin typeface="+mj-ea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848A6D1-4613-472B-86B1-E5C2B8C17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267597"/>
              </p:ext>
            </p:extLst>
          </p:nvPr>
        </p:nvGraphicFramePr>
        <p:xfrm>
          <a:off x="323528" y="409462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4" name="Equation" r:id="rId21" imgW="622080" imgH="342720" progId="Equation.DSMT4">
                  <p:embed/>
                </p:oleObj>
              </mc:Choice>
              <mc:Fallback>
                <p:oleObj name="Equation" r:id="rId21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3528" y="409462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5FC5D31-478C-49E3-9208-3BC0B4A7B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823044"/>
              </p:ext>
            </p:extLst>
          </p:nvPr>
        </p:nvGraphicFramePr>
        <p:xfrm>
          <a:off x="1399735" y="4094623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5" name="Equation" r:id="rId23" imgW="304560" imgH="266400" progId="Equation.DSMT4">
                  <p:embed/>
                </p:oleObj>
              </mc:Choice>
              <mc:Fallback>
                <p:oleObj name="Equation" r:id="rId23" imgW="304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99735" y="4094623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6769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1">
            <a:extLst>
              <a:ext uri="{FF2B5EF4-FFF2-40B4-BE49-F238E27FC236}">
                <a16:creationId xmlns:a16="http://schemas.microsoft.com/office/drawing/2014/main" id="{C2F916C2-16A5-41B8-AB38-17E28EED2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72" y="535388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单调性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16AC3925-42E9-4A52-A70B-8056A555B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6439"/>
              </p:ext>
            </p:extLst>
          </p:nvPr>
        </p:nvGraphicFramePr>
        <p:xfrm>
          <a:off x="5142285" y="2492846"/>
          <a:ext cx="1206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0" name="公式" r:id="rId4" imgW="431640" imgH="203040" progId="Equation.3">
                  <p:embed/>
                </p:oleObj>
              </mc:Choice>
              <mc:Fallback>
                <p:oleObj name="公式" r:id="rId4" imgW="431640" imgH="203040" progId="Equation.3">
                  <p:embed/>
                  <p:pic>
                    <p:nvPicPr>
                      <p:cNvPr id="120856" name="Object 24">
                        <a:extLst>
                          <a:ext uri="{FF2B5EF4-FFF2-40B4-BE49-F238E27FC236}">
                            <a16:creationId xmlns:a16="http://schemas.microsoft.com/office/drawing/2014/main" id="{F25EA1AC-0158-41A9-9E2C-871CBCC1B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2285" y="2492846"/>
                        <a:ext cx="12065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5">
            <a:extLst>
              <a:ext uri="{FF2B5EF4-FFF2-40B4-BE49-F238E27FC236}">
                <a16:creationId xmlns:a16="http://schemas.microsoft.com/office/drawing/2014/main" id="{72787F50-A085-4A25-9749-25ACFD186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585" y="2456334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260E5028-13F3-457C-9BE5-144EA914F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185" y="2524596"/>
            <a:ext cx="441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若对任意正数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均存在 </a:t>
            </a:r>
          </a:p>
        </p:txBody>
      </p:sp>
      <p:graphicFrame>
        <p:nvGraphicFramePr>
          <p:cNvPr id="6" name="Object 27">
            <a:extLst>
              <a:ext uri="{FF2B5EF4-FFF2-40B4-BE49-F238E27FC236}">
                <a16:creationId xmlns:a16="http://schemas.microsoft.com/office/drawing/2014/main" id="{3719EDFC-64C8-434B-8EE0-89CAD7023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00594"/>
              </p:ext>
            </p:extLst>
          </p:nvPr>
        </p:nvGraphicFramePr>
        <p:xfrm>
          <a:off x="6807573" y="2413471"/>
          <a:ext cx="1985962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1" name="公式" r:id="rId6" imgW="787320" imgH="253800" progId="Equation.3">
                  <p:embed/>
                </p:oleObj>
              </mc:Choice>
              <mc:Fallback>
                <p:oleObj name="公式" r:id="rId6" imgW="787320" imgH="253800" progId="Equation.3">
                  <p:embed/>
                  <p:pic>
                    <p:nvPicPr>
                      <p:cNvPr id="120859" name="Object 27">
                        <a:extLst>
                          <a:ext uri="{FF2B5EF4-FFF2-40B4-BE49-F238E27FC236}">
                            <a16:creationId xmlns:a16="http://schemas.microsoft.com/office/drawing/2014/main" id="{DFA0487A-2F4D-40B4-82C1-885720905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573" y="2413471"/>
                        <a:ext cx="1985962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8">
            <a:extLst>
              <a:ext uri="{FF2B5EF4-FFF2-40B4-BE49-F238E27FC236}">
                <a16:creationId xmlns:a16="http://schemas.microsoft.com/office/drawing/2014/main" id="{7EB8431F-3AAE-4679-8A8D-2A5CC0EC9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385" y="3062759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则称 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0B5A3E86-32C4-4A9D-BB7C-F056E506D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548" y="1222846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称 为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有上界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23FC4AF9-3E74-42AD-B69F-D03737F5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960" y="1908646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称 为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有下界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1">
            <a:extLst>
              <a:ext uri="{FF2B5EF4-FFF2-40B4-BE49-F238E27FC236}">
                <a16:creationId xmlns:a16="http://schemas.microsoft.com/office/drawing/2014/main" id="{1A9179D4-1CE5-41D9-A7BD-5A542FD72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231995"/>
              </p:ext>
            </p:extLst>
          </p:nvPr>
        </p:nvGraphicFramePr>
        <p:xfrm>
          <a:off x="1702173" y="1283171"/>
          <a:ext cx="21939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2" name="公式" r:id="rId8" imgW="914400" imgH="203040" progId="Equation.3">
                  <p:embed/>
                </p:oleObj>
              </mc:Choice>
              <mc:Fallback>
                <p:oleObj name="公式" r:id="rId8" imgW="914400" imgH="203040" progId="Equation.3">
                  <p:embed/>
                  <p:pic>
                    <p:nvPicPr>
                      <p:cNvPr id="120863" name="Object 31">
                        <a:extLst>
                          <a:ext uri="{FF2B5EF4-FFF2-40B4-BE49-F238E27FC236}">
                            <a16:creationId xmlns:a16="http://schemas.microsoft.com/office/drawing/2014/main" id="{E6D0338D-CBE4-4044-8CA7-0A83BC958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173" y="1283171"/>
                        <a:ext cx="21939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D329800F-8D6D-44DF-8AF8-76BA6093B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945634"/>
              </p:ext>
            </p:extLst>
          </p:nvPr>
        </p:nvGraphicFramePr>
        <p:xfrm>
          <a:off x="1700585" y="1968971"/>
          <a:ext cx="21939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3" name="公式" r:id="rId10" imgW="914400" imgH="203040" progId="Equation.3">
                  <p:embed/>
                </p:oleObj>
              </mc:Choice>
              <mc:Fallback>
                <p:oleObj name="公式" r:id="rId10" imgW="914400" imgH="203040" progId="Equation.3">
                  <p:embed/>
                  <p:pic>
                    <p:nvPicPr>
                      <p:cNvPr id="120864" name="Object 32">
                        <a:extLst>
                          <a:ext uri="{FF2B5EF4-FFF2-40B4-BE49-F238E27FC236}">
                            <a16:creationId xmlns:a16="http://schemas.microsoft.com/office/drawing/2014/main" id="{722CE332-A34F-40AF-992F-B3B3BFC7B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585" y="1968971"/>
                        <a:ext cx="21939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3">
            <a:extLst>
              <a:ext uri="{FF2B5EF4-FFF2-40B4-BE49-F238E27FC236}">
                <a16:creationId xmlns:a16="http://schemas.microsoft.com/office/drawing/2014/main" id="{DC9E14AF-7B9A-47E5-BA38-E065141C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973" y="1070446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</a:p>
        </p:txBody>
      </p:sp>
      <p:sp>
        <p:nvSpPr>
          <p:cNvPr id="13" name="Rectangle 34">
            <a:extLst>
              <a:ext uri="{FF2B5EF4-FFF2-40B4-BE49-F238E27FC236}">
                <a16:creationId xmlns:a16="http://schemas.microsoft.com/office/drawing/2014/main" id="{15817281-E5C7-490A-AE72-7A64BAAD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54" y="1162224"/>
            <a:ext cx="8305800" cy="2362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35">
            <a:extLst>
              <a:ext uri="{FF2B5EF4-FFF2-40B4-BE49-F238E27FC236}">
                <a16:creationId xmlns:a16="http://schemas.microsoft.com/office/drawing/2014/main" id="{90396FC0-8F59-4384-A271-C97EB0865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031430"/>
              </p:ext>
            </p:extLst>
          </p:nvPr>
        </p:nvGraphicFramePr>
        <p:xfrm>
          <a:off x="987270" y="1205445"/>
          <a:ext cx="273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4" name="Equation" r:id="rId12" imgW="2730240" imgH="393480" progId="Equation.DSMT4">
                  <p:embed/>
                </p:oleObj>
              </mc:Choice>
              <mc:Fallback>
                <p:oleObj name="Equation" r:id="rId12" imgW="2730240" imgH="393480" progId="Equation.DSMT4">
                  <p:embed/>
                  <p:pic>
                    <p:nvPicPr>
                      <p:cNvPr id="120867" name="Object 35">
                        <a:extLst>
                          <a:ext uri="{FF2B5EF4-FFF2-40B4-BE49-F238E27FC236}">
                            <a16:creationId xmlns:a16="http://schemas.microsoft.com/office/drawing/2014/main" id="{4853B34A-6D5F-4530-AEBB-ABEABCFE7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270" y="1205445"/>
                        <a:ext cx="2730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8">
            <a:extLst>
              <a:ext uri="{FF2B5EF4-FFF2-40B4-BE49-F238E27FC236}">
                <a16:creationId xmlns:a16="http://schemas.microsoft.com/office/drawing/2014/main" id="{AB895F0A-C81A-41D3-998B-6C7AC6848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358720"/>
              </p:ext>
            </p:extLst>
          </p:nvPr>
        </p:nvGraphicFramePr>
        <p:xfrm>
          <a:off x="3781799" y="1207826"/>
          <a:ext cx="21351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" name="Equation" r:id="rId14" imgW="2133360" imgH="393480" progId="Equation.DSMT4">
                  <p:embed/>
                </p:oleObj>
              </mc:Choice>
              <mc:Fallback>
                <p:oleObj name="Equation" r:id="rId14" imgW="2133360" imgH="393480" progId="Equation.DSMT4">
                  <p:embed/>
                  <p:pic>
                    <p:nvPicPr>
                      <p:cNvPr id="120870" name="Object 38">
                        <a:extLst>
                          <a:ext uri="{FF2B5EF4-FFF2-40B4-BE49-F238E27FC236}">
                            <a16:creationId xmlns:a16="http://schemas.microsoft.com/office/drawing/2014/main" id="{02D5C389-5142-4FC6-83B7-E279D963BB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799" y="1207826"/>
                        <a:ext cx="21351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9">
            <a:extLst>
              <a:ext uri="{FF2B5EF4-FFF2-40B4-BE49-F238E27FC236}">
                <a16:creationId xmlns:a16="http://schemas.microsoft.com/office/drawing/2014/main" id="{3BB0F345-C86B-43E9-92C1-C2822841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73" y="1764316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 </a:t>
            </a:r>
          </a:p>
        </p:txBody>
      </p:sp>
      <p:graphicFrame>
        <p:nvGraphicFramePr>
          <p:cNvPr id="17" name="Object 40">
            <a:extLst>
              <a:ext uri="{FF2B5EF4-FFF2-40B4-BE49-F238E27FC236}">
                <a16:creationId xmlns:a16="http://schemas.microsoft.com/office/drawing/2014/main" id="{B36615B6-F9DB-449A-83B5-E94027624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799749"/>
              </p:ext>
            </p:extLst>
          </p:nvPr>
        </p:nvGraphicFramePr>
        <p:xfrm>
          <a:off x="770826" y="1821169"/>
          <a:ext cx="6238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6" name="Equation" r:id="rId16" imgW="622080" imgH="342720" progId="Equation.DSMT4">
                  <p:embed/>
                </p:oleObj>
              </mc:Choice>
              <mc:Fallback>
                <p:oleObj name="Equation" r:id="rId16" imgW="622080" imgH="342720" progId="Equation.DSMT4">
                  <p:embed/>
                  <p:pic>
                    <p:nvPicPr>
                      <p:cNvPr id="120872" name="Object 40">
                        <a:extLst>
                          <a:ext uri="{FF2B5EF4-FFF2-40B4-BE49-F238E27FC236}">
                            <a16:creationId xmlns:a16="http://schemas.microsoft.com/office/drawing/2014/main" id="{B3535DEE-47D7-4384-84F7-2312FFCEB3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26" y="1821169"/>
                        <a:ext cx="6238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1">
            <a:extLst>
              <a:ext uri="{FF2B5EF4-FFF2-40B4-BE49-F238E27FC236}">
                <a16:creationId xmlns:a16="http://schemas.microsoft.com/office/drawing/2014/main" id="{D015AC2C-93A2-4150-8D1B-A84572974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654" y="1746783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</a:p>
        </p:txBody>
      </p:sp>
      <p:graphicFrame>
        <p:nvGraphicFramePr>
          <p:cNvPr id="19" name="Object 42">
            <a:extLst>
              <a:ext uri="{FF2B5EF4-FFF2-40B4-BE49-F238E27FC236}">
                <a16:creationId xmlns:a16="http://schemas.microsoft.com/office/drawing/2014/main" id="{FD58773A-B1AD-4CCD-9EB4-EDCE5B2B8A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732354"/>
              </p:ext>
            </p:extLst>
          </p:nvPr>
        </p:nvGraphicFramePr>
        <p:xfrm>
          <a:off x="971129" y="2453125"/>
          <a:ext cx="213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7" name="Equation" r:id="rId18" imgW="2133360" imgH="393480" progId="Equation.DSMT4">
                  <p:embed/>
                </p:oleObj>
              </mc:Choice>
              <mc:Fallback>
                <p:oleObj name="Equation" r:id="rId18" imgW="2133360" imgH="393480" progId="Equation.DSMT4">
                  <p:embed/>
                  <p:pic>
                    <p:nvPicPr>
                      <p:cNvPr id="120874" name="Object 42">
                        <a:extLst>
                          <a:ext uri="{FF2B5EF4-FFF2-40B4-BE49-F238E27FC236}">
                            <a16:creationId xmlns:a16="http://schemas.microsoft.com/office/drawing/2014/main" id="{D3AF6D64-41EB-49DA-8CFF-74DA41931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129" y="2453125"/>
                        <a:ext cx="2133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3">
            <a:extLst>
              <a:ext uri="{FF2B5EF4-FFF2-40B4-BE49-F238E27FC236}">
                <a16:creationId xmlns:a16="http://schemas.microsoft.com/office/drawing/2014/main" id="{9EB79372-E70C-4A0F-B2C3-B6B6D4009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795" y="2419143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 </a:t>
            </a:r>
          </a:p>
        </p:txBody>
      </p:sp>
      <p:graphicFrame>
        <p:nvGraphicFramePr>
          <p:cNvPr id="21" name="Object 44">
            <a:extLst>
              <a:ext uri="{FF2B5EF4-FFF2-40B4-BE49-F238E27FC236}">
                <a16:creationId xmlns:a16="http://schemas.microsoft.com/office/drawing/2014/main" id="{170FBE81-1056-4C41-947D-150A8A3BC9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039753"/>
              </p:ext>
            </p:extLst>
          </p:nvPr>
        </p:nvGraphicFramePr>
        <p:xfrm>
          <a:off x="3497635" y="252459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8" name="Equation" r:id="rId20" imgW="622080" imgH="342720" progId="Equation.DSMT4">
                  <p:embed/>
                </p:oleObj>
              </mc:Choice>
              <mc:Fallback>
                <p:oleObj name="Equation" r:id="rId20" imgW="622080" imgH="342720" progId="Equation.DSMT4">
                  <p:embed/>
                  <p:pic>
                    <p:nvPicPr>
                      <p:cNvPr id="120876" name="Object 44">
                        <a:extLst>
                          <a:ext uri="{FF2B5EF4-FFF2-40B4-BE49-F238E27FC236}">
                            <a16:creationId xmlns:a16="http://schemas.microsoft.com/office/drawing/2014/main" id="{641BC9C1-D490-4F3C-B89D-7A26DBA0BB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635" y="2524596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5">
            <a:extLst>
              <a:ext uri="{FF2B5EF4-FFF2-40B4-BE49-F238E27FC236}">
                <a16:creationId xmlns:a16="http://schemas.microsoft.com/office/drawing/2014/main" id="{F9C6CCF1-27BC-4FB8-96E4-59BB57742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421" y="243093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</a:p>
        </p:txBody>
      </p:sp>
      <p:sp>
        <p:nvSpPr>
          <p:cNvPr id="23" name="Text Box 46">
            <a:extLst>
              <a:ext uri="{FF2B5EF4-FFF2-40B4-BE49-F238E27FC236}">
                <a16:creationId xmlns:a16="http://schemas.microsoft.com/office/drawing/2014/main" id="{73CCC7CA-D034-4949-9010-FF5B3CFEB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410" y="1758714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单调增函数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4" name="Freeform 48">
            <a:extLst>
              <a:ext uri="{FF2B5EF4-FFF2-40B4-BE49-F238E27FC236}">
                <a16:creationId xmlns:a16="http://schemas.microsoft.com/office/drawing/2014/main" id="{2EC380ED-26FA-4122-9874-521641E9A20C}"/>
              </a:ext>
            </a:extLst>
          </p:cNvPr>
          <p:cNvSpPr>
            <a:spLocks/>
          </p:cNvSpPr>
          <p:nvPr/>
        </p:nvSpPr>
        <p:spPr bwMode="auto">
          <a:xfrm>
            <a:off x="7209210" y="1264121"/>
            <a:ext cx="1439863" cy="1166813"/>
          </a:xfrm>
          <a:custGeom>
            <a:avLst/>
            <a:gdLst>
              <a:gd name="T0" fmla="*/ 0 w 1008"/>
              <a:gd name="T1" fmla="*/ 0 h 816"/>
              <a:gd name="T2" fmla="*/ 576 w 1008"/>
              <a:gd name="T3" fmla="*/ 336 h 816"/>
              <a:gd name="T4" fmla="*/ 1008 w 1008"/>
              <a:gd name="T5" fmla="*/ 816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8" h="816">
                <a:moveTo>
                  <a:pt x="0" y="0"/>
                </a:moveTo>
                <a:cubicBezTo>
                  <a:pt x="204" y="100"/>
                  <a:pt x="408" y="200"/>
                  <a:pt x="576" y="336"/>
                </a:cubicBezTo>
                <a:cubicBezTo>
                  <a:pt x="744" y="472"/>
                  <a:pt x="936" y="736"/>
                  <a:pt x="1008" y="81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49">
            <a:extLst>
              <a:ext uri="{FF2B5EF4-FFF2-40B4-BE49-F238E27FC236}">
                <a16:creationId xmlns:a16="http://schemas.microsoft.com/office/drawing/2014/main" id="{81AB5EB5-C3F3-4037-A1A4-1B54A8489CB4}"/>
              </a:ext>
            </a:extLst>
          </p:cNvPr>
          <p:cNvGrpSpPr>
            <a:grpSpLocks/>
          </p:cNvGrpSpPr>
          <p:nvPr/>
        </p:nvGrpSpPr>
        <p:grpSpPr bwMode="auto">
          <a:xfrm>
            <a:off x="7585457" y="1524476"/>
            <a:ext cx="922339" cy="1477964"/>
            <a:chOff x="4619" y="2592"/>
            <a:chExt cx="581" cy="931"/>
          </a:xfrm>
        </p:grpSpPr>
        <p:grpSp>
          <p:nvGrpSpPr>
            <p:cNvPr id="26" name="Group 50">
              <a:extLst>
                <a:ext uri="{FF2B5EF4-FFF2-40B4-BE49-F238E27FC236}">
                  <a16:creationId xmlns:a16="http://schemas.microsoft.com/office/drawing/2014/main" id="{1D9A51D4-825B-48EE-88A0-B63B0EC1A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9" y="3256"/>
              <a:ext cx="581" cy="267"/>
              <a:chOff x="4193" y="3459"/>
              <a:chExt cx="645" cy="296"/>
            </a:xfrm>
          </p:grpSpPr>
          <p:graphicFrame>
            <p:nvGraphicFramePr>
              <p:cNvPr id="29" name="Object 51">
                <a:extLst>
                  <a:ext uri="{FF2B5EF4-FFF2-40B4-BE49-F238E27FC236}">
                    <a16:creationId xmlns:a16="http://schemas.microsoft.com/office/drawing/2014/main" id="{755A5237-1F95-4F6C-B928-8132105EBE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0905959"/>
                  </p:ext>
                </p:extLst>
              </p:nvPr>
            </p:nvGraphicFramePr>
            <p:xfrm>
              <a:off x="4193" y="3489"/>
              <a:ext cx="169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79" name="Equation" r:id="rId22" imgW="241200" imgH="380880" progId="Equation.DSMT4">
                      <p:embed/>
                    </p:oleObj>
                  </mc:Choice>
                  <mc:Fallback>
                    <p:oleObj name="Equation" r:id="rId22" imgW="241200" imgH="380880" progId="Equation.DSMT4">
                      <p:embed/>
                      <p:pic>
                        <p:nvPicPr>
                          <p:cNvPr id="120883" name="Object 51">
                            <a:extLst>
                              <a:ext uri="{FF2B5EF4-FFF2-40B4-BE49-F238E27FC236}">
                                <a16:creationId xmlns:a16="http://schemas.microsoft.com/office/drawing/2014/main" id="{5B7DD301-05CA-4931-9E91-6AED0DB1AB0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3" y="3489"/>
                            <a:ext cx="169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52">
                <a:extLst>
                  <a:ext uri="{FF2B5EF4-FFF2-40B4-BE49-F238E27FC236}">
                    <a16:creationId xmlns:a16="http://schemas.microsoft.com/office/drawing/2014/main" id="{9E36280F-0A5E-4249-94E7-9A507C7EAE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275823"/>
                  </p:ext>
                </p:extLst>
              </p:nvPr>
            </p:nvGraphicFramePr>
            <p:xfrm>
              <a:off x="4642" y="3459"/>
              <a:ext cx="196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80" name="Equation" r:id="rId24" imgW="279360" imgH="380880" progId="Equation.DSMT4">
                      <p:embed/>
                    </p:oleObj>
                  </mc:Choice>
                  <mc:Fallback>
                    <p:oleObj name="Equation" r:id="rId24" imgW="279360" imgH="380880" progId="Equation.DSMT4">
                      <p:embed/>
                      <p:pic>
                        <p:nvPicPr>
                          <p:cNvPr id="120884" name="Object 52">
                            <a:extLst>
                              <a:ext uri="{FF2B5EF4-FFF2-40B4-BE49-F238E27FC236}">
                                <a16:creationId xmlns:a16="http://schemas.microsoft.com/office/drawing/2014/main" id="{222E0618-7366-4D61-9A05-26FD0FF7D1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2" y="3459"/>
                            <a:ext cx="196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Line 53">
              <a:extLst>
                <a:ext uri="{FF2B5EF4-FFF2-40B4-BE49-F238E27FC236}">
                  <a16:creationId xmlns:a16="http://schemas.microsoft.com/office/drawing/2014/main" id="{6E81E616-0A6E-4CA2-BEFD-591647447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4" y="2817"/>
              <a:ext cx="0" cy="4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54">
              <a:extLst>
                <a:ext uri="{FF2B5EF4-FFF2-40B4-BE49-F238E27FC236}">
                  <a16:creationId xmlns:a16="http://schemas.microsoft.com/office/drawing/2014/main" id="{0649F4A5-B554-42D7-BAE7-0C1176876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5" y="2592"/>
              <a:ext cx="0" cy="6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55">
            <a:extLst>
              <a:ext uri="{FF2B5EF4-FFF2-40B4-BE49-F238E27FC236}">
                <a16:creationId xmlns:a16="http://schemas.microsoft.com/office/drawing/2014/main" id="{EAD3B83B-65E4-46DD-AE4B-86ACDFCD3C24}"/>
              </a:ext>
            </a:extLst>
          </p:cNvPr>
          <p:cNvGrpSpPr>
            <a:grpSpLocks/>
          </p:cNvGrpSpPr>
          <p:nvPr/>
        </p:nvGrpSpPr>
        <p:grpSpPr bwMode="auto">
          <a:xfrm>
            <a:off x="6709149" y="1333972"/>
            <a:ext cx="2338388" cy="1619250"/>
            <a:chOff x="4067" y="2472"/>
            <a:chExt cx="1473" cy="1020"/>
          </a:xfrm>
        </p:grpSpPr>
        <p:grpSp>
          <p:nvGrpSpPr>
            <p:cNvPr id="32" name="Group 56">
              <a:extLst>
                <a:ext uri="{FF2B5EF4-FFF2-40B4-BE49-F238E27FC236}">
                  <a16:creationId xmlns:a16="http://schemas.microsoft.com/office/drawing/2014/main" id="{3BDDD95E-2978-4D23-A978-F120CDE86A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7" y="2472"/>
              <a:ext cx="1473" cy="994"/>
              <a:chOff x="4067" y="2472"/>
              <a:chExt cx="1473" cy="994"/>
            </a:xfrm>
          </p:grpSpPr>
          <p:sp>
            <p:nvSpPr>
              <p:cNvPr id="34" name="Line 57">
                <a:extLst>
                  <a:ext uri="{FF2B5EF4-FFF2-40B4-BE49-F238E27FC236}">
                    <a16:creationId xmlns:a16="http://schemas.microsoft.com/office/drawing/2014/main" id="{DA1B339E-AB9D-4B2D-A1D7-DEC15652E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0" y="3293"/>
                <a:ext cx="13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58">
                <a:extLst>
                  <a:ext uri="{FF2B5EF4-FFF2-40B4-BE49-F238E27FC236}">
                    <a16:creationId xmlns:a16="http://schemas.microsoft.com/office/drawing/2014/main" id="{D6B12911-D0F6-45F1-A928-B32B2806B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8" y="2472"/>
                <a:ext cx="0" cy="9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6" name="Object 59">
                <a:extLst>
                  <a:ext uri="{FF2B5EF4-FFF2-40B4-BE49-F238E27FC236}">
                    <a16:creationId xmlns:a16="http://schemas.microsoft.com/office/drawing/2014/main" id="{500BE2EC-8A3F-4889-9D16-64772FAACA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0222617"/>
                  </p:ext>
                </p:extLst>
              </p:nvPr>
            </p:nvGraphicFramePr>
            <p:xfrm>
              <a:off x="5367" y="3326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81" name="Equation" r:id="rId26" imgW="190440" imgH="203040" progId="Equation.DSMT4">
                      <p:embed/>
                    </p:oleObj>
                  </mc:Choice>
                  <mc:Fallback>
                    <p:oleObj name="Equation" r:id="rId26" imgW="190440" imgH="203040" progId="Equation.DSMT4">
                      <p:embed/>
                      <p:pic>
                        <p:nvPicPr>
                          <p:cNvPr id="120891" name="Object 59">
                            <a:extLst>
                              <a:ext uri="{FF2B5EF4-FFF2-40B4-BE49-F238E27FC236}">
                                <a16:creationId xmlns:a16="http://schemas.microsoft.com/office/drawing/2014/main" id="{19EBBC22-0EE1-4D6D-ADEC-E98D0DCA2C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67" y="3326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60">
                <a:extLst>
                  <a:ext uri="{FF2B5EF4-FFF2-40B4-BE49-F238E27FC236}">
                    <a16:creationId xmlns:a16="http://schemas.microsoft.com/office/drawing/2014/main" id="{F3F50DD7-08BB-4C0D-8F85-EFA2553CBB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7524542"/>
                  </p:ext>
                </p:extLst>
              </p:nvPr>
            </p:nvGraphicFramePr>
            <p:xfrm>
              <a:off x="4067" y="2479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682" name="Equation" r:id="rId28" imgW="215640" imgH="266400" progId="Equation.DSMT4">
                      <p:embed/>
                    </p:oleObj>
                  </mc:Choice>
                  <mc:Fallback>
                    <p:oleObj name="Equation" r:id="rId28" imgW="215640" imgH="266400" progId="Equation.DSMT4">
                      <p:embed/>
                      <p:pic>
                        <p:nvPicPr>
                          <p:cNvPr id="120892" name="Object 60">
                            <a:extLst>
                              <a:ext uri="{FF2B5EF4-FFF2-40B4-BE49-F238E27FC236}">
                                <a16:creationId xmlns:a16="http://schemas.microsoft.com/office/drawing/2014/main" id="{DDF3D5D9-5983-4016-904E-ADF7184CDB3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7" y="2479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Freeform 61">
                <a:extLst>
                  <a:ext uri="{FF2B5EF4-FFF2-40B4-BE49-F238E27FC236}">
                    <a16:creationId xmlns:a16="http://schemas.microsoft.com/office/drawing/2014/main" id="{7BAB0895-BF41-42AF-A8CA-4522C4499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" y="2558"/>
                <a:ext cx="777" cy="519"/>
              </a:xfrm>
              <a:custGeom>
                <a:avLst/>
                <a:gdLst>
                  <a:gd name="T0" fmla="*/ 0 w 864"/>
                  <a:gd name="T1" fmla="*/ 576 h 576"/>
                  <a:gd name="T2" fmla="*/ 336 w 864"/>
                  <a:gd name="T3" fmla="*/ 192 h 576"/>
                  <a:gd name="T4" fmla="*/ 864 w 864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4" h="576">
                    <a:moveTo>
                      <a:pt x="0" y="576"/>
                    </a:moveTo>
                    <a:cubicBezTo>
                      <a:pt x="96" y="432"/>
                      <a:pt x="192" y="288"/>
                      <a:pt x="336" y="192"/>
                    </a:cubicBezTo>
                    <a:cubicBezTo>
                      <a:pt x="480" y="96"/>
                      <a:pt x="776" y="32"/>
                      <a:pt x="864" y="0"/>
                    </a:cubicBez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3" name="Object 62">
              <a:extLst>
                <a:ext uri="{FF2B5EF4-FFF2-40B4-BE49-F238E27FC236}">
                  <a16:creationId xmlns:a16="http://schemas.microsoft.com/office/drawing/2014/main" id="{443C5ADA-F202-4129-B1B4-70E0763D71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903073"/>
                </p:ext>
              </p:extLst>
            </p:nvPr>
          </p:nvGraphicFramePr>
          <p:xfrm>
            <a:off x="4092" y="3316"/>
            <a:ext cx="16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3" name="Equation" r:id="rId30" imgW="253800" imgH="279360" progId="Equation.DSMT4">
                    <p:embed/>
                  </p:oleObj>
                </mc:Choice>
                <mc:Fallback>
                  <p:oleObj name="Equation" r:id="rId30" imgW="253800" imgH="279360" progId="Equation.DSMT4">
                    <p:embed/>
                    <p:pic>
                      <p:nvPicPr>
                        <p:cNvPr id="120894" name="Object 62">
                          <a:extLst>
                            <a:ext uri="{FF2B5EF4-FFF2-40B4-BE49-F238E27FC236}">
                              <a16:creationId xmlns:a16="http://schemas.microsoft.com/office/drawing/2014/main" id="{86097549-A416-4FB7-8934-A9F8BB020D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" y="3316"/>
                          <a:ext cx="16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 Box 47">
            <a:extLst>
              <a:ext uri="{FF2B5EF4-FFF2-40B4-BE49-F238E27FC236}">
                <a16:creationId xmlns:a16="http://schemas.microsoft.com/office/drawing/2014/main" id="{301F483F-F101-4A9C-8EA7-A1CADCF16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03" y="3091504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单调减函数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0" name="Text Box 47">
            <a:extLst>
              <a:ext uri="{FF2B5EF4-FFF2-40B4-BE49-F238E27FC236}">
                <a16:creationId xmlns:a16="http://schemas.microsoft.com/office/drawing/2014/main" id="{51590DFD-DDF8-4546-842C-2D3072CB5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72" y="3769134"/>
            <a:ext cx="6673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这里的单调指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严格单调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47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F461435-1C1B-4976-B571-11A5DFE9269F}"/>
              </a:ext>
            </a:extLst>
          </p:cNvPr>
          <p:cNvGrpSpPr/>
          <p:nvPr/>
        </p:nvGrpSpPr>
        <p:grpSpPr>
          <a:xfrm>
            <a:off x="755576" y="415826"/>
            <a:ext cx="8106543" cy="736600"/>
            <a:chOff x="755576" y="415826"/>
            <a:chExt cx="8106543" cy="7366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A82D9A17-DF92-4804-AC94-856C03DAB9F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555526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证明函数                   在                上有界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FCDDD9D0-4683-4984-98C9-454C0C151B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0484677"/>
                </p:ext>
              </p:extLst>
            </p:nvPr>
          </p:nvGraphicFramePr>
          <p:xfrm>
            <a:off x="2771800" y="415826"/>
            <a:ext cx="121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4" name="Equation" r:id="rId3" imgW="1218960" imgH="736560" progId="Equation.DSMT4">
                    <p:embed/>
                  </p:oleObj>
                </mc:Choice>
                <mc:Fallback>
                  <p:oleObj name="Equation" r:id="rId3" imgW="12189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1800" y="415826"/>
                          <a:ext cx="1219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3579A72-420A-4C27-AB77-85177E1025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4997816"/>
                </p:ext>
              </p:extLst>
            </p:nvPr>
          </p:nvGraphicFramePr>
          <p:xfrm>
            <a:off x="4499992" y="612676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" name="Equation" r:id="rId5" imgW="1130040" imgH="342720" progId="Equation.DSMT4">
                    <p:embed/>
                  </p:oleObj>
                </mc:Choice>
                <mc:Fallback>
                  <p:oleObj name="Equation" r:id="rId5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99992" y="612676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8EA341A8-3135-4997-AEC4-E2B1992942E6}"/>
              </a:ext>
            </a:extLst>
          </p:cNvPr>
          <p:cNvSpPr txBox="1">
            <a:spLocks noChangeArrowheads="1"/>
          </p:cNvSpPr>
          <p:nvPr/>
        </p:nvSpPr>
        <p:spPr>
          <a:xfrm>
            <a:off x="741827" y="1419622"/>
            <a:ext cx="8106543" cy="5969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zh-CN" altLang="en-US" sz="2400" b="1" dirty="0">
                <a:solidFill>
                  <a:srgbClr val="2D04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8E285F0-8F2C-472E-A346-565C55883B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259591"/>
              </p:ext>
            </p:extLst>
          </p:nvPr>
        </p:nvGraphicFramePr>
        <p:xfrm>
          <a:off x="1473470" y="1468551"/>
          <a:ext cx="1930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" name="Equation" r:id="rId7" imgW="1930320" imgH="380880" progId="Equation.DSMT4">
                  <p:embed/>
                </p:oleObj>
              </mc:Choice>
              <mc:Fallback>
                <p:oleObj name="Equation" r:id="rId7" imgW="1930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3470" y="1468551"/>
                        <a:ext cx="1930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C19C6C-E96A-45C4-ADD9-3EC7A8282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99441"/>
              </p:ext>
            </p:extLst>
          </p:nvPr>
        </p:nvGraphicFramePr>
        <p:xfrm>
          <a:off x="1473470" y="2057039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7" name="Equation" r:id="rId9" imgW="1054080" imgH="342720" progId="Equation.DSMT4">
                  <p:embed/>
                </p:oleObj>
              </mc:Choice>
              <mc:Fallback>
                <p:oleObj name="Equation" r:id="rId9" imgW="1054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8E285F0-8F2C-472E-A346-565C55883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3470" y="2057039"/>
                        <a:ext cx="105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DBFE079-B1B2-4584-BC50-4D4A0FEEE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779837"/>
              </p:ext>
            </p:extLst>
          </p:nvPr>
        </p:nvGraphicFramePr>
        <p:xfrm>
          <a:off x="1331640" y="2542779"/>
          <a:ext cx="1739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8" name="Equation" r:id="rId11" imgW="1739880" imgH="1168200" progId="Equation.DSMT4">
                  <p:embed/>
                </p:oleObj>
              </mc:Choice>
              <mc:Fallback>
                <p:oleObj name="Equation" r:id="rId11" imgW="173988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1640" y="2542779"/>
                        <a:ext cx="17399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E42A095-986C-4954-9523-72726ABB7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699223"/>
              </p:ext>
            </p:extLst>
          </p:nvPr>
        </p:nvGraphicFramePr>
        <p:xfrm>
          <a:off x="3203848" y="2538118"/>
          <a:ext cx="22352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9" name="Equation" r:id="rId13" imgW="2234880" imgH="1168200" progId="Equation.DSMT4">
                  <p:embed/>
                </p:oleObj>
              </mc:Choice>
              <mc:Fallback>
                <p:oleObj name="Equation" r:id="rId13" imgW="223488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3848" y="2538118"/>
                        <a:ext cx="22352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70A28928-0882-43D7-8A09-C1180D74ACC9}"/>
              </a:ext>
            </a:extLst>
          </p:cNvPr>
          <p:cNvGrpSpPr/>
          <p:nvPr/>
        </p:nvGrpSpPr>
        <p:grpSpPr>
          <a:xfrm>
            <a:off x="107504" y="3686845"/>
            <a:ext cx="8106543" cy="735760"/>
            <a:chOff x="107504" y="3686845"/>
            <a:chExt cx="8106543" cy="735760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F9F6FBE6-5841-45B5-BC3D-8CD8CEF4BEF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4" y="3825705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2D04D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即对任意                        有                    故有界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3FB1A72-3235-4BD1-B2E6-F71A8F92F3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5100138"/>
                </p:ext>
              </p:extLst>
            </p:nvPr>
          </p:nvGraphicFramePr>
          <p:xfrm>
            <a:off x="1767654" y="3901772"/>
            <a:ext cx="165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40" name="Equation" r:id="rId15" imgW="1650960" imgH="342720" progId="Equation.DSMT4">
                    <p:embed/>
                  </p:oleObj>
                </mc:Choice>
                <mc:Fallback>
                  <p:oleObj name="Equation" r:id="rId15" imgW="165096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83579A72-420A-4C27-AB77-85177E1025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67654" y="3901772"/>
                          <a:ext cx="165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409344A-41B4-4E9C-A064-4DA15DF2DC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049575"/>
                </p:ext>
              </p:extLst>
            </p:nvPr>
          </p:nvGraphicFramePr>
          <p:xfrm>
            <a:off x="3892550" y="3686845"/>
            <a:ext cx="1358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41" name="Equation" r:id="rId17" imgW="1358640" imgH="723600" progId="Equation.DSMT4">
                    <p:embed/>
                  </p:oleObj>
                </mc:Choice>
                <mc:Fallback>
                  <p:oleObj name="Equation" r:id="rId17" imgW="135864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92550" y="3686845"/>
                          <a:ext cx="1358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EC116971-44F3-4390-9239-2158B08C6677}"/>
              </a:ext>
            </a:extLst>
          </p:cNvPr>
          <p:cNvSpPr/>
          <p:nvPr/>
        </p:nvSpPr>
        <p:spPr>
          <a:xfrm>
            <a:off x="349536" y="568747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55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F9D01E6-9FC1-43DE-A448-BD5E8D76D9CC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7534"/>
            <a:ext cx="2209800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奇偶性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4FC6255-E755-4EA9-A55F-8CD63D8B0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185398"/>
              </p:ext>
            </p:extLst>
          </p:nvPr>
        </p:nvGraphicFramePr>
        <p:xfrm>
          <a:off x="1151870" y="1252461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4" name="Equation" r:id="rId3" imgW="1028520" imgH="342720" progId="Equation.DSMT4">
                  <p:embed/>
                </p:oleObj>
              </mc:Choice>
              <mc:Fallback>
                <p:oleObj name="Equation" r:id="rId3" imgW="1028520" imgH="342720" progId="Equation.DSMT4">
                  <p:embed/>
                  <p:pic>
                    <p:nvPicPr>
                      <p:cNvPr id="121859" name="Object 3">
                        <a:extLst>
                          <a:ext uri="{FF2B5EF4-FFF2-40B4-BE49-F238E27FC236}">
                            <a16:creationId xmlns:a16="http://schemas.microsoft.com/office/drawing/2014/main" id="{F8F0D422-FDA5-43D6-9F42-415F195D2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870" y="1252461"/>
                        <a:ext cx="1028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06E04B26-9555-4680-AA63-253297B8E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1125776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且有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8EEB490-F404-49AC-A954-3D55D0C710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58969"/>
              </p:ext>
            </p:extLst>
          </p:nvPr>
        </p:nvGraphicFramePr>
        <p:xfrm>
          <a:off x="2959756" y="1208178"/>
          <a:ext cx="977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5" name="Equation" r:id="rId5" imgW="977760" imgH="330120" progId="Equation.DSMT4">
                  <p:embed/>
                </p:oleObj>
              </mc:Choice>
              <mc:Fallback>
                <p:oleObj name="Equation" r:id="rId5" imgW="977760" imgH="330120" progId="Equation.DSMT4">
                  <p:embed/>
                  <p:pic>
                    <p:nvPicPr>
                      <p:cNvPr id="121861" name="Object 5">
                        <a:extLst>
                          <a:ext uri="{FF2B5EF4-FFF2-40B4-BE49-F238E27FC236}">
                            <a16:creationId xmlns:a16="http://schemas.microsoft.com/office/drawing/2014/main" id="{C00468DE-31BA-45E3-B2F3-1C2399CDC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756" y="1208178"/>
                        <a:ext cx="977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4D88253-7A22-4633-A8A6-273256E95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993" y="177053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66EFBAEC-3F81-4C56-A844-DFF1E98E1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834895"/>
              </p:ext>
            </p:extLst>
          </p:nvPr>
        </p:nvGraphicFramePr>
        <p:xfrm>
          <a:off x="1685759" y="1866085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6" name="Equation" r:id="rId7" imgW="1790640" imgH="342720" progId="Equation.DSMT4">
                  <p:embed/>
                </p:oleObj>
              </mc:Choice>
              <mc:Fallback>
                <p:oleObj name="Equation" r:id="rId7" imgW="1790640" imgH="342720" progId="Equation.DSMT4">
                  <p:embed/>
                  <p:pic>
                    <p:nvPicPr>
                      <p:cNvPr id="121863" name="Object 7">
                        <a:extLst>
                          <a:ext uri="{FF2B5EF4-FFF2-40B4-BE49-F238E27FC236}">
                            <a16:creationId xmlns:a16="http://schemas.microsoft.com/office/drawing/2014/main" id="{18501F62-9481-4570-9FFC-374D5DEE3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759" y="1866085"/>
                        <a:ext cx="179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0B9D0C3B-2CE2-4103-AE96-75A5995AF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1786131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则称</a:t>
            </a:r>
            <a:r>
              <a:rPr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偶函数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A298A6FC-C974-44F2-807A-61C7AE167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993" y="238013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6AA0B56B-91C6-492F-B19D-57C17BC138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69165"/>
              </p:ext>
            </p:extLst>
          </p:nvPr>
        </p:nvGraphicFramePr>
        <p:xfrm>
          <a:off x="1666220" y="2460758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7" name="Equation" r:id="rId9" imgW="1968480" imgH="342720" progId="Equation.DSMT4">
                  <p:embed/>
                </p:oleObj>
              </mc:Choice>
              <mc:Fallback>
                <p:oleObj name="Equation" r:id="rId9" imgW="1968480" imgH="342720" progId="Equation.DSMT4">
                  <p:embed/>
                  <p:pic>
                    <p:nvPicPr>
                      <p:cNvPr id="121866" name="Object 10">
                        <a:extLst>
                          <a:ext uri="{FF2B5EF4-FFF2-40B4-BE49-F238E27FC236}">
                            <a16:creationId xmlns:a16="http://schemas.microsoft.com/office/drawing/2014/main" id="{E1CF090A-740B-4B86-9DE6-4219528D7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220" y="2460758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6F1D0CD9-39E9-4087-9091-44049DD82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4720" y="2380134"/>
            <a:ext cx="3259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则称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奇函数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12" name="Group 18">
            <a:extLst>
              <a:ext uri="{FF2B5EF4-FFF2-40B4-BE49-F238E27FC236}">
                <a16:creationId xmlns:a16="http://schemas.microsoft.com/office/drawing/2014/main" id="{E491DDF2-275D-49EC-8CBB-0D6F15AACD33}"/>
              </a:ext>
            </a:extLst>
          </p:cNvPr>
          <p:cNvGrpSpPr>
            <a:grpSpLocks/>
          </p:cNvGrpSpPr>
          <p:nvPr/>
        </p:nvGrpSpPr>
        <p:grpSpPr bwMode="auto">
          <a:xfrm>
            <a:off x="6515771" y="1504627"/>
            <a:ext cx="2347913" cy="1765300"/>
            <a:chOff x="4133" y="1017"/>
            <a:chExt cx="1479" cy="1112"/>
          </a:xfrm>
        </p:grpSpPr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0032323C-5A1F-417A-AFCA-CEEAFD84F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45" y="1107"/>
              <a:ext cx="0" cy="4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0646FB15-73EF-4C47-BA50-FA8697448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9" y="1611"/>
              <a:ext cx="13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5C822006-9674-4DCD-B7E9-F3FCEE537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0" y="1025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22">
              <a:extLst>
                <a:ext uri="{FF2B5EF4-FFF2-40B4-BE49-F238E27FC236}">
                  <a16:creationId xmlns:a16="http://schemas.microsoft.com/office/drawing/2014/main" id="{A0D330B0-D0EF-4070-BAF1-C147D25CF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762090"/>
                </p:ext>
              </p:extLst>
            </p:nvPr>
          </p:nvGraphicFramePr>
          <p:xfrm>
            <a:off x="5492" y="1664"/>
            <a:ext cx="12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58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121878" name="Object 22">
                          <a:extLst>
                            <a:ext uri="{FF2B5EF4-FFF2-40B4-BE49-F238E27FC236}">
                              <a16:creationId xmlns:a16="http://schemas.microsoft.com/office/drawing/2014/main" id="{37723FB4-E044-4289-A0FE-72337675BA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2" y="1664"/>
                          <a:ext cx="120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3">
              <a:extLst>
                <a:ext uri="{FF2B5EF4-FFF2-40B4-BE49-F238E27FC236}">
                  <a16:creationId xmlns:a16="http://schemas.microsoft.com/office/drawing/2014/main" id="{FF62E025-61E0-4DBF-A6A3-6B01B09BB2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4200643"/>
                </p:ext>
              </p:extLst>
            </p:nvPr>
          </p:nvGraphicFramePr>
          <p:xfrm>
            <a:off x="4724" y="1017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59" name="Equation" r:id="rId13" imgW="215640" imgH="266400" progId="Equation.DSMT4">
                    <p:embed/>
                  </p:oleObj>
                </mc:Choice>
                <mc:Fallback>
                  <p:oleObj name="Equation" r:id="rId13" imgW="215640" imgH="266400" progId="Equation.DSMT4">
                    <p:embed/>
                    <p:pic>
                      <p:nvPicPr>
                        <p:cNvPr id="121879" name="Object 23">
                          <a:extLst>
                            <a:ext uri="{FF2B5EF4-FFF2-40B4-BE49-F238E27FC236}">
                              <a16:creationId xmlns:a16="http://schemas.microsoft.com/office/drawing/2014/main" id="{ECF6F749-FBAD-4CBD-AD50-2761C10CF8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4" y="1017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5991D5B7-1E5F-47A2-A997-1E82A1413B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0780490"/>
                </p:ext>
              </p:extLst>
            </p:nvPr>
          </p:nvGraphicFramePr>
          <p:xfrm>
            <a:off x="4715" y="1630"/>
            <a:ext cx="158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60" name="Equation" r:id="rId15" imgW="253800" imgH="279360" progId="Equation.DSMT4">
                    <p:embed/>
                  </p:oleObj>
                </mc:Choice>
                <mc:Fallback>
                  <p:oleObj name="Equation" r:id="rId15" imgW="253800" imgH="279360" progId="Equation.DSMT4">
                    <p:embed/>
                    <p:pic>
                      <p:nvPicPr>
                        <p:cNvPr id="121880" name="Object 24">
                          <a:extLst>
                            <a:ext uri="{FF2B5EF4-FFF2-40B4-BE49-F238E27FC236}">
                              <a16:creationId xmlns:a16="http://schemas.microsoft.com/office/drawing/2014/main" id="{955E5BBF-FF4B-4CE8-8C16-56BE5F2D9B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5" y="1630"/>
                          <a:ext cx="158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25">
              <a:extLst>
                <a:ext uri="{FF2B5EF4-FFF2-40B4-BE49-F238E27FC236}">
                  <a16:creationId xmlns:a16="http://schemas.microsoft.com/office/drawing/2014/main" id="{221CD8AA-48C8-418D-B432-80A8DF6736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" y="1600"/>
              <a:ext cx="120" cy="191"/>
              <a:chOff x="5001" y="1936"/>
              <a:chExt cx="120" cy="191"/>
            </a:xfrm>
          </p:grpSpPr>
          <p:sp>
            <p:nvSpPr>
              <p:cNvPr id="31" name="Oval 26">
                <a:extLst>
                  <a:ext uri="{FF2B5EF4-FFF2-40B4-BE49-F238E27FC236}">
                    <a16:creationId xmlns:a16="http://schemas.microsoft.com/office/drawing/2014/main" id="{1A37BAF5-419C-446E-84EF-AD93DCA51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7" y="1936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2" name="Object 27">
                <a:extLst>
                  <a:ext uri="{FF2B5EF4-FFF2-40B4-BE49-F238E27FC236}">
                    <a16:creationId xmlns:a16="http://schemas.microsoft.com/office/drawing/2014/main" id="{08B686D5-78D3-45A8-A46E-D0422FDE47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2470773"/>
                  </p:ext>
                </p:extLst>
              </p:nvPr>
            </p:nvGraphicFramePr>
            <p:xfrm>
              <a:off x="5001" y="1999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61" name="Equation" r:id="rId17" imgW="190440" imgH="203040" progId="Equation.DSMT4">
                      <p:embed/>
                    </p:oleObj>
                  </mc:Choice>
                  <mc:Fallback>
                    <p:oleObj name="Equation" r:id="rId17" imgW="190440" imgH="203040" progId="Equation.DSMT4">
                      <p:embed/>
                      <p:pic>
                        <p:nvPicPr>
                          <p:cNvPr id="121883" name="Object 27">
                            <a:extLst>
                              <a:ext uri="{FF2B5EF4-FFF2-40B4-BE49-F238E27FC236}">
                                <a16:creationId xmlns:a16="http://schemas.microsoft.com/office/drawing/2014/main" id="{068B16A5-A891-4960-90F8-61AA0F28DE0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1" y="1999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5E6B85C0-7704-4DB4-9E55-358FCEA8C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3" y="1600"/>
              <a:ext cx="328" cy="163"/>
              <a:chOff x="3845" y="1936"/>
              <a:chExt cx="328" cy="163"/>
            </a:xfrm>
          </p:grpSpPr>
          <p:sp>
            <p:nvSpPr>
              <p:cNvPr id="29" name="Oval 29">
                <a:extLst>
                  <a:ext uri="{FF2B5EF4-FFF2-40B4-BE49-F238E27FC236}">
                    <a16:creationId xmlns:a16="http://schemas.microsoft.com/office/drawing/2014/main" id="{D72C90CC-E9CC-484F-AF7F-1B355BA86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936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0" name="Object 30">
                <a:extLst>
                  <a:ext uri="{FF2B5EF4-FFF2-40B4-BE49-F238E27FC236}">
                    <a16:creationId xmlns:a16="http://schemas.microsoft.com/office/drawing/2014/main" id="{954AF2AC-A6B9-4BA2-A99A-306154CDED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8347688"/>
                  </p:ext>
                </p:extLst>
              </p:nvPr>
            </p:nvGraphicFramePr>
            <p:xfrm>
              <a:off x="3845" y="1971"/>
              <a:ext cx="232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62" name="Equation" r:id="rId19" imgW="368280" imgH="203040" progId="Equation.DSMT4">
                      <p:embed/>
                    </p:oleObj>
                  </mc:Choice>
                  <mc:Fallback>
                    <p:oleObj name="Equation" r:id="rId19" imgW="368280" imgH="203040" progId="Equation.DSMT4">
                      <p:embed/>
                      <p:pic>
                        <p:nvPicPr>
                          <p:cNvPr id="121886" name="Object 30">
                            <a:extLst>
                              <a:ext uri="{FF2B5EF4-FFF2-40B4-BE49-F238E27FC236}">
                                <a16:creationId xmlns:a16="http://schemas.microsoft.com/office/drawing/2014/main" id="{90EA624F-088B-4DA7-83BF-0BAD9A3F42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5" y="1971"/>
                            <a:ext cx="232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" name="Line 31">
              <a:extLst>
                <a:ext uri="{FF2B5EF4-FFF2-40B4-BE49-F238E27FC236}">
                  <a16:creationId xmlns:a16="http://schemas.microsoft.com/office/drawing/2014/main" id="{69A553BE-6650-451A-83D8-0D21C806D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0" y="1598"/>
              <a:ext cx="0" cy="4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9CBA9CE3-CF84-4D76-9551-4DD82E9275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1072"/>
              <a:ext cx="636" cy="278"/>
              <a:chOff x="4615" y="1408"/>
              <a:chExt cx="636" cy="278"/>
            </a:xfrm>
          </p:grpSpPr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A210F37A-2B9A-42C4-AE0C-6DE324B68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7" y="1408"/>
                <a:ext cx="624" cy="272"/>
              </a:xfrm>
              <a:custGeom>
                <a:avLst/>
                <a:gdLst>
                  <a:gd name="T0" fmla="*/ 0 w 624"/>
                  <a:gd name="T1" fmla="*/ 240 h 272"/>
                  <a:gd name="T2" fmla="*/ 192 w 624"/>
                  <a:gd name="T3" fmla="*/ 240 h 272"/>
                  <a:gd name="T4" fmla="*/ 432 w 624"/>
                  <a:gd name="T5" fmla="*/ 48 h 272"/>
                  <a:gd name="T6" fmla="*/ 624 w 624"/>
                  <a:gd name="T7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272">
                    <a:moveTo>
                      <a:pt x="0" y="240"/>
                    </a:moveTo>
                    <a:cubicBezTo>
                      <a:pt x="60" y="256"/>
                      <a:pt x="120" y="272"/>
                      <a:pt x="192" y="240"/>
                    </a:cubicBezTo>
                    <a:cubicBezTo>
                      <a:pt x="264" y="208"/>
                      <a:pt x="360" y="88"/>
                      <a:pt x="432" y="48"/>
                    </a:cubicBezTo>
                    <a:cubicBezTo>
                      <a:pt x="504" y="8"/>
                      <a:pt x="592" y="8"/>
                      <a:pt x="624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34">
                <a:extLst>
                  <a:ext uri="{FF2B5EF4-FFF2-40B4-BE49-F238E27FC236}">
                    <a16:creationId xmlns:a16="http://schemas.microsoft.com/office/drawing/2014/main" id="{53729080-98F9-47FC-A22B-A62AFB2A0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5" y="1645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35">
              <a:extLst>
                <a:ext uri="{FF2B5EF4-FFF2-40B4-BE49-F238E27FC236}">
                  <a16:creationId xmlns:a16="http://schemas.microsoft.com/office/drawing/2014/main" id="{6F4E4316-5C82-4B36-8FF0-07FA3486D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1843"/>
              <a:ext cx="641" cy="272"/>
              <a:chOff x="4008" y="2179"/>
              <a:chExt cx="641" cy="272"/>
            </a:xfrm>
          </p:grpSpPr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E58491E9-99C5-4F9B-87D2-B7397C87B04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008" y="2179"/>
                <a:ext cx="624" cy="272"/>
              </a:xfrm>
              <a:custGeom>
                <a:avLst/>
                <a:gdLst>
                  <a:gd name="T0" fmla="*/ 0 w 624"/>
                  <a:gd name="T1" fmla="*/ 240 h 272"/>
                  <a:gd name="T2" fmla="*/ 192 w 624"/>
                  <a:gd name="T3" fmla="*/ 240 h 272"/>
                  <a:gd name="T4" fmla="*/ 432 w 624"/>
                  <a:gd name="T5" fmla="*/ 48 h 272"/>
                  <a:gd name="T6" fmla="*/ 624 w 624"/>
                  <a:gd name="T7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272">
                    <a:moveTo>
                      <a:pt x="0" y="240"/>
                    </a:moveTo>
                    <a:cubicBezTo>
                      <a:pt x="60" y="256"/>
                      <a:pt x="120" y="272"/>
                      <a:pt x="192" y="240"/>
                    </a:cubicBezTo>
                    <a:cubicBezTo>
                      <a:pt x="264" y="208"/>
                      <a:pt x="360" y="88"/>
                      <a:pt x="432" y="48"/>
                    </a:cubicBezTo>
                    <a:cubicBezTo>
                      <a:pt x="504" y="8"/>
                      <a:pt x="592" y="8"/>
                      <a:pt x="624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37">
                <a:extLst>
                  <a:ext uri="{FF2B5EF4-FFF2-40B4-BE49-F238E27FC236}">
                    <a16:creationId xmlns:a16="http://schemas.microsoft.com/office/drawing/2014/main" id="{1E386280-0E87-41E8-A33B-C99FFBE98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195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" name="Oval 38">
              <a:extLst>
                <a:ext uri="{FF2B5EF4-FFF2-40B4-BE49-F238E27FC236}">
                  <a16:creationId xmlns:a16="http://schemas.microsoft.com/office/drawing/2014/main" id="{C87F610A-9F09-4EE4-B918-C0F34F139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1590"/>
              <a:ext cx="41" cy="4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Text Box 12">
            <a:extLst>
              <a:ext uri="{FF2B5EF4-FFF2-40B4-BE49-F238E27FC236}">
                <a16:creationId xmlns:a16="http://schemas.microsoft.com/office/drawing/2014/main" id="{0AC355DE-42ED-44A4-AACA-7383DC93D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42" y="3068772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说明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13">
            <a:extLst>
              <a:ext uri="{FF2B5EF4-FFF2-40B4-BE49-F238E27FC236}">
                <a16:creationId xmlns:a16="http://schemas.microsoft.com/office/drawing/2014/main" id="{BC117C01-256B-4C45-B2EE-D355840B9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395368"/>
              </p:ext>
            </p:extLst>
          </p:nvPr>
        </p:nvGraphicFramePr>
        <p:xfrm>
          <a:off x="1982387" y="3128154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3" name="Equation" r:id="rId21" imgW="672840" imgH="342720" progId="Equation.DSMT4">
                  <p:embed/>
                </p:oleObj>
              </mc:Choice>
              <mc:Fallback>
                <p:oleObj name="Equation" r:id="rId21" imgW="672840" imgH="342720" progId="Equation.DSMT4">
                  <p:embed/>
                  <p:pic>
                    <p:nvPicPr>
                      <p:cNvPr id="121869" name="Object 13">
                        <a:extLst>
                          <a:ext uri="{FF2B5EF4-FFF2-40B4-BE49-F238E27FC236}">
                            <a16:creationId xmlns:a16="http://schemas.microsoft.com/office/drawing/2014/main" id="{64B3B037-9D86-4273-BE56-9C62C2C49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387" y="3128154"/>
                        <a:ext cx="673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4">
            <a:extLst>
              <a:ext uri="{FF2B5EF4-FFF2-40B4-BE49-F238E27FC236}">
                <a16:creationId xmlns:a16="http://schemas.microsoft.com/office/drawing/2014/main" id="{1F7742BE-4F36-43F1-951F-B5BFA7709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5486" y="3054761"/>
            <a:ext cx="40444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0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有定义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       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6" name="Object 15">
            <a:extLst>
              <a:ext uri="{FF2B5EF4-FFF2-40B4-BE49-F238E27FC236}">
                <a16:creationId xmlns:a16="http://schemas.microsoft.com/office/drawing/2014/main" id="{BF61DD6A-9E8D-4956-8BDC-FF4CACBB6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22097"/>
              </p:ext>
            </p:extLst>
          </p:nvPr>
        </p:nvGraphicFramePr>
        <p:xfrm>
          <a:off x="2346159" y="3930211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4" name="Equation" r:id="rId23" imgW="1130040" imgH="342720" progId="Equation.DSMT4">
                  <p:embed/>
                </p:oleObj>
              </mc:Choice>
              <mc:Fallback>
                <p:oleObj name="Equation" r:id="rId23" imgW="1130040" imgH="342720" progId="Equation.DSMT4">
                  <p:embed/>
                  <p:pic>
                    <p:nvPicPr>
                      <p:cNvPr id="121871" name="Object 15">
                        <a:extLst>
                          <a:ext uri="{FF2B5EF4-FFF2-40B4-BE49-F238E27FC236}">
                            <a16:creationId xmlns:a16="http://schemas.microsoft.com/office/drawing/2014/main" id="{9D982EE2-89B3-46C8-862F-6B818903E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159" y="3930211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6">
            <a:extLst>
              <a:ext uri="{FF2B5EF4-FFF2-40B4-BE49-F238E27FC236}">
                <a16:creationId xmlns:a16="http://schemas.microsoft.com/office/drawing/2014/main" id="{86E94B29-22E1-4D1C-A787-BC054AC747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086584"/>
              </p:ext>
            </p:extLst>
          </p:nvPr>
        </p:nvGraphicFramePr>
        <p:xfrm>
          <a:off x="5065442" y="3165385"/>
          <a:ext cx="6728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5" name="Equation" r:id="rId25" imgW="672840" imgH="342720" progId="Equation.DSMT4">
                  <p:embed/>
                </p:oleObj>
              </mc:Choice>
              <mc:Fallback>
                <p:oleObj name="Equation" r:id="rId25" imgW="672840" imgH="342720" progId="Equation.DSMT4">
                  <p:embed/>
                  <p:pic>
                    <p:nvPicPr>
                      <p:cNvPr id="121872" name="Object 16">
                        <a:extLst>
                          <a:ext uri="{FF2B5EF4-FFF2-40B4-BE49-F238E27FC236}">
                            <a16:creationId xmlns:a16="http://schemas.microsoft.com/office/drawing/2014/main" id="{DEC0F9E8-E4AE-4DF3-86C2-D154A4F64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442" y="3165385"/>
                        <a:ext cx="6728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7">
            <a:extLst>
              <a:ext uri="{FF2B5EF4-FFF2-40B4-BE49-F238E27FC236}">
                <a16:creationId xmlns:a16="http://schemas.microsoft.com/office/drawing/2014/main" id="{A5F73528-3A91-48E9-832D-D479096B1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45" y="3811446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奇函数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70609DA2-5D85-49EC-9738-57F47E1CB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20" y="3812211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必有</a:t>
            </a:r>
          </a:p>
        </p:txBody>
      </p:sp>
    </p:spTree>
    <p:extLst>
      <p:ext uri="{BB962C8B-B14F-4D97-AF65-F5344CB8AC3E}">
        <p14:creationId xmlns:p14="http://schemas.microsoft.com/office/powerpoint/2010/main" val="101801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9" grpId="0" autoUpdateAnimBg="0"/>
      <p:bldP spid="11" grpId="0" autoUpdateAnimBg="0"/>
      <p:bldP spid="33" grpId="0" autoUpdateAnimBg="0"/>
      <p:bldP spid="35" grpId="0" autoUpdateAnimBg="0"/>
      <p:bldP spid="38" grpId="0" autoUpdateAnimBg="0"/>
      <p:bldP spid="3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1">
            <a:extLst>
              <a:ext uri="{FF2B5EF4-FFF2-40B4-BE49-F238E27FC236}">
                <a16:creationId xmlns:a16="http://schemas.microsoft.com/office/drawing/2014/main" id="{A4C9DF9A-8E4F-488E-A6DF-BB2F24218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30" y="550516"/>
            <a:ext cx="9541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例如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3" name="Object 42">
            <a:extLst>
              <a:ext uri="{FF2B5EF4-FFF2-40B4-BE49-F238E27FC236}">
                <a16:creationId xmlns:a16="http://schemas.microsoft.com/office/drawing/2014/main" id="{DE7D263E-66D0-428D-A37B-4D4D8E11E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727121"/>
              </p:ext>
            </p:extLst>
          </p:nvPr>
        </p:nvGraphicFramePr>
        <p:xfrm>
          <a:off x="1376011" y="1246188"/>
          <a:ext cx="1930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7" name="Equation" r:id="rId3" imgW="1930320" imgH="761760" progId="Equation.DSMT4">
                  <p:embed/>
                </p:oleObj>
              </mc:Choice>
              <mc:Fallback>
                <p:oleObj name="Equation" r:id="rId3" imgW="1930320" imgH="761760" progId="Equation.DSMT4">
                  <p:embed/>
                  <p:pic>
                    <p:nvPicPr>
                      <p:cNvPr id="121898" name="Object 42">
                        <a:extLst>
                          <a:ext uri="{FF2B5EF4-FFF2-40B4-BE49-F238E27FC236}">
                            <a16:creationId xmlns:a16="http://schemas.microsoft.com/office/drawing/2014/main" id="{C41E8433-D979-47E3-B710-7D51EBFA1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011" y="1246188"/>
                        <a:ext cx="1930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4">
            <a:extLst>
              <a:ext uri="{FF2B5EF4-FFF2-40B4-BE49-F238E27FC236}">
                <a16:creationId xmlns:a16="http://schemas.microsoft.com/office/drawing/2014/main" id="{6A03003E-F0B4-41B9-B165-EEE2D28E8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298" y="452734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偶函数</a:t>
            </a:r>
          </a:p>
        </p:txBody>
      </p:sp>
      <p:sp>
        <p:nvSpPr>
          <p:cNvPr id="6" name="Text Box 66">
            <a:extLst>
              <a:ext uri="{FF2B5EF4-FFF2-40B4-BE49-F238E27FC236}">
                <a16:creationId xmlns:a16="http://schemas.microsoft.com/office/drawing/2014/main" id="{6463BBA1-8F5E-4DC2-B306-19ED59D48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926" y="575172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双曲余弦 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99A070D-B1DF-4816-983A-44DB3828EBC4}"/>
              </a:ext>
            </a:extLst>
          </p:cNvPr>
          <p:cNvGrpSpPr/>
          <p:nvPr/>
        </p:nvGrpSpPr>
        <p:grpSpPr>
          <a:xfrm>
            <a:off x="827584" y="2132555"/>
            <a:ext cx="3154363" cy="2327275"/>
            <a:chOff x="5029175" y="706438"/>
            <a:chExt cx="3154363" cy="2327275"/>
          </a:xfrm>
        </p:grpSpPr>
        <p:graphicFrame>
          <p:nvGraphicFramePr>
            <p:cNvPr id="8" name="Object 45">
              <a:extLst>
                <a:ext uri="{FF2B5EF4-FFF2-40B4-BE49-F238E27FC236}">
                  <a16:creationId xmlns:a16="http://schemas.microsoft.com/office/drawing/2014/main" id="{07231B85-C45F-49AD-B9CF-21792EA7E2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9308342"/>
                </p:ext>
              </p:extLst>
            </p:nvPr>
          </p:nvGraphicFramePr>
          <p:xfrm>
            <a:off x="7548563" y="2833688"/>
            <a:ext cx="188912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58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121901" name="Object 45">
                          <a:extLst>
                            <a:ext uri="{FF2B5EF4-FFF2-40B4-BE49-F238E27FC236}">
                              <a16:creationId xmlns:a16="http://schemas.microsoft.com/office/drawing/2014/main" id="{F7633A10-E720-4F0D-A0DD-ED08FB2869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8563" y="2833688"/>
                          <a:ext cx="188912" cy="200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46">
              <a:extLst>
                <a:ext uri="{FF2B5EF4-FFF2-40B4-BE49-F238E27FC236}">
                  <a16:creationId xmlns:a16="http://schemas.microsoft.com/office/drawing/2014/main" id="{1B0C4FE2-7F57-4C4C-98F4-8860A1B889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422410"/>
                </p:ext>
              </p:extLst>
            </p:nvPr>
          </p:nvGraphicFramePr>
          <p:xfrm>
            <a:off x="6461125" y="706438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59" name="Equation" r:id="rId7" imgW="215640" imgH="266400" progId="Equation.DSMT4">
                    <p:embed/>
                  </p:oleObj>
                </mc:Choice>
                <mc:Fallback>
                  <p:oleObj name="Equation" r:id="rId7" imgW="215640" imgH="266400" progId="Equation.DSMT4">
                    <p:embed/>
                    <p:pic>
                      <p:nvPicPr>
                        <p:cNvPr id="121902" name="Object 46">
                          <a:extLst>
                            <a:ext uri="{FF2B5EF4-FFF2-40B4-BE49-F238E27FC236}">
                              <a16:creationId xmlns:a16="http://schemas.microsoft.com/office/drawing/2014/main" id="{2A09ECCE-ED99-411D-B359-99F1ADB930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1125" y="706438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47">
              <a:extLst>
                <a:ext uri="{FF2B5EF4-FFF2-40B4-BE49-F238E27FC236}">
                  <a16:creationId xmlns:a16="http://schemas.microsoft.com/office/drawing/2014/main" id="{B0362426-1B9F-4D22-877B-77E82F5C1D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047177"/>
                </p:ext>
              </p:extLst>
            </p:nvPr>
          </p:nvGraphicFramePr>
          <p:xfrm>
            <a:off x="6073775" y="2719388"/>
            <a:ext cx="254000" cy="280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0" name="Equation" r:id="rId9" imgW="253800" imgH="279360" progId="Equation.DSMT4">
                    <p:embed/>
                  </p:oleObj>
                </mc:Choice>
                <mc:Fallback>
                  <p:oleObj name="Equation" r:id="rId9" imgW="253800" imgH="279360" progId="Equation.DSMT4">
                    <p:embed/>
                    <p:pic>
                      <p:nvPicPr>
                        <p:cNvPr id="121903" name="Object 47">
                          <a:extLst>
                            <a:ext uri="{FF2B5EF4-FFF2-40B4-BE49-F238E27FC236}">
                              <a16:creationId xmlns:a16="http://schemas.microsoft.com/office/drawing/2014/main" id="{6C303BC1-6301-4C4A-BC33-FCDA05A3FE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3775" y="2719388"/>
                          <a:ext cx="254000" cy="280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Freeform 48">
              <a:extLst>
                <a:ext uri="{FF2B5EF4-FFF2-40B4-BE49-F238E27FC236}">
                  <a16:creationId xmlns:a16="http://schemas.microsoft.com/office/drawing/2014/main" id="{773B75D3-8943-4DF9-8884-883F256BC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38" y="2228328"/>
              <a:ext cx="650875" cy="111125"/>
            </a:xfrm>
            <a:custGeom>
              <a:avLst/>
              <a:gdLst>
                <a:gd name="T0" fmla="*/ 12 w 594"/>
                <a:gd name="T1" fmla="*/ 6 h 102"/>
                <a:gd name="T2" fmla="*/ 18 w 594"/>
                <a:gd name="T3" fmla="*/ 12 h 102"/>
                <a:gd name="T4" fmla="*/ 30 w 594"/>
                <a:gd name="T5" fmla="*/ 18 h 102"/>
                <a:gd name="T6" fmla="*/ 42 w 594"/>
                <a:gd name="T7" fmla="*/ 30 h 102"/>
                <a:gd name="T8" fmla="*/ 54 w 594"/>
                <a:gd name="T9" fmla="*/ 36 h 102"/>
                <a:gd name="T10" fmla="*/ 66 w 594"/>
                <a:gd name="T11" fmla="*/ 42 h 102"/>
                <a:gd name="T12" fmla="*/ 78 w 594"/>
                <a:gd name="T13" fmla="*/ 48 h 102"/>
                <a:gd name="T14" fmla="*/ 90 w 594"/>
                <a:gd name="T15" fmla="*/ 54 h 102"/>
                <a:gd name="T16" fmla="*/ 102 w 594"/>
                <a:gd name="T17" fmla="*/ 60 h 102"/>
                <a:gd name="T18" fmla="*/ 114 w 594"/>
                <a:gd name="T19" fmla="*/ 66 h 102"/>
                <a:gd name="T20" fmla="*/ 126 w 594"/>
                <a:gd name="T21" fmla="*/ 72 h 102"/>
                <a:gd name="T22" fmla="*/ 138 w 594"/>
                <a:gd name="T23" fmla="*/ 72 h 102"/>
                <a:gd name="T24" fmla="*/ 150 w 594"/>
                <a:gd name="T25" fmla="*/ 78 h 102"/>
                <a:gd name="T26" fmla="*/ 162 w 594"/>
                <a:gd name="T27" fmla="*/ 84 h 102"/>
                <a:gd name="T28" fmla="*/ 174 w 594"/>
                <a:gd name="T29" fmla="*/ 84 h 102"/>
                <a:gd name="T30" fmla="*/ 186 w 594"/>
                <a:gd name="T31" fmla="*/ 90 h 102"/>
                <a:gd name="T32" fmla="*/ 192 w 594"/>
                <a:gd name="T33" fmla="*/ 90 h 102"/>
                <a:gd name="T34" fmla="*/ 204 w 594"/>
                <a:gd name="T35" fmla="*/ 96 h 102"/>
                <a:gd name="T36" fmla="*/ 216 w 594"/>
                <a:gd name="T37" fmla="*/ 96 h 102"/>
                <a:gd name="T38" fmla="*/ 228 w 594"/>
                <a:gd name="T39" fmla="*/ 96 h 102"/>
                <a:gd name="T40" fmla="*/ 240 w 594"/>
                <a:gd name="T41" fmla="*/ 102 h 102"/>
                <a:gd name="T42" fmla="*/ 252 w 594"/>
                <a:gd name="T43" fmla="*/ 102 h 102"/>
                <a:gd name="T44" fmla="*/ 264 w 594"/>
                <a:gd name="T45" fmla="*/ 102 h 102"/>
                <a:gd name="T46" fmla="*/ 276 w 594"/>
                <a:gd name="T47" fmla="*/ 102 h 102"/>
                <a:gd name="T48" fmla="*/ 288 w 594"/>
                <a:gd name="T49" fmla="*/ 102 h 102"/>
                <a:gd name="T50" fmla="*/ 300 w 594"/>
                <a:gd name="T51" fmla="*/ 102 h 102"/>
                <a:gd name="T52" fmla="*/ 312 w 594"/>
                <a:gd name="T53" fmla="*/ 102 h 102"/>
                <a:gd name="T54" fmla="*/ 324 w 594"/>
                <a:gd name="T55" fmla="*/ 102 h 102"/>
                <a:gd name="T56" fmla="*/ 336 w 594"/>
                <a:gd name="T57" fmla="*/ 102 h 102"/>
                <a:gd name="T58" fmla="*/ 348 w 594"/>
                <a:gd name="T59" fmla="*/ 102 h 102"/>
                <a:gd name="T60" fmla="*/ 360 w 594"/>
                <a:gd name="T61" fmla="*/ 102 h 102"/>
                <a:gd name="T62" fmla="*/ 366 w 594"/>
                <a:gd name="T63" fmla="*/ 96 h 102"/>
                <a:gd name="T64" fmla="*/ 378 w 594"/>
                <a:gd name="T65" fmla="*/ 96 h 102"/>
                <a:gd name="T66" fmla="*/ 390 w 594"/>
                <a:gd name="T67" fmla="*/ 96 h 102"/>
                <a:gd name="T68" fmla="*/ 402 w 594"/>
                <a:gd name="T69" fmla="*/ 90 h 102"/>
                <a:gd name="T70" fmla="*/ 414 w 594"/>
                <a:gd name="T71" fmla="*/ 90 h 102"/>
                <a:gd name="T72" fmla="*/ 426 w 594"/>
                <a:gd name="T73" fmla="*/ 84 h 102"/>
                <a:gd name="T74" fmla="*/ 438 w 594"/>
                <a:gd name="T75" fmla="*/ 78 h 102"/>
                <a:gd name="T76" fmla="*/ 450 w 594"/>
                <a:gd name="T77" fmla="*/ 78 h 102"/>
                <a:gd name="T78" fmla="*/ 462 w 594"/>
                <a:gd name="T79" fmla="*/ 72 h 102"/>
                <a:gd name="T80" fmla="*/ 474 w 594"/>
                <a:gd name="T81" fmla="*/ 66 h 102"/>
                <a:gd name="T82" fmla="*/ 486 w 594"/>
                <a:gd name="T83" fmla="*/ 60 h 102"/>
                <a:gd name="T84" fmla="*/ 498 w 594"/>
                <a:gd name="T85" fmla="*/ 60 h 102"/>
                <a:gd name="T86" fmla="*/ 510 w 594"/>
                <a:gd name="T87" fmla="*/ 54 h 102"/>
                <a:gd name="T88" fmla="*/ 522 w 594"/>
                <a:gd name="T89" fmla="*/ 48 h 102"/>
                <a:gd name="T90" fmla="*/ 534 w 594"/>
                <a:gd name="T91" fmla="*/ 36 h 102"/>
                <a:gd name="T92" fmla="*/ 546 w 594"/>
                <a:gd name="T93" fmla="*/ 30 h 102"/>
                <a:gd name="T94" fmla="*/ 552 w 594"/>
                <a:gd name="T95" fmla="*/ 24 h 102"/>
                <a:gd name="T96" fmla="*/ 564 w 594"/>
                <a:gd name="T97" fmla="*/ 18 h 102"/>
                <a:gd name="T98" fmla="*/ 576 w 594"/>
                <a:gd name="T99" fmla="*/ 12 h 102"/>
                <a:gd name="T100" fmla="*/ 588 w 594"/>
                <a:gd name="T10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10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30"/>
                  </a:lnTo>
                  <a:lnTo>
                    <a:pt x="48" y="30"/>
                  </a:lnTo>
                  <a:lnTo>
                    <a:pt x="48" y="30"/>
                  </a:lnTo>
                  <a:lnTo>
                    <a:pt x="48" y="30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2" y="48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84" y="48"/>
                  </a:lnTo>
                  <a:lnTo>
                    <a:pt x="84" y="48"/>
                  </a:lnTo>
                  <a:lnTo>
                    <a:pt x="84" y="54"/>
                  </a:lnTo>
                  <a:lnTo>
                    <a:pt x="90" y="54"/>
                  </a:lnTo>
                  <a:lnTo>
                    <a:pt x="90" y="54"/>
                  </a:lnTo>
                  <a:lnTo>
                    <a:pt x="90" y="54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8" y="60"/>
                  </a:lnTo>
                  <a:lnTo>
                    <a:pt x="108" y="60"/>
                  </a:lnTo>
                  <a:lnTo>
                    <a:pt x="114" y="66"/>
                  </a:lnTo>
                  <a:lnTo>
                    <a:pt x="114" y="66"/>
                  </a:lnTo>
                  <a:lnTo>
                    <a:pt x="114" y="66"/>
                  </a:lnTo>
                  <a:lnTo>
                    <a:pt x="120" y="66"/>
                  </a:lnTo>
                  <a:lnTo>
                    <a:pt x="120" y="66"/>
                  </a:lnTo>
                  <a:lnTo>
                    <a:pt x="120" y="66"/>
                  </a:lnTo>
                  <a:lnTo>
                    <a:pt x="126" y="72"/>
                  </a:lnTo>
                  <a:lnTo>
                    <a:pt x="126" y="72"/>
                  </a:lnTo>
                  <a:lnTo>
                    <a:pt x="132" y="72"/>
                  </a:lnTo>
                  <a:lnTo>
                    <a:pt x="132" y="72"/>
                  </a:lnTo>
                  <a:lnTo>
                    <a:pt x="132" y="72"/>
                  </a:lnTo>
                  <a:lnTo>
                    <a:pt x="138" y="72"/>
                  </a:lnTo>
                  <a:lnTo>
                    <a:pt x="138" y="72"/>
                  </a:lnTo>
                  <a:lnTo>
                    <a:pt x="144" y="78"/>
                  </a:lnTo>
                  <a:lnTo>
                    <a:pt x="144" y="78"/>
                  </a:lnTo>
                  <a:lnTo>
                    <a:pt x="144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62" y="84"/>
                  </a:lnTo>
                  <a:lnTo>
                    <a:pt x="162" y="84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74" y="84"/>
                  </a:lnTo>
                  <a:lnTo>
                    <a:pt x="174" y="84"/>
                  </a:lnTo>
                  <a:lnTo>
                    <a:pt x="174" y="90"/>
                  </a:lnTo>
                  <a:lnTo>
                    <a:pt x="180" y="90"/>
                  </a:lnTo>
                  <a:lnTo>
                    <a:pt x="180" y="90"/>
                  </a:lnTo>
                  <a:lnTo>
                    <a:pt x="186" y="90"/>
                  </a:lnTo>
                  <a:lnTo>
                    <a:pt x="186" y="90"/>
                  </a:lnTo>
                  <a:lnTo>
                    <a:pt x="186" y="90"/>
                  </a:lnTo>
                  <a:lnTo>
                    <a:pt x="192" y="90"/>
                  </a:lnTo>
                  <a:lnTo>
                    <a:pt x="192" y="90"/>
                  </a:lnTo>
                  <a:lnTo>
                    <a:pt x="192" y="90"/>
                  </a:lnTo>
                  <a:lnTo>
                    <a:pt x="198" y="90"/>
                  </a:lnTo>
                  <a:lnTo>
                    <a:pt x="198" y="96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10" y="96"/>
                  </a:lnTo>
                  <a:lnTo>
                    <a:pt x="210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22" y="96"/>
                  </a:lnTo>
                  <a:lnTo>
                    <a:pt x="222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28" y="96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6" y="102"/>
                  </a:lnTo>
                  <a:lnTo>
                    <a:pt x="246" y="102"/>
                  </a:lnTo>
                  <a:lnTo>
                    <a:pt x="246" y="102"/>
                  </a:lnTo>
                  <a:lnTo>
                    <a:pt x="252" y="102"/>
                  </a:lnTo>
                  <a:lnTo>
                    <a:pt x="252" y="10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64" y="102"/>
                  </a:lnTo>
                  <a:lnTo>
                    <a:pt x="264" y="102"/>
                  </a:lnTo>
                  <a:lnTo>
                    <a:pt x="264" y="102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8" y="102"/>
                  </a:lnTo>
                  <a:lnTo>
                    <a:pt x="288" y="102"/>
                  </a:lnTo>
                  <a:lnTo>
                    <a:pt x="288" y="102"/>
                  </a:lnTo>
                  <a:lnTo>
                    <a:pt x="294" y="102"/>
                  </a:lnTo>
                  <a:lnTo>
                    <a:pt x="294" y="102"/>
                  </a:lnTo>
                  <a:lnTo>
                    <a:pt x="300" y="102"/>
                  </a:lnTo>
                  <a:lnTo>
                    <a:pt x="300" y="102"/>
                  </a:lnTo>
                  <a:lnTo>
                    <a:pt x="300" y="102"/>
                  </a:lnTo>
                  <a:lnTo>
                    <a:pt x="306" y="102"/>
                  </a:lnTo>
                  <a:lnTo>
                    <a:pt x="306" y="102"/>
                  </a:lnTo>
                  <a:lnTo>
                    <a:pt x="306" y="102"/>
                  </a:lnTo>
                  <a:lnTo>
                    <a:pt x="312" y="102"/>
                  </a:lnTo>
                  <a:lnTo>
                    <a:pt x="31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4" y="102"/>
                  </a:lnTo>
                  <a:lnTo>
                    <a:pt x="324" y="102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0" y="102"/>
                  </a:lnTo>
                  <a:lnTo>
                    <a:pt x="336" y="102"/>
                  </a:lnTo>
                  <a:lnTo>
                    <a:pt x="336" y="102"/>
                  </a:lnTo>
                  <a:lnTo>
                    <a:pt x="336" y="102"/>
                  </a:lnTo>
                  <a:lnTo>
                    <a:pt x="342" y="102"/>
                  </a:lnTo>
                  <a:lnTo>
                    <a:pt x="342" y="102"/>
                  </a:lnTo>
                  <a:lnTo>
                    <a:pt x="348" y="102"/>
                  </a:lnTo>
                  <a:lnTo>
                    <a:pt x="348" y="102"/>
                  </a:lnTo>
                  <a:lnTo>
                    <a:pt x="348" y="102"/>
                  </a:lnTo>
                  <a:lnTo>
                    <a:pt x="354" y="102"/>
                  </a:lnTo>
                  <a:lnTo>
                    <a:pt x="354" y="102"/>
                  </a:lnTo>
                  <a:lnTo>
                    <a:pt x="360" y="102"/>
                  </a:lnTo>
                  <a:lnTo>
                    <a:pt x="360" y="102"/>
                  </a:lnTo>
                  <a:lnTo>
                    <a:pt x="360" y="102"/>
                  </a:lnTo>
                  <a:lnTo>
                    <a:pt x="366" y="96"/>
                  </a:lnTo>
                  <a:lnTo>
                    <a:pt x="366" y="96"/>
                  </a:lnTo>
                  <a:lnTo>
                    <a:pt x="366" y="96"/>
                  </a:lnTo>
                  <a:lnTo>
                    <a:pt x="372" y="96"/>
                  </a:lnTo>
                  <a:lnTo>
                    <a:pt x="372" y="96"/>
                  </a:lnTo>
                  <a:lnTo>
                    <a:pt x="378" y="96"/>
                  </a:lnTo>
                  <a:lnTo>
                    <a:pt x="378" y="96"/>
                  </a:lnTo>
                  <a:lnTo>
                    <a:pt x="378" y="96"/>
                  </a:lnTo>
                  <a:lnTo>
                    <a:pt x="384" y="96"/>
                  </a:lnTo>
                  <a:lnTo>
                    <a:pt x="384" y="96"/>
                  </a:lnTo>
                  <a:lnTo>
                    <a:pt x="390" y="96"/>
                  </a:lnTo>
                  <a:lnTo>
                    <a:pt x="390" y="96"/>
                  </a:lnTo>
                  <a:lnTo>
                    <a:pt x="390" y="96"/>
                  </a:lnTo>
                  <a:lnTo>
                    <a:pt x="396" y="96"/>
                  </a:lnTo>
                  <a:lnTo>
                    <a:pt x="396" y="90"/>
                  </a:lnTo>
                  <a:lnTo>
                    <a:pt x="402" y="90"/>
                  </a:lnTo>
                  <a:lnTo>
                    <a:pt x="402" y="90"/>
                  </a:lnTo>
                  <a:lnTo>
                    <a:pt x="402" y="90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14" y="90"/>
                  </a:lnTo>
                  <a:lnTo>
                    <a:pt x="414" y="90"/>
                  </a:lnTo>
                  <a:lnTo>
                    <a:pt x="420" y="90"/>
                  </a:lnTo>
                  <a:lnTo>
                    <a:pt x="420" y="84"/>
                  </a:lnTo>
                  <a:lnTo>
                    <a:pt x="420" y="84"/>
                  </a:lnTo>
                  <a:lnTo>
                    <a:pt x="426" y="84"/>
                  </a:lnTo>
                  <a:lnTo>
                    <a:pt x="426" y="84"/>
                  </a:lnTo>
                  <a:lnTo>
                    <a:pt x="432" y="84"/>
                  </a:lnTo>
                  <a:lnTo>
                    <a:pt x="432" y="84"/>
                  </a:lnTo>
                  <a:lnTo>
                    <a:pt x="432" y="84"/>
                  </a:lnTo>
                  <a:lnTo>
                    <a:pt x="438" y="84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44" y="78"/>
                  </a:lnTo>
                  <a:lnTo>
                    <a:pt x="444" y="78"/>
                  </a:lnTo>
                  <a:lnTo>
                    <a:pt x="450" y="78"/>
                  </a:lnTo>
                  <a:lnTo>
                    <a:pt x="450" y="78"/>
                  </a:lnTo>
                  <a:lnTo>
                    <a:pt x="450" y="78"/>
                  </a:lnTo>
                  <a:lnTo>
                    <a:pt x="456" y="72"/>
                  </a:lnTo>
                  <a:lnTo>
                    <a:pt x="456" y="72"/>
                  </a:lnTo>
                  <a:lnTo>
                    <a:pt x="462" y="72"/>
                  </a:lnTo>
                  <a:lnTo>
                    <a:pt x="462" y="72"/>
                  </a:lnTo>
                  <a:lnTo>
                    <a:pt x="462" y="72"/>
                  </a:lnTo>
                  <a:lnTo>
                    <a:pt x="468" y="72"/>
                  </a:lnTo>
                  <a:lnTo>
                    <a:pt x="468" y="72"/>
                  </a:lnTo>
                  <a:lnTo>
                    <a:pt x="474" y="66"/>
                  </a:lnTo>
                  <a:lnTo>
                    <a:pt x="474" y="66"/>
                  </a:lnTo>
                  <a:lnTo>
                    <a:pt x="474" y="66"/>
                  </a:lnTo>
                  <a:lnTo>
                    <a:pt x="480" y="66"/>
                  </a:lnTo>
                  <a:lnTo>
                    <a:pt x="480" y="66"/>
                  </a:lnTo>
                  <a:lnTo>
                    <a:pt x="480" y="66"/>
                  </a:lnTo>
                  <a:lnTo>
                    <a:pt x="486" y="60"/>
                  </a:lnTo>
                  <a:lnTo>
                    <a:pt x="486" y="60"/>
                  </a:lnTo>
                  <a:lnTo>
                    <a:pt x="492" y="60"/>
                  </a:lnTo>
                  <a:lnTo>
                    <a:pt x="492" y="60"/>
                  </a:lnTo>
                  <a:lnTo>
                    <a:pt x="492" y="60"/>
                  </a:lnTo>
                  <a:lnTo>
                    <a:pt x="498" y="60"/>
                  </a:lnTo>
                  <a:lnTo>
                    <a:pt x="498" y="54"/>
                  </a:lnTo>
                  <a:lnTo>
                    <a:pt x="504" y="54"/>
                  </a:lnTo>
                  <a:lnTo>
                    <a:pt x="504" y="54"/>
                  </a:lnTo>
                  <a:lnTo>
                    <a:pt x="504" y="54"/>
                  </a:lnTo>
                  <a:lnTo>
                    <a:pt x="510" y="54"/>
                  </a:lnTo>
                  <a:lnTo>
                    <a:pt x="510" y="48"/>
                  </a:lnTo>
                  <a:lnTo>
                    <a:pt x="510" y="48"/>
                  </a:lnTo>
                  <a:lnTo>
                    <a:pt x="516" y="48"/>
                  </a:lnTo>
                  <a:lnTo>
                    <a:pt x="516" y="48"/>
                  </a:lnTo>
                  <a:lnTo>
                    <a:pt x="522" y="48"/>
                  </a:lnTo>
                  <a:lnTo>
                    <a:pt x="522" y="42"/>
                  </a:lnTo>
                  <a:lnTo>
                    <a:pt x="522" y="42"/>
                  </a:lnTo>
                  <a:lnTo>
                    <a:pt x="528" y="42"/>
                  </a:lnTo>
                  <a:lnTo>
                    <a:pt x="528" y="42"/>
                  </a:lnTo>
                  <a:lnTo>
                    <a:pt x="534" y="36"/>
                  </a:lnTo>
                  <a:lnTo>
                    <a:pt x="534" y="36"/>
                  </a:lnTo>
                  <a:lnTo>
                    <a:pt x="534" y="36"/>
                  </a:lnTo>
                  <a:lnTo>
                    <a:pt x="540" y="36"/>
                  </a:lnTo>
                  <a:lnTo>
                    <a:pt x="540" y="36"/>
                  </a:lnTo>
                  <a:lnTo>
                    <a:pt x="546" y="30"/>
                  </a:lnTo>
                  <a:lnTo>
                    <a:pt x="546" y="30"/>
                  </a:lnTo>
                  <a:lnTo>
                    <a:pt x="546" y="30"/>
                  </a:lnTo>
                  <a:lnTo>
                    <a:pt x="552" y="30"/>
                  </a:lnTo>
                  <a:lnTo>
                    <a:pt x="552" y="24"/>
                  </a:lnTo>
                  <a:lnTo>
                    <a:pt x="552" y="24"/>
                  </a:lnTo>
                  <a:lnTo>
                    <a:pt x="558" y="24"/>
                  </a:lnTo>
                  <a:lnTo>
                    <a:pt x="558" y="24"/>
                  </a:lnTo>
                  <a:lnTo>
                    <a:pt x="564" y="18"/>
                  </a:lnTo>
                  <a:lnTo>
                    <a:pt x="564" y="18"/>
                  </a:lnTo>
                  <a:lnTo>
                    <a:pt x="564" y="18"/>
                  </a:lnTo>
                  <a:lnTo>
                    <a:pt x="570" y="18"/>
                  </a:lnTo>
                  <a:lnTo>
                    <a:pt x="570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82" y="6"/>
                  </a:lnTo>
                  <a:lnTo>
                    <a:pt x="582" y="6"/>
                  </a:lnTo>
                  <a:lnTo>
                    <a:pt x="582" y="6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94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9">
              <a:extLst>
                <a:ext uri="{FF2B5EF4-FFF2-40B4-BE49-F238E27FC236}">
                  <a16:creationId xmlns:a16="http://schemas.microsoft.com/office/drawing/2014/main" id="{CF6DFFE8-2F49-450E-8B85-B37BD2C68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175" y="2720453"/>
              <a:ext cx="2727325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50">
              <a:extLst>
                <a:ext uri="{FF2B5EF4-FFF2-40B4-BE49-F238E27FC236}">
                  <a16:creationId xmlns:a16="http://schemas.microsoft.com/office/drawing/2014/main" id="{1DE970BD-9FEF-4D2D-9881-ECB7789D0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200" y="710678"/>
              <a:ext cx="1588" cy="2255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51">
              <a:extLst>
                <a:ext uri="{FF2B5EF4-FFF2-40B4-BE49-F238E27FC236}">
                  <a16:creationId xmlns:a16="http://schemas.microsoft.com/office/drawing/2014/main" id="{216B1517-96BC-48BB-9F9C-452BB6357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0650" y="824978"/>
              <a:ext cx="649288" cy="1403350"/>
            </a:xfrm>
            <a:custGeom>
              <a:avLst/>
              <a:gdLst>
                <a:gd name="T0" fmla="*/ 12 w 594"/>
                <a:gd name="T1" fmla="*/ 42 h 1284"/>
                <a:gd name="T2" fmla="*/ 24 w 594"/>
                <a:gd name="T3" fmla="*/ 90 h 1284"/>
                <a:gd name="T4" fmla="*/ 36 w 594"/>
                <a:gd name="T5" fmla="*/ 138 h 1284"/>
                <a:gd name="T6" fmla="*/ 48 w 594"/>
                <a:gd name="T7" fmla="*/ 186 h 1284"/>
                <a:gd name="T8" fmla="*/ 60 w 594"/>
                <a:gd name="T9" fmla="*/ 228 h 1284"/>
                <a:gd name="T10" fmla="*/ 72 w 594"/>
                <a:gd name="T11" fmla="*/ 270 h 1284"/>
                <a:gd name="T12" fmla="*/ 78 w 594"/>
                <a:gd name="T13" fmla="*/ 312 h 1284"/>
                <a:gd name="T14" fmla="*/ 90 w 594"/>
                <a:gd name="T15" fmla="*/ 354 h 1284"/>
                <a:gd name="T16" fmla="*/ 102 w 594"/>
                <a:gd name="T17" fmla="*/ 396 h 1284"/>
                <a:gd name="T18" fmla="*/ 114 w 594"/>
                <a:gd name="T19" fmla="*/ 432 h 1284"/>
                <a:gd name="T20" fmla="*/ 126 w 594"/>
                <a:gd name="T21" fmla="*/ 468 h 1284"/>
                <a:gd name="T22" fmla="*/ 138 w 594"/>
                <a:gd name="T23" fmla="*/ 504 h 1284"/>
                <a:gd name="T24" fmla="*/ 150 w 594"/>
                <a:gd name="T25" fmla="*/ 540 h 1284"/>
                <a:gd name="T26" fmla="*/ 162 w 594"/>
                <a:gd name="T27" fmla="*/ 576 h 1284"/>
                <a:gd name="T28" fmla="*/ 174 w 594"/>
                <a:gd name="T29" fmla="*/ 606 h 1284"/>
                <a:gd name="T30" fmla="*/ 186 w 594"/>
                <a:gd name="T31" fmla="*/ 636 h 1284"/>
                <a:gd name="T32" fmla="*/ 198 w 594"/>
                <a:gd name="T33" fmla="*/ 672 h 1284"/>
                <a:gd name="T34" fmla="*/ 210 w 594"/>
                <a:gd name="T35" fmla="*/ 696 h 1284"/>
                <a:gd name="T36" fmla="*/ 222 w 594"/>
                <a:gd name="T37" fmla="*/ 726 h 1284"/>
                <a:gd name="T38" fmla="*/ 234 w 594"/>
                <a:gd name="T39" fmla="*/ 756 h 1284"/>
                <a:gd name="T40" fmla="*/ 246 w 594"/>
                <a:gd name="T41" fmla="*/ 780 h 1284"/>
                <a:gd name="T42" fmla="*/ 252 w 594"/>
                <a:gd name="T43" fmla="*/ 810 h 1284"/>
                <a:gd name="T44" fmla="*/ 264 w 594"/>
                <a:gd name="T45" fmla="*/ 834 h 1284"/>
                <a:gd name="T46" fmla="*/ 276 w 594"/>
                <a:gd name="T47" fmla="*/ 858 h 1284"/>
                <a:gd name="T48" fmla="*/ 288 w 594"/>
                <a:gd name="T49" fmla="*/ 882 h 1284"/>
                <a:gd name="T50" fmla="*/ 300 w 594"/>
                <a:gd name="T51" fmla="*/ 906 h 1284"/>
                <a:gd name="T52" fmla="*/ 312 w 594"/>
                <a:gd name="T53" fmla="*/ 930 h 1284"/>
                <a:gd name="T54" fmla="*/ 324 w 594"/>
                <a:gd name="T55" fmla="*/ 948 h 1284"/>
                <a:gd name="T56" fmla="*/ 336 w 594"/>
                <a:gd name="T57" fmla="*/ 972 h 1284"/>
                <a:gd name="T58" fmla="*/ 348 w 594"/>
                <a:gd name="T59" fmla="*/ 990 h 1284"/>
                <a:gd name="T60" fmla="*/ 360 w 594"/>
                <a:gd name="T61" fmla="*/ 1008 h 1284"/>
                <a:gd name="T62" fmla="*/ 372 w 594"/>
                <a:gd name="T63" fmla="*/ 1026 h 1284"/>
                <a:gd name="T64" fmla="*/ 384 w 594"/>
                <a:gd name="T65" fmla="*/ 1044 h 1284"/>
                <a:gd name="T66" fmla="*/ 396 w 594"/>
                <a:gd name="T67" fmla="*/ 1062 h 1284"/>
                <a:gd name="T68" fmla="*/ 408 w 594"/>
                <a:gd name="T69" fmla="*/ 1080 h 1284"/>
                <a:gd name="T70" fmla="*/ 420 w 594"/>
                <a:gd name="T71" fmla="*/ 1098 h 1284"/>
                <a:gd name="T72" fmla="*/ 426 w 594"/>
                <a:gd name="T73" fmla="*/ 1110 h 1284"/>
                <a:gd name="T74" fmla="*/ 438 w 594"/>
                <a:gd name="T75" fmla="*/ 1128 h 1284"/>
                <a:gd name="T76" fmla="*/ 450 w 594"/>
                <a:gd name="T77" fmla="*/ 1140 h 1284"/>
                <a:gd name="T78" fmla="*/ 462 w 594"/>
                <a:gd name="T79" fmla="*/ 1158 h 1284"/>
                <a:gd name="T80" fmla="*/ 474 w 594"/>
                <a:gd name="T81" fmla="*/ 1170 h 1284"/>
                <a:gd name="T82" fmla="*/ 486 w 594"/>
                <a:gd name="T83" fmla="*/ 1182 h 1284"/>
                <a:gd name="T84" fmla="*/ 498 w 594"/>
                <a:gd name="T85" fmla="*/ 1194 h 1284"/>
                <a:gd name="T86" fmla="*/ 510 w 594"/>
                <a:gd name="T87" fmla="*/ 1206 h 1284"/>
                <a:gd name="T88" fmla="*/ 522 w 594"/>
                <a:gd name="T89" fmla="*/ 1218 h 1284"/>
                <a:gd name="T90" fmla="*/ 534 w 594"/>
                <a:gd name="T91" fmla="*/ 1230 h 1284"/>
                <a:gd name="T92" fmla="*/ 546 w 594"/>
                <a:gd name="T93" fmla="*/ 1242 h 1284"/>
                <a:gd name="T94" fmla="*/ 558 w 594"/>
                <a:gd name="T95" fmla="*/ 1254 h 1284"/>
                <a:gd name="T96" fmla="*/ 570 w 594"/>
                <a:gd name="T97" fmla="*/ 1260 h 1284"/>
                <a:gd name="T98" fmla="*/ 582 w 594"/>
                <a:gd name="T99" fmla="*/ 1272 h 1284"/>
                <a:gd name="T100" fmla="*/ 594 w 594"/>
                <a:gd name="T101" fmla="*/ 1278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1284">
                  <a:moveTo>
                    <a:pt x="0" y="0"/>
                  </a:moveTo>
                  <a:lnTo>
                    <a:pt x="6" y="12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18" y="60"/>
                  </a:lnTo>
                  <a:lnTo>
                    <a:pt x="18" y="72"/>
                  </a:lnTo>
                  <a:lnTo>
                    <a:pt x="18" y="84"/>
                  </a:lnTo>
                  <a:lnTo>
                    <a:pt x="24" y="90"/>
                  </a:lnTo>
                  <a:lnTo>
                    <a:pt x="24" y="102"/>
                  </a:lnTo>
                  <a:lnTo>
                    <a:pt x="30" y="108"/>
                  </a:lnTo>
                  <a:lnTo>
                    <a:pt x="30" y="120"/>
                  </a:lnTo>
                  <a:lnTo>
                    <a:pt x="30" y="132"/>
                  </a:lnTo>
                  <a:lnTo>
                    <a:pt x="36" y="138"/>
                  </a:lnTo>
                  <a:lnTo>
                    <a:pt x="36" y="150"/>
                  </a:lnTo>
                  <a:lnTo>
                    <a:pt x="36" y="156"/>
                  </a:lnTo>
                  <a:lnTo>
                    <a:pt x="42" y="168"/>
                  </a:lnTo>
                  <a:lnTo>
                    <a:pt x="42" y="174"/>
                  </a:lnTo>
                  <a:lnTo>
                    <a:pt x="48" y="186"/>
                  </a:lnTo>
                  <a:lnTo>
                    <a:pt x="48" y="192"/>
                  </a:lnTo>
                  <a:lnTo>
                    <a:pt x="48" y="204"/>
                  </a:lnTo>
                  <a:lnTo>
                    <a:pt x="54" y="210"/>
                  </a:lnTo>
                  <a:lnTo>
                    <a:pt x="54" y="222"/>
                  </a:lnTo>
                  <a:lnTo>
                    <a:pt x="60" y="228"/>
                  </a:lnTo>
                  <a:lnTo>
                    <a:pt x="60" y="240"/>
                  </a:lnTo>
                  <a:lnTo>
                    <a:pt x="60" y="246"/>
                  </a:lnTo>
                  <a:lnTo>
                    <a:pt x="66" y="258"/>
                  </a:lnTo>
                  <a:lnTo>
                    <a:pt x="66" y="264"/>
                  </a:lnTo>
                  <a:lnTo>
                    <a:pt x="72" y="270"/>
                  </a:lnTo>
                  <a:lnTo>
                    <a:pt x="72" y="282"/>
                  </a:lnTo>
                  <a:lnTo>
                    <a:pt x="72" y="288"/>
                  </a:lnTo>
                  <a:lnTo>
                    <a:pt x="78" y="300"/>
                  </a:lnTo>
                  <a:lnTo>
                    <a:pt x="78" y="306"/>
                  </a:lnTo>
                  <a:lnTo>
                    <a:pt x="78" y="312"/>
                  </a:lnTo>
                  <a:lnTo>
                    <a:pt x="84" y="324"/>
                  </a:lnTo>
                  <a:lnTo>
                    <a:pt x="84" y="330"/>
                  </a:lnTo>
                  <a:lnTo>
                    <a:pt x="90" y="342"/>
                  </a:lnTo>
                  <a:lnTo>
                    <a:pt x="90" y="348"/>
                  </a:lnTo>
                  <a:lnTo>
                    <a:pt x="90" y="354"/>
                  </a:lnTo>
                  <a:lnTo>
                    <a:pt x="96" y="366"/>
                  </a:lnTo>
                  <a:lnTo>
                    <a:pt x="96" y="372"/>
                  </a:lnTo>
                  <a:lnTo>
                    <a:pt x="102" y="378"/>
                  </a:lnTo>
                  <a:lnTo>
                    <a:pt x="102" y="384"/>
                  </a:lnTo>
                  <a:lnTo>
                    <a:pt x="102" y="396"/>
                  </a:lnTo>
                  <a:lnTo>
                    <a:pt x="108" y="402"/>
                  </a:lnTo>
                  <a:lnTo>
                    <a:pt x="108" y="408"/>
                  </a:lnTo>
                  <a:lnTo>
                    <a:pt x="108" y="420"/>
                  </a:lnTo>
                  <a:lnTo>
                    <a:pt x="114" y="426"/>
                  </a:lnTo>
                  <a:lnTo>
                    <a:pt x="114" y="432"/>
                  </a:lnTo>
                  <a:lnTo>
                    <a:pt x="120" y="438"/>
                  </a:lnTo>
                  <a:lnTo>
                    <a:pt x="120" y="450"/>
                  </a:lnTo>
                  <a:lnTo>
                    <a:pt x="120" y="456"/>
                  </a:lnTo>
                  <a:lnTo>
                    <a:pt x="126" y="462"/>
                  </a:lnTo>
                  <a:lnTo>
                    <a:pt x="126" y="468"/>
                  </a:lnTo>
                  <a:lnTo>
                    <a:pt x="132" y="480"/>
                  </a:lnTo>
                  <a:lnTo>
                    <a:pt x="132" y="486"/>
                  </a:lnTo>
                  <a:lnTo>
                    <a:pt x="132" y="492"/>
                  </a:lnTo>
                  <a:lnTo>
                    <a:pt x="138" y="498"/>
                  </a:lnTo>
                  <a:lnTo>
                    <a:pt x="138" y="504"/>
                  </a:lnTo>
                  <a:lnTo>
                    <a:pt x="138" y="510"/>
                  </a:lnTo>
                  <a:lnTo>
                    <a:pt x="144" y="522"/>
                  </a:lnTo>
                  <a:lnTo>
                    <a:pt x="144" y="528"/>
                  </a:lnTo>
                  <a:lnTo>
                    <a:pt x="150" y="534"/>
                  </a:lnTo>
                  <a:lnTo>
                    <a:pt x="150" y="540"/>
                  </a:lnTo>
                  <a:lnTo>
                    <a:pt x="150" y="546"/>
                  </a:lnTo>
                  <a:lnTo>
                    <a:pt x="156" y="552"/>
                  </a:lnTo>
                  <a:lnTo>
                    <a:pt x="156" y="558"/>
                  </a:lnTo>
                  <a:lnTo>
                    <a:pt x="162" y="570"/>
                  </a:lnTo>
                  <a:lnTo>
                    <a:pt x="162" y="576"/>
                  </a:lnTo>
                  <a:lnTo>
                    <a:pt x="162" y="582"/>
                  </a:lnTo>
                  <a:lnTo>
                    <a:pt x="168" y="588"/>
                  </a:lnTo>
                  <a:lnTo>
                    <a:pt x="168" y="594"/>
                  </a:lnTo>
                  <a:lnTo>
                    <a:pt x="174" y="600"/>
                  </a:lnTo>
                  <a:lnTo>
                    <a:pt x="174" y="606"/>
                  </a:lnTo>
                  <a:lnTo>
                    <a:pt x="174" y="612"/>
                  </a:lnTo>
                  <a:lnTo>
                    <a:pt x="180" y="618"/>
                  </a:lnTo>
                  <a:lnTo>
                    <a:pt x="180" y="624"/>
                  </a:lnTo>
                  <a:lnTo>
                    <a:pt x="180" y="630"/>
                  </a:lnTo>
                  <a:lnTo>
                    <a:pt x="186" y="636"/>
                  </a:lnTo>
                  <a:lnTo>
                    <a:pt x="186" y="642"/>
                  </a:lnTo>
                  <a:lnTo>
                    <a:pt x="192" y="648"/>
                  </a:lnTo>
                  <a:lnTo>
                    <a:pt x="192" y="654"/>
                  </a:lnTo>
                  <a:lnTo>
                    <a:pt x="192" y="666"/>
                  </a:lnTo>
                  <a:lnTo>
                    <a:pt x="198" y="672"/>
                  </a:lnTo>
                  <a:lnTo>
                    <a:pt x="198" y="678"/>
                  </a:lnTo>
                  <a:lnTo>
                    <a:pt x="204" y="684"/>
                  </a:lnTo>
                  <a:lnTo>
                    <a:pt x="204" y="690"/>
                  </a:lnTo>
                  <a:lnTo>
                    <a:pt x="204" y="690"/>
                  </a:lnTo>
                  <a:lnTo>
                    <a:pt x="210" y="696"/>
                  </a:lnTo>
                  <a:lnTo>
                    <a:pt x="210" y="702"/>
                  </a:lnTo>
                  <a:lnTo>
                    <a:pt x="210" y="708"/>
                  </a:lnTo>
                  <a:lnTo>
                    <a:pt x="216" y="714"/>
                  </a:lnTo>
                  <a:lnTo>
                    <a:pt x="216" y="720"/>
                  </a:lnTo>
                  <a:lnTo>
                    <a:pt x="222" y="726"/>
                  </a:lnTo>
                  <a:lnTo>
                    <a:pt x="222" y="732"/>
                  </a:lnTo>
                  <a:lnTo>
                    <a:pt x="222" y="738"/>
                  </a:lnTo>
                  <a:lnTo>
                    <a:pt x="228" y="744"/>
                  </a:lnTo>
                  <a:lnTo>
                    <a:pt x="228" y="750"/>
                  </a:lnTo>
                  <a:lnTo>
                    <a:pt x="234" y="756"/>
                  </a:lnTo>
                  <a:lnTo>
                    <a:pt x="234" y="762"/>
                  </a:lnTo>
                  <a:lnTo>
                    <a:pt x="234" y="768"/>
                  </a:lnTo>
                  <a:lnTo>
                    <a:pt x="240" y="774"/>
                  </a:lnTo>
                  <a:lnTo>
                    <a:pt x="240" y="780"/>
                  </a:lnTo>
                  <a:lnTo>
                    <a:pt x="246" y="780"/>
                  </a:lnTo>
                  <a:lnTo>
                    <a:pt x="246" y="786"/>
                  </a:lnTo>
                  <a:lnTo>
                    <a:pt x="246" y="792"/>
                  </a:lnTo>
                  <a:lnTo>
                    <a:pt x="252" y="798"/>
                  </a:lnTo>
                  <a:lnTo>
                    <a:pt x="252" y="804"/>
                  </a:lnTo>
                  <a:lnTo>
                    <a:pt x="252" y="810"/>
                  </a:lnTo>
                  <a:lnTo>
                    <a:pt x="258" y="816"/>
                  </a:lnTo>
                  <a:lnTo>
                    <a:pt x="258" y="816"/>
                  </a:lnTo>
                  <a:lnTo>
                    <a:pt x="264" y="822"/>
                  </a:lnTo>
                  <a:lnTo>
                    <a:pt x="264" y="828"/>
                  </a:lnTo>
                  <a:lnTo>
                    <a:pt x="264" y="834"/>
                  </a:lnTo>
                  <a:lnTo>
                    <a:pt x="270" y="840"/>
                  </a:lnTo>
                  <a:lnTo>
                    <a:pt x="270" y="846"/>
                  </a:lnTo>
                  <a:lnTo>
                    <a:pt x="276" y="846"/>
                  </a:lnTo>
                  <a:lnTo>
                    <a:pt x="276" y="852"/>
                  </a:lnTo>
                  <a:lnTo>
                    <a:pt x="276" y="858"/>
                  </a:lnTo>
                  <a:lnTo>
                    <a:pt x="282" y="864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8" y="876"/>
                  </a:lnTo>
                  <a:lnTo>
                    <a:pt x="288" y="882"/>
                  </a:lnTo>
                  <a:lnTo>
                    <a:pt x="294" y="888"/>
                  </a:lnTo>
                  <a:lnTo>
                    <a:pt x="294" y="894"/>
                  </a:lnTo>
                  <a:lnTo>
                    <a:pt x="294" y="894"/>
                  </a:lnTo>
                  <a:lnTo>
                    <a:pt x="300" y="900"/>
                  </a:lnTo>
                  <a:lnTo>
                    <a:pt x="300" y="906"/>
                  </a:lnTo>
                  <a:lnTo>
                    <a:pt x="306" y="912"/>
                  </a:lnTo>
                  <a:lnTo>
                    <a:pt x="306" y="912"/>
                  </a:lnTo>
                  <a:lnTo>
                    <a:pt x="306" y="918"/>
                  </a:lnTo>
                  <a:lnTo>
                    <a:pt x="312" y="924"/>
                  </a:lnTo>
                  <a:lnTo>
                    <a:pt x="312" y="930"/>
                  </a:lnTo>
                  <a:lnTo>
                    <a:pt x="318" y="930"/>
                  </a:lnTo>
                  <a:lnTo>
                    <a:pt x="318" y="936"/>
                  </a:lnTo>
                  <a:lnTo>
                    <a:pt x="318" y="942"/>
                  </a:lnTo>
                  <a:lnTo>
                    <a:pt x="324" y="942"/>
                  </a:lnTo>
                  <a:lnTo>
                    <a:pt x="324" y="948"/>
                  </a:lnTo>
                  <a:lnTo>
                    <a:pt x="324" y="954"/>
                  </a:lnTo>
                  <a:lnTo>
                    <a:pt x="330" y="960"/>
                  </a:lnTo>
                  <a:lnTo>
                    <a:pt x="330" y="960"/>
                  </a:lnTo>
                  <a:lnTo>
                    <a:pt x="336" y="966"/>
                  </a:lnTo>
                  <a:lnTo>
                    <a:pt x="336" y="972"/>
                  </a:lnTo>
                  <a:lnTo>
                    <a:pt x="336" y="972"/>
                  </a:lnTo>
                  <a:lnTo>
                    <a:pt x="342" y="978"/>
                  </a:lnTo>
                  <a:lnTo>
                    <a:pt x="342" y="984"/>
                  </a:lnTo>
                  <a:lnTo>
                    <a:pt x="348" y="984"/>
                  </a:lnTo>
                  <a:lnTo>
                    <a:pt x="348" y="990"/>
                  </a:lnTo>
                  <a:lnTo>
                    <a:pt x="348" y="996"/>
                  </a:lnTo>
                  <a:lnTo>
                    <a:pt x="354" y="996"/>
                  </a:lnTo>
                  <a:lnTo>
                    <a:pt x="354" y="1002"/>
                  </a:lnTo>
                  <a:lnTo>
                    <a:pt x="354" y="1008"/>
                  </a:lnTo>
                  <a:lnTo>
                    <a:pt x="360" y="1008"/>
                  </a:lnTo>
                  <a:lnTo>
                    <a:pt x="360" y="1014"/>
                  </a:lnTo>
                  <a:lnTo>
                    <a:pt x="366" y="1014"/>
                  </a:lnTo>
                  <a:lnTo>
                    <a:pt x="366" y="1020"/>
                  </a:lnTo>
                  <a:lnTo>
                    <a:pt x="366" y="1026"/>
                  </a:lnTo>
                  <a:lnTo>
                    <a:pt x="372" y="1026"/>
                  </a:lnTo>
                  <a:lnTo>
                    <a:pt x="372" y="1032"/>
                  </a:lnTo>
                  <a:lnTo>
                    <a:pt x="378" y="1032"/>
                  </a:lnTo>
                  <a:lnTo>
                    <a:pt x="378" y="1038"/>
                  </a:lnTo>
                  <a:lnTo>
                    <a:pt x="378" y="1044"/>
                  </a:lnTo>
                  <a:lnTo>
                    <a:pt x="384" y="1044"/>
                  </a:lnTo>
                  <a:lnTo>
                    <a:pt x="384" y="1050"/>
                  </a:lnTo>
                  <a:lnTo>
                    <a:pt x="390" y="1050"/>
                  </a:lnTo>
                  <a:lnTo>
                    <a:pt x="390" y="1056"/>
                  </a:lnTo>
                  <a:lnTo>
                    <a:pt x="390" y="1062"/>
                  </a:lnTo>
                  <a:lnTo>
                    <a:pt x="396" y="1062"/>
                  </a:lnTo>
                  <a:lnTo>
                    <a:pt x="396" y="1068"/>
                  </a:lnTo>
                  <a:lnTo>
                    <a:pt x="396" y="1068"/>
                  </a:lnTo>
                  <a:lnTo>
                    <a:pt x="402" y="1074"/>
                  </a:lnTo>
                  <a:lnTo>
                    <a:pt x="402" y="1074"/>
                  </a:lnTo>
                  <a:lnTo>
                    <a:pt x="408" y="1080"/>
                  </a:lnTo>
                  <a:lnTo>
                    <a:pt x="408" y="1086"/>
                  </a:lnTo>
                  <a:lnTo>
                    <a:pt x="408" y="1086"/>
                  </a:lnTo>
                  <a:lnTo>
                    <a:pt x="414" y="1092"/>
                  </a:lnTo>
                  <a:lnTo>
                    <a:pt x="414" y="1092"/>
                  </a:lnTo>
                  <a:lnTo>
                    <a:pt x="420" y="1098"/>
                  </a:lnTo>
                  <a:lnTo>
                    <a:pt x="420" y="1098"/>
                  </a:lnTo>
                  <a:lnTo>
                    <a:pt x="420" y="1104"/>
                  </a:lnTo>
                  <a:lnTo>
                    <a:pt x="426" y="1104"/>
                  </a:lnTo>
                  <a:lnTo>
                    <a:pt x="426" y="1110"/>
                  </a:lnTo>
                  <a:lnTo>
                    <a:pt x="426" y="1110"/>
                  </a:lnTo>
                  <a:lnTo>
                    <a:pt x="432" y="1116"/>
                  </a:lnTo>
                  <a:lnTo>
                    <a:pt x="432" y="1116"/>
                  </a:lnTo>
                  <a:lnTo>
                    <a:pt x="438" y="1122"/>
                  </a:lnTo>
                  <a:lnTo>
                    <a:pt x="438" y="1122"/>
                  </a:lnTo>
                  <a:lnTo>
                    <a:pt x="438" y="1128"/>
                  </a:lnTo>
                  <a:lnTo>
                    <a:pt x="444" y="1128"/>
                  </a:lnTo>
                  <a:lnTo>
                    <a:pt x="444" y="1134"/>
                  </a:lnTo>
                  <a:lnTo>
                    <a:pt x="450" y="1134"/>
                  </a:lnTo>
                  <a:lnTo>
                    <a:pt x="450" y="1140"/>
                  </a:lnTo>
                  <a:lnTo>
                    <a:pt x="450" y="1140"/>
                  </a:lnTo>
                  <a:lnTo>
                    <a:pt x="456" y="1146"/>
                  </a:lnTo>
                  <a:lnTo>
                    <a:pt x="456" y="1146"/>
                  </a:lnTo>
                  <a:lnTo>
                    <a:pt x="462" y="1152"/>
                  </a:lnTo>
                  <a:lnTo>
                    <a:pt x="462" y="1152"/>
                  </a:lnTo>
                  <a:lnTo>
                    <a:pt x="462" y="1158"/>
                  </a:lnTo>
                  <a:lnTo>
                    <a:pt x="468" y="1158"/>
                  </a:lnTo>
                  <a:lnTo>
                    <a:pt x="468" y="1164"/>
                  </a:lnTo>
                  <a:lnTo>
                    <a:pt x="468" y="1164"/>
                  </a:lnTo>
                  <a:lnTo>
                    <a:pt x="474" y="1170"/>
                  </a:lnTo>
                  <a:lnTo>
                    <a:pt x="474" y="1170"/>
                  </a:lnTo>
                  <a:lnTo>
                    <a:pt x="480" y="1170"/>
                  </a:lnTo>
                  <a:lnTo>
                    <a:pt x="480" y="1176"/>
                  </a:lnTo>
                  <a:lnTo>
                    <a:pt x="480" y="1176"/>
                  </a:lnTo>
                  <a:lnTo>
                    <a:pt x="486" y="1182"/>
                  </a:lnTo>
                  <a:lnTo>
                    <a:pt x="486" y="1182"/>
                  </a:lnTo>
                  <a:lnTo>
                    <a:pt x="492" y="1188"/>
                  </a:lnTo>
                  <a:lnTo>
                    <a:pt x="492" y="1188"/>
                  </a:lnTo>
                  <a:lnTo>
                    <a:pt x="492" y="1188"/>
                  </a:lnTo>
                  <a:lnTo>
                    <a:pt x="498" y="1194"/>
                  </a:lnTo>
                  <a:lnTo>
                    <a:pt x="498" y="1194"/>
                  </a:lnTo>
                  <a:lnTo>
                    <a:pt x="498" y="1200"/>
                  </a:lnTo>
                  <a:lnTo>
                    <a:pt x="504" y="1200"/>
                  </a:lnTo>
                  <a:lnTo>
                    <a:pt x="504" y="1200"/>
                  </a:lnTo>
                  <a:lnTo>
                    <a:pt x="510" y="1206"/>
                  </a:lnTo>
                  <a:lnTo>
                    <a:pt x="510" y="1206"/>
                  </a:lnTo>
                  <a:lnTo>
                    <a:pt x="510" y="1212"/>
                  </a:lnTo>
                  <a:lnTo>
                    <a:pt x="516" y="1212"/>
                  </a:lnTo>
                  <a:lnTo>
                    <a:pt x="516" y="1212"/>
                  </a:lnTo>
                  <a:lnTo>
                    <a:pt x="522" y="1218"/>
                  </a:lnTo>
                  <a:lnTo>
                    <a:pt x="522" y="1218"/>
                  </a:lnTo>
                  <a:lnTo>
                    <a:pt x="522" y="1224"/>
                  </a:lnTo>
                  <a:lnTo>
                    <a:pt x="528" y="1224"/>
                  </a:lnTo>
                  <a:lnTo>
                    <a:pt x="528" y="1224"/>
                  </a:lnTo>
                  <a:lnTo>
                    <a:pt x="534" y="1230"/>
                  </a:lnTo>
                  <a:lnTo>
                    <a:pt x="534" y="1230"/>
                  </a:lnTo>
                  <a:lnTo>
                    <a:pt x="534" y="1230"/>
                  </a:lnTo>
                  <a:lnTo>
                    <a:pt x="540" y="1236"/>
                  </a:lnTo>
                  <a:lnTo>
                    <a:pt x="540" y="1236"/>
                  </a:lnTo>
                  <a:lnTo>
                    <a:pt x="540" y="1242"/>
                  </a:lnTo>
                  <a:lnTo>
                    <a:pt x="546" y="1242"/>
                  </a:lnTo>
                  <a:lnTo>
                    <a:pt x="546" y="1242"/>
                  </a:lnTo>
                  <a:lnTo>
                    <a:pt x="552" y="1248"/>
                  </a:lnTo>
                  <a:lnTo>
                    <a:pt x="552" y="1248"/>
                  </a:lnTo>
                  <a:lnTo>
                    <a:pt x="552" y="1248"/>
                  </a:lnTo>
                  <a:lnTo>
                    <a:pt x="558" y="1254"/>
                  </a:lnTo>
                  <a:lnTo>
                    <a:pt x="558" y="1254"/>
                  </a:lnTo>
                  <a:lnTo>
                    <a:pt x="564" y="1254"/>
                  </a:lnTo>
                  <a:lnTo>
                    <a:pt x="564" y="1260"/>
                  </a:lnTo>
                  <a:lnTo>
                    <a:pt x="564" y="1260"/>
                  </a:lnTo>
                  <a:lnTo>
                    <a:pt x="570" y="1260"/>
                  </a:lnTo>
                  <a:lnTo>
                    <a:pt x="570" y="1266"/>
                  </a:lnTo>
                  <a:lnTo>
                    <a:pt x="570" y="1266"/>
                  </a:lnTo>
                  <a:lnTo>
                    <a:pt x="576" y="1266"/>
                  </a:lnTo>
                  <a:lnTo>
                    <a:pt x="576" y="1266"/>
                  </a:lnTo>
                  <a:lnTo>
                    <a:pt x="582" y="1272"/>
                  </a:lnTo>
                  <a:lnTo>
                    <a:pt x="582" y="1272"/>
                  </a:lnTo>
                  <a:lnTo>
                    <a:pt x="582" y="1272"/>
                  </a:lnTo>
                  <a:lnTo>
                    <a:pt x="588" y="1278"/>
                  </a:lnTo>
                  <a:lnTo>
                    <a:pt x="588" y="1278"/>
                  </a:lnTo>
                  <a:lnTo>
                    <a:pt x="594" y="1278"/>
                  </a:lnTo>
                  <a:lnTo>
                    <a:pt x="594" y="128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52">
              <a:extLst>
                <a:ext uri="{FF2B5EF4-FFF2-40B4-BE49-F238E27FC236}">
                  <a16:creationId xmlns:a16="http://schemas.microsoft.com/office/drawing/2014/main" id="{6309BB54-C4D0-428E-B450-1760129CE3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0813" y="824978"/>
              <a:ext cx="649287" cy="1403350"/>
              <a:chOff x="4746" y="2265"/>
              <a:chExt cx="594" cy="1284"/>
            </a:xfrm>
          </p:grpSpPr>
          <p:sp>
            <p:nvSpPr>
              <p:cNvPr id="16" name="Freeform 53">
                <a:extLst>
                  <a:ext uri="{FF2B5EF4-FFF2-40B4-BE49-F238E27FC236}">
                    <a16:creationId xmlns:a16="http://schemas.microsoft.com/office/drawing/2014/main" id="{E50B57DE-0C49-4999-A5AC-68BBB103D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6" y="2277"/>
                <a:ext cx="588" cy="1272"/>
              </a:xfrm>
              <a:custGeom>
                <a:avLst/>
                <a:gdLst>
                  <a:gd name="T0" fmla="*/ 6 w 588"/>
                  <a:gd name="T1" fmla="*/ 1266 h 1272"/>
                  <a:gd name="T2" fmla="*/ 18 w 588"/>
                  <a:gd name="T3" fmla="*/ 1254 h 1272"/>
                  <a:gd name="T4" fmla="*/ 30 w 588"/>
                  <a:gd name="T5" fmla="*/ 1248 h 1272"/>
                  <a:gd name="T6" fmla="*/ 42 w 588"/>
                  <a:gd name="T7" fmla="*/ 1236 h 1272"/>
                  <a:gd name="T8" fmla="*/ 54 w 588"/>
                  <a:gd name="T9" fmla="*/ 1224 h 1272"/>
                  <a:gd name="T10" fmla="*/ 66 w 588"/>
                  <a:gd name="T11" fmla="*/ 1212 h 1272"/>
                  <a:gd name="T12" fmla="*/ 78 w 588"/>
                  <a:gd name="T13" fmla="*/ 1200 h 1272"/>
                  <a:gd name="T14" fmla="*/ 90 w 588"/>
                  <a:gd name="T15" fmla="*/ 1188 h 1272"/>
                  <a:gd name="T16" fmla="*/ 102 w 588"/>
                  <a:gd name="T17" fmla="*/ 1176 h 1272"/>
                  <a:gd name="T18" fmla="*/ 114 w 588"/>
                  <a:gd name="T19" fmla="*/ 1164 h 1272"/>
                  <a:gd name="T20" fmla="*/ 126 w 588"/>
                  <a:gd name="T21" fmla="*/ 1152 h 1272"/>
                  <a:gd name="T22" fmla="*/ 132 w 588"/>
                  <a:gd name="T23" fmla="*/ 1140 h 1272"/>
                  <a:gd name="T24" fmla="*/ 144 w 588"/>
                  <a:gd name="T25" fmla="*/ 1122 h 1272"/>
                  <a:gd name="T26" fmla="*/ 156 w 588"/>
                  <a:gd name="T27" fmla="*/ 1110 h 1272"/>
                  <a:gd name="T28" fmla="*/ 168 w 588"/>
                  <a:gd name="T29" fmla="*/ 1092 h 1272"/>
                  <a:gd name="T30" fmla="*/ 180 w 588"/>
                  <a:gd name="T31" fmla="*/ 1080 h 1272"/>
                  <a:gd name="T32" fmla="*/ 192 w 588"/>
                  <a:gd name="T33" fmla="*/ 1062 h 1272"/>
                  <a:gd name="T34" fmla="*/ 204 w 588"/>
                  <a:gd name="T35" fmla="*/ 1044 h 1272"/>
                  <a:gd name="T36" fmla="*/ 216 w 588"/>
                  <a:gd name="T37" fmla="*/ 1026 h 1272"/>
                  <a:gd name="T38" fmla="*/ 228 w 588"/>
                  <a:gd name="T39" fmla="*/ 1008 h 1272"/>
                  <a:gd name="T40" fmla="*/ 240 w 588"/>
                  <a:gd name="T41" fmla="*/ 990 h 1272"/>
                  <a:gd name="T42" fmla="*/ 252 w 588"/>
                  <a:gd name="T43" fmla="*/ 972 h 1272"/>
                  <a:gd name="T44" fmla="*/ 264 w 588"/>
                  <a:gd name="T45" fmla="*/ 948 h 1272"/>
                  <a:gd name="T46" fmla="*/ 276 w 588"/>
                  <a:gd name="T47" fmla="*/ 930 h 1272"/>
                  <a:gd name="T48" fmla="*/ 288 w 588"/>
                  <a:gd name="T49" fmla="*/ 906 h 1272"/>
                  <a:gd name="T50" fmla="*/ 300 w 588"/>
                  <a:gd name="T51" fmla="*/ 882 h 1272"/>
                  <a:gd name="T52" fmla="*/ 312 w 588"/>
                  <a:gd name="T53" fmla="*/ 858 h 1272"/>
                  <a:gd name="T54" fmla="*/ 318 w 588"/>
                  <a:gd name="T55" fmla="*/ 834 h 1272"/>
                  <a:gd name="T56" fmla="*/ 330 w 588"/>
                  <a:gd name="T57" fmla="*/ 810 h 1272"/>
                  <a:gd name="T58" fmla="*/ 342 w 588"/>
                  <a:gd name="T59" fmla="*/ 786 h 1272"/>
                  <a:gd name="T60" fmla="*/ 354 w 588"/>
                  <a:gd name="T61" fmla="*/ 762 h 1272"/>
                  <a:gd name="T62" fmla="*/ 366 w 588"/>
                  <a:gd name="T63" fmla="*/ 732 h 1272"/>
                  <a:gd name="T64" fmla="*/ 378 w 588"/>
                  <a:gd name="T65" fmla="*/ 702 h 1272"/>
                  <a:gd name="T66" fmla="*/ 390 w 588"/>
                  <a:gd name="T67" fmla="*/ 678 h 1272"/>
                  <a:gd name="T68" fmla="*/ 402 w 588"/>
                  <a:gd name="T69" fmla="*/ 642 h 1272"/>
                  <a:gd name="T70" fmla="*/ 414 w 588"/>
                  <a:gd name="T71" fmla="*/ 612 h 1272"/>
                  <a:gd name="T72" fmla="*/ 426 w 588"/>
                  <a:gd name="T73" fmla="*/ 582 h 1272"/>
                  <a:gd name="T74" fmla="*/ 438 w 588"/>
                  <a:gd name="T75" fmla="*/ 546 h 1272"/>
                  <a:gd name="T76" fmla="*/ 450 w 588"/>
                  <a:gd name="T77" fmla="*/ 516 h 1272"/>
                  <a:gd name="T78" fmla="*/ 462 w 588"/>
                  <a:gd name="T79" fmla="*/ 480 h 1272"/>
                  <a:gd name="T80" fmla="*/ 474 w 588"/>
                  <a:gd name="T81" fmla="*/ 444 h 1272"/>
                  <a:gd name="T82" fmla="*/ 486 w 588"/>
                  <a:gd name="T83" fmla="*/ 408 h 1272"/>
                  <a:gd name="T84" fmla="*/ 492 w 588"/>
                  <a:gd name="T85" fmla="*/ 366 h 1272"/>
                  <a:gd name="T86" fmla="*/ 504 w 588"/>
                  <a:gd name="T87" fmla="*/ 330 h 1272"/>
                  <a:gd name="T88" fmla="*/ 516 w 588"/>
                  <a:gd name="T89" fmla="*/ 288 h 1272"/>
                  <a:gd name="T90" fmla="*/ 528 w 588"/>
                  <a:gd name="T91" fmla="*/ 246 h 1272"/>
                  <a:gd name="T92" fmla="*/ 540 w 588"/>
                  <a:gd name="T93" fmla="*/ 198 h 1272"/>
                  <a:gd name="T94" fmla="*/ 552 w 588"/>
                  <a:gd name="T95" fmla="*/ 156 h 1272"/>
                  <a:gd name="T96" fmla="*/ 564 w 588"/>
                  <a:gd name="T97" fmla="*/ 108 h 1272"/>
                  <a:gd name="T98" fmla="*/ 576 w 588"/>
                  <a:gd name="T99" fmla="*/ 60 h 1272"/>
                  <a:gd name="T100" fmla="*/ 588 w 588"/>
                  <a:gd name="T101" fmla="*/ 12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88" h="1272">
                    <a:moveTo>
                      <a:pt x="0" y="1272"/>
                    </a:moveTo>
                    <a:lnTo>
                      <a:pt x="0" y="1272"/>
                    </a:lnTo>
                    <a:lnTo>
                      <a:pt x="0" y="1266"/>
                    </a:lnTo>
                    <a:lnTo>
                      <a:pt x="6" y="1266"/>
                    </a:lnTo>
                    <a:lnTo>
                      <a:pt x="6" y="1266"/>
                    </a:lnTo>
                    <a:lnTo>
                      <a:pt x="12" y="1260"/>
                    </a:lnTo>
                    <a:lnTo>
                      <a:pt x="12" y="1260"/>
                    </a:lnTo>
                    <a:lnTo>
                      <a:pt x="12" y="1260"/>
                    </a:lnTo>
                    <a:lnTo>
                      <a:pt x="18" y="1254"/>
                    </a:lnTo>
                    <a:lnTo>
                      <a:pt x="18" y="1254"/>
                    </a:lnTo>
                    <a:lnTo>
                      <a:pt x="24" y="1254"/>
                    </a:lnTo>
                    <a:lnTo>
                      <a:pt x="24" y="1254"/>
                    </a:lnTo>
                    <a:lnTo>
                      <a:pt x="24" y="1248"/>
                    </a:lnTo>
                    <a:lnTo>
                      <a:pt x="30" y="1248"/>
                    </a:lnTo>
                    <a:lnTo>
                      <a:pt x="30" y="1248"/>
                    </a:lnTo>
                    <a:lnTo>
                      <a:pt x="30" y="1242"/>
                    </a:lnTo>
                    <a:lnTo>
                      <a:pt x="36" y="1242"/>
                    </a:lnTo>
                    <a:lnTo>
                      <a:pt x="36" y="1242"/>
                    </a:lnTo>
                    <a:lnTo>
                      <a:pt x="42" y="1236"/>
                    </a:lnTo>
                    <a:lnTo>
                      <a:pt x="42" y="1236"/>
                    </a:lnTo>
                    <a:lnTo>
                      <a:pt x="42" y="1236"/>
                    </a:lnTo>
                    <a:lnTo>
                      <a:pt x="48" y="1230"/>
                    </a:lnTo>
                    <a:lnTo>
                      <a:pt x="48" y="1230"/>
                    </a:lnTo>
                    <a:lnTo>
                      <a:pt x="54" y="1230"/>
                    </a:lnTo>
                    <a:lnTo>
                      <a:pt x="54" y="1224"/>
                    </a:lnTo>
                    <a:lnTo>
                      <a:pt x="54" y="1224"/>
                    </a:lnTo>
                    <a:lnTo>
                      <a:pt x="60" y="1218"/>
                    </a:lnTo>
                    <a:lnTo>
                      <a:pt x="60" y="1218"/>
                    </a:lnTo>
                    <a:lnTo>
                      <a:pt x="60" y="1218"/>
                    </a:lnTo>
                    <a:lnTo>
                      <a:pt x="66" y="1212"/>
                    </a:lnTo>
                    <a:lnTo>
                      <a:pt x="66" y="1212"/>
                    </a:lnTo>
                    <a:lnTo>
                      <a:pt x="72" y="1212"/>
                    </a:lnTo>
                    <a:lnTo>
                      <a:pt x="72" y="1206"/>
                    </a:lnTo>
                    <a:lnTo>
                      <a:pt x="72" y="1206"/>
                    </a:lnTo>
                    <a:lnTo>
                      <a:pt x="78" y="1200"/>
                    </a:lnTo>
                    <a:lnTo>
                      <a:pt x="78" y="1200"/>
                    </a:lnTo>
                    <a:lnTo>
                      <a:pt x="84" y="1200"/>
                    </a:lnTo>
                    <a:lnTo>
                      <a:pt x="84" y="1194"/>
                    </a:lnTo>
                    <a:lnTo>
                      <a:pt x="84" y="1194"/>
                    </a:lnTo>
                    <a:lnTo>
                      <a:pt x="90" y="1188"/>
                    </a:lnTo>
                    <a:lnTo>
                      <a:pt x="90" y="1188"/>
                    </a:lnTo>
                    <a:lnTo>
                      <a:pt x="96" y="1188"/>
                    </a:lnTo>
                    <a:lnTo>
                      <a:pt x="96" y="1182"/>
                    </a:lnTo>
                    <a:lnTo>
                      <a:pt x="96" y="1182"/>
                    </a:lnTo>
                    <a:lnTo>
                      <a:pt x="102" y="1176"/>
                    </a:lnTo>
                    <a:lnTo>
                      <a:pt x="102" y="1176"/>
                    </a:lnTo>
                    <a:lnTo>
                      <a:pt x="102" y="1176"/>
                    </a:lnTo>
                    <a:lnTo>
                      <a:pt x="108" y="1170"/>
                    </a:lnTo>
                    <a:lnTo>
                      <a:pt x="108" y="1170"/>
                    </a:lnTo>
                    <a:lnTo>
                      <a:pt x="114" y="1164"/>
                    </a:lnTo>
                    <a:lnTo>
                      <a:pt x="114" y="1164"/>
                    </a:lnTo>
                    <a:lnTo>
                      <a:pt x="114" y="1158"/>
                    </a:lnTo>
                    <a:lnTo>
                      <a:pt x="120" y="1158"/>
                    </a:lnTo>
                    <a:lnTo>
                      <a:pt x="120" y="1158"/>
                    </a:lnTo>
                    <a:lnTo>
                      <a:pt x="126" y="1152"/>
                    </a:lnTo>
                    <a:lnTo>
                      <a:pt x="126" y="1152"/>
                    </a:lnTo>
                    <a:lnTo>
                      <a:pt x="126" y="1146"/>
                    </a:lnTo>
                    <a:lnTo>
                      <a:pt x="132" y="1146"/>
                    </a:lnTo>
                    <a:lnTo>
                      <a:pt x="132" y="1140"/>
                    </a:lnTo>
                    <a:lnTo>
                      <a:pt x="132" y="1140"/>
                    </a:lnTo>
                    <a:lnTo>
                      <a:pt x="138" y="1134"/>
                    </a:lnTo>
                    <a:lnTo>
                      <a:pt x="138" y="1134"/>
                    </a:lnTo>
                    <a:lnTo>
                      <a:pt x="144" y="1128"/>
                    </a:lnTo>
                    <a:lnTo>
                      <a:pt x="144" y="1128"/>
                    </a:lnTo>
                    <a:lnTo>
                      <a:pt x="144" y="1122"/>
                    </a:lnTo>
                    <a:lnTo>
                      <a:pt x="150" y="1122"/>
                    </a:lnTo>
                    <a:lnTo>
                      <a:pt x="150" y="1116"/>
                    </a:lnTo>
                    <a:lnTo>
                      <a:pt x="156" y="1116"/>
                    </a:lnTo>
                    <a:lnTo>
                      <a:pt x="156" y="1110"/>
                    </a:lnTo>
                    <a:lnTo>
                      <a:pt x="156" y="1110"/>
                    </a:lnTo>
                    <a:lnTo>
                      <a:pt x="162" y="1104"/>
                    </a:lnTo>
                    <a:lnTo>
                      <a:pt x="162" y="1104"/>
                    </a:lnTo>
                    <a:lnTo>
                      <a:pt x="168" y="1098"/>
                    </a:lnTo>
                    <a:lnTo>
                      <a:pt x="168" y="1098"/>
                    </a:lnTo>
                    <a:lnTo>
                      <a:pt x="168" y="1092"/>
                    </a:lnTo>
                    <a:lnTo>
                      <a:pt x="174" y="1092"/>
                    </a:lnTo>
                    <a:lnTo>
                      <a:pt x="174" y="1086"/>
                    </a:lnTo>
                    <a:lnTo>
                      <a:pt x="174" y="1086"/>
                    </a:lnTo>
                    <a:lnTo>
                      <a:pt x="180" y="1080"/>
                    </a:lnTo>
                    <a:lnTo>
                      <a:pt x="180" y="1080"/>
                    </a:lnTo>
                    <a:lnTo>
                      <a:pt x="186" y="1074"/>
                    </a:lnTo>
                    <a:lnTo>
                      <a:pt x="186" y="1074"/>
                    </a:lnTo>
                    <a:lnTo>
                      <a:pt x="186" y="1068"/>
                    </a:lnTo>
                    <a:lnTo>
                      <a:pt x="192" y="1062"/>
                    </a:lnTo>
                    <a:lnTo>
                      <a:pt x="192" y="1062"/>
                    </a:lnTo>
                    <a:lnTo>
                      <a:pt x="198" y="1056"/>
                    </a:lnTo>
                    <a:lnTo>
                      <a:pt x="198" y="1056"/>
                    </a:lnTo>
                    <a:lnTo>
                      <a:pt x="198" y="1050"/>
                    </a:lnTo>
                    <a:lnTo>
                      <a:pt x="204" y="1050"/>
                    </a:lnTo>
                    <a:lnTo>
                      <a:pt x="204" y="1044"/>
                    </a:lnTo>
                    <a:lnTo>
                      <a:pt x="204" y="1038"/>
                    </a:lnTo>
                    <a:lnTo>
                      <a:pt x="210" y="1038"/>
                    </a:lnTo>
                    <a:lnTo>
                      <a:pt x="210" y="1032"/>
                    </a:lnTo>
                    <a:lnTo>
                      <a:pt x="216" y="1032"/>
                    </a:lnTo>
                    <a:lnTo>
                      <a:pt x="216" y="1026"/>
                    </a:lnTo>
                    <a:lnTo>
                      <a:pt x="216" y="1020"/>
                    </a:lnTo>
                    <a:lnTo>
                      <a:pt x="222" y="1020"/>
                    </a:lnTo>
                    <a:lnTo>
                      <a:pt x="222" y="1014"/>
                    </a:lnTo>
                    <a:lnTo>
                      <a:pt x="228" y="1014"/>
                    </a:lnTo>
                    <a:lnTo>
                      <a:pt x="228" y="1008"/>
                    </a:lnTo>
                    <a:lnTo>
                      <a:pt x="228" y="1002"/>
                    </a:lnTo>
                    <a:lnTo>
                      <a:pt x="234" y="1002"/>
                    </a:lnTo>
                    <a:lnTo>
                      <a:pt x="234" y="996"/>
                    </a:lnTo>
                    <a:lnTo>
                      <a:pt x="240" y="996"/>
                    </a:lnTo>
                    <a:lnTo>
                      <a:pt x="240" y="990"/>
                    </a:lnTo>
                    <a:lnTo>
                      <a:pt x="240" y="984"/>
                    </a:lnTo>
                    <a:lnTo>
                      <a:pt x="246" y="984"/>
                    </a:lnTo>
                    <a:lnTo>
                      <a:pt x="246" y="978"/>
                    </a:lnTo>
                    <a:lnTo>
                      <a:pt x="246" y="972"/>
                    </a:lnTo>
                    <a:lnTo>
                      <a:pt x="252" y="972"/>
                    </a:lnTo>
                    <a:lnTo>
                      <a:pt x="252" y="966"/>
                    </a:lnTo>
                    <a:lnTo>
                      <a:pt x="258" y="960"/>
                    </a:lnTo>
                    <a:lnTo>
                      <a:pt x="258" y="960"/>
                    </a:lnTo>
                    <a:lnTo>
                      <a:pt x="258" y="954"/>
                    </a:lnTo>
                    <a:lnTo>
                      <a:pt x="264" y="948"/>
                    </a:lnTo>
                    <a:lnTo>
                      <a:pt x="264" y="948"/>
                    </a:lnTo>
                    <a:lnTo>
                      <a:pt x="270" y="942"/>
                    </a:lnTo>
                    <a:lnTo>
                      <a:pt x="270" y="936"/>
                    </a:lnTo>
                    <a:lnTo>
                      <a:pt x="270" y="930"/>
                    </a:lnTo>
                    <a:lnTo>
                      <a:pt x="276" y="930"/>
                    </a:lnTo>
                    <a:lnTo>
                      <a:pt x="276" y="924"/>
                    </a:lnTo>
                    <a:lnTo>
                      <a:pt x="276" y="918"/>
                    </a:lnTo>
                    <a:lnTo>
                      <a:pt x="282" y="918"/>
                    </a:lnTo>
                    <a:lnTo>
                      <a:pt x="282" y="912"/>
                    </a:lnTo>
                    <a:lnTo>
                      <a:pt x="288" y="906"/>
                    </a:lnTo>
                    <a:lnTo>
                      <a:pt x="288" y="900"/>
                    </a:lnTo>
                    <a:lnTo>
                      <a:pt x="288" y="900"/>
                    </a:lnTo>
                    <a:lnTo>
                      <a:pt x="294" y="894"/>
                    </a:lnTo>
                    <a:lnTo>
                      <a:pt x="294" y="888"/>
                    </a:lnTo>
                    <a:lnTo>
                      <a:pt x="300" y="882"/>
                    </a:lnTo>
                    <a:lnTo>
                      <a:pt x="300" y="882"/>
                    </a:lnTo>
                    <a:lnTo>
                      <a:pt x="300" y="876"/>
                    </a:lnTo>
                    <a:lnTo>
                      <a:pt x="306" y="870"/>
                    </a:lnTo>
                    <a:lnTo>
                      <a:pt x="306" y="864"/>
                    </a:lnTo>
                    <a:lnTo>
                      <a:pt x="312" y="858"/>
                    </a:lnTo>
                    <a:lnTo>
                      <a:pt x="312" y="858"/>
                    </a:lnTo>
                    <a:lnTo>
                      <a:pt x="312" y="852"/>
                    </a:lnTo>
                    <a:lnTo>
                      <a:pt x="318" y="846"/>
                    </a:lnTo>
                    <a:lnTo>
                      <a:pt x="318" y="840"/>
                    </a:lnTo>
                    <a:lnTo>
                      <a:pt x="318" y="834"/>
                    </a:lnTo>
                    <a:lnTo>
                      <a:pt x="324" y="834"/>
                    </a:lnTo>
                    <a:lnTo>
                      <a:pt x="324" y="828"/>
                    </a:lnTo>
                    <a:lnTo>
                      <a:pt x="330" y="822"/>
                    </a:lnTo>
                    <a:lnTo>
                      <a:pt x="330" y="816"/>
                    </a:lnTo>
                    <a:lnTo>
                      <a:pt x="330" y="810"/>
                    </a:lnTo>
                    <a:lnTo>
                      <a:pt x="336" y="804"/>
                    </a:lnTo>
                    <a:lnTo>
                      <a:pt x="336" y="804"/>
                    </a:lnTo>
                    <a:lnTo>
                      <a:pt x="342" y="798"/>
                    </a:lnTo>
                    <a:lnTo>
                      <a:pt x="342" y="792"/>
                    </a:lnTo>
                    <a:lnTo>
                      <a:pt x="342" y="786"/>
                    </a:lnTo>
                    <a:lnTo>
                      <a:pt x="348" y="780"/>
                    </a:lnTo>
                    <a:lnTo>
                      <a:pt x="348" y="774"/>
                    </a:lnTo>
                    <a:lnTo>
                      <a:pt x="348" y="768"/>
                    </a:lnTo>
                    <a:lnTo>
                      <a:pt x="354" y="768"/>
                    </a:lnTo>
                    <a:lnTo>
                      <a:pt x="354" y="762"/>
                    </a:lnTo>
                    <a:lnTo>
                      <a:pt x="360" y="756"/>
                    </a:lnTo>
                    <a:lnTo>
                      <a:pt x="360" y="750"/>
                    </a:lnTo>
                    <a:lnTo>
                      <a:pt x="360" y="744"/>
                    </a:lnTo>
                    <a:lnTo>
                      <a:pt x="366" y="738"/>
                    </a:lnTo>
                    <a:lnTo>
                      <a:pt x="366" y="732"/>
                    </a:lnTo>
                    <a:lnTo>
                      <a:pt x="372" y="726"/>
                    </a:lnTo>
                    <a:lnTo>
                      <a:pt x="372" y="720"/>
                    </a:lnTo>
                    <a:lnTo>
                      <a:pt x="372" y="714"/>
                    </a:lnTo>
                    <a:lnTo>
                      <a:pt x="378" y="708"/>
                    </a:lnTo>
                    <a:lnTo>
                      <a:pt x="378" y="702"/>
                    </a:lnTo>
                    <a:lnTo>
                      <a:pt x="384" y="696"/>
                    </a:lnTo>
                    <a:lnTo>
                      <a:pt x="384" y="690"/>
                    </a:lnTo>
                    <a:lnTo>
                      <a:pt x="384" y="684"/>
                    </a:lnTo>
                    <a:lnTo>
                      <a:pt x="390" y="678"/>
                    </a:lnTo>
                    <a:lnTo>
                      <a:pt x="390" y="678"/>
                    </a:lnTo>
                    <a:lnTo>
                      <a:pt x="390" y="672"/>
                    </a:lnTo>
                    <a:lnTo>
                      <a:pt x="396" y="666"/>
                    </a:lnTo>
                    <a:lnTo>
                      <a:pt x="396" y="660"/>
                    </a:lnTo>
                    <a:lnTo>
                      <a:pt x="402" y="654"/>
                    </a:lnTo>
                    <a:lnTo>
                      <a:pt x="402" y="642"/>
                    </a:lnTo>
                    <a:lnTo>
                      <a:pt x="402" y="636"/>
                    </a:lnTo>
                    <a:lnTo>
                      <a:pt x="408" y="630"/>
                    </a:lnTo>
                    <a:lnTo>
                      <a:pt x="408" y="624"/>
                    </a:lnTo>
                    <a:lnTo>
                      <a:pt x="414" y="618"/>
                    </a:lnTo>
                    <a:lnTo>
                      <a:pt x="414" y="612"/>
                    </a:lnTo>
                    <a:lnTo>
                      <a:pt x="414" y="606"/>
                    </a:lnTo>
                    <a:lnTo>
                      <a:pt x="420" y="600"/>
                    </a:lnTo>
                    <a:lnTo>
                      <a:pt x="420" y="594"/>
                    </a:lnTo>
                    <a:lnTo>
                      <a:pt x="420" y="588"/>
                    </a:lnTo>
                    <a:lnTo>
                      <a:pt x="426" y="582"/>
                    </a:lnTo>
                    <a:lnTo>
                      <a:pt x="426" y="576"/>
                    </a:lnTo>
                    <a:lnTo>
                      <a:pt x="432" y="570"/>
                    </a:lnTo>
                    <a:lnTo>
                      <a:pt x="432" y="564"/>
                    </a:lnTo>
                    <a:lnTo>
                      <a:pt x="432" y="558"/>
                    </a:lnTo>
                    <a:lnTo>
                      <a:pt x="438" y="546"/>
                    </a:lnTo>
                    <a:lnTo>
                      <a:pt x="438" y="540"/>
                    </a:lnTo>
                    <a:lnTo>
                      <a:pt x="444" y="534"/>
                    </a:lnTo>
                    <a:lnTo>
                      <a:pt x="444" y="528"/>
                    </a:lnTo>
                    <a:lnTo>
                      <a:pt x="444" y="522"/>
                    </a:lnTo>
                    <a:lnTo>
                      <a:pt x="450" y="516"/>
                    </a:lnTo>
                    <a:lnTo>
                      <a:pt x="450" y="510"/>
                    </a:lnTo>
                    <a:lnTo>
                      <a:pt x="456" y="498"/>
                    </a:lnTo>
                    <a:lnTo>
                      <a:pt x="456" y="492"/>
                    </a:lnTo>
                    <a:lnTo>
                      <a:pt x="456" y="486"/>
                    </a:lnTo>
                    <a:lnTo>
                      <a:pt x="462" y="480"/>
                    </a:lnTo>
                    <a:lnTo>
                      <a:pt x="462" y="474"/>
                    </a:lnTo>
                    <a:lnTo>
                      <a:pt x="462" y="468"/>
                    </a:lnTo>
                    <a:lnTo>
                      <a:pt x="468" y="456"/>
                    </a:lnTo>
                    <a:lnTo>
                      <a:pt x="468" y="450"/>
                    </a:lnTo>
                    <a:lnTo>
                      <a:pt x="474" y="444"/>
                    </a:lnTo>
                    <a:lnTo>
                      <a:pt x="474" y="438"/>
                    </a:lnTo>
                    <a:lnTo>
                      <a:pt x="474" y="426"/>
                    </a:lnTo>
                    <a:lnTo>
                      <a:pt x="480" y="420"/>
                    </a:lnTo>
                    <a:lnTo>
                      <a:pt x="480" y="414"/>
                    </a:lnTo>
                    <a:lnTo>
                      <a:pt x="486" y="408"/>
                    </a:lnTo>
                    <a:lnTo>
                      <a:pt x="486" y="396"/>
                    </a:lnTo>
                    <a:lnTo>
                      <a:pt x="486" y="390"/>
                    </a:lnTo>
                    <a:lnTo>
                      <a:pt x="492" y="384"/>
                    </a:lnTo>
                    <a:lnTo>
                      <a:pt x="492" y="372"/>
                    </a:lnTo>
                    <a:lnTo>
                      <a:pt x="492" y="366"/>
                    </a:lnTo>
                    <a:lnTo>
                      <a:pt x="498" y="360"/>
                    </a:lnTo>
                    <a:lnTo>
                      <a:pt x="498" y="354"/>
                    </a:lnTo>
                    <a:lnTo>
                      <a:pt x="504" y="342"/>
                    </a:lnTo>
                    <a:lnTo>
                      <a:pt x="504" y="336"/>
                    </a:lnTo>
                    <a:lnTo>
                      <a:pt x="504" y="330"/>
                    </a:lnTo>
                    <a:lnTo>
                      <a:pt x="510" y="318"/>
                    </a:lnTo>
                    <a:lnTo>
                      <a:pt x="510" y="312"/>
                    </a:lnTo>
                    <a:lnTo>
                      <a:pt x="516" y="300"/>
                    </a:lnTo>
                    <a:lnTo>
                      <a:pt x="516" y="294"/>
                    </a:lnTo>
                    <a:lnTo>
                      <a:pt x="516" y="288"/>
                    </a:lnTo>
                    <a:lnTo>
                      <a:pt x="522" y="276"/>
                    </a:lnTo>
                    <a:lnTo>
                      <a:pt x="522" y="270"/>
                    </a:lnTo>
                    <a:lnTo>
                      <a:pt x="522" y="258"/>
                    </a:lnTo>
                    <a:lnTo>
                      <a:pt x="528" y="252"/>
                    </a:lnTo>
                    <a:lnTo>
                      <a:pt x="528" y="246"/>
                    </a:lnTo>
                    <a:lnTo>
                      <a:pt x="534" y="234"/>
                    </a:lnTo>
                    <a:lnTo>
                      <a:pt x="534" y="228"/>
                    </a:lnTo>
                    <a:lnTo>
                      <a:pt x="534" y="216"/>
                    </a:lnTo>
                    <a:lnTo>
                      <a:pt x="540" y="210"/>
                    </a:lnTo>
                    <a:lnTo>
                      <a:pt x="540" y="198"/>
                    </a:lnTo>
                    <a:lnTo>
                      <a:pt x="546" y="192"/>
                    </a:lnTo>
                    <a:lnTo>
                      <a:pt x="546" y="180"/>
                    </a:lnTo>
                    <a:lnTo>
                      <a:pt x="546" y="174"/>
                    </a:lnTo>
                    <a:lnTo>
                      <a:pt x="552" y="162"/>
                    </a:lnTo>
                    <a:lnTo>
                      <a:pt x="552" y="156"/>
                    </a:lnTo>
                    <a:lnTo>
                      <a:pt x="558" y="144"/>
                    </a:lnTo>
                    <a:lnTo>
                      <a:pt x="558" y="138"/>
                    </a:lnTo>
                    <a:lnTo>
                      <a:pt x="558" y="126"/>
                    </a:lnTo>
                    <a:lnTo>
                      <a:pt x="564" y="120"/>
                    </a:lnTo>
                    <a:lnTo>
                      <a:pt x="564" y="108"/>
                    </a:lnTo>
                    <a:lnTo>
                      <a:pt x="564" y="96"/>
                    </a:lnTo>
                    <a:lnTo>
                      <a:pt x="570" y="90"/>
                    </a:lnTo>
                    <a:lnTo>
                      <a:pt x="570" y="78"/>
                    </a:lnTo>
                    <a:lnTo>
                      <a:pt x="576" y="72"/>
                    </a:lnTo>
                    <a:lnTo>
                      <a:pt x="576" y="60"/>
                    </a:lnTo>
                    <a:lnTo>
                      <a:pt x="576" y="48"/>
                    </a:lnTo>
                    <a:lnTo>
                      <a:pt x="582" y="42"/>
                    </a:lnTo>
                    <a:lnTo>
                      <a:pt x="582" y="30"/>
                    </a:lnTo>
                    <a:lnTo>
                      <a:pt x="588" y="18"/>
                    </a:lnTo>
                    <a:lnTo>
                      <a:pt x="588" y="12"/>
                    </a:lnTo>
                    <a:lnTo>
                      <a:pt x="58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54">
                <a:extLst>
                  <a:ext uri="{FF2B5EF4-FFF2-40B4-BE49-F238E27FC236}">
                    <a16:creationId xmlns:a16="http://schemas.microsoft.com/office/drawing/2014/main" id="{4B38AB17-7D89-497C-B5B8-4C1BB1991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4" y="2265"/>
                <a:ext cx="6" cy="1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388A8945-F43E-46DA-95F0-3B005A59E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6963" y="2628378"/>
              <a:ext cx="647700" cy="71437"/>
            </a:xfrm>
            <a:custGeom>
              <a:avLst/>
              <a:gdLst>
                <a:gd name="T0" fmla="*/ 12 w 594"/>
                <a:gd name="T1" fmla="*/ 66 h 66"/>
                <a:gd name="T2" fmla="*/ 18 w 594"/>
                <a:gd name="T3" fmla="*/ 66 h 66"/>
                <a:gd name="T4" fmla="*/ 30 w 594"/>
                <a:gd name="T5" fmla="*/ 66 h 66"/>
                <a:gd name="T6" fmla="*/ 42 w 594"/>
                <a:gd name="T7" fmla="*/ 60 h 66"/>
                <a:gd name="T8" fmla="*/ 54 w 594"/>
                <a:gd name="T9" fmla="*/ 60 h 66"/>
                <a:gd name="T10" fmla="*/ 66 w 594"/>
                <a:gd name="T11" fmla="*/ 60 h 66"/>
                <a:gd name="T12" fmla="*/ 78 w 594"/>
                <a:gd name="T13" fmla="*/ 60 h 66"/>
                <a:gd name="T14" fmla="*/ 90 w 594"/>
                <a:gd name="T15" fmla="*/ 60 h 66"/>
                <a:gd name="T16" fmla="*/ 102 w 594"/>
                <a:gd name="T17" fmla="*/ 60 h 66"/>
                <a:gd name="T18" fmla="*/ 114 w 594"/>
                <a:gd name="T19" fmla="*/ 60 h 66"/>
                <a:gd name="T20" fmla="*/ 126 w 594"/>
                <a:gd name="T21" fmla="*/ 60 h 66"/>
                <a:gd name="T22" fmla="*/ 138 w 594"/>
                <a:gd name="T23" fmla="*/ 60 h 66"/>
                <a:gd name="T24" fmla="*/ 150 w 594"/>
                <a:gd name="T25" fmla="*/ 54 h 66"/>
                <a:gd name="T26" fmla="*/ 162 w 594"/>
                <a:gd name="T27" fmla="*/ 54 h 66"/>
                <a:gd name="T28" fmla="*/ 174 w 594"/>
                <a:gd name="T29" fmla="*/ 54 h 66"/>
                <a:gd name="T30" fmla="*/ 186 w 594"/>
                <a:gd name="T31" fmla="*/ 54 h 66"/>
                <a:gd name="T32" fmla="*/ 198 w 594"/>
                <a:gd name="T33" fmla="*/ 54 h 66"/>
                <a:gd name="T34" fmla="*/ 204 w 594"/>
                <a:gd name="T35" fmla="*/ 54 h 66"/>
                <a:gd name="T36" fmla="*/ 216 w 594"/>
                <a:gd name="T37" fmla="*/ 54 h 66"/>
                <a:gd name="T38" fmla="*/ 228 w 594"/>
                <a:gd name="T39" fmla="*/ 48 h 66"/>
                <a:gd name="T40" fmla="*/ 240 w 594"/>
                <a:gd name="T41" fmla="*/ 48 h 66"/>
                <a:gd name="T42" fmla="*/ 252 w 594"/>
                <a:gd name="T43" fmla="*/ 48 h 66"/>
                <a:gd name="T44" fmla="*/ 264 w 594"/>
                <a:gd name="T45" fmla="*/ 48 h 66"/>
                <a:gd name="T46" fmla="*/ 276 w 594"/>
                <a:gd name="T47" fmla="*/ 48 h 66"/>
                <a:gd name="T48" fmla="*/ 288 w 594"/>
                <a:gd name="T49" fmla="*/ 48 h 66"/>
                <a:gd name="T50" fmla="*/ 300 w 594"/>
                <a:gd name="T51" fmla="*/ 42 h 66"/>
                <a:gd name="T52" fmla="*/ 312 w 594"/>
                <a:gd name="T53" fmla="*/ 42 h 66"/>
                <a:gd name="T54" fmla="*/ 324 w 594"/>
                <a:gd name="T55" fmla="*/ 42 h 66"/>
                <a:gd name="T56" fmla="*/ 336 w 594"/>
                <a:gd name="T57" fmla="*/ 42 h 66"/>
                <a:gd name="T58" fmla="*/ 348 w 594"/>
                <a:gd name="T59" fmla="*/ 42 h 66"/>
                <a:gd name="T60" fmla="*/ 360 w 594"/>
                <a:gd name="T61" fmla="*/ 36 h 66"/>
                <a:gd name="T62" fmla="*/ 372 w 594"/>
                <a:gd name="T63" fmla="*/ 36 h 66"/>
                <a:gd name="T64" fmla="*/ 378 w 594"/>
                <a:gd name="T65" fmla="*/ 36 h 66"/>
                <a:gd name="T66" fmla="*/ 390 w 594"/>
                <a:gd name="T67" fmla="*/ 36 h 66"/>
                <a:gd name="T68" fmla="*/ 402 w 594"/>
                <a:gd name="T69" fmla="*/ 36 h 66"/>
                <a:gd name="T70" fmla="*/ 414 w 594"/>
                <a:gd name="T71" fmla="*/ 30 h 66"/>
                <a:gd name="T72" fmla="*/ 426 w 594"/>
                <a:gd name="T73" fmla="*/ 30 h 66"/>
                <a:gd name="T74" fmla="*/ 438 w 594"/>
                <a:gd name="T75" fmla="*/ 30 h 66"/>
                <a:gd name="T76" fmla="*/ 450 w 594"/>
                <a:gd name="T77" fmla="*/ 30 h 66"/>
                <a:gd name="T78" fmla="*/ 462 w 594"/>
                <a:gd name="T79" fmla="*/ 24 h 66"/>
                <a:gd name="T80" fmla="*/ 474 w 594"/>
                <a:gd name="T81" fmla="*/ 24 h 66"/>
                <a:gd name="T82" fmla="*/ 486 w 594"/>
                <a:gd name="T83" fmla="*/ 24 h 66"/>
                <a:gd name="T84" fmla="*/ 498 w 594"/>
                <a:gd name="T85" fmla="*/ 18 h 66"/>
                <a:gd name="T86" fmla="*/ 510 w 594"/>
                <a:gd name="T87" fmla="*/ 18 h 66"/>
                <a:gd name="T88" fmla="*/ 522 w 594"/>
                <a:gd name="T89" fmla="*/ 18 h 66"/>
                <a:gd name="T90" fmla="*/ 534 w 594"/>
                <a:gd name="T91" fmla="*/ 12 h 66"/>
                <a:gd name="T92" fmla="*/ 546 w 594"/>
                <a:gd name="T93" fmla="*/ 12 h 66"/>
                <a:gd name="T94" fmla="*/ 552 w 594"/>
                <a:gd name="T95" fmla="*/ 12 h 66"/>
                <a:gd name="T96" fmla="*/ 564 w 594"/>
                <a:gd name="T97" fmla="*/ 6 h 66"/>
                <a:gd name="T98" fmla="*/ 576 w 594"/>
                <a:gd name="T99" fmla="*/ 6 h 66"/>
                <a:gd name="T100" fmla="*/ 588 w 594"/>
                <a:gd name="T101" fmla="*/ 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66">
                  <a:moveTo>
                    <a:pt x="0" y="66"/>
                  </a:moveTo>
                  <a:lnTo>
                    <a:pt x="0" y="66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6" y="66"/>
                  </a:lnTo>
                  <a:lnTo>
                    <a:pt x="36" y="66"/>
                  </a:lnTo>
                  <a:lnTo>
                    <a:pt x="42" y="66"/>
                  </a:lnTo>
                  <a:lnTo>
                    <a:pt x="42" y="60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60"/>
                  </a:lnTo>
                  <a:lnTo>
                    <a:pt x="54" y="60"/>
                  </a:lnTo>
                  <a:lnTo>
                    <a:pt x="54" y="60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6" y="60"/>
                  </a:lnTo>
                  <a:lnTo>
                    <a:pt x="96" y="60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8" y="60"/>
                  </a:lnTo>
                  <a:lnTo>
                    <a:pt x="108" y="60"/>
                  </a:lnTo>
                  <a:lnTo>
                    <a:pt x="114" y="60"/>
                  </a:lnTo>
                  <a:lnTo>
                    <a:pt x="114" y="60"/>
                  </a:lnTo>
                  <a:lnTo>
                    <a:pt x="114" y="60"/>
                  </a:lnTo>
                  <a:lnTo>
                    <a:pt x="120" y="60"/>
                  </a:lnTo>
                  <a:lnTo>
                    <a:pt x="120" y="60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26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2" y="6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44" y="60"/>
                  </a:lnTo>
                  <a:lnTo>
                    <a:pt x="144" y="60"/>
                  </a:lnTo>
                  <a:lnTo>
                    <a:pt x="144" y="60"/>
                  </a:lnTo>
                  <a:lnTo>
                    <a:pt x="150" y="54"/>
                  </a:lnTo>
                  <a:lnTo>
                    <a:pt x="150" y="54"/>
                  </a:lnTo>
                  <a:lnTo>
                    <a:pt x="156" y="54"/>
                  </a:lnTo>
                  <a:lnTo>
                    <a:pt x="156" y="54"/>
                  </a:lnTo>
                  <a:lnTo>
                    <a:pt x="156" y="54"/>
                  </a:lnTo>
                  <a:lnTo>
                    <a:pt x="162" y="54"/>
                  </a:lnTo>
                  <a:lnTo>
                    <a:pt x="162" y="54"/>
                  </a:lnTo>
                  <a:lnTo>
                    <a:pt x="162" y="54"/>
                  </a:lnTo>
                  <a:lnTo>
                    <a:pt x="168" y="54"/>
                  </a:lnTo>
                  <a:lnTo>
                    <a:pt x="168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80" y="54"/>
                  </a:lnTo>
                  <a:lnTo>
                    <a:pt x="180" y="54"/>
                  </a:lnTo>
                  <a:lnTo>
                    <a:pt x="186" y="54"/>
                  </a:lnTo>
                  <a:lnTo>
                    <a:pt x="186" y="54"/>
                  </a:lnTo>
                  <a:lnTo>
                    <a:pt x="186" y="54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204" y="54"/>
                  </a:lnTo>
                  <a:lnTo>
                    <a:pt x="204" y="54"/>
                  </a:lnTo>
                  <a:lnTo>
                    <a:pt x="204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6" y="54"/>
                  </a:lnTo>
                  <a:lnTo>
                    <a:pt x="216" y="54"/>
                  </a:lnTo>
                  <a:lnTo>
                    <a:pt x="216" y="54"/>
                  </a:lnTo>
                  <a:lnTo>
                    <a:pt x="222" y="54"/>
                  </a:lnTo>
                  <a:lnTo>
                    <a:pt x="222" y="54"/>
                  </a:lnTo>
                  <a:lnTo>
                    <a:pt x="228" y="54"/>
                  </a:lnTo>
                  <a:lnTo>
                    <a:pt x="228" y="54"/>
                  </a:lnTo>
                  <a:lnTo>
                    <a:pt x="228" y="48"/>
                  </a:lnTo>
                  <a:lnTo>
                    <a:pt x="234" y="48"/>
                  </a:lnTo>
                  <a:lnTo>
                    <a:pt x="234" y="48"/>
                  </a:lnTo>
                  <a:lnTo>
                    <a:pt x="234" y="48"/>
                  </a:lnTo>
                  <a:lnTo>
                    <a:pt x="240" y="48"/>
                  </a:lnTo>
                  <a:lnTo>
                    <a:pt x="240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52" y="48"/>
                  </a:lnTo>
                  <a:lnTo>
                    <a:pt x="252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6" y="48"/>
                  </a:lnTo>
                  <a:lnTo>
                    <a:pt x="276" y="48"/>
                  </a:lnTo>
                  <a:lnTo>
                    <a:pt x="276" y="48"/>
                  </a:lnTo>
                  <a:lnTo>
                    <a:pt x="282" y="48"/>
                  </a:lnTo>
                  <a:lnTo>
                    <a:pt x="282" y="48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94" y="48"/>
                  </a:lnTo>
                  <a:lnTo>
                    <a:pt x="294" y="48"/>
                  </a:lnTo>
                  <a:lnTo>
                    <a:pt x="300" y="48"/>
                  </a:lnTo>
                  <a:lnTo>
                    <a:pt x="300" y="42"/>
                  </a:lnTo>
                  <a:lnTo>
                    <a:pt x="300" y="42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06" y="42"/>
                  </a:lnTo>
                  <a:lnTo>
                    <a:pt x="312" y="42"/>
                  </a:lnTo>
                  <a:lnTo>
                    <a:pt x="312" y="42"/>
                  </a:lnTo>
                  <a:lnTo>
                    <a:pt x="318" y="42"/>
                  </a:lnTo>
                  <a:lnTo>
                    <a:pt x="318" y="42"/>
                  </a:lnTo>
                  <a:lnTo>
                    <a:pt x="318" y="42"/>
                  </a:lnTo>
                  <a:lnTo>
                    <a:pt x="324" y="42"/>
                  </a:lnTo>
                  <a:lnTo>
                    <a:pt x="324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8" y="42"/>
                  </a:lnTo>
                  <a:lnTo>
                    <a:pt x="348" y="42"/>
                  </a:lnTo>
                  <a:lnTo>
                    <a:pt x="348" y="42"/>
                  </a:lnTo>
                  <a:lnTo>
                    <a:pt x="354" y="42"/>
                  </a:lnTo>
                  <a:lnTo>
                    <a:pt x="354" y="42"/>
                  </a:lnTo>
                  <a:lnTo>
                    <a:pt x="360" y="36"/>
                  </a:lnTo>
                  <a:lnTo>
                    <a:pt x="360" y="36"/>
                  </a:lnTo>
                  <a:lnTo>
                    <a:pt x="360" y="36"/>
                  </a:lnTo>
                  <a:lnTo>
                    <a:pt x="366" y="36"/>
                  </a:lnTo>
                  <a:lnTo>
                    <a:pt x="366" y="36"/>
                  </a:lnTo>
                  <a:lnTo>
                    <a:pt x="372" y="36"/>
                  </a:lnTo>
                  <a:lnTo>
                    <a:pt x="372" y="36"/>
                  </a:lnTo>
                  <a:lnTo>
                    <a:pt x="372" y="36"/>
                  </a:lnTo>
                  <a:lnTo>
                    <a:pt x="378" y="36"/>
                  </a:lnTo>
                  <a:lnTo>
                    <a:pt x="378" y="36"/>
                  </a:lnTo>
                  <a:lnTo>
                    <a:pt x="378" y="36"/>
                  </a:lnTo>
                  <a:lnTo>
                    <a:pt x="384" y="36"/>
                  </a:lnTo>
                  <a:lnTo>
                    <a:pt x="384" y="36"/>
                  </a:lnTo>
                  <a:lnTo>
                    <a:pt x="390" y="36"/>
                  </a:lnTo>
                  <a:lnTo>
                    <a:pt x="390" y="36"/>
                  </a:lnTo>
                  <a:lnTo>
                    <a:pt x="390" y="36"/>
                  </a:lnTo>
                  <a:lnTo>
                    <a:pt x="396" y="36"/>
                  </a:lnTo>
                  <a:lnTo>
                    <a:pt x="396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08" y="36"/>
                  </a:lnTo>
                  <a:lnTo>
                    <a:pt x="408" y="30"/>
                  </a:lnTo>
                  <a:lnTo>
                    <a:pt x="408" y="30"/>
                  </a:lnTo>
                  <a:lnTo>
                    <a:pt x="414" y="30"/>
                  </a:lnTo>
                  <a:lnTo>
                    <a:pt x="414" y="30"/>
                  </a:lnTo>
                  <a:lnTo>
                    <a:pt x="420" y="30"/>
                  </a:lnTo>
                  <a:lnTo>
                    <a:pt x="420" y="30"/>
                  </a:lnTo>
                  <a:lnTo>
                    <a:pt x="420" y="30"/>
                  </a:lnTo>
                  <a:lnTo>
                    <a:pt x="426" y="30"/>
                  </a:lnTo>
                  <a:lnTo>
                    <a:pt x="426" y="30"/>
                  </a:lnTo>
                  <a:lnTo>
                    <a:pt x="432" y="30"/>
                  </a:lnTo>
                  <a:lnTo>
                    <a:pt x="432" y="30"/>
                  </a:lnTo>
                  <a:lnTo>
                    <a:pt x="432" y="30"/>
                  </a:lnTo>
                  <a:lnTo>
                    <a:pt x="438" y="30"/>
                  </a:lnTo>
                  <a:lnTo>
                    <a:pt x="438" y="30"/>
                  </a:lnTo>
                  <a:lnTo>
                    <a:pt x="444" y="30"/>
                  </a:lnTo>
                  <a:lnTo>
                    <a:pt x="444" y="30"/>
                  </a:lnTo>
                  <a:lnTo>
                    <a:pt x="444" y="30"/>
                  </a:lnTo>
                  <a:lnTo>
                    <a:pt x="450" y="30"/>
                  </a:lnTo>
                  <a:lnTo>
                    <a:pt x="450" y="30"/>
                  </a:lnTo>
                  <a:lnTo>
                    <a:pt x="450" y="24"/>
                  </a:lnTo>
                  <a:lnTo>
                    <a:pt x="456" y="24"/>
                  </a:lnTo>
                  <a:lnTo>
                    <a:pt x="456" y="24"/>
                  </a:lnTo>
                  <a:lnTo>
                    <a:pt x="462" y="24"/>
                  </a:lnTo>
                  <a:lnTo>
                    <a:pt x="462" y="24"/>
                  </a:lnTo>
                  <a:lnTo>
                    <a:pt x="462" y="24"/>
                  </a:lnTo>
                  <a:lnTo>
                    <a:pt x="468" y="24"/>
                  </a:lnTo>
                  <a:lnTo>
                    <a:pt x="468" y="24"/>
                  </a:lnTo>
                  <a:lnTo>
                    <a:pt x="474" y="24"/>
                  </a:lnTo>
                  <a:lnTo>
                    <a:pt x="474" y="24"/>
                  </a:lnTo>
                  <a:lnTo>
                    <a:pt x="474" y="24"/>
                  </a:lnTo>
                  <a:lnTo>
                    <a:pt x="480" y="24"/>
                  </a:lnTo>
                  <a:lnTo>
                    <a:pt x="480" y="24"/>
                  </a:lnTo>
                  <a:lnTo>
                    <a:pt x="480" y="24"/>
                  </a:lnTo>
                  <a:lnTo>
                    <a:pt x="486" y="24"/>
                  </a:lnTo>
                  <a:lnTo>
                    <a:pt x="486" y="24"/>
                  </a:lnTo>
                  <a:lnTo>
                    <a:pt x="492" y="24"/>
                  </a:lnTo>
                  <a:lnTo>
                    <a:pt x="492" y="18"/>
                  </a:lnTo>
                  <a:lnTo>
                    <a:pt x="492" y="18"/>
                  </a:lnTo>
                  <a:lnTo>
                    <a:pt x="498" y="18"/>
                  </a:lnTo>
                  <a:lnTo>
                    <a:pt x="498" y="18"/>
                  </a:lnTo>
                  <a:lnTo>
                    <a:pt x="504" y="18"/>
                  </a:lnTo>
                  <a:lnTo>
                    <a:pt x="504" y="18"/>
                  </a:lnTo>
                  <a:lnTo>
                    <a:pt x="504" y="18"/>
                  </a:lnTo>
                  <a:lnTo>
                    <a:pt x="510" y="18"/>
                  </a:lnTo>
                  <a:lnTo>
                    <a:pt x="510" y="18"/>
                  </a:lnTo>
                  <a:lnTo>
                    <a:pt x="516" y="18"/>
                  </a:lnTo>
                  <a:lnTo>
                    <a:pt x="516" y="18"/>
                  </a:lnTo>
                  <a:lnTo>
                    <a:pt x="516" y="18"/>
                  </a:lnTo>
                  <a:lnTo>
                    <a:pt x="522" y="18"/>
                  </a:lnTo>
                  <a:lnTo>
                    <a:pt x="522" y="18"/>
                  </a:lnTo>
                  <a:lnTo>
                    <a:pt x="522" y="18"/>
                  </a:lnTo>
                  <a:lnTo>
                    <a:pt x="528" y="18"/>
                  </a:lnTo>
                  <a:lnTo>
                    <a:pt x="528" y="12"/>
                  </a:lnTo>
                  <a:lnTo>
                    <a:pt x="534" y="12"/>
                  </a:lnTo>
                  <a:lnTo>
                    <a:pt x="534" y="12"/>
                  </a:lnTo>
                  <a:lnTo>
                    <a:pt x="534" y="12"/>
                  </a:lnTo>
                  <a:lnTo>
                    <a:pt x="540" y="12"/>
                  </a:lnTo>
                  <a:lnTo>
                    <a:pt x="540" y="12"/>
                  </a:lnTo>
                  <a:lnTo>
                    <a:pt x="546" y="12"/>
                  </a:lnTo>
                  <a:lnTo>
                    <a:pt x="546" y="12"/>
                  </a:lnTo>
                  <a:lnTo>
                    <a:pt x="546" y="12"/>
                  </a:lnTo>
                  <a:lnTo>
                    <a:pt x="552" y="12"/>
                  </a:lnTo>
                  <a:lnTo>
                    <a:pt x="552" y="12"/>
                  </a:lnTo>
                  <a:lnTo>
                    <a:pt x="552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64" y="6"/>
                  </a:lnTo>
                  <a:lnTo>
                    <a:pt x="564" y="6"/>
                  </a:lnTo>
                  <a:lnTo>
                    <a:pt x="564" y="6"/>
                  </a:lnTo>
                  <a:lnTo>
                    <a:pt x="570" y="6"/>
                  </a:lnTo>
                  <a:lnTo>
                    <a:pt x="570" y="6"/>
                  </a:lnTo>
                  <a:lnTo>
                    <a:pt x="576" y="6"/>
                  </a:lnTo>
                  <a:lnTo>
                    <a:pt x="576" y="6"/>
                  </a:lnTo>
                  <a:lnTo>
                    <a:pt x="576" y="6"/>
                  </a:lnTo>
                  <a:lnTo>
                    <a:pt x="582" y="6"/>
                  </a:lnTo>
                  <a:lnTo>
                    <a:pt x="582" y="6"/>
                  </a:lnTo>
                  <a:lnTo>
                    <a:pt x="588" y="6"/>
                  </a:lnTo>
                  <a:lnTo>
                    <a:pt x="588" y="6"/>
                  </a:lnTo>
                  <a:lnTo>
                    <a:pt x="588" y="6"/>
                  </a:lnTo>
                  <a:lnTo>
                    <a:pt x="59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56">
              <a:extLst>
                <a:ext uri="{FF2B5EF4-FFF2-40B4-BE49-F238E27FC236}">
                  <a16:creationId xmlns:a16="http://schemas.microsoft.com/office/drawing/2014/main" id="{AFE1529D-5FFD-41B5-8994-09378F272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63" y="2320403"/>
              <a:ext cx="642937" cy="307975"/>
            </a:xfrm>
            <a:custGeom>
              <a:avLst/>
              <a:gdLst>
                <a:gd name="T0" fmla="*/ 6 w 588"/>
                <a:gd name="T1" fmla="*/ 282 h 282"/>
                <a:gd name="T2" fmla="*/ 18 w 588"/>
                <a:gd name="T3" fmla="*/ 282 h 282"/>
                <a:gd name="T4" fmla="*/ 30 w 588"/>
                <a:gd name="T5" fmla="*/ 276 h 282"/>
                <a:gd name="T6" fmla="*/ 42 w 588"/>
                <a:gd name="T7" fmla="*/ 276 h 282"/>
                <a:gd name="T8" fmla="*/ 54 w 588"/>
                <a:gd name="T9" fmla="*/ 270 h 282"/>
                <a:gd name="T10" fmla="*/ 66 w 588"/>
                <a:gd name="T11" fmla="*/ 270 h 282"/>
                <a:gd name="T12" fmla="*/ 78 w 588"/>
                <a:gd name="T13" fmla="*/ 270 h 282"/>
                <a:gd name="T14" fmla="*/ 90 w 588"/>
                <a:gd name="T15" fmla="*/ 264 h 282"/>
                <a:gd name="T16" fmla="*/ 102 w 588"/>
                <a:gd name="T17" fmla="*/ 264 h 282"/>
                <a:gd name="T18" fmla="*/ 114 w 588"/>
                <a:gd name="T19" fmla="*/ 258 h 282"/>
                <a:gd name="T20" fmla="*/ 126 w 588"/>
                <a:gd name="T21" fmla="*/ 252 h 282"/>
                <a:gd name="T22" fmla="*/ 138 w 588"/>
                <a:gd name="T23" fmla="*/ 252 h 282"/>
                <a:gd name="T24" fmla="*/ 144 w 588"/>
                <a:gd name="T25" fmla="*/ 246 h 282"/>
                <a:gd name="T26" fmla="*/ 156 w 588"/>
                <a:gd name="T27" fmla="*/ 246 h 282"/>
                <a:gd name="T28" fmla="*/ 168 w 588"/>
                <a:gd name="T29" fmla="*/ 240 h 282"/>
                <a:gd name="T30" fmla="*/ 180 w 588"/>
                <a:gd name="T31" fmla="*/ 234 h 282"/>
                <a:gd name="T32" fmla="*/ 192 w 588"/>
                <a:gd name="T33" fmla="*/ 234 h 282"/>
                <a:gd name="T34" fmla="*/ 204 w 588"/>
                <a:gd name="T35" fmla="*/ 228 h 282"/>
                <a:gd name="T36" fmla="*/ 216 w 588"/>
                <a:gd name="T37" fmla="*/ 222 h 282"/>
                <a:gd name="T38" fmla="*/ 228 w 588"/>
                <a:gd name="T39" fmla="*/ 222 h 282"/>
                <a:gd name="T40" fmla="*/ 240 w 588"/>
                <a:gd name="T41" fmla="*/ 216 h 282"/>
                <a:gd name="T42" fmla="*/ 252 w 588"/>
                <a:gd name="T43" fmla="*/ 210 h 282"/>
                <a:gd name="T44" fmla="*/ 264 w 588"/>
                <a:gd name="T45" fmla="*/ 210 h 282"/>
                <a:gd name="T46" fmla="*/ 276 w 588"/>
                <a:gd name="T47" fmla="*/ 204 h 282"/>
                <a:gd name="T48" fmla="*/ 288 w 588"/>
                <a:gd name="T49" fmla="*/ 198 h 282"/>
                <a:gd name="T50" fmla="*/ 300 w 588"/>
                <a:gd name="T51" fmla="*/ 192 h 282"/>
                <a:gd name="T52" fmla="*/ 312 w 588"/>
                <a:gd name="T53" fmla="*/ 186 h 282"/>
                <a:gd name="T54" fmla="*/ 318 w 588"/>
                <a:gd name="T55" fmla="*/ 180 h 282"/>
                <a:gd name="T56" fmla="*/ 330 w 588"/>
                <a:gd name="T57" fmla="*/ 174 h 282"/>
                <a:gd name="T58" fmla="*/ 342 w 588"/>
                <a:gd name="T59" fmla="*/ 168 h 282"/>
                <a:gd name="T60" fmla="*/ 354 w 588"/>
                <a:gd name="T61" fmla="*/ 162 h 282"/>
                <a:gd name="T62" fmla="*/ 366 w 588"/>
                <a:gd name="T63" fmla="*/ 156 h 282"/>
                <a:gd name="T64" fmla="*/ 378 w 588"/>
                <a:gd name="T65" fmla="*/ 150 h 282"/>
                <a:gd name="T66" fmla="*/ 390 w 588"/>
                <a:gd name="T67" fmla="*/ 144 h 282"/>
                <a:gd name="T68" fmla="*/ 402 w 588"/>
                <a:gd name="T69" fmla="*/ 138 h 282"/>
                <a:gd name="T70" fmla="*/ 414 w 588"/>
                <a:gd name="T71" fmla="*/ 132 h 282"/>
                <a:gd name="T72" fmla="*/ 426 w 588"/>
                <a:gd name="T73" fmla="*/ 126 h 282"/>
                <a:gd name="T74" fmla="*/ 438 w 588"/>
                <a:gd name="T75" fmla="*/ 120 h 282"/>
                <a:gd name="T76" fmla="*/ 450 w 588"/>
                <a:gd name="T77" fmla="*/ 108 h 282"/>
                <a:gd name="T78" fmla="*/ 462 w 588"/>
                <a:gd name="T79" fmla="*/ 102 h 282"/>
                <a:gd name="T80" fmla="*/ 474 w 588"/>
                <a:gd name="T81" fmla="*/ 96 h 282"/>
                <a:gd name="T82" fmla="*/ 486 w 588"/>
                <a:gd name="T83" fmla="*/ 84 h 282"/>
                <a:gd name="T84" fmla="*/ 498 w 588"/>
                <a:gd name="T85" fmla="*/ 78 h 282"/>
                <a:gd name="T86" fmla="*/ 504 w 588"/>
                <a:gd name="T87" fmla="*/ 72 h 282"/>
                <a:gd name="T88" fmla="*/ 516 w 588"/>
                <a:gd name="T89" fmla="*/ 60 h 282"/>
                <a:gd name="T90" fmla="*/ 528 w 588"/>
                <a:gd name="T91" fmla="*/ 54 h 282"/>
                <a:gd name="T92" fmla="*/ 540 w 588"/>
                <a:gd name="T93" fmla="*/ 42 h 282"/>
                <a:gd name="T94" fmla="*/ 552 w 588"/>
                <a:gd name="T95" fmla="*/ 30 h 282"/>
                <a:gd name="T96" fmla="*/ 564 w 588"/>
                <a:gd name="T97" fmla="*/ 24 h 282"/>
                <a:gd name="T98" fmla="*/ 576 w 588"/>
                <a:gd name="T99" fmla="*/ 12 h 282"/>
                <a:gd name="T100" fmla="*/ 588 w 588"/>
                <a:gd name="T10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88" h="282">
                  <a:moveTo>
                    <a:pt x="0" y="282"/>
                  </a:moveTo>
                  <a:lnTo>
                    <a:pt x="0" y="282"/>
                  </a:lnTo>
                  <a:lnTo>
                    <a:pt x="0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8" y="282"/>
                  </a:lnTo>
                  <a:lnTo>
                    <a:pt x="18" y="282"/>
                  </a:lnTo>
                  <a:lnTo>
                    <a:pt x="24" y="282"/>
                  </a:lnTo>
                  <a:lnTo>
                    <a:pt x="24" y="282"/>
                  </a:lnTo>
                  <a:lnTo>
                    <a:pt x="24" y="282"/>
                  </a:lnTo>
                  <a:lnTo>
                    <a:pt x="30" y="276"/>
                  </a:lnTo>
                  <a:lnTo>
                    <a:pt x="30" y="276"/>
                  </a:lnTo>
                  <a:lnTo>
                    <a:pt x="30" y="276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2" y="276"/>
                  </a:lnTo>
                  <a:lnTo>
                    <a:pt x="42" y="276"/>
                  </a:lnTo>
                  <a:lnTo>
                    <a:pt x="42" y="276"/>
                  </a:lnTo>
                  <a:lnTo>
                    <a:pt x="48" y="276"/>
                  </a:lnTo>
                  <a:lnTo>
                    <a:pt x="48" y="276"/>
                  </a:lnTo>
                  <a:lnTo>
                    <a:pt x="54" y="276"/>
                  </a:lnTo>
                  <a:lnTo>
                    <a:pt x="54" y="270"/>
                  </a:lnTo>
                  <a:lnTo>
                    <a:pt x="54" y="270"/>
                  </a:lnTo>
                  <a:lnTo>
                    <a:pt x="60" y="270"/>
                  </a:lnTo>
                  <a:lnTo>
                    <a:pt x="60" y="270"/>
                  </a:lnTo>
                  <a:lnTo>
                    <a:pt x="66" y="270"/>
                  </a:lnTo>
                  <a:lnTo>
                    <a:pt x="66" y="270"/>
                  </a:lnTo>
                  <a:lnTo>
                    <a:pt x="66" y="270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78" y="270"/>
                  </a:lnTo>
                  <a:lnTo>
                    <a:pt x="78" y="264"/>
                  </a:lnTo>
                  <a:lnTo>
                    <a:pt x="84" y="264"/>
                  </a:lnTo>
                  <a:lnTo>
                    <a:pt x="84" y="264"/>
                  </a:lnTo>
                  <a:lnTo>
                    <a:pt x="84" y="264"/>
                  </a:lnTo>
                  <a:lnTo>
                    <a:pt x="90" y="264"/>
                  </a:lnTo>
                  <a:lnTo>
                    <a:pt x="90" y="264"/>
                  </a:lnTo>
                  <a:lnTo>
                    <a:pt x="96" y="264"/>
                  </a:lnTo>
                  <a:lnTo>
                    <a:pt x="96" y="264"/>
                  </a:lnTo>
                  <a:lnTo>
                    <a:pt x="96" y="264"/>
                  </a:lnTo>
                  <a:lnTo>
                    <a:pt x="102" y="264"/>
                  </a:lnTo>
                  <a:lnTo>
                    <a:pt x="102" y="258"/>
                  </a:lnTo>
                  <a:lnTo>
                    <a:pt x="102" y="258"/>
                  </a:lnTo>
                  <a:lnTo>
                    <a:pt x="108" y="258"/>
                  </a:lnTo>
                  <a:lnTo>
                    <a:pt x="108" y="258"/>
                  </a:lnTo>
                  <a:lnTo>
                    <a:pt x="114" y="258"/>
                  </a:lnTo>
                  <a:lnTo>
                    <a:pt x="114" y="258"/>
                  </a:lnTo>
                  <a:lnTo>
                    <a:pt x="114" y="258"/>
                  </a:lnTo>
                  <a:lnTo>
                    <a:pt x="120" y="258"/>
                  </a:lnTo>
                  <a:lnTo>
                    <a:pt x="120" y="258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32" y="252"/>
                  </a:lnTo>
                  <a:lnTo>
                    <a:pt x="132" y="252"/>
                  </a:lnTo>
                  <a:lnTo>
                    <a:pt x="138" y="252"/>
                  </a:lnTo>
                  <a:lnTo>
                    <a:pt x="138" y="252"/>
                  </a:lnTo>
                  <a:lnTo>
                    <a:pt x="138" y="252"/>
                  </a:lnTo>
                  <a:lnTo>
                    <a:pt x="144" y="252"/>
                  </a:lnTo>
                  <a:lnTo>
                    <a:pt x="144" y="246"/>
                  </a:lnTo>
                  <a:lnTo>
                    <a:pt x="144" y="246"/>
                  </a:lnTo>
                  <a:lnTo>
                    <a:pt x="150" y="246"/>
                  </a:lnTo>
                  <a:lnTo>
                    <a:pt x="150" y="246"/>
                  </a:lnTo>
                  <a:lnTo>
                    <a:pt x="156" y="246"/>
                  </a:lnTo>
                  <a:lnTo>
                    <a:pt x="156" y="246"/>
                  </a:lnTo>
                  <a:lnTo>
                    <a:pt x="156" y="246"/>
                  </a:lnTo>
                  <a:lnTo>
                    <a:pt x="162" y="246"/>
                  </a:lnTo>
                  <a:lnTo>
                    <a:pt x="162" y="240"/>
                  </a:lnTo>
                  <a:lnTo>
                    <a:pt x="168" y="240"/>
                  </a:lnTo>
                  <a:lnTo>
                    <a:pt x="168" y="240"/>
                  </a:lnTo>
                  <a:lnTo>
                    <a:pt x="168" y="240"/>
                  </a:lnTo>
                  <a:lnTo>
                    <a:pt x="174" y="240"/>
                  </a:lnTo>
                  <a:lnTo>
                    <a:pt x="174" y="240"/>
                  </a:lnTo>
                  <a:lnTo>
                    <a:pt x="174" y="240"/>
                  </a:lnTo>
                  <a:lnTo>
                    <a:pt x="180" y="240"/>
                  </a:lnTo>
                  <a:lnTo>
                    <a:pt x="180" y="234"/>
                  </a:lnTo>
                  <a:lnTo>
                    <a:pt x="186" y="234"/>
                  </a:lnTo>
                  <a:lnTo>
                    <a:pt x="186" y="234"/>
                  </a:lnTo>
                  <a:lnTo>
                    <a:pt x="186" y="234"/>
                  </a:lnTo>
                  <a:lnTo>
                    <a:pt x="192" y="234"/>
                  </a:lnTo>
                  <a:lnTo>
                    <a:pt x="192" y="234"/>
                  </a:lnTo>
                  <a:lnTo>
                    <a:pt x="198" y="234"/>
                  </a:lnTo>
                  <a:lnTo>
                    <a:pt x="198" y="234"/>
                  </a:lnTo>
                  <a:lnTo>
                    <a:pt x="198" y="228"/>
                  </a:lnTo>
                  <a:lnTo>
                    <a:pt x="204" y="228"/>
                  </a:lnTo>
                  <a:lnTo>
                    <a:pt x="204" y="228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16" y="228"/>
                  </a:lnTo>
                  <a:lnTo>
                    <a:pt x="216" y="222"/>
                  </a:lnTo>
                  <a:lnTo>
                    <a:pt x="216" y="222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28" y="222"/>
                  </a:lnTo>
                  <a:lnTo>
                    <a:pt x="228" y="222"/>
                  </a:lnTo>
                  <a:lnTo>
                    <a:pt x="228" y="222"/>
                  </a:lnTo>
                  <a:lnTo>
                    <a:pt x="234" y="222"/>
                  </a:lnTo>
                  <a:lnTo>
                    <a:pt x="234" y="216"/>
                  </a:lnTo>
                  <a:lnTo>
                    <a:pt x="240" y="216"/>
                  </a:lnTo>
                  <a:lnTo>
                    <a:pt x="240" y="216"/>
                  </a:lnTo>
                  <a:lnTo>
                    <a:pt x="240" y="216"/>
                  </a:lnTo>
                  <a:lnTo>
                    <a:pt x="246" y="216"/>
                  </a:lnTo>
                  <a:lnTo>
                    <a:pt x="246" y="216"/>
                  </a:lnTo>
                  <a:lnTo>
                    <a:pt x="246" y="210"/>
                  </a:lnTo>
                  <a:lnTo>
                    <a:pt x="252" y="210"/>
                  </a:lnTo>
                  <a:lnTo>
                    <a:pt x="252" y="210"/>
                  </a:lnTo>
                  <a:lnTo>
                    <a:pt x="258" y="210"/>
                  </a:lnTo>
                  <a:lnTo>
                    <a:pt x="258" y="210"/>
                  </a:lnTo>
                  <a:lnTo>
                    <a:pt x="258" y="210"/>
                  </a:lnTo>
                  <a:lnTo>
                    <a:pt x="264" y="210"/>
                  </a:lnTo>
                  <a:lnTo>
                    <a:pt x="264" y="204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6" y="204"/>
                  </a:lnTo>
                  <a:lnTo>
                    <a:pt x="276" y="204"/>
                  </a:lnTo>
                  <a:lnTo>
                    <a:pt x="282" y="198"/>
                  </a:lnTo>
                  <a:lnTo>
                    <a:pt x="282" y="198"/>
                  </a:lnTo>
                  <a:lnTo>
                    <a:pt x="282" y="198"/>
                  </a:lnTo>
                  <a:lnTo>
                    <a:pt x="288" y="198"/>
                  </a:lnTo>
                  <a:lnTo>
                    <a:pt x="288" y="198"/>
                  </a:lnTo>
                  <a:lnTo>
                    <a:pt x="288" y="198"/>
                  </a:lnTo>
                  <a:lnTo>
                    <a:pt x="294" y="192"/>
                  </a:lnTo>
                  <a:lnTo>
                    <a:pt x="294" y="192"/>
                  </a:lnTo>
                  <a:lnTo>
                    <a:pt x="300" y="192"/>
                  </a:lnTo>
                  <a:lnTo>
                    <a:pt x="300" y="192"/>
                  </a:lnTo>
                  <a:lnTo>
                    <a:pt x="300" y="192"/>
                  </a:lnTo>
                  <a:lnTo>
                    <a:pt x="306" y="192"/>
                  </a:lnTo>
                  <a:lnTo>
                    <a:pt x="306" y="186"/>
                  </a:lnTo>
                  <a:lnTo>
                    <a:pt x="312" y="186"/>
                  </a:lnTo>
                  <a:lnTo>
                    <a:pt x="312" y="186"/>
                  </a:lnTo>
                  <a:lnTo>
                    <a:pt x="312" y="186"/>
                  </a:lnTo>
                  <a:lnTo>
                    <a:pt x="318" y="186"/>
                  </a:lnTo>
                  <a:lnTo>
                    <a:pt x="318" y="180"/>
                  </a:lnTo>
                  <a:lnTo>
                    <a:pt x="318" y="180"/>
                  </a:lnTo>
                  <a:lnTo>
                    <a:pt x="324" y="180"/>
                  </a:lnTo>
                  <a:lnTo>
                    <a:pt x="324" y="180"/>
                  </a:lnTo>
                  <a:lnTo>
                    <a:pt x="330" y="180"/>
                  </a:lnTo>
                  <a:lnTo>
                    <a:pt x="330" y="180"/>
                  </a:lnTo>
                  <a:lnTo>
                    <a:pt x="330" y="174"/>
                  </a:lnTo>
                  <a:lnTo>
                    <a:pt x="336" y="174"/>
                  </a:lnTo>
                  <a:lnTo>
                    <a:pt x="336" y="174"/>
                  </a:lnTo>
                  <a:lnTo>
                    <a:pt x="342" y="174"/>
                  </a:lnTo>
                  <a:lnTo>
                    <a:pt x="342" y="174"/>
                  </a:lnTo>
                  <a:lnTo>
                    <a:pt x="342" y="168"/>
                  </a:lnTo>
                  <a:lnTo>
                    <a:pt x="348" y="168"/>
                  </a:lnTo>
                  <a:lnTo>
                    <a:pt x="348" y="168"/>
                  </a:lnTo>
                  <a:lnTo>
                    <a:pt x="354" y="168"/>
                  </a:lnTo>
                  <a:lnTo>
                    <a:pt x="354" y="168"/>
                  </a:lnTo>
                  <a:lnTo>
                    <a:pt x="354" y="162"/>
                  </a:lnTo>
                  <a:lnTo>
                    <a:pt x="360" y="162"/>
                  </a:lnTo>
                  <a:lnTo>
                    <a:pt x="360" y="162"/>
                  </a:lnTo>
                  <a:lnTo>
                    <a:pt x="360" y="162"/>
                  </a:lnTo>
                  <a:lnTo>
                    <a:pt x="366" y="162"/>
                  </a:lnTo>
                  <a:lnTo>
                    <a:pt x="366" y="156"/>
                  </a:lnTo>
                  <a:lnTo>
                    <a:pt x="372" y="156"/>
                  </a:lnTo>
                  <a:lnTo>
                    <a:pt x="372" y="156"/>
                  </a:lnTo>
                  <a:lnTo>
                    <a:pt x="372" y="156"/>
                  </a:lnTo>
                  <a:lnTo>
                    <a:pt x="378" y="156"/>
                  </a:lnTo>
                  <a:lnTo>
                    <a:pt x="378" y="150"/>
                  </a:lnTo>
                  <a:lnTo>
                    <a:pt x="384" y="150"/>
                  </a:lnTo>
                  <a:lnTo>
                    <a:pt x="384" y="150"/>
                  </a:lnTo>
                  <a:lnTo>
                    <a:pt x="384" y="150"/>
                  </a:lnTo>
                  <a:lnTo>
                    <a:pt x="390" y="150"/>
                  </a:lnTo>
                  <a:lnTo>
                    <a:pt x="390" y="144"/>
                  </a:lnTo>
                  <a:lnTo>
                    <a:pt x="390" y="144"/>
                  </a:lnTo>
                  <a:lnTo>
                    <a:pt x="396" y="144"/>
                  </a:lnTo>
                  <a:lnTo>
                    <a:pt x="396" y="144"/>
                  </a:lnTo>
                  <a:lnTo>
                    <a:pt x="402" y="138"/>
                  </a:lnTo>
                  <a:lnTo>
                    <a:pt x="402" y="138"/>
                  </a:lnTo>
                  <a:lnTo>
                    <a:pt x="402" y="138"/>
                  </a:lnTo>
                  <a:lnTo>
                    <a:pt x="408" y="138"/>
                  </a:lnTo>
                  <a:lnTo>
                    <a:pt x="408" y="138"/>
                  </a:lnTo>
                  <a:lnTo>
                    <a:pt x="414" y="132"/>
                  </a:lnTo>
                  <a:lnTo>
                    <a:pt x="414" y="132"/>
                  </a:lnTo>
                  <a:lnTo>
                    <a:pt x="414" y="132"/>
                  </a:lnTo>
                  <a:lnTo>
                    <a:pt x="420" y="132"/>
                  </a:lnTo>
                  <a:lnTo>
                    <a:pt x="420" y="126"/>
                  </a:lnTo>
                  <a:lnTo>
                    <a:pt x="426" y="126"/>
                  </a:lnTo>
                  <a:lnTo>
                    <a:pt x="426" y="126"/>
                  </a:lnTo>
                  <a:lnTo>
                    <a:pt x="426" y="126"/>
                  </a:lnTo>
                  <a:lnTo>
                    <a:pt x="432" y="120"/>
                  </a:lnTo>
                  <a:lnTo>
                    <a:pt x="432" y="120"/>
                  </a:lnTo>
                  <a:lnTo>
                    <a:pt x="432" y="120"/>
                  </a:lnTo>
                  <a:lnTo>
                    <a:pt x="438" y="120"/>
                  </a:lnTo>
                  <a:lnTo>
                    <a:pt x="438" y="114"/>
                  </a:lnTo>
                  <a:lnTo>
                    <a:pt x="444" y="114"/>
                  </a:lnTo>
                  <a:lnTo>
                    <a:pt x="444" y="114"/>
                  </a:lnTo>
                  <a:lnTo>
                    <a:pt x="444" y="114"/>
                  </a:lnTo>
                  <a:lnTo>
                    <a:pt x="450" y="108"/>
                  </a:lnTo>
                  <a:lnTo>
                    <a:pt x="450" y="108"/>
                  </a:lnTo>
                  <a:lnTo>
                    <a:pt x="456" y="108"/>
                  </a:lnTo>
                  <a:lnTo>
                    <a:pt x="456" y="108"/>
                  </a:lnTo>
                  <a:lnTo>
                    <a:pt x="456" y="102"/>
                  </a:lnTo>
                  <a:lnTo>
                    <a:pt x="462" y="102"/>
                  </a:lnTo>
                  <a:lnTo>
                    <a:pt x="462" y="102"/>
                  </a:lnTo>
                  <a:lnTo>
                    <a:pt x="462" y="102"/>
                  </a:lnTo>
                  <a:lnTo>
                    <a:pt x="468" y="96"/>
                  </a:lnTo>
                  <a:lnTo>
                    <a:pt x="468" y="96"/>
                  </a:lnTo>
                  <a:lnTo>
                    <a:pt x="474" y="96"/>
                  </a:lnTo>
                  <a:lnTo>
                    <a:pt x="474" y="96"/>
                  </a:lnTo>
                  <a:lnTo>
                    <a:pt x="474" y="90"/>
                  </a:lnTo>
                  <a:lnTo>
                    <a:pt x="480" y="90"/>
                  </a:lnTo>
                  <a:lnTo>
                    <a:pt x="480" y="90"/>
                  </a:lnTo>
                  <a:lnTo>
                    <a:pt x="486" y="84"/>
                  </a:lnTo>
                  <a:lnTo>
                    <a:pt x="486" y="84"/>
                  </a:lnTo>
                  <a:lnTo>
                    <a:pt x="486" y="84"/>
                  </a:lnTo>
                  <a:lnTo>
                    <a:pt x="492" y="84"/>
                  </a:lnTo>
                  <a:lnTo>
                    <a:pt x="492" y="78"/>
                  </a:lnTo>
                  <a:lnTo>
                    <a:pt x="498" y="78"/>
                  </a:lnTo>
                  <a:lnTo>
                    <a:pt x="498" y="78"/>
                  </a:lnTo>
                  <a:lnTo>
                    <a:pt x="498" y="72"/>
                  </a:lnTo>
                  <a:lnTo>
                    <a:pt x="504" y="72"/>
                  </a:lnTo>
                  <a:lnTo>
                    <a:pt x="504" y="72"/>
                  </a:lnTo>
                  <a:lnTo>
                    <a:pt x="504" y="72"/>
                  </a:lnTo>
                  <a:lnTo>
                    <a:pt x="510" y="66"/>
                  </a:lnTo>
                  <a:lnTo>
                    <a:pt x="510" y="66"/>
                  </a:lnTo>
                  <a:lnTo>
                    <a:pt x="516" y="66"/>
                  </a:lnTo>
                  <a:lnTo>
                    <a:pt x="516" y="60"/>
                  </a:lnTo>
                  <a:lnTo>
                    <a:pt x="516" y="60"/>
                  </a:lnTo>
                  <a:lnTo>
                    <a:pt x="522" y="60"/>
                  </a:lnTo>
                  <a:lnTo>
                    <a:pt x="522" y="60"/>
                  </a:lnTo>
                  <a:lnTo>
                    <a:pt x="528" y="54"/>
                  </a:lnTo>
                  <a:lnTo>
                    <a:pt x="528" y="54"/>
                  </a:lnTo>
                  <a:lnTo>
                    <a:pt x="528" y="54"/>
                  </a:lnTo>
                  <a:lnTo>
                    <a:pt x="534" y="48"/>
                  </a:lnTo>
                  <a:lnTo>
                    <a:pt x="534" y="48"/>
                  </a:lnTo>
                  <a:lnTo>
                    <a:pt x="534" y="48"/>
                  </a:lnTo>
                  <a:lnTo>
                    <a:pt x="540" y="42"/>
                  </a:lnTo>
                  <a:lnTo>
                    <a:pt x="540" y="42"/>
                  </a:lnTo>
                  <a:lnTo>
                    <a:pt x="546" y="42"/>
                  </a:lnTo>
                  <a:lnTo>
                    <a:pt x="546" y="36"/>
                  </a:lnTo>
                  <a:lnTo>
                    <a:pt x="546" y="36"/>
                  </a:lnTo>
                  <a:lnTo>
                    <a:pt x="552" y="36"/>
                  </a:lnTo>
                  <a:lnTo>
                    <a:pt x="552" y="30"/>
                  </a:lnTo>
                  <a:lnTo>
                    <a:pt x="558" y="30"/>
                  </a:lnTo>
                  <a:lnTo>
                    <a:pt x="558" y="30"/>
                  </a:lnTo>
                  <a:lnTo>
                    <a:pt x="558" y="24"/>
                  </a:lnTo>
                  <a:lnTo>
                    <a:pt x="564" y="24"/>
                  </a:lnTo>
                  <a:lnTo>
                    <a:pt x="564" y="24"/>
                  </a:lnTo>
                  <a:lnTo>
                    <a:pt x="570" y="18"/>
                  </a:lnTo>
                  <a:lnTo>
                    <a:pt x="570" y="18"/>
                  </a:lnTo>
                  <a:lnTo>
                    <a:pt x="570" y="18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82" y="6"/>
                  </a:lnTo>
                  <a:lnTo>
                    <a:pt x="582" y="6"/>
                  </a:lnTo>
                  <a:lnTo>
                    <a:pt x="588" y="6"/>
                  </a:lnTo>
                  <a:lnTo>
                    <a:pt x="588" y="0"/>
                  </a:lnTo>
                  <a:lnTo>
                    <a:pt x="58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57">
              <a:extLst>
                <a:ext uri="{FF2B5EF4-FFF2-40B4-BE49-F238E27FC236}">
                  <a16:creationId xmlns:a16="http://schemas.microsoft.com/office/drawing/2014/main" id="{8C0B70D0-0F33-452A-A95E-8219A8662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7600" y="831328"/>
              <a:ext cx="663575" cy="1489075"/>
              <a:chOff x="4470" y="2271"/>
              <a:chExt cx="606" cy="1362"/>
            </a:xfrm>
          </p:grpSpPr>
          <p:sp>
            <p:nvSpPr>
              <p:cNvPr id="21" name="Freeform 58">
                <a:extLst>
                  <a:ext uri="{FF2B5EF4-FFF2-40B4-BE49-F238E27FC236}">
                    <a16:creationId xmlns:a16="http://schemas.microsoft.com/office/drawing/2014/main" id="{1A0E6DA1-73DF-4C4A-A30F-5F7E00158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0" y="2313"/>
                <a:ext cx="594" cy="1320"/>
              </a:xfrm>
              <a:custGeom>
                <a:avLst/>
                <a:gdLst>
                  <a:gd name="T0" fmla="*/ 12 w 594"/>
                  <a:gd name="T1" fmla="*/ 1308 h 1320"/>
                  <a:gd name="T2" fmla="*/ 24 w 594"/>
                  <a:gd name="T3" fmla="*/ 1296 h 1320"/>
                  <a:gd name="T4" fmla="*/ 36 w 594"/>
                  <a:gd name="T5" fmla="*/ 1284 h 1320"/>
                  <a:gd name="T6" fmla="*/ 48 w 594"/>
                  <a:gd name="T7" fmla="*/ 1272 h 1320"/>
                  <a:gd name="T8" fmla="*/ 60 w 594"/>
                  <a:gd name="T9" fmla="*/ 1260 h 1320"/>
                  <a:gd name="T10" fmla="*/ 72 w 594"/>
                  <a:gd name="T11" fmla="*/ 1248 h 1320"/>
                  <a:gd name="T12" fmla="*/ 84 w 594"/>
                  <a:gd name="T13" fmla="*/ 1236 h 1320"/>
                  <a:gd name="T14" fmla="*/ 90 w 594"/>
                  <a:gd name="T15" fmla="*/ 1224 h 1320"/>
                  <a:gd name="T16" fmla="*/ 102 w 594"/>
                  <a:gd name="T17" fmla="*/ 1206 h 1320"/>
                  <a:gd name="T18" fmla="*/ 114 w 594"/>
                  <a:gd name="T19" fmla="*/ 1194 h 1320"/>
                  <a:gd name="T20" fmla="*/ 126 w 594"/>
                  <a:gd name="T21" fmla="*/ 1176 h 1320"/>
                  <a:gd name="T22" fmla="*/ 138 w 594"/>
                  <a:gd name="T23" fmla="*/ 1164 h 1320"/>
                  <a:gd name="T24" fmla="*/ 150 w 594"/>
                  <a:gd name="T25" fmla="*/ 1146 h 1320"/>
                  <a:gd name="T26" fmla="*/ 162 w 594"/>
                  <a:gd name="T27" fmla="*/ 1134 h 1320"/>
                  <a:gd name="T28" fmla="*/ 174 w 594"/>
                  <a:gd name="T29" fmla="*/ 1116 h 1320"/>
                  <a:gd name="T30" fmla="*/ 186 w 594"/>
                  <a:gd name="T31" fmla="*/ 1098 h 1320"/>
                  <a:gd name="T32" fmla="*/ 198 w 594"/>
                  <a:gd name="T33" fmla="*/ 1080 h 1320"/>
                  <a:gd name="T34" fmla="*/ 210 w 594"/>
                  <a:gd name="T35" fmla="*/ 1062 h 1320"/>
                  <a:gd name="T36" fmla="*/ 222 w 594"/>
                  <a:gd name="T37" fmla="*/ 1044 h 1320"/>
                  <a:gd name="T38" fmla="*/ 234 w 594"/>
                  <a:gd name="T39" fmla="*/ 1020 h 1320"/>
                  <a:gd name="T40" fmla="*/ 246 w 594"/>
                  <a:gd name="T41" fmla="*/ 1002 h 1320"/>
                  <a:gd name="T42" fmla="*/ 258 w 594"/>
                  <a:gd name="T43" fmla="*/ 984 h 1320"/>
                  <a:gd name="T44" fmla="*/ 264 w 594"/>
                  <a:gd name="T45" fmla="*/ 960 h 1320"/>
                  <a:gd name="T46" fmla="*/ 276 w 594"/>
                  <a:gd name="T47" fmla="*/ 936 h 1320"/>
                  <a:gd name="T48" fmla="*/ 288 w 594"/>
                  <a:gd name="T49" fmla="*/ 918 h 1320"/>
                  <a:gd name="T50" fmla="*/ 300 w 594"/>
                  <a:gd name="T51" fmla="*/ 894 h 1320"/>
                  <a:gd name="T52" fmla="*/ 312 w 594"/>
                  <a:gd name="T53" fmla="*/ 870 h 1320"/>
                  <a:gd name="T54" fmla="*/ 324 w 594"/>
                  <a:gd name="T55" fmla="*/ 840 h 1320"/>
                  <a:gd name="T56" fmla="*/ 336 w 594"/>
                  <a:gd name="T57" fmla="*/ 816 h 1320"/>
                  <a:gd name="T58" fmla="*/ 348 w 594"/>
                  <a:gd name="T59" fmla="*/ 792 h 1320"/>
                  <a:gd name="T60" fmla="*/ 360 w 594"/>
                  <a:gd name="T61" fmla="*/ 762 h 1320"/>
                  <a:gd name="T62" fmla="*/ 372 w 594"/>
                  <a:gd name="T63" fmla="*/ 738 h 1320"/>
                  <a:gd name="T64" fmla="*/ 384 w 594"/>
                  <a:gd name="T65" fmla="*/ 708 h 1320"/>
                  <a:gd name="T66" fmla="*/ 396 w 594"/>
                  <a:gd name="T67" fmla="*/ 678 h 1320"/>
                  <a:gd name="T68" fmla="*/ 408 w 594"/>
                  <a:gd name="T69" fmla="*/ 648 h 1320"/>
                  <a:gd name="T70" fmla="*/ 420 w 594"/>
                  <a:gd name="T71" fmla="*/ 612 h 1320"/>
                  <a:gd name="T72" fmla="*/ 432 w 594"/>
                  <a:gd name="T73" fmla="*/ 582 h 1320"/>
                  <a:gd name="T74" fmla="*/ 444 w 594"/>
                  <a:gd name="T75" fmla="*/ 546 h 1320"/>
                  <a:gd name="T76" fmla="*/ 450 w 594"/>
                  <a:gd name="T77" fmla="*/ 516 h 1320"/>
                  <a:gd name="T78" fmla="*/ 462 w 594"/>
                  <a:gd name="T79" fmla="*/ 480 h 1320"/>
                  <a:gd name="T80" fmla="*/ 474 w 594"/>
                  <a:gd name="T81" fmla="*/ 444 h 1320"/>
                  <a:gd name="T82" fmla="*/ 486 w 594"/>
                  <a:gd name="T83" fmla="*/ 402 h 1320"/>
                  <a:gd name="T84" fmla="*/ 498 w 594"/>
                  <a:gd name="T85" fmla="*/ 366 h 1320"/>
                  <a:gd name="T86" fmla="*/ 510 w 594"/>
                  <a:gd name="T87" fmla="*/ 324 h 1320"/>
                  <a:gd name="T88" fmla="*/ 522 w 594"/>
                  <a:gd name="T89" fmla="*/ 282 h 1320"/>
                  <a:gd name="T90" fmla="*/ 534 w 594"/>
                  <a:gd name="T91" fmla="*/ 240 h 1320"/>
                  <a:gd name="T92" fmla="*/ 546 w 594"/>
                  <a:gd name="T93" fmla="*/ 198 h 1320"/>
                  <a:gd name="T94" fmla="*/ 558 w 594"/>
                  <a:gd name="T95" fmla="*/ 150 h 1320"/>
                  <a:gd name="T96" fmla="*/ 570 w 594"/>
                  <a:gd name="T97" fmla="*/ 102 h 1320"/>
                  <a:gd name="T98" fmla="*/ 582 w 594"/>
                  <a:gd name="T99" fmla="*/ 54 h 1320"/>
                  <a:gd name="T100" fmla="*/ 594 w 594"/>
                  <a:gd name="T101" fmla="*/ 6 h 1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94" h="1320">
                    <a:moveTo>
                      <a:pt x="0" y="1320"/>
                    </a:moveTo>
                    <a:lnTo>
                      <a:pt x="6" y="1314"/>
                    </a:lnTo>
                    <a:lnTo>
                      <a:pt x="6" y="1314"/>
                    </a:lnTo>
                    <a:lnTo>
                      <a:pt x="12" y="1314"/>
                    </a:lnTo>
                    <a:lnTo>
                      <a:pt x="12" y="1308"/>
                    </a:lnTo>
                    <a:lnTo>
                      <a:pt x="12" y="1308"/>
                    </a:lnTo>
                    <a:lnTo>
                      <a:pt x="18" y="1308"/>
                    </a:lnTo>
                    <a:lnTo>
                      <a:pt x="18" y="1302"/>
                    </a:lnTo>
                    <a:lnTo>
                      <a:pt x="18" y="1302"/>
                    </a:lnTo>
                    <a:lnTo>
                      <a:pt x="24" y="1296"/>
                    </a:lnTo>
                    <a:lnTo>
                      <a:pt x="24" y="1296"/>
                    </a:lnTo>
                    <a:lnTo>
                      <a:pt x="30" y="1296"/>
                    </a:lnTo>
                    <a:lnTo>
                      <a:pt x="30" y="1290"/>
                    </a:lnTo>
                    <a:lnTo>
                      <a:pt x="30" y="1290"/>
                    </a:lnTo>
                    <a:lnTo>
                      <a:pt x="36" y="1284"/>
                    </a:lnTo>
                    <a:lnTo>
                      <a:pt x="36" y="1284"/>
                    </a:lnTo>
                    <a:lnTo>
                      <a:pt x="42" y="1284"/>
                    </a:lnTo>
                    <a:lnTo>
                      <a:pt x="42" y="1278"/>
                    </a:lnTo>
                    <a:lnTo>
                      <a:pt x="42" y="1278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54" y="1266"/>
                    </a:lnTo>
                    <a:lnTo>
                      <a:pt x="54" y="1266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6" y="1254"/>
                    </a:lnTo>
                    <a:lnTo>
                      <a:pt x="66" y="1254"/>
                    </a:lnTo>
                    <a:lnTo>
                      <a:pt x="72" y="1248"/>
                    </a:lnTo>
                    <a:lnTo>
                      <a:pt x="72" y="1248"/>
                    </a:lnTo>
                    <a:lnTo>
                      <a:pt x="72" y="1242"/>
                    </a:lnTo>
                    <a:lnTo>
                      <a:pt x="78" y="1242"/>
                    </a:lnTo>
                    <a:lnTo>
                      <a:pt x="78" y="1236"/>
                    </a:lnTo>
                    <a:lnTo>
                      <a:pt x="84" y="1236"/>
                    </a:lnTo>
                    <a:lnTo>
                      <a:pt x="84" y="1236"/>
                    </a:lnTo>
                    <a:lnTo>
                      <a:pt x="84" y="1230"/>
                    </a:lnTo>
                    <a:lnTo>
                      <a:pt x="90" y="1230"/>
                    </a:lnTo>
                    <a:lnTo>
                      <a:pt x="90" y="1224"/>
                    </a:lnTo>
                    <a:lnTo>
                      <a:pt x="90" y="1224"/>
                    </a:lnTo>
                    <a:lnTo>
                      <a:pt x="96" y="1218"/>
                    </a:lnTo>
                    <a:lnTo>
                      <a:pt x="96" y="1218"/>
                    </a:lnTo>
                    <a:lnTo>
                      <a:pt x="102" y="1212"/>
                    </a:lnTo>
                    <a:lnTo>
                      <a:pt x="102" y="1212"/>
                    </a:lnTo>
                    <a:lnTo>
                      <a:pt x="102" y="1206"/>
                    </a:lnTo>
                    <a:lnTo>
                      <a:pt x="108" y="1206"/>
                    </a:lnTo>
                    <a:lnTo>
                      <a:pt x="108" y="1200"/>
                    </a:lnTo>
                    <a:lnTo>
                      <a:pt x="114" y="1200"/>
                    </a:lnTo>
                    <a:lnTo>
                      <a:pt x="114" y="1194"/>
                    </a:lnTo>
                    <a:lnTo>
                      <a:pt x="114" y="1194"/>
                    </a:lnTo>
                    <a:lnTo>
                      <a:pt x="120" y="1188"/>
                    </a:lnTo>
                    <a:lnTo>
                      <a:pt x="120" y="1188"/>
                    </a:lnTo>
                    <a:lnTo>
                      <a:pt x="120" y="1182"/>
                    </a:lnTo>
                    <a:lnTo>
                      <a:pt x="126" y="1182"/>
                    </a:lnTo>
                    <a:lnTo>
                      <a:pt x="126" y="1176"/>
                    </a:lnTo>
                    <a:lnTo>
                      <a:pt x="132" y="1176"/>
                    </a:lnTo>
                    <a:lnTo>
                      <a:pt x="132" y="1170"/>
                    </a:lnTo>
                    <a:lnTo>
                      <a:pt x="132" y="1170"/>
                    </a:lnTo>
                    <a:lnTo>
                      <a:pt x="138" y="1164"/>
                    </a:lnTo>
                    <a:lnTo>
                      <a:pt x="138" y="1164"/>
                    </a:lnTo>
                    <a:lnTo>
                      <a:pt x="144" y="1158"/>
                    </a:lnTo>
                    <a:lnTo>
                      <a:pt x="144" y="1158"/>
                    </a:lnTo>
                    <a:lnTo>
                      <a:pt x="144" y="1152"/>
                    </a:lnTo>
                    <a:lnTo>
                      <a:pt x="150" y="1152"/>
                    </a:lnTo>
                    <a:lnTo>
                      <a:pt x="150" y="1146"/>
                    </a:lnTo>
                    <a:lnTo>
                      <a:pt x="156" y="1146"/>
                    </a:lnTo>
                    <a:lnTo>
                      <a:pt x="156" y="1140"/>
                    </a:lnTo>
                    <a:lnTo>
                      <a:pt x="156" y="1140"/>
                    </a:lnTo>
                    <a:lnTo>
                      <a:pt x="162" y="1134"/>
                    </a:lnTo>
                    <a:lnTo>
                      <a:pt x="162" y="1134"/>
                    </a:lnTo>
                    <a:lnTo>
                      <a:pt x="162" y="1128"/>
                    </a:lnTo>
                    <a:lnTo>
                      <a:pt x="168" y="1122"/>
                    </a:lnTo>
                    <a:lnTo>
                      <a:pt x="168" y="1122"/>
                    </a:lnTo>
                    <a:lnTo>
                      <a:pt x="174" y="1116"/>
                    </a:lnTo>
                    <a:lnTo>
                      <a:pt x="174" y="1116"/>
                    </a:lnTo>
                    <a:lnTo>
                      <a:pt x="174" y="1110"/>
                    </a:lnTo>
                    <a:lnTo>
                      <a:pt x="180" y="1110"/>
                    </a:lnTo>
                    <a:lnTo>
                      <a:pt x="180" y="1104"/>
                    </a:lnTo>
                    <a:lnTo>
                      <a:pt x="186" y="1098"/>
                    </a:lnTo>
                    <a:lnTo>
                      <a:pt x="186" y="1098"/>
                    </a:lnTo>
                    <a:lnTo>
                      <a:pt x="186" y="1092"/>
                    </a:lnTo>
                    <a:lnTo>
                      <a:pt x="192" y="1092"/>
                    </a:lnTo>
                    <a:lnTo>
                      <a:pt x="192" y="1086"/>
                    </a:lnTo>
                    <a:lnTo>
                      <a:pt x="192" y="1080"/>
                    </a:lnTo>
                    <a:lnTo>
                      <a:pt x="198" y="1080"/>
                    </a:lnTo>
                    <a:lnTo>
                      <a:pt x="198" y="1074"/>
                    </a:lnTo>
                    <a:lnTo>
                      <a:pt x="204" y="1074"/>
                    </a:lnTo>
                    <a:lnTo>
                      <a:pt x="204" y="1068"/>
                    </a:lnTo>
                    <a:lnTo>
                      <a:pt x="204" y="1062"/>
                    </a:lnTo>
                    <a:lnTo>
                      <a:pt x="210" y="1062"/>
                    </a:lnTo>
                    <a:lnTo>
                      <a:pt x="210" y="1056"/>
                    </a:lnTo>
                    <a:lnTo>
                      <a:pt x="216" y="1056"/>
                    </a:lnTo>
                    <a:lnTo>
                      <a:pt x="216" y="1050"/>
                    </a:lnTo>
                    <a:lnTo>
                      <a:pt x="216" y="1044"/>
                    </a:lnTo>
                    <a:lnTo>
                      <a:pt x="222" y="1044"/>
                    </a:lnTo>
                    <a:lnTo>
                      <a:pt x="222" y="1038"/>
                    </a:lnTo>
                    <a:lnTo>
                      <a:pt x="228" y="1032"/>
                    </a:lnTo>
                    <a:lnTo>
                      <a:pt x="228" y="1032"/>
                    </a:lnTo>
                    <a:lnTo>
                      <a:pt x="228" y="1026"/>
                    </a:lnTo>
                    <a:lnTo>
                      <a:pt x="234" y="1020"/>
                    </a:lnTo>
                    <a:lnTo>
                      <a:pt x="234" y="1020"/>
                    </a:lnTo>
                    <a:lnTo>
                      <a:pt x="234" y="1014"/>
                    </a:lnTo>
                    <a:lnTo>
                      <a:pt x="240" y="1008"/>
                    </a:lnTo>
                    <a:lnTo>
                      <a:pt x="240" y="1008"/>
                    </a:lnTo>
                    <a:lnTo>
                      <a:pt x="246" y="1002"/>
                    </a:lnTo>
                    <a:lnTo>
                      <a:pt x="246" y="996"/>
                    </a:lnTo>
                    <a:lnTo>
                      <a:pt x="246" y="996"/>
                    </a:lnTo>
                    <a:lnTo>
                      <a:pt x="252" y="990"/>
                    </a:lnTo>
                    <a:lnTo>
                      <a:pt x="252" y="984"/>
                    </a:lnTo>
                    <a:lnTo>
                      <a:pt x="258" y="984"/>
                    </a:lnTo>
                    <a:lnTo>
                      <a:pt x="258" y="978"/>
                    </a:lnTo>
                    <a:lnTo>
                      <a:pt x="258" y="972"/>
                    </a:lnTo>
                    <a:lnTo>
                      <a:pt x="264" y="966"/>
                    </a:lnTo>
                    <a:lnTo>
                      <a:pt x="264" y="966"/>
                    </a:lnTo>
                    <a:lnTo>
                      <a:pt x="264" y="960"/>
                    </a:lnTo>
                    <a:lnTo>
                      <a:pt x="270" y="954"/>
                    </a:lnTo>
                    <a:lnTo>
                      <a:pt x="270" y="954"/>
                    </a:lnTo>
                    <a:lnTo>
                      <a:pt x="276" y="948"/>
                    </a:lnTo>
                    <a:lnTo>
                      <a:pt x="276" y="942"/>
                    </a:lnTo>
                    <a:lnTo>
                      <a:pt x="276" y="936"/>
                    </a:lnTo>
                    <a:lnTo>
                      <a:pt x="282" y="936"/>
                    </a:lnTo>
                    <a:lnTo>
                      <a:pt x="282" y="930"/>
                    </a:lnTo>
                    <a:lnTo>
                      <a:pt x="288" y="924"/>
                    </a:lnTo>
                    <a:lnTo>
                      <a:pt x="288" y="918"/>
                    </a:lnTo>
                    <a:lnTo>
                      <a:pt x="288" y="918"/>
                    </a:lnTo>
                    <a:lnTo>
                      <a:pt x="294" y="912"/>
                    </a:lnTo>
                    <a:lnTo>
                      <a:pt x="294" y="906"/>
                    </a:lnTo>
                    <a:lnTo>
                      <a:pt x="300" y="900"/>
                    </a:lnTo>
                    <a:lnTo>
                      <a:pt x="300" y="894"/>
                    </a:lnTo>
                    <a:lnTo>
                      <a:pt x="300" y="894"/>
                    </a:lnTo>
                    <a:lnTo>
                      <a:pt x="306" y="888"/>
                    </a:lnTo>
                    <a:lnTo>
                      <a:pt x="306" y="882"/>
                    </a:lnTo>
                    <a:lnTo>
                      <a:pt x="306" y="876"/>
                    </a:lnTo>
                    <a:lnTo>
                      <a:pt x="312" y="870"/>
                    </a:lnTo>
                    <a:lnTo>
                      <a:pt x="312" y="870"/>
                    </a:lnTo>
                    <a:lnTo>
                      <a:pt x="318" y="864"/>
                    </a:lnTo>
                    <a:lnTo>
                      <a:pt x="318" y="858"/>
                    </a:lnTo>
                    <a:lnTo>
                      <a:pt x="318" y="852"/>
                    </a:lnTo>
                    <a:lnTo>
                      <a:pt x="324" y="846"/>
                    </a:lnTo>
                    <a:lnTo>
                      <a:pt x="324" y="840"/>
                    </a:lnTo>
                    <a:lnTo>
                      <a:pt x="330" y="840"/>
                    </a:lnTo>
                    <a:lnTo>
                      <a:pt x="330" y="834"/>
                    </a:lnTo>
                    <a:lnTo>
                      <a:pt x="330" y="828"/>
                    </a:lnTo>
                    <a:lnTo>
                      <a:pt x="336" y="822"/>
                    </a:lnTo>
                    <a:lnTo>
                      <a:pt x="336" y="816"/>
                    </a:lnTo>
                    <a:lnTo>
                      <a:pt x="336" y="810"/>
                    </a:lnTo>
                    <a:lnTo>
                      <a:pt x="342" y="804"/>
                    </a:lnTo>
                    <a:lnTo>
                      <a:pt x="342" y="804"/>
                    </a:lnTo>
                    <a:lnTo>
                      <a:pt x="348" y="798"/>
                    </a:lnTo>
                    <a:lnTo>
                      <a:pt x="348" y="792"/>
                    </a:lnTo>
                    <a:lnTo>
                      <a:pt x="348" y="786"/>
                    </a:lnTo>
                    <a:lnTo>
                      <a:pt x="354" y="780"/>
                    </a:lnTo>
                    <a:lnTo>
                      <a:pt x="354" y="774"/>
                    </a:lnTo>
                    <a:lnTo>
                      <a:pt x="360" y="768"/>
                    </a:lnTo>
                    <a:lnTo>
                      <a:pt x="360" y="762"/>
                    </a:lnTo>
                    <a:lnTo>
                      <a:pt x="360" y="756"/>
                    </a:lnTo>
                    <a:lnTo>
                      <a:pt x="366" y="750"/>
                    </a:lnTo>
                    <a:lnTo>
                      <a:pt x="366" y="750"/>
                    </a:lnTo>
                    <a:lnTo>
                      <a:pt x="372" y="744"/>
                    </a:lnTo>
                    <a:lnTo>
                      <a:pt x="372" y="738"/>
                    </a:lnTo>
                    <a:lnTo>
                      <a:pt x="372" y="732"/>
                    </a:lnTo>
                    <a:lnTo>
                      <a:pt x="378" y="726"/>
                    </a:lnTo>
                    <a:lnTo>
                      <a:pt x="378" y="720"/>
                    </a:lnTo>
                    <a:lnTo>
                      <a:pt x="378" y="714"/>
                    </a:lnTo>
                    <a:lnTo>
                      <a:pt x="384" y="708"/>
                    </a:lnTo>
                    <a:lnTo>
                      <a:pt x="384" y="702"/>
                    </a:lnTo>
                    <a:lnTo>
                      <a:pt x="390" y="696"/>
                    </a:lnTo>
                    <a:lnTo>
                      <a:pt x="390" y="690"/>
                    </a:lnTo>
                    <a:lnTo>
                      <a:pt x="390" y="684"/>
                    </a:lnTo>
                    <a:lnTo>
                      <a:pt x="396" y="678"/>
                    </a:lnTo>
                    <a:lnTo>
                      <a:pt x="396" y="672"/>
                    </a:lnTo>
                    <a:lnTo>
                      <a:pt x="402" y="666"/>
                    </a:lnTo>
                    <a:lnTo>
                      <a:pt x="402" y="660"/>
                    </a:lnTo>
                    <a:lnTo>
                      <a:pt x="402" y="654"/>
                    </a:lnTo>
                    <a:lnTo>
                      <a:pt x="408" y="648"/>
                    </a:lnTo>
                    <a:lnTo>
                      <a:pt x="408" y="642"/>
                    </a:lnTo>
                    <a:lnTo>
                      <a:pt x="408" y="636"/>
                    </a:lnTo>
                    <a:lnTo>
                      <a:pt x="414" y="630"/>
                    </a:lnTo>
                    <a:lnTo>
                      <a:pt x="414" y="624"/>
                    </a:lnTo>
                    <a:lnTo>
                      <a:pt x="420" y="612"/>
                    </a:lnTo>
                    <a:lnTo>
                      <a:pt x="420" y="606"/>
                    </a:lnTo>
                    <a:lnTo>
                      <a:pt x="420" y="600"/>
                    </a:lnTo>
                    <a:lnTo>
                      <a:pt x="426" y="594"/>
                    </a:lnTo>
                    <a:lnTo>
                      <a:pt x="426" y="588"/>
                    </a:lnTo>
                    <a:lnTo>
                      <a:pt x="432" y="582"/>
                    </a:lnTo>
                    <a:lnTo>
                      <a:pt x="432" y="576"/>
                    </a:lnTo>
                    <a:lnTo>
                      <a:pt x="432" y="570"/>
                    </a:lnTo>
                    <a:lnTo>
                      <a:pt x="438" y="564"/>
                    </a:lnTo>
                    <a:lnTo>
                      <a:pt x="438" y="558"/>
                    </a:lnTo>
                    <a:lnTo>
                      <a:pt x="444" y="546"/>
                    </a:lnTo>
                    <a:lnTo>
                      <a:pt x="444" y="540"/>
                    </a:lnTo>
                    <a:lnTo>
                      <a:pt x="444" y="534"/>
                    </a:lnTo>
                    <a:lnTo>
                      <a:pt x="450" y="528"/>
                    </a:lnTo>
                    <a:lnTo>
                      <a:pt x="450" y="522"/>
                    </a:lnTo>
                    <a:lnTo>
                      <a:pt x="450" y="516"/>
                    </a:lnTo>
                    <a:lnTo>
                      <a:pt x="456" y="510"/>
                    </a:lnTo>
                    <a:lnTo>
                      <a:pt x="456" y="498"/>
                    </a:lnTo>
                    <a:lnTo>
                      <a:pt x="462" y="492"/>
                    </a:lnTo>
                    <a:lnTo>
                      <a:pt x="462" y="486"/>
                    </a:lnTo>
                    <a:lnTo>
                      <a:pt x="462" y="480"/>
                    </a:lnTo>
                    <a:lnTo>
                      <a:pt x="468" y="474"/>
                    </a:lnTo>
                    <a:lnTo>
                      <a:pt x="468" y="462"/>
                    </a:lnTo>
                    <a:lnTo>
                      <a:pt x="474" y="456"/>
                    </a:lnTo>
                    <a:lnTo>
                      <a:pt x="474" y="450"/>
                    </a:lnTo>
                    <a:lnTo>
                      <a:pt x="474" y="444"/>
                    </a:lnTo>
                    <a:lnTo>
                      <a:pt x="480" y="432"/>
                    </a:lnTo>
                    <a:lnTo>
                      <a:pt x="480" y="426"/>
                    </a:lnTo>
                    <a:lnTo>
                      <a:pt x="480" y="420"/>
                    </a:lnTo>
                    <a:lnTo>
                      <a:pt x="486" y="414"/>
                    </a:lnTo>
                    <a:lnTo>
                      <a:pt x="486" y="402"/>
                    </a:lnTo>
                    <a:lnTo>
                      <a:pt x="492" y="396"/>
                    </a:lnTo>
                    <a:lnTo>
                      <a:pt x="492" y="390"/>
                    </a:lnTo>
                    <a:lnTo>
                      <a:pt x="492" y="378"/>
                    </a:lnTo>
                    <a:lnTo>
                      <a:pt x="498" y="372"/>
                    </a:lnTo>
                    <a:lnTo>
                      <a:pt x="498" y="366"/>
                    </a:lnTo>
                    <a:lnTo>
                      <a:pt x="504" y="360"/>
                    </a:lnTo>
                    <a:lnTo>
                      <a:pt x="504" y="348"/>
                    </a:lnTo>
                    <a:lnTo>
                      <a:pt x="504" y="342"/>
                    </a:lnTo>
                    <a:lnTo>
                      <a:pt x="510" y="330"/>
                    </a:lnTo>
                    <a:lnTo>
                      <a:pt x="510" y="324"/>
                    </a:lnTo>
                    <a:lnTo>
                      <a:pt x="516" y="318"/>
                    </a:lnTo>
                    <a:lnTo>
                      <a:pt x="516" y="306"/>
                    </a:lnTo>
                    <a:lnTo>
                      <a:pt x="516" y="300"/>
                    </a:lnTo>
                    <a:lnTo>
                      <a:pt x="522" y="294"/>
                    </a:lnTo>
                    <a:lnTo>
                      <a:pt x="522" y="282"/>
                    </a:lnTo>
                    <a:lnTo>
                      <a:pt x="522" y="276"/>
                    </a:lnTo>
                    <a:lnTo>
                      <a:pt x="528" y="264"/>
                    </a:lnTo>
                    <a:lnTo>
                      <a:pt x="528" y="258"/>
                    </a:lnTo>
                    <a:lnTo>
                      <a:pt x="534" y="252"/>
                    </a:lnTo>
                    <a:lnTo>
                      <a:pt x="534" y="240"/>
                    </a:lnTo>
                    <a:lnTo>
                      <a:pt x="534" y="234"/>
                    </a:lnTo>
                    <a:lnTo>
                      <a:pt x="540" y="222"/>
                    </a:lnTo>
                    <a:lnTo>
                      <a:pt x="540" y="216"/>
                    </a:lnTo>
                    <a:lnTo>
                      <a:pt x="546" y="204"/>
                    </a:lnTo>
                    <a:lnTo>
                      <a:pt x="546" y="198"/>
                    </a:lnTo>
                    <a:lnTo>
                      <a:pt x="546" y="186"/>
                    </a:lnTo>
                    <a:lnTo>
                      <a:pt x="552" y="180"/>
                    </a:lnTo>
                    <a:lnTo>
                      <a:pt x="552" y="168"/>
                    </a:lnTo>
                    <a:lnTo>
                      <a:pt x="552" y="162"/>
                    </a:lnTo>
                    <a:lnTo>
                      <a:pt x="558" y="150"/>
                    </a:lnTo>
                    <a:lnTo>
                      <a:pt x="558" y="144"/>
                    </a:lnTo>
                    <a:lnTo>
                      <a:pt x="564" y="132"/>
                    </a:lnTo>
                    <a:lnTo>
                      <a:pt x="564" y="126"/>
                    </a:lnTo>
                    <a:lnTo>
                      <a:pt x="564" y="114"/>
                    </a:lnTo>
                    <a:lnTo>
                      <a:pt x="570" y="102"/>
                    </a:lnTo>
                    <a:lnTo>
                      <a:pt x="570" y="96"/>
                    </a:lnTo>
                    <a:lnTo>
                      <a:pt x="576" y="84"/>
                    </a:lnTo>
                    <a:lnTo>
                      <a:pt x="576" y="78"/>
                    </a:lnTo>
                    <a:lnTo>
                      <a:pt x="576" y="66"/>
                    </a:lnTo>
                    <a:lnTo>
                      <a:pt x="582" y="54"/>
                    </a:lnTo>
                    <a:lnTo>
                      <a:pt x="582" y="48"/>
                    </a:lnTo>
                    <a:lnTo>
                      <a:pt x="588" y="36"/>
                    </a:lnTo>
                    <a:lnTo>
                      <a:pt x="588" y="30"/>
                    </a:lnTo>
                    <a:lnTo>
                      <a:pt x="588" y="18"/>
                    </a:lnTo>
                    <a:lnTo>
                      <a:pt x="594" y="6"/>
                    </a:lnTo>
                    <a:lnTo>
                      <a:pt x="59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59">
                <a:extLst>
                  <a:ext uri="{FF2B5EF4-FFF2-40B4-BE49-F238E27FC236}">
                    <a16:creationId xmlns:a16="http://schemas.microsoft.com/office/drawing/2014/main" id="{AD390E20-5101-4251-BBA6-EC31619D4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4" y="2271"/>
                <a:ext cx="12" cy="42"/>
              </a:xfrm>
              <a:custGeom>
                <a:avLst/>
                <a:gdLst>
                  <a:gd name="T0" fmla="*/ 0 w 12"/>
                  <a:gd name="T1" fmla="*/ 42 h 42"/>
                  <a:gd name="T2" fmla="*/ 0 w 12"/>
                  <a:gd name="T3" fmla="*/ 30 h 42"/>
                  <a:gd name="T4" fmla="*/ 6 w 12"/>
                  <a:gd name="T5" fmla="*/ 18 h 42"/>
                  <a:gd name="T6" fmla="*/ 6 w 12"/>
                  <a:gd name="T7" fmla="*/ 6 h 42"/>
                  <a:gd name="T8" fmla="*/ 12 w 12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42">
                    <a:moveTo>
                      <a:pt x="0" y="42"/>
                    </a:moveTo>
                    <a:lnTo>
                      <a:pt x="0" y="30"/>
                    </a:lnTo>
                    <a:lnTo>
                      <a:pt x="6" y="18"/>
                    </a:lnTo>
                    <a:lnTo>
                      <a:pt x="6" y="6"/>
                    </a:lnTo>
                    <a:lnTo>
                      <a:pt x="1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Freeform 60">
              <a:extLst>
                <a:ext uri="{FF2B5EF4-FFF2-40B4-BE49-F238E27FC236}">
                  <a16:creationId xmlns:a16="http://schemas.microsoft.com/office/drawing/2014/main" id="{4D0602FE-D4CD-484D-A64D-66105C4F8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575" y="831328"/>
              <a:ext cx="649288" cy="1476375"/>
            </a:xfrm>
            <a:custGeom>
              <a:avLst/>
              <a:gdLst>
                <a:gd name="T0" fmla="*/ 12 w 594"/>
                <a:gd name="T1" fmla="*/ 42 h 1350"/>
                <a:gd name="T2" fmla="*/ 24 w 594"/>
                <a:gd name="T3" fmla="*/ 90 h 1350"/>
                <a:gd name="T4" fmla="*/ 36 w 594"/>
                <a:gd name="T5" fmla="*/ 138 h 1350"/>
                <a:gd name="T6" fmla="*/ 48 w 594"/>
                <a:gd name="T7" fmla="*/ 186 h 1350"/>
                <a:gd name="T8" fmla="*/ 60 w 594"/>
                <a:gd name="T9" fmla="*/ 228 h 1350"/>
                <a:gd name="T10" fmla="*/ 72 w 594"/>
                <a:gd name="T11" fmla="*/ 276 h 1350"/>
                <a:gd name="T12" fmla="*/ 84 w 594"/>
                <a:gd name="T13" fmla="*/ 318 h 1350"/>
                <a:gd name="T14" fmla="*/ 90 w 594"/>
                <a:gd name="T15" fmla="*/ 360 h 1350"/>
                <a:gd name="T16" fmla="*/ 102 w 594"/>
                <a:gd name="T17" fmla="*/ 402 h 1350"/>
                <a:gd name="T18" fmla="*/ 114 w 594"/>
                <a:gd name="T19" fmla="*/ 438 h 1350"/>
                <a:gd name="T20" fmla="*/ 126 w 594"/>
                <a:gd name="T21" fmla="*/ 474 h 1350"/>
                <a:gd name="T22" fmla="*/ 138 w 594"/>
                <a:gd name="T23" fmla="*/ 516 h 1350"/>
                <a:gd name="T24" fmla="*/ 150 w 594"/>
                <a:gd name="T25" fmla="*/ 552 h 1350"/>
                <a:gd name="T26" fmla="*/ 162 w 594"/>
                <a:gd name="T27" fmla="*/ 582 h 1350"/>
                <a:gd name="T28" fmla="*/ 174 w 594"/>
                <a:gd name="T29" fmla="*/ 618 h 1350"/>
                <a:gd name="T30" fmla="*/ 186 w 594"/>
                <a:gd name="T31" fmla="*/ 648 h 1350"/>
                <a:gd name="T32" fmla="*/ 198 w 594"/>
                <a:gd name="T33" fmla="*/ 684 h 1350"/>
                <a:gd name="T34" fmla="*/ 210 w 594"/>
                <a:gd name="T35" fmla="*/ 714 h 1350"/>
                <a:gd name="T36" fmla="*/ 222 w 594"/>
                <a:gd name="T37" fmla="*/ 744 h 1350"/>
                <a:gd name="T38" fmla="*/ 234 w 594"/>
                <a:gd name="T39" fmla="*/ 774 h 1350"/>
                <a:gd name="T40" fmla="*/ 246 w 594"/>
                <a:gd name="T41" fmla="*/ 798 h 1350"/>
                <a:gd name="T42" fmla="*/ 258 w 594"/>
                <a:gd name="T43" fmla="*/ 828 h 1350"/>
                <a:gd name="T44" fmla="*/ 270 w 594"/>
                <a:gd name="T45" fmla="*/ 852 h 1350"/>
                <a:gd name="T46" fmla="*/ 276 w 594"/>
                <a:gd name="T47" fmla="*/ 882 h 1350"/>
                <a:gd name="T48" fmla="*/ 288 w 594"/>
                <a:gd name="T49" fmla="*/ 906 h 1350"/>
                <a:gd name="T50" fmla="*/ 300 w 594"/>
                <a:gd name="T51" fmla="*/ 930 h 1350"/>
                <a:gd name="T52" fmla="*/ 312 w 594"/>
                <a:gd name="T53" fmla="*/ 954 h 1350"/>
                <a:gd name="T54" fmla="*/ 324 w 594"/>
                <a:gd name="T55" fmla="*/ 978 h 1350"/>
                <a:gd name="T56" fmla="*/ 336 w 594"/>
                <a:gd name="T57" fmla="*/ 996 h 1350"/>
                <a:gd name="T58" fmla="*/ 348 w 594"/>
                <a:gd name="T59" fmla="*/ 1020 h 1350"/>
                <a:gd name="T60" fmla="*/ 360 w 594"/>
                <a:gd name="T61" fmla="*/ 1038 h 1350"/>
                <a:gd name="T62" fmla="*/ 372 w 594"/>
                <a:gd name="T63" fmla="*/ 1062 h 1350"/>
                <a:gd name="T64" fmla="*/ 384 w 594"/>
                <a:gd name="T65" fmla="*/ 1080 h 1350"/>
                <a:gd name="T66" fmla="*/ 396 w 594"/>
                <a:gd name="T67" fmla="*/ 1098 h 1350"/>
                <a:gd name="T68" fmla="*/ 408 w 594"/>
                <a:gd name="T69" fmla="*/ 1116 h 1350"/>
                <a:gd name="T70" fmla="*/ 420 w 594"/>
                <a:gd name="T71" fmla="*/ 1134 h 1350"/>
                <a:gd name="T72" fmla="*/ 432 w 594"/>
                <a:gd name="T73" fmla="*/ 1152 h 1350"/>
                <a:gd name="T74" fmla="*/ 444 w 594"/>
                <a:gd name="T75" fmla="*/ 1170 h 1350"/>
                <a:gd name="T76" fmla="*/ 450 w 594"/>
                <a:gd name="T77" fmla="*/ 1188 h 1350"/>
                <a:gd name="T78" fmla="*/ 462 w 594"/>
                <a:gd name="T79" fmla="*/ 1200 h 1350"/>
                <a:gd name="T80" fmla="*/ 474 w 594"/>
                <a:gd name="T81" fmla="*/ 1218 h 1350"/>
                <a:gd name="T82" fmla="*/ 486 w 594"/>
                <a:gd name="T83" fmla="*/ 1230 h 1350"/>
                <a:gd name="T84" fmla="*/ 498 w 594"/>
                <a:gd name="T85" fmla="*/ 1248 h 1350"/>
                <a:gd name="T86" fmla="*/ 510 w 594"/>
                <a:gd name="T87" fmla="*/ 1260 h 1350"/>
                <a:gd name="T88" fmla="*/ 522 w 594"/>
                <a:gd name="T89" fmla="*/ 1278 h 1350"/>
                <a:gd name="T90" fmla="*/ 534 w 594"/>
                <a:gd name="T91" fmla="*/ 1290 h 1350"/>
                <a:gd name="T92" fmla="*/ 546 w 594"/>
                <a:gd name="T93" fmla="*/ 1302 h 1350"/>
                <a:gd name="T94" fmla="*/ 558 w 594"/>
                <a:gd name="T95" fmla="*/ 1314 h 1350"/>
                <a:gd name="T96" fmla="*/ 570 w 594"/>
                <a:gd name="T97" fmla="*/ 1326 h 1350"/>
                <a:gd name="T98" fmla="*/ 582 w 594"/>
                <a:gd name="T99" fmla="*/ 1338 h 1350"/>
                <a:gd name="T100" fmla="*/ 594 w 594"/>
                <a:gd name="T101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1350">
                  <a:moveTo>
                    <a:pt x="0" y="0"/>
                  </a:moveTo>
                  <a:lnTo>
                    <a:pt x="6" y="6"/>
                  </a:lnTo>
                  <a:lnTo>
                    <a:pt x="6" y="18"/>
                  </a:lnTo>
                  <a:lnTo>
                    <a:pt x="12" y="30"/>
                  </a:lnTo>
                  <a:lnTo>
                    <a:pt x="12" y="42"/>
                  </a:lnTo>
                  <a:lnTo>
                    <a:pt x="12" y="48"/>
                  </a:lnTo>
                  <a:lnTo>
                    <a:pt x="18" y="60"/>
                  </a:lnTo>
                  <a:lnTo>
                    <a:pt x="18" y="72"/>
                  </a:lnTo>
                  <a:lnTo>
                    <a:pt x="18" y="78"/>
                  </a:lnTo>
                  <a:lnTo>
                    <a:pt x="24" y="90"/>
                  </a:lnTo>
                  <a:lnTo>
                    <a:pt x="24" y="96"/>
                  </a:lnTo>
                  <a:lnTo>
                    <a:pt x="30" y="108"/>
                  </a:lnTo>
                  <a:lnTo>
                    <a:pt x="30" y="120"/>
                  </a:lnTo>
                  <a:lnTo>
                    <a:pt x="30" y="126"/>
                  </a:lnTo>
                  <a:lnTo>
                    <a:pt x="36" y="138"/>
                  </a:lnTo>
                  <a:lnTo>
                    <a:pt x="36" y="144"/>
                  </a:lnTo>
                  <a:lnTo>
                    <a:pt x="42" y="156"/>
                  </a:lnTo>
                  <a:lnTo>
                    <a:pt x="42" y="168"/>
                  </a:lnTo>
                  <a:lnTo>
                    <a:pt x="42" y="174"/>
                  </a:lnTo>
                  <a:lnTo>
                    <a:pt x="48" y="186"/>
                  </a:lnTo>
                  <a:lnTo>
                    <a:pt x="48" y="192"/>
                  </a:lnTo>
                  <a:lnTo>
                    <a:pt x="54" y="204"/>
                  </a:lnTo>
                  <a:lnTo>
                    <a:pt x="54" y="210"/>
                  </a:lnTo>
                  <a:lnTo>
                    <a:pt x="54" y="222"/>
                  </a:lnTo>
                  <a:lnTo>
                    <a:pt x="60" y="228"/>
                  </a:lnTo>
                  <a:lnTo>
                    <a:pt x="60" y="240"/>
                  </a:lnTo>
                  <a:lnTo>
                    <a:pt x="60" y="246"/>
                  </a:lnTo>
                  <a:lnTo>
                    <a:pt x="66" y="258"/>
                  </a:lnTo>
                  <a:lnTo>
                    <a:pt x="66" y="264"/>
                  </a:lnTo>
                  <a:lnTo>
                    <a:pt x="72" y="276"/>
                  </a:lnTo>
                  <a:lnTo>
                    <a:pt x="72" y="282"/>
                  </a:lnTo>
                  <a:lnTo>
                    <a:pt x="72" y="294"/>
                  </a:lnTo>
                  <a:lnTo>
                    <a:pt x="78" y="300"/>
                  </a:lnTo>
                  <a:lnTo>
                    <a:pt x="78" y="306"/>
                  </a:lnTo>
                  <a:lnTo>
                    <a:pt x="84" y="318"/>
                  </a:lnTo>
                  <a:lnTo>
                    <a:pt x="84" y="324"/>
                  </a:lnTo>
                  <a:lnTo>
                    <a:pt x="84" y="336"/>
                  </a:lnTo>
                  <a:lnTo>
                    <a:pt x="90" y="342"/>
                  </a:lnTo>
                  <a:lnTo>
                    <a:pt x="90" y="348"/>
                  </a:lnTo>
                  <a:lnTo>
                    <a:pt x="90" y="360"/>
                  </a:lnTo>
                  <a:lnTo>
                    <a:pt x="96" y="366"/>
                  </a:lnTo>
                  <a:lnTo>
                    <a:pt x="96" y="372"/>
                  </a:lnTo>
                  <a:lnTo>
                    <a:pt x="102" y="384"/>
                  </a:lnTo>
                  <a:lnTo>
                    <a:pt x="102" y="390"/>
                  </a:lnTo>
                  <a:lnTo>
                    <a:pt x="102" y="402"/>
                  </a:lnTo>
                  <a:lnTo>
                    <a:pt x="108" y="408"/>
                  </a:lnTo>
                  <a:lnTo>
                    <a:pt x="108" y="414"/>
                  </a:lnTo>
                  <a:lnTo>
                    <a:pt x="114" y="420"/>
                  </a:lnTo>
                  <a:lnTo>
                    <a:pt x="114" y="432"/>
                  </a:lnTo>
                  <a:lnTo>
                    <a:pt x="114" y="438"/>
                  </a:lnTo>
                  <a:lnTo>
                    <a:pt x="120" y="444"/>
                  </a:lnTo>
                  <a:lnTo>
                    <a:pt x="120" y="456"/>
                  </a:lnTo>
                  <a:lnTo>
                    <a:pt x="126" y="462"/>
                  </a:lnTo>
                  <a:lnTo>
                    <a:pt x="126" y="468"/>
                  </a:lnTo>
                  <a:lnTo>
                    <a:pt x="126" y="474"/>
                  </a:lnTo>
                  <a:lnTo>
                    <a:pt x="132" y="486"/>
                  </a:lnTo>
                  <a:lnTo>
                    <a:pt x="132" y="492"/>
                  </a:lnTo>
                  <a:lnTo>
                    <a:pt x="132" y="498"/>
                  </a:lnTo>
                  <a:lnTo>
                    <a:pt x="138" y="504"/>
                  </a:lnTo>
                  <a:lnTo>
                    <a:pt x="138" y="516"/>
                  </a:lnTo>
                  <a:lnTo>
                    <a:pt x="144" y="522"/>
                  </a:lnTo>
                  <a:lnTo>
                    <a:pt x="144" y="528"/>
                  </a:lnTo>
                  <a:lnTo>
                    <a:pt x="144" y="534"/>
                  </a:lnTo>
                  <a:lnTo>
                    <a:pt x="150" y="540"/>
                  </a:lnTo>
                  <a:lnTo>
                    <a:pt x="150" y="552"/>
                  </a:lnTo>
                  <a:lnTo>
                    <a:pt x="156" y="558"/>
                  </a:lnTo>
                  <a:lnTo>
                    <a:pt x="156" y="564"/>
                  </a:lnTo>
                  <a:lnTo>
                    <a:pt x="156" y="570"/>
                  </a:lnTo>
                  <a:lnTo>
                    <a:pt x="162" y="576"/>
                  </a:lnTo>
                  <a:lnTo>
                    <a:pt x="162" y="582"/>
                  </a:lnTo>
                  <a:lnTo>
                    <a:pt x="162" y="588"/>
                  </a:lnTo>
                  <a:lnTo>
                    <a:pt x="168" y="600"/>
                  </a:lnTo>
                  <a:lnTo>
                    <a:pt x="168" y="606"/>
                  </a:lnTo>
                  <a:lnTo>
                    <a:pt x="174" y="612"/>
                  </a:lnTo>
                  <a:lnTo>
                    <a:pt x="174" y="618"/>
                  </a:lnTo>
                  <a:lnTo>
                    <a:pt x="174" y="624"/>
                  </a:lnTo>
                  <a:lnTo>
                    <a:pt x="180" y="630"/>
                  </a:lnTo>
                  <a:lnTo>
                    <a:pt x="180" y="636"/>
                  </a:lnTo>
                  <a:lnTo>
                    <a:pt x="186" y="642"/>
                  </a:lnTo>
                  <a:lnTo>
                    <a:pt x="186" y="648"/>
                  </a:lnTo>
                  <a:lnTo>
                    <a:pt x="186" y="654"/>
                  </a:lnTo>
                  <a:lnTo>
                    <a:pt x="192" y="666"/>
                  </a:lnTo>
                  <a:lnTo>
                    <a:pt x="192" y="672"/>
                  </a:lnTo>
                  <a:lnTo>
                    <a:pt x="198" y="678"/>
                  </a:lnTo>
                  <a:lnTo>
                    <a:pt x="198" y="684"/>
                  </a:lnTo>
                  <a:lnTo>
                    <a:pt x="198" y="690"/>
                  </a:lnTo>
                  <a:lnTo>
                    <a:pt x="204" y="696"/>
                  </a:lnTo>
                  <a:lnTo>
                    <a:pt x="204" y="702"/>
                  </a:lnTo>
                  <a:lnTo>
                    <a:pt x="204" y="708"/>
                  </a:lnTo>
                  <a:lnTo>
                    <a:pt x="210" y="714"/>
                  </a:lnTo>
                  <a:lnTo>
                    <a:pt x="210" y="720"/>
                  </a:lnTo>
                  <a:lnTo>
                    <a:pt x="216" y="726"/>
                  </a:lnTo>
                  <a:lnTo>
                    <a:pt x="216" y="732"/>
                  </a:lnTo>
                  <a:lnTo>
                    <a:pt x="216" y="738"/>
                  </a:lnTo>
                  <a:lnTo>
                    <a:pt x="222" y="744"/>
                  </a:lnTo>
                  <a:lnTo>
                    <a:pt x="222" y="750"/>
                  </a:lnTo>
                  <a:lnTo>
                    <a:pt x="228" y="756"/>
                  </a:lnTo>
                  <a:lnTo>
                    <a:pt x="228" y="762"/>
                  </a:lnTo>
                  <a:lnTo>
                    <a:pt x="228" y="768"/>
                  </a:lnTo>
                  <a:lnTo>
                    <a:pt x="234" y="774"/>
                  </a:lnTo>
                  <a:lnTo>
                    <a:pt x="234" y="780"/>
                  </a:lnTo>
                  <a:lnTo>
                    <a:pt x="234" y="786"/>
                  </a:lnTo>
                  <a:lnTo>
                    <a:pt x="240" y="792"/>
                  </a:lnTo>
                  <a:lnTo>
                    <a:pt x="240" y="792"/>
                  </a:lnTo>
                  <a:lnTo>
                    <a:pt x="246" y="798"/>
                  </a:lnTo>
                  <a:lnTo>
                    <a:pt x="246" y="804"/>
                  </a:lnTo>
                  <a:lnTo>
                    <a:pt x="246" y="810"/>
                  </a:lnTo>
                  <a:lnTo>
                    <a:pt x="252" y="816"/>
                  </a:lnTo>
                  <a:lnTo>
                    <a:pt x="252" y="822"/>
                  </a:lnTo>
                  <a:lnTo>
                    <a:pt x="258" y="828"/>
                  </a:lnTo>
                  <a:lnTo>
                    <a:pt x="258" y="834"/>
                  </a:lnTo>
                  <a:lnTo>
                    <a:pt x="258" y="840"/>
                  </a:lnTo>
                  <a:lnTo>
                    <a:pt x="264" y="846"/>
                  </a:lnTo>
                  <a:lnTo>
                    <a:pt x="264" y="846"/>
                  </a:lnTo>
                  <a:lnTo>
                    <a:pt x="270" y="852"/>
                  </a:lnTo>
                  <a:lnTo>
                    <a:pt x="270" y="858"/>
                  </a:lnTo>
                  <a:lnTo>
                    <a:pt x="270" y="864"/>
                  </a:lnTo>
                  <a:lnTo>
                    <a:pt x="276" y="870"/>
                  </a:lnTo>
                  <a:lnTo>
                    <a:pt x="276" y="876"/>
                  </a:lnTo>
                  <a:lnTo>
                    <a:pt x="276" y="882"/>
                  </a:lnTo>
                  <a:lnTo>
                    <a:pt x="282" y="882"/>
                  </a:lnTo>
                  <a:lnTo>
                    <a:pt x="282" y="888"/>
                  </a:lnTo>
                  <a:lnTo>
                    <a:pt x="288" y="894"/>
                  </a:lnTo>
                  <a:lnTo>
                    <a:pt x="288" y="900"/>
                  </a:lnTo>
                  <a:lnTo>
                    <a:pt x="288" y="906"/>
                  </a:lnTo>
                  <a:lnTo>
                    <a:pt x="294" y="912"/>
                  </a:lnTo>
                  <a:lnTo>
                    <a:pt x="294" y="912"/>
                  </a:lnTo>
                  <a:lnTo>
                    <a:pt x="300" y="918"/>
                  </a:lnTo>
                  <a:lnTo>
                    <a:pt x="300" y="924"/>
                  </a:lnTo>
                  <a:lnTo>
                    <a:pt x="300" y="930"/>
                  </a:lnTo>
                  <a:lnTo>
                    <a:pt x="306" y="936"/>
                  </a:lnTo>
                  <a:lnTo>
                    <a:pt x="306" y="936"/>
                  </a:lnTo>
                  <a:lnTo>
                    <a:pt x="306" y="942"/>
                  </a:lnTo>
                  <a:lnTo>
                    <a:pt x="312" y="948"/>
                  </a:lnTo>
                  <a:lnTo>
                    <a:pt x="312" y="954"/>
                  </a:lnTo>
                  <a:lnTo>
                    <a:pt x="318" y="960"/>
                  </a:lnTo>
                  <a:lnTo>
                    <a:pt x="318" y="960"/>
                  </a:lnTo>
                  <a:lnTo>
                    <a:pt x="318" y="966"/>
                  </a:lnTo>
                  <a:lnTo>
                    <a:pt x="324" y="972"/>
                  </a:lnTo>
                  <a:lnTo>
                    <a:pt x="324" y="978"/>
                  </a:lnTo>
                  <a:lnTo>
                    <a:pt x="330" y="978"/>
                  </a:lnTo>
                  <a:lnTo>
                    <a:pt x="330" y="984"/>
                  </a:lnTo>
                  <a:lnTo>
                    <a:pt x="330" y="990"/>
                  </a:lnTo>
                  <a:lnTo>
                    <a:pt x="336" y="996"/>
                  </a:lnTo>
                  <a:lnTo>
                    <a:pt x="336" y="996"/>
                  </a:lnTo>
                  <a:lnTo>
                    <a:pt x="342" y="1002"/>
                  </a:lnTo>
                  <a:lnTo>
                    <a:pt x="342" y="1008"/>
                  </a:lnTo>
                  <a:lnTo>
                    <a:pt x="342" y="1008"/>
                  </a:lnTo>
                  <a:lnTo>
                    <a:pt x="348" y="1014"/>
                  </a:lnTo>
                  <a:lnTo>
                    <a:pt x="348" y="1020"/>
                  </a:lnTo>
                  <a:lnTo>
                    <a:pt x="348" y="1026"/>
                  </a:lnTo>
                  <a:lnTo>
                    <a:pt x="354" y="1026"/>
                  </a:lnTo>
                  <a:lnTo>
                    <a:pt x="354" y="1032"/>
                  </a:lnTo>
                  <a:lnTo>
                    <a:pt x="360" y="1038"/>
                  </a:lnTo>
                  <a:lnTo>
                    <a:pt x="360" y="1038"/>
                  </a:lnTo>
                  <a:lnTo>
                    <a:pt x="360" y="1044"/>
                  </a:lnTo>
                  <a:lnTo>
                    <a:pt x="366" y="1050"/>
                  </a:lnTo>
                  <a:lnTo>
                    <a:pt x="366" y="1050"/>
                  </a:lnTo>
                  <a:lnTo>
                    <a:pt x="372" y="1056"/>
                  </a:lnTo>
                  <a:lnTo>
                    <a:pt x="372" y="1062"/>
                  </a:lnTo>
                  <a:lnTo>
                    <a:pt x="372" y="1062"/>
                  </a:lnTo>
                  <a:lnTo>
                    <a:pt x="378" y="1068"/>
                  </a:lnTo>
                  <a:lnTo>
                    <a:pt x="378" y="1074"/>
                  </a:lnTo>
                  <a:lnTo>
                    <a:pt x="378" y="1074"/>
                  </a:lnTo>
                  <a:lnTo>
                    <a:pt x="384" y="1080"/>
                  </a:lnTo>
                  <a:lnTo>
                    <a:pt x="384" y="1086"/>
                  </a:lnTo>
                  <a:lnTo>
                    <a:pt x="390" y="1086"/>
                  </a:lnTo>
                  <a:lnTo>
                    <a:pt x="390" y="1092"/>
                  </a:lnTo>
                  <a:lnTo>
                    <a:pt x="390" y="1098"/>
                  </a:lnTo>
                  <a:lnTo>
                    <a:pt x="396" y="1098"/>
                  </a:lnTo>
                  <a:lnTo>
                    <a:pt x="396" y="1104"/>
                  </a:lnTo>
                  <a:lnTo>
                    <a:pt x="402" y="1104"/>
                  </a:lnTo>
                  <a:lnTo>
                    <a:pt x="402" y="1110"/>
                  </a:lnTo>
                  <a:lnTo>
                    <a:pt x="402" y="1116"/>
                  </a:lnTo>
                  <a:lnTo>
                    <a:pt x="408" y="1116"/>
                  </a:lnTo>
                  <a:lnTo>
                    <a:pt x="408" y="1122"/>
                  </a:lnTo>
                  <a:lnTo>
                    <a:pt x="414" y="1122"/>
                  </a:lnTo>
                  <a:lnTo>
                    <a:pt x="414" y="1128"/>
                  </a:lnTo>
                  <a:lnTo>
                    <a:pt x="414" y="1134"/>
                  </a:lnTo>
                  <a:lnTo>
                    <a:pt x="420" y="1134"/>
                  </a:lnTo>
                  <a:lnTo>
                    <a:pt x="420" y="1140"/>
                  </a:lnTo>
                  <a:lnTo>
                    <a:pt x="420" y="1140"/>
                  </a:lnTo>
                  <a:lnTo>
                    <a:pt x="426" y="1146"/>
                  </a:lnTo>
                  <a:lnTo>
                    <a:pt x="426" y="1152"/>
                  </a:lnTo>
                  <a:lnTo>
                    <a:pt x="432" y="1152"/>
                  </a:lnTo>
                  <a:lnTo>
                    <a:pt x="432" y="1158"/>
                  </a:lnTo>
                  <a:lnTo>
                    <a:pt x="432" y="1158"/>
                  </a:lnTo>
                  <a:lnTo>
                    <a:pt x="438" y="1164"/>
                  </a:lnTo>
                  <a:lnTo>
                    <a:pt x="438" y="1164"/>
                  </a:lnTo>
                  <a:lnTo>
                    <a:pt x="444" y="1170"/>
                  </a:lnTo>
                  <a:lnTo>
                    <a:pt x="444" y="1176"/>
                  </a:lnTo>
                  <a:lnTo>
                    <a:pt x="444" y="1176"/>
                  </a:lnTo>
                  <a:lnTo>
                    <a:pt x="450" y="1182"/>
                  </a:lnTo>
                  <a:lnTo>
                    <a:pt x="450" y="1182"/>
                  </a:lnTo>
                  <a:lnTo>
                    <a:pt x="450" y="1188"/>
                  </a:lnTo>
                  <a:lnTo>
                    <a:pt x="456" y="1188"/>
                  </a:lnTo>
                  <a:lnTo>
                    <a:pt x="456" y="1194"/>
                  </a:lnTo>
                  <a:lnTo>
                    <a:pt x="462" y="1194"/>
                  </a:lnTo>
                  <a:lnTo>
                    <a:pt x="462" y="1200"/>
                  </a:lnTo>
                  <a:lnTo>
                    <a:pt x="462" y="1200"/>
                  </a:lnTo>
                  <a:lnTo>
                    <a:pt x="468" y="1206"/>
                  </a:lnTo>
                  <a:lnTo>
                    <a:pt x="468" y="1206"/>
                  </a:lnTo>
                  <a:lnTo>
                    <a:pt x="474" y="1212"/>
                  </a:lnTo>
                  <a:lnTo>
                    <a:pt x="474" y="1212"/>
                  </a:lnTo>
                  <a:lnTo>
                    <a:pt x="474" y="1218"/>
                  </a:lnTo>
                  <a:lnTo>
                    <a:pt x="480" y="1218"/>
                  </a:lnTo>
                  <a:lnTo>
                    <a:pt x="480" y="1224"/>
                  </a:lnTo>
                  <a:lnTo>
                    <a:pt x="486" y="1224"/>
                  </a:lnTo>
                  <a:lnTo>
                    <a:pt x="486" y="1230"/>
                  </a:lnTo>
                  <a:lnTo>
                    <a:pt x="486" y="1230"/>
                  </a:lnTo>
                  <a:lnTo>
                    <a:pt x="492" y="1236"/>
                  </a:lnTo>
                  <a:lnTo>
                    <a:pt x="492" y="1236"/>
                  </a:lnTo>
                  <a:lnTo>
                    <a:pt x="492" y="1242"/>
                  </a:lnTo>
                  <a:lnTo>
                    <a:pt x="498" y="1242"/>
                  </a:lnTo>
                  <a:lnTo>
                    <a:pt x="498" y="1248"/>
                  </a:lnTo>
                  <a:lnTo>
                    <a:pt x="504" y="1248"/>
                  </a:lnTo>
                  <a:lnTo>
                    <a:pt x="504" y="1254"/>
                  </a:lnTo>
                  <a:lnTo>
                    <a:pt x="504" y="1254"/>
                  </a:lnTo>
                  <a:lnTo>
                    <a:pt x="510" y="1260"/>
                  </a:lnTo>
                  <a:lnTo>
                    <a:pt x="510" y="1260"/>
                  </a:lnTo>
                  <a:lnTo>
                    <a:pt x="516" y="1266"/>
                  </a:lnTo>
                  <a:lnTo>
                    <a:pt x="516" y="1266"/>
                  </a:lnTo>
                  <a:lnTo>
                    <a:pt x="516" y="1272"/>
                  </a:lnTo>
                  <a:lnTo>
                    <a:pt x="522" y="1272"/>
                  </a:lnTo>
                  <a:lnTo>
                    <a:pt x="522" y="1278"/>
                  </a:lnTo>
                  <a:lnTo>
                    <a:pt x="522" y="1278"/>
                  </a:lnTo>
                  <a:lnTo>
                    <a:pt x="528" y="1278"/>
                  </a:lnTo>
                  <a:lnTo>
                    <a:pt x="528" y="1284"/>
                  </a:lnTo>
                  <a:lnTo>
                    <a:pt x="534" y="1284"/>
                  </a:lnTo>
                  <a:lnTo>
                    <a:pt x="534" y="1290"/>
                  </a:lnTo>
                  <a:lnTo>
                    <a:pt x="534" y="1290"/>
                  </a:lnTo>
                  <a:lnTo>
                    <a:pt x="540" y="1296"/>
                  </a:lnTo>
                  <a:lnTo>
                    <a:pt x="540" y="1296"/>
                  </a:lnTo>
                  <a:lnTo>
                    <a:pt x="546" y="1302"/>
                  </a:lnTo>
                  <a:lnTo>
                    <a:pt x="546" y="1302"/>
                  </a:lnTo>
                  <a:lnTo>
                    <a:pt x="546" y="1302"/>
                  </a:lnTo>
                  <a:lnTo>
                    <a:pt x="552" y="1308"/>
                  </a:lnTo>
                  <a:lnTo>
                    <a:pt x="552" y="1308"/>
                  </a:lnTo>
                  <a:lnTo>
                    <a:pt x="558" y="1314"/>
                  </a:lnTo>
                  <a:lnTo>
                    <a:pt x="558" y="1314"/>
                  </a:lnTo>
                  <a:lnTo>
                    <a:pt x="558" y="1314"/>
                  </a:lnTo>
                  <a:lnTo>
                    <a:pt x="564" y="1320"/>
                  </a:lnTo>
                  <a:lnTo>
                    <a:pt x="564" y="1320"/>
                  </a:lnTo>
                  <a:lnTo>
                    <a:pt x="564" y="1326"/>
                  </a:lnTo>
                  <a:lnTo>
                    <a:pt x="570" y="1326"/>
                  </a:lnTo>
                  <a:lnTo>
                    <a:pt x="570" y="1326"/>
                  </a:lnTo>
                  <a:lnTo>
                    <a:pt x="576" y="1332"/>
                  </a:lnTo>
                  <a:lnTo>
                    <a:pt x="576" y="1332"/>
                  </a:lnTo>
                  <a:lnTo>
                    <a:pt x="576" y="1338"/>
                  </a:lnTo>
                  <a:lnTo>
                    <a:pt x="582" y="1338"/>
                  </a:lnTo>
                  <a:lnTo>
                    <a:pt x="582" y="1338"/>
                  </a:lnTo>
                  <a:lnTo>
                    <a:pt x="588" y="1344"/>
                  </a:lnTo>
                  <a:lnTo>
                    <a:pt x="588" y="1344"/>
                  </a:lnTo>
                  <a:lnTo>
                    <a:pt x="588" y="1350"/>
                  </a:lnTo>
                  <a:lnTo>
                    <a:pt x="594" y="1350"/>
                  </a:lnTo>
                  <a:lnTo>
                    <a:pt x="594" y="135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61">
              <a:extLst>
                <a:ext uri="{FF2B5EF4-FFF2-40B4-BE49-F238E27FC236}">
                  <a16:creationId xmlns:a16="http://schemas.microsoft.com/office/drawing/2014/main" id="{26BFA3FC-E6E1-41A6-A74C-13E8ADC47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8863" y="2307703"/>
              <a:ext cx="649287" cy="320675"/>
            </a:xfrm>
            <a:custGeom>
              <a:avLst/>
              <a:gdLst>
                <a:gd name="T0" fmla="*/ 12 w 594"/>
                <a:gd name="T1" fmla="*/ 12 h 294"/>
                <a:gd name="T2" fmla="*/ 24 w 594"/>
                <a:gd name="T3" fmla="*/ 24 h 294"/>
                <a:gd name="T4" fmla="*/ 36 w 594"/>
                <a:gd name="T5" fmla="*/ 30 h 294"/>
                <a:gd name="T6" fmla="*/ 42 w 594"/>
                <a:gd name="T7" fmla="*/ 42 h 294"/>
                <a:gd name="T8" fmla="*/ 54 w 594"/>
                <a:gd name="T9" fmla="*/ 54 h 294"/>
                <a:gd name="T10" fmla="*/ 66 w 594"/>
                <a:gd name="T11" fmla="*/ 60 h 294"/>
                <a:gd name="T12" fmla="*/ 78 w 594"/>
                <a:gd name="T13" fmla="*/ 72 h 294"/>
                <a:gd name="T14" fmla="*/ 90 w 594"/>
                <a:gd name="T15" fmla="*/ 78 h 294"/>
                <a:gd name="T16" fmla="*/ 102 w 594"/>
                <a:gd name="T17" fmla="*/ 90 h 294"/>
                <a:gd name="T18" fmla="*/ 114 w 594"/>
                <a:gd name="T19" fmla="*/ 96 h 294"/>
                <a:gd name="T20" fmla="*/ 126 w 594"/>
                <a:gd name="T21" fmla="*/ 108 h 294"/>
                <a:gd name="T22" fmla="*/ 138 w 594"/>
                <a:gd name="T23" fmla="*/ 114 h 294"/>
                <a:gd name="T24" fmla="*/ 150 w 594"/>
                <a:gd name="T25" fmla="*/ 120 h 294"/>
                <a:gd name="T26" fmla="*/ 162 w 594"/>
                <a:gd name="T27" fmla="*/ 126 h 294"/>
                <a:gd name="T28" fmla="*/ 174 w 594"/>
                <a:gd name="T29" fmla="*/ 138 h 294"/>
                <a:gd name="T30" fmla="*/ 186 w 594"/>
                <a:gd name="T31" fmla="*/ 144 h 294"/>
                <a:gd name="T32" fmla="*/ 198 w 594"/>
                <a:gd name="T33" fmla="*/ 150 h 294"/>
                <a:gd name="T34" fmla="*/ 210 w 594"/>
                <a:gd name="T35" fmla="*/ 156 h 294"/>
                <a:gd name="T36" fmla="*/ 216 w 594"/>
                <a:gd name="T37" fmla="*/ 162 h 294"/>
                <a:gd name="T38" fmla="*/ 228 w 594"/>
                <a:gd name="T39" fmla="*/ 168 h 294"/>
                <a:gd name="T40" fmla="*/ 240 w 594"/>
                <a:gd name="T41" fmla="*/ 174 h 294"/>
                <a:gd name="T42" fmla="*/ 252 w 594"/>
                <a:gd name="T43" fmla="*/ 180 h 294"/>
                <a:gd name="T44" fmla="*/ 264 w 594"/>
                <a:gd name="T45" fmla="*/ 186 h 294"/>
                <a:gd name="T46" fmla="*/ 276 w 594"/>
                <a:gd name="T47" fmla="*/ 192 h 294"/>
                <a:gd name="T48" fmla="*/ 288 w 594"/>
                <a:gd name="T49" fmla="*/ 198 h 294"/>
                <a:gd name="T50" fmla="*/ 300 w 594"/>
                <a:gd name="T51" fmla="*/ 204 h 294"/>
                <a:gd name="T52" fmla="*/ 312 w 594"/>
                <a:gd name="T53" fmla="*/ 210 h 294"/>
                <a:gd name="T54" fmla="*/ 324 w 594"/>
                <a:gd name="T55" fmla="*/ 216 h 294"/>
                <a:gd name="T56" fmla="*/ 336 w 594"/>
                <a:gd name="T57" fmla="*/ 216 h 294"/>
                <a:gd name="T58" fmla="*/ 348 w 594"/>
                <a:gd name="T59" fmla="*/ 222 h 294"/>
                <a:gd name="T60" fmla="*/ 360 w 594"/>
                <a:gd name="T61" fmla="*/ 228 h 294"/>
                <a:gd name="T62" fmla="*/ 372 w 594"/>
                <a:gd name="T63" fmla="*/ 234 h 294"/>
                <a:gd name="T64" fmla="*/ 384 w 594"/>
                <a:gd name="T65" fmla="*/ 234 h 294"/>
                <a:gd name="T66" fmla="*/ 390 w 594"/>
                <a:gd name="T67" fmla="*/ 240 h 294"/>
                <a:gd name="T68" fmla="*/ 402 w 594"/>
                <a:gd name="T69" fmla="*/ 246 h 294"/>
                <a:gd name="T70" fmla="*/ 414 w 594"/>
                <a:gd name="T71" fmla="*/ 246 h 294"/>
                <a:gd name="T72" fmla="*/ 426 w 594"/>
                <a:gd name="T73" fmla="*/ 252 h 294"/>
                <a:gd name="T74" fmla="*/ 438 w 594"/>
                <a:gd name="T75" fmla="*/ 258 h 294"/>
                <a:gd name="T76" fmla="*/ 450 w 594"/>
                <a:gd name="T77" fmla="*/ 258 h 294"/>
                <a:gd name="T78" fmla="*/ 462 w 594"/>
                <a:gd name="T79" fmla="*/ 264 h 294"/>
                <a:gd name="T80" fmla="*/ 474 w 594"/>
                <a:gd name="T81" fmla="*/ 264 h 294"/>
                <a:gd name="T82" fmla="*/ 486 w 594"/>
                <a:gd name="T83" fmla="*/ 270 h 294"/>
                <a:gd name="T84" fmla="*/ 498 w 594"/>
                <a:gd name="T85" fmla="*/ 270 h 294"/>
                <a:gd name="T86" fmla="*/ 510 w 594"/>
                <a:gd name="T87" fmla="*/ 276 h 294"/>
                <a:gd name="T88" fmla="*/ 522 w 594"/>
                <a:gd name="T89" fmla="*/ 276 h 294"/>
                <a:gd name="T90" fmla="*/ 534 w 594"/>
                <a:gd name="T91" fmla="*/ 282 h 294"/>
                <a:gd name="T92" fmla="*/ 546 w 594"/>
                <a:gd name="T93" fmla="*/ 282 h 294"/>
                <a:gd name="T94" fmla="*/ 558 w 594"/>
                <a:gd name="T95" fmla="*/ 288 h 294"/>
                <a:gd name="T96" fmla="*/ 570 w 594"/>
                <a:gd name="T97" fmla="*/ 288 h 294"/>
                <a:gd name="T98" fmla="*/ 576 w 594"/>
                <a:gd name="T99" fmla="*/ 294 h 294"/>
                <a:gd name="T100" fmla="*/ 588 w 594"/>
                <a:gd name="T101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4" h="294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2" y="36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2"/>
                  </a:lnTo>
                  <a:lnTo>
                    <a:pt x="48" y="48"/>
                  </a:lnTo>
                  <a:lnTo>
                    <a:pt x="54" y="48"/>
                  </a:lnTo>
                  <a:lnTo>
                    <a:pt x="54" y="48"/>
                  </a:lnTo>
                  <a:lnTo>
                    <a:pt x="54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8" y="72"/>
                  </a:lnTo>
                  <a:lnTo>
                    <a:pt x="78" y="72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4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96" y="84"/>
                  </a:lnTo>
                  <a:lnTo>
                    <a:pt x="102" y="84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8" y="90"/>
                  </a:lnTo>
                  <a:lnTo>
                    <a:pt x="108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14" y="96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6" y="102"/>
                  </a:lnTo>
                  <a:lnTo>
                    <a:pt x="126" y="108"/>
                  </a:lnTo>
                  <a:lnTo>
                    <a:pt x="126" y="108"/>
                  </a:lnTo>
                  <a:lnTo>
                    <a:pt x="132" y="108"/>
                  </a:lnTo>
                  <a:lnTo>
                    <a:pt x="132" y="108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4" y="114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50" y="120"/>
                  </a:lnTo>
                  <a:lnTo>
                    <a:pt x="150" y="120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62" y="126"/>
                  </a:lnTo>
                  <a:lnTo>
                    <a:pt x="162" y="132"/>
                  </a:lnTo>
                  <a:lnTo>
                    <a:pt x="168" y="132"/>
                  </a:lnTo>
                  <a:lnTo>
                    <a:pt x="168" y="132"/>
                  </a:lnTo>
                  <a:lnTo>
                    <a:pt x="168" y="132"/>
                  </a:lnTo>
                  <a:lnTo>
                    <a:pt x="174" y="138"/>
                  </a:lnTo>
                  <a:lnTo>
                    <a:pt x="174" y="138"/>
                  </a:lnTo>
                  <a:lnTo>
                    <a:pt x="174" y="138"/>
                  </a:lnTo>
                  <a:lnTo>
                    <a:pt x="180" y="138"/>
                  </a:lnTo>
                  <a:lnTo>
                    <a:pt x="180" y="144"/>
                  </a:lnTo>
                  <a:lnTo>
                    <a:pt x="186" y="144"/>
                  </a:lnTo>
                  <a:lnTo>
                    <a:pt x="186" y="144"/>
                  </a:lnTo>
                  <a:lnTo>
                    <a:pt x="186" y="144"/>
                  </a:lnTo>
                  <a:lnTo>
                    <a:pt x="192" y="150"/>
                  </a:lnTo>
                  <a:lnTo>
                    <a:pt x="192" y="150"/>
                  </a:lnTo>
                  <a:lnTo>
                    <a:pt x="198" y="150"/>
                  </a:lnTo>
                  <a:lnTo>
                    <a:pt x="198" y="150"/>
                  </a:lnTo>
                  <a:lnTo>
                    <a:pt x="198" y="150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10" y="156"/>
                  </a:lnTo>
                  <a:lnTo>
                    <a:pt x="210" y="156"/>
                  </a:lnTo>
                  <a:lnTo>
                    <a:pt x="210" y="162"/>
                  </a:lnTo>
                  <a:lnTo>
                    <a:pt x="216" y="162"/>
                  </a:lnTo>
                  <a:lnTo>
                    <a:pt x="216" y="162"/>
                  </a:lnTo>
                  <a:lnTo>
                    <a:pt x="216" y="162"/>
                  </a:lnTo>
                  <a:lnTo>
                    <a:pt x="222" y="162"/>
                  </a:lnTo>
                  <a:lnTo>
                    <a:pt x="222" y="168"/>
                  </a:lnTo>
                  <a:lnTo>
                    <a:pt x="228" y="168"/>
                  </a:lnTo>
                  <a:lnTo>
                    <a:pt x="228" y="168"/>
                  </a:lnTo>
                  <a:lnTo>
                    <a:pt x="228" y="168"/>
                  </a:lnTo>
                  <a:lnTo>
                    <a:pt x="234" y="168"/>
                  </a:lnTo>
                  <a:lnTo>
                    <a:pt x="234" y="174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6" y="174"/>
                  </a:lnTo>
                  <a:lnTo>
                    <a:pt x="246" y="180"/>
                  </a:lnTo>
                  <a:lnTo>
                    <a:pt x="246" y="180"/>
                  </a:lnTo>
                  <a:lnTo>
                    <a:pt x="252" y="180"/>
                  </a:lnTo>
                  <a:lnTo>
                    <a:pt x="252" y="180"/>
                  </a:lnTo>
                  <a:lnTo>
                    <a:pt x="258" y="180"/>
                  </a:lnTo>
                  <a:lnTo>
                    <a:pt x="258" y="186"/>
                  </a:lnTo>
                  <a:lnTo>
                    <a:pt x="258" y="186"/>
                  </a:lnTo>
                  <a:lnTo>
                    <a:pt x="264" y="186"/>
                  </a:lnTo>
                  <a:lnTo>
                    <a:pt x="264" y="186"/>
                  </a:lnTo>
                  <a:lnTo>
                    <a:pt x="270" y="186"/>
                  </a:lnTo>
                  <a:lnTo>
                    <a:pt x="270" y="192"/>
                  </a:lnTo>
                  <a:lnTo>
                    <a:pt x="270" y="192"/>
                  </a:lnTo>
                  <a:lnTo>
                    <a:pt x="276" y="192"/>
                  </a:lnTo>
                  <a:lnTo>
                    <a:pt x="276" y="192"/>
                  </a:lnTo>
                  <a:lnTo>
                    <a:pt x="282" y="192"/>
                  </a:lnTo>
                  <a:lnTo>
                    <a:pt x="282" y="192"/>
                  </a:lnTo>
                  <a:lnTo>
                    <a:pt x="282" y="198"/>
                  </a:lnTo>
                  <a:lnTo>
                    <a:pt x="288" y="198"/>
                  </a:lnTo>
                  <a:lnTo>
                    <a:pt x="288" y="198"/>
                  </a:lnTo>
                  <a:lnTo>
                    <a:pt x="288" y="198"/>
                  </a:lnTo>
                  <a:lnTo>
                    <a:pt x="294" y="198"/>
                  </a:lnTo>
                  <a:lnTo>
                    <a:pt x="294" y="204"/>
                  </a:lnTo>
                  <a:lnTo>
                    <a:pt x="300" y="204"/>
                  </a:lnTo>
                  <a:lnTo>
                    <a:pt x="300" y="204"/>
                  </a:lnTo>
                  <a:lnTo>
                    <a:pt x="300" y="204"/>
                  </a:lnTo>
                  <a:lnTo>
                    <a:pt x="306" y="204"/>
                  </a:lnTo>
                  <a:lnTo>
                    <a:pt x="306" y="204"/>
                  </a:lnTo>
                  <a:lnTo>
                    <a:pt x="312" y="210"/>
                  </a:lnTo>
                  <a:lnTo>
                    <a:pt x="312" y="210"/>
                  </a:lnTo>
                  <a:lnTo>
                    <a:pt x="312" y="210"/>
                  </a:lnTo>
                  <a:lnTo>
                    <a:pt x="318" y="210"/>
                  </a:lnTo>
                  <a:lnTo>
                    <a:pt x="318" y="210"/>
                  </a:lnTo>
                  <a:lnTo>
                    <a:pt x="318" y="210"/>
                  </a:lnTo>
                  <a:lnTo>
                    <a:pt x="324" y="216"/>
                  </a:lnTo>
                  <a:lnTo>
                    <a:pt x="324" y="216"/>
                  </a:lnTo>
                  <a:lnTo>
                    <a:pt x="330" y="216"/>
                  </a:lnTo>
                  <a:lnTo>
                    <a:pt x="330" y="216"/>
                  </a:lnTo>
                  <a:lnTo>
                    <a:pt x="330" y="216"/>
                  </a:lnTo>
                  <a:lnTo>
                    <a:pt x="336" y="216"/>
                  </a:lnTo>
                  <a:lnTo>
                    <a:pt x="336" y="222"/>
                  </a:lnTo>
                  <a:lnTo>
                    <a:pt x="342" y="222"/>
                  </a:lnTo>
                  <a:lnTo>
                    <a:pt x="342" y="222"/>
                  </a:lnTo>
                  <a:lnTo>
                    <a:pt x="342" y="222"/>
                  </a:lnTo>
                  <a:lnTo>
                    <a:pt x="348" y="222"/>
                  </a:lnTo>
                  <a:lnTo>
                    <a:pt x="348" y="222"/>
                  </a:lnTo>
                  <a:lnTo>
                    <a:pt x="354" y="222"/>
                  </a:lnTo>
                  <a:lnTo>
                    <a:pt x="354" y="228"/>
                  </a:lnTo>
                  <a:lnTo>
                    <a:pt x="354" y="228"/>
                  </a:lnTo>
                  <a:lnTo>
                    <a:pt x="360" y="228"/>
                  </a:lnTo>
                  <a:lnTo>
                    <a:pt x="360" y="228"/>
                  </a:lnTo>
                  <a:lnTo>
                    <a:pt x="360" y="228"/>
                  </a:lnTo>
                  <a:lnTo>
                    <a:pt x="366" y="228"/>
                  </a:lnTo>
                  <a:lnTo>
                    <a:pt x="366" y="234"/>
                  </a:lnTo>
                  <a:lnTo>
                    <a:pt x="372" y="234"/>
                  </a:lnTo>
                  <a:lnTo>
                    <a:pt x="372" y="234"/>
                  </a:lnTo>
                  <a:lnTo>
                    <a:pt x="372" y="234"/>
                  </a:lnTo>
                  <a:lnTo>
                    <a:pt x="378" y="234"/>
                  </a:lnTo>
                  <a:lnTo>
                    <a:pt x="378" y="234"/>
                  </a:lnTo>
                  <a:lnTo>
                    <a:pt x="384" y="234"/>
                  </a:lnTo>
                  <a:lnTo>
                    <a:pt x="384" y="234"/>
                  </a:lnTo>
                  <a:lnTo>
                    <a:pt x="384" y="240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96" y="240"/>
                  </a:lnTo>
                  <a:lnTo>
                    <a:pt x="396" y="240"/>
                  </a:lnTo>
                  <a:lnTo>
                    <a:pt x="402" y="240"/>
                  </a:lnTo>
                  <a:lnTo>
                    <a:pt x="402" y="246"/>
                  </a:lnTo>
                  <a:lnTo>
                    <a:pt x="402" y="246"/>
                  </a:lnTo>
                  <a:lnTo>
                    <a:pt x="408" y="246"/>
                  </a:lnTo>
                  <a:lnTo>
                    <a:pt x="408" y="246"/>
                  </a:lnTo>
                  <a:lnTo>
                    <a:pt x="414" y="246"/>
                  </a:lnTo>
                  <a:lnTo>
                    <a:pt x="414" y="246"/>
                  </a:lnTo>
                  <a:lnTo>
                    <a:pt x="414" y="246"/>
                  </a:lnTo>
                  <a:lnTo>
                    <a:pt x="420" y="246"/>
                  </a:lnTo>
                  <a:lnTo>
                    <a:pt x="420" y="252"/>
                  </a:lnTo>
                  <a:lnTo>
                    <a:pt x="426" y="252"/>
                  </a:lnTo>
                  <a:lnTo>
                    <a:pt x="426" y="252"/>
                  </a:lnTo>
                  <a:lnTo>
                    <a:pt x="426" y="252"/>
                  </a:lnTo>
                  <a:lnTo>
                    <a:pt x="432" y="252"/>
                  </a:lnTo>
                  <a:lnTo>
                    <a:pt x="432" y="252"/>
                  </a:lnTo>
                  <a:lnTo>
                    <a:pt x="432" y="252"/>
                  </a:lnTo>
                  <a:lnTo>
                    <a:pt x="438" y="252"/>
                  </a:lnTo>
                  <a:lnTo>
                    <a:pt x="438" y="258"/>
                  </a:lnTo>
                  <a:lnTo>
                    <a:pt x="444" y="258"/>
                  </a:lnTo>
                  <a:lnTo>
                    <a:pt x="444" y="258"/>
                  </a:lnTo>
                  <a:lnTo>
                    <a:pt x="444" y="258"/>
                  </a:lnTo>
                  <a:lnTo>
                    <a:pt x="450" y="258"/>
                  </a:lnTo>
                  <a:lnTo>
                    <a:pt x="450" y="258"/>
                  </a:lnTo>
                  <a:lnTo>
                    <a:pt x="456" y="258"/>
                  </a:lnTo>
                  <a:lnTo>
                    <a:pt x="456" y="258"/>
                  </a:lnTo>
                  <a:lnTo>
                    <a:pt x="456" y="264"/>
                  </a:lnTo>
                  <a:lnTo>
                    <a:pt x="462" y="264"/>
                  </a:lnTo>
                  <a:lnTo>
                    <a:pt x="462" y="264"/>
                  </a:lnTo>
                  <a:lnTo>
                    <a:pt x="462" y="264"/>
                  </a:lnTo>
                  <a:lnTo>
                    <a:pt x="468" y="264"/>
                  </a:lnTo>
                  <a:lnTo>
                    <a:pt x="468" y="264"/>
                  </a:lnTo>
                  <a:lnTo>
                    <a:pt x="474" y="264"/>
                  </a:lnTo>
                  <a:lnTo>
                    <a:pt x="474" y="264"/>
                  </a:lnTo>
                  <a:lnTo>
                    <a:pt x="474" y="264"/>
                  </a:lnTo>
                  <a:lnTo>
                    <a:pt x="480" y="270"/>
                  </a:lnTo>
                  <a:lnTo>
                    <a:pt x="480" y="270"/>
                  </a:lnTo>
                  <a:lnTo>
                    <a:pt x="486" y="270"/>
                  </a:lnTo>
                  <a:lnTo>
                    <a:pt x="486" y="270"/>
                  </a:lnTo>
                  <a:lnTo>
                    <a:pt x="486" y="270"/>
                  </a:lnTo>
                  <a:lnTo>
                    <a:pt x="492" y="270"/>
                  </a:lnTo>
                  <a:lnTo>
                    <a:pt x="492" y="270"/>
                  </a:lnTo>
                  <a:lnTo>
                    <a:pt x="498" y="270"/>
                  </a:lnTo>
                  <a:lnTo>
                    <a:pt x="498" y="270"/>
                  </a:lnTo>
                  <a:lnTo>
                    <a:pt x="498" y="276"/>
                  </a:lnTo>
                  <a:lnTo>
                    <a:pt x="504" y="276"/>
                  </a:lnTo>
                  <a:lnTo>
                    <a:pt x="504" y="276"/>
                  </a:lnTo>
                  <a:lnTo>
                    <a:pt x="504" y="276"/>
                  </a:lnTo>
                  <a:lnTo>
                    <a:pt x="510" y="276"/>
                  </a:lnTo>
                  <a:lnTo>
                    <a:pt x="510" y="276"/>
                  </a:lnTo>
                  <a:lnTo>
                    <a:pt x="516" y="276"/>
                  </a:lnTo>
                  <a:lnTo>
                    <a:pt x="516" y="276"/>
                  </a:lnTo>
                  <a:lnTo>
                    <a:pt x="516" y="276"/>
                  </a:lnTo>
                  <a:lnTo>
                    <a:pt x="522" y="276"/>
                  </a:lnTo>
                  <a:lnTo>
                    <a:pt x="522" y="282"/>
                  </a:lnTo>
                  <a:lnTo>
                    <a:pt x="528" y="282"/>
                  </a:lnTo>
                  <a:lnTo>
                    <a:pt x="528" y="282"/>
                  </a:lnTo>
                  <a:lnTo>
                    <a:pt x="528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40" y="282"/>
                  </a:lnTo>
                  <a:lnTo>
                    <a:pt x="540" y="282"/>
                  </a:lnTo>
                  <a:lnTo>
                    <a:pt x="546" y="282"/>
                  </a:lnTo>
                  <a:lnTo>
                    <a:pt x="546" y="282"/>
                  </a:lnTo>
                  <a:lnTo>
                    <a:pt x="546" y="288"/>
                  </a:lnTo>
                  <a:lnTo>
                    <a:pt x="552" y="288"/>
                  </a:lnTo>
                  <a:lnTo>
                    <a:pt x="552" y="288"/>
                  </a:lnTo>
                  <a:lnTo>
                    <a:pt x="558" y="288"/>
                  </a:lnTo>
                  <a:lnTo>
                    <a:pt x="558" y="288"/>
                  </a:lnTo>
                  <a:lnTo>
                    <a:pt x="558" y="288"/>
                  </a:lnTo>
                  <a:lnTo>
                    <a:pt x="564" y="288"/>
                  </a:lnTo>
                  <a:lnTo>
                    <a:pt x="564" y="288"/>
                  </a:lnTo>
                  <a:lnTo>
                    <a:pt x="570" y="288"/>
                  </a:lnTo>
                  <a:lnTo>
                    <a:pt x="570" y="288"/>
                  </a:lnTo>
                  <a:lnTo>
                    <a:pt x="570" y="288"/>
                  </a:lnTo>
                  <a:lnTo>
                    <a:pt x="576" y="294"/>
                  </a:lnTo>
                  <a:lnTo>
                    <a:pt x="576" y="294"/>
                  </a:lnTo>
                  <a:lnTo>
                    <a:pt x="576" y="294"/>
                  </a:lnTo>
                  <a:lnTo>
                    <a:pt x="582" y="294"/>
                  </a:lnTo>
                  <a:lnTo>
                    <a:pt x="582" y="294"/>
                  </a:lnTo>
                  <a:lnTo>
                    <a:pt x="588" y="294"/>
                  </a:lnTo>
                  <a:lnTo>
                    <a:pt x="588" y="294"/>
                  </a:lnTo>
                  <a:lnTo>
                    <a:pt x="588" y="294"/>
                  </a:lnTo>
                  <a:lnTo>
                    <a:pt x="594" y="294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62">
              <a:extLst>
                <a:ext uri="{FF2B5EF4-FFF2-40B4-BE49-F238E27FC236}">
                  <a16:creationId xmlns:a16="http://schemas.microsoft.com/office/drawing/2014/main" id="{2D230F5F-449F-4526-94B4-64EEA86A3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50" y="2628378"/>
              <a:ext cx="642938" cy="71437"/>
            </a:xfrm>
            <a:custGeom>
              <a:avLst/>
              <a:gdLst>
                <a:gd name="T0" fmla="*/ 6 w 588"/>
                <a:gd name="T1" fmla="*/ 0 h 66"/>
                <a:gd name="T2" fmla="*/ 18 w 588"/>
                <a:gd name="T3" fmla="*/ 6 h 66"/>
                <a:gd name="T4" fmla="*/ 30 w 588"/>
                <a:gd name="T5" fmla="*/ 6 h 66"/>
                <a:gd name="T6" fmla="*/ 42 w 588"/>
                <a:gd name="T7" fmla="*/ 12 h 66"/>
                <a:gd name="T8" fmla="*/ 54 w 588"/>
                <a:gd name="T9" fmla="*/ 12 h 66"/>
                <a:gd name="T10" fmla="*/ 66 w 588"/>
                <a:gd name="T11" fmla="*/ 12 h 66"/>
                <a:gd name="T12" fmla="*/ 78 w 588"/>
                <a:gd name="T13" fmla="*/ 18 h 66"/>
                <a:gd name="T14" fmla="*/ 90 w 588"/>
                <a:gd name="T15" fmla="*/ 18 h 66"/>
                <a:gd name="T16" fmla="*/ 102 w 588"/>
                <a:gd name="T17" fmla="*/ 18 h 66"/>
                <a:gd name="T18" fmla="*/ 114 w 588"/>
                <a:gd name="T19" fmla="*/ 24 h 66"/>
                <a:gd name="T20" fmla="*/ 126 w 588"/>
                <a:gd name="T21" fmla="*/ 24 h 66"/>
                <a:gd name="T22" fmla="*/ 138 w 588"/>
                <a:gd name="T23" fmla="*/ 24 h 66"/>
                <a:gd name="T24" fmla="*/ 150 w 588"/>
                <a:gd name="T25" fmla="*/ 24 h 66"/>
                <a:gd name="T26" fmla="*/ 156 w 588"/>
                <a:gd name="T27" fmla="*/ 30 h 66"/>
                <a:gd name="T28" fmla="*/ 168 w 588"/>
                <a:gd name="T29" fmla="*/ 30 h 66"/>
                <a:gd name="T30" fmla="*/ 180 w 588"/>
                <a:gd name="T31" fmla="*/ 30 h 66"/>
                <a:gd name="T32" fmla="*/ 192 w 588"/>
                <a:gd name="T33" fmla="*/ 36 h 66"/>
                <a:gd name="T34" fmla="*/ 204 w 588"/>
                <a:gd name="T35" fmla="*/ 36 h 66"/>
                <a:gd name="T36" fmla="*/ 216 w 588"/>
                <a:gd name="T37" fmla="*/ 36 h 66"/>
                <a:gd name="T38" fmla="*/ 228 w 588"/>
                <a:gd name="T39" fmla="*/ 36 h 66"/>
                <a:gd name="T40" fmla="*/ 240 w 588"/>
                <a:gd name="T41" fmla="*/ 36 h 66"/>
                <a:gd name="T42" fmla="*/ 252 w 588"/>
                <a:gd name="T43" fmla="*/ 42 h 66"/>
                <a:gd name="T44" fmla="*/ 264 w 588"/>
                <a:gd name="T45" fmla="*/ 42 h 66"/>
                <a:gd name="T46" fmla="*/ 276 w 588"/>
                <a:gd name="T47" fmla="*/ 42 h 66"/>
                <a:gd name="T48" fmla="*/ 288 w 588"/>
                <a:gd name="T49" fmla="*/ 42 h 66"/>
                <a:gd name="T50" fmla="*/ 300 w 588"/>
                <a:gd name="T51" fmla="*/ 42 h 66"/>
                <a:gd name="T52" fmla="*/ 312 w 588"/>
                <a:gd name="T53" fmla="*/ 48 h 66"/>
                <a:gd name="T54" fmla="*/ 324 w 588"/>
                <a:gd name="T55" fmla="*/ 48 h 66"/>
                <a:gd name="T56" fmla="*/ 330 w 588"/>
                <a:gd name="T57" fmla="*/ 48 h 66"/>
                <a:gd name="T58" fmla="*/ 342 w 588"/>
                <a:gd name="T59" fmla="*/ 48 h 66"/>
                <a:gd name="T60" fmla="*/ 354 w 588"/>
                <a:gd name="T61" fmla="*/ 48 h 66"/>
                <a:gd name="T62" fmla="*/ 366 w 588"/>
                <a:gd name="T63" fmla="*/ 48 h 66"/>
                <a:gd name="T64" fmla="*/ 378 w 588"/>
                <a:gd name="T65" fmla="*/ 54 h 66"/>
                <a:gd name="T66" fmla="*/ 390 w 588"/>
                <a:gd name="T67" fmla="*/ 54 h 66"/>
                <a:gd name="T68" fmla="*/ 402 w 588"/>
                <a:gd name="T69" fmla="*/ 54 h 66"/>
                <a:gd name="T70" fmla="*/ 414 w 588"/>
                <a:gd name="T71" fmla="*/ 54 h 66"/>
                <a:gd name="T72" fmla="*/ 426 w 588"/>
                <a:gd name="T73" fmla="*/ 54 h 66"/>
                <a:gd name="T74" fmla="*/ 438 w 588"/>
                <a:gd name="T75" fmla="*/ 54 h 66"/>
                <a:gd name="T76" fmla="*/ 450 w 588"/>
                <a:gd name="T77" fmla="*/ 54 h 66"/>
                <a:gd name="T78" fmla="*/ 462 w 588"/>
                <a:gd name="T79" fmla="*/ 60 h 66"/>
                <a:gd name="T80" fmla="*/ 474 w 588"/>
                <a:gd name="T81" fmla="*/ 60 h 66"/>
                <a:gd name="T82" fmla="*/ 486 w 588"/>
                <a:gd name="T83" fmla="*/ 60 h 66"/>
                <a:gd name="T84" fmla="*/ 498 w 588"/>
                <a:gd name="T85" fmla="*/ 60 h 66"/>
                <a:gd name="T86" fmla="*/ 510 w 588"/>
                <a:gd name="T87" fmla="*/ 60 h 66"/>
                <a:gd name="T88" fmla="*/ 516 w 588"/>
                <a:gd name="T89" fmla="*/ 60 h 66"/>
                <a:gd name="T90" fmla="*/ 528 w 588"/>
                <a:gd name="T91" fmla="*/ 60 h 66"/>
                <a:gd name="T92" fmla="*/ 540 w 588"/>
                <a:gd name="T93" fmla="*/ 60 h 66"/>
                <a:gd name="T94" fmla="*/ 552 w 588"/>
                <a:gd name="T95" fmla="*/ 60 h 66"/>
                <a:gd name="T96" fmla="*/ 564 w 588"/>
                <a:gd name="T97" fmla="*/ 66 h 66"/>
                <a:gd name="T98" fmla="*/ 576 w 588"/>
                <a:gd name="T99" fmla="*/ 66 h 66"/>
                <a:gd name="T100" fmla="*/ 588 w 588"/>
                <a:gd name="T10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88" h="6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24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26" y="24"/>
                  </a:lnTo>
                  <a:lnTo>
                    <a:pt x="126" y="24"/>
                  </a:lnTo>
                  <a:lnTo>
                    <a:pt x="126" y="24"/>
                  </a:lnTo>
                  <a:lnTo>
                    <a:pt x="132" y="24"/>
                  </a:lnTo>
                  <a:lnTo>
                    <a:pt x="132" y="24"/>
                  </a:lnTo>
                  <a:lnTo>
                    <a:pt x="138" y="24"/>
                  </a:lnTo>
                  <a:lnTo>
                    <a:pt x="138" y="24"/>
                  </a:lnTo>
                  <a:lnTo>
                    <a:pt x="138" y="24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68" y="30"/>
                  </a:lnTo>
                  <a:lnTo>
                    <a:pt x="168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6" y="30"/>
                  </a:lnTo>
                  <a:lnTo>
                    <a:pt x="186" y="30"/>
                  </a:lnTo>
                  <a:lnTo>
                    <a:pt x="192" y="30"/>
                  </a:lnTo>
                  <a:lnTo>
                    <a:pt x="192" y="30"/>
                  </a:lnTo>
                  <a:lnTo>
                    <a:pt x="192" y="36"/>
                  </a:lnTo>
                  <a:lnTo>
                    <a:pt x="198" y="36"/>
                  </a:lnTo>
                  <a:lnTo>
                    <a:pt x="198" y="36"/>
                  </a:lnTo>
                  <a:lnTo>
                    <a:pt x="198" y="36"/>
                  </a:lnTo>
                  <a:lnTo>
                    <a:pt x="204" y="36"/>
                  </a:lnTo>
                  <a:lnTo>
                    <a:pt x="204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46" y="42"/>
                  </a:lnTo>
                  <a:lnTo>
                    <a:pt x="246" y="42"/>
                  </a:lnTo>
                  <a:lnTo>
                    <a:pt x="252" y="42"/>
                  </a:lnTo>
                  <a:lnTo>
                    <a:pt x="252" y="42"/>
                  </a:lnTo>
                  <a:lnTo>
                    <a:pt x="252" y="42"/>
                  </a:lnTo>
                  <a:lnTo>
                    <a:pt x="258" y="42"/>
                  </a:lnTo>
                  <a:lnTo>
                    <a:pt x="258" y="42"/>
                  </a:lnTo>
                  <a:lnTo>
                    <a:pt x="258" y="42"/>
                  </a:lnTo>
                  <a:lnTo>
                    <a:pt x="264" y="42"/>
                  </a:lnTo>
                  <a:lnTo>
                    <a:pt x="264" y="42"/>
                  </a:lnTo>
                  <a:lnTo>
                    <a:pt x="270" y="42"/>
                  </a:lnTo>
                  <a:lnTo>
                    <a:pt x="270" y="42"/>
                  </a:lnTo>
                  <a:lnTo>
                    <a:pt x="270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294" y="42"/>
                  </a:lnTo>
                  <a:lnTo>
                    <a:pt x="294" y="42"/>
                  </a:lnTo>
                  <a:lnTo>
                    <a:pt x="300" y="42"/>
                  </a:lnTo>
                  <a:lnTo>
                    <a:pt x="300" y="42"/>
                  </a:lnTo>
                  <a:lnTo>
                    <a:pt x="300" y="48"/>
                  </a:lnTo>
                  <a:lnTo>
                    <a:pt x="306" y="48"/>
                  </a:lnTo>
                  <a:lnTo>
                    <a:pt x="306" y="48"/>
                  </a:lnTo>
                  <a:lnTo>
                    <a:pt x="312" y="48"/>
                  </a:lnTo>
                  <a:lnTo>
                    <a:pt x="312" y="48"/>
                  </a:lnTo>
                  <a:lnTo>
                    <a:pt x="312" y="48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30" y="48"/>
                  </a:lnTo>
                  <a:lnTo>
                    <a:pt x="330" y="48"/>
                  </a:lnTo>
                  <a:lnTo>
                    <a:pt x="330" y="48"/>
                  </a:lnTo>
                  <a:lnTo>
                    <a:pt x="336" y="48"/>
                  </a:lnTo>
                  <a:lnTo>
                    <a:pt x="336" y="48"/>
                  </a:lnTo>
                  <a:lnTo>
                    <a:pt x="342" y="48"/>
                  </a:lnTo>
                  <a:lnTo>
                    <a:pt x="342" y="48"/>
                  </a:lnTo>
                  <a:lnTo>
                    <a:pt x="342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60" y="48"/>
                  </a:lnTo>
                  <a:lnTo>
                    <a:pt x="360" y="48"/>
                  </a:lnTo>
                  <a:lnTo>
                    <a:pt x="366" y="48"/>
                  </a:lnTo>
                  <a:lnTo>
                    <a:pt x="366" y="48"/>
                  </a:lnTo>
                  <a:lnTo>
                    <a:pt x="366" y="48"/>
                  </a:lnTo>
                  <a:lnTo>
                    <a:pt x="372" y="48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8" y="54"/>
                  </a:lnTo>
                  <a:lnTo>
                    <a:pt x="378" y="54"/>
                  </a:lnTo>
                  <a:lnTo>
                    <a:pt x="384" y="54"/>
                  </a:lnTo>
                  <a:lnTo>
                    <a:pt x="384" y="54"/>
                  </a:lnTo>
                  <a:lnTo>
                    <a:pt x="384" y="54"/>
                  </a:lnTo>
                  <a:lnTo>
                    <a:pt x="390" y="54"/>
                  </a:lnTo>
                  <a:lnTo>
                    <a:pt x="390" y="54"/>
                  </a:lnTo>
                  <a:lnTo>
                    <a:pt x="396" y="54"/>
                  </a:lnTo>
                  <a:lnTo>
                    <a:pt x="396" y="54"/>
                  </a:lnTo>
                  <a:lnTo>
                    <a:pt x="396" y="54"/>
                  </a:lnTo>
                  <a:lnTo>
                    <a:pt x="402" y="54"/>
                  </a:lnTo>
                  <a:lnTo>
                    <a:pt x="402" y="54"/>
                  </a:lnTo>
                  <a:lnTo>
                    <a:pt x="402" y="54"/>
                  </a:lnTo>
                  <a:lnTo>
                    <a:pt x="408" y="54"/>
                  </a:lnTo>
                  <a:lnTo>
                    <a:pt x="408" y="54"/>
                  </a:lnTo>
                  <a:lnTo>
                    <a:pt x="414" y="54"/>
                  </a:lnTo>
                  <a:lnTo>
                    <a:pt x="414" y="54"/>
                  </a:lnTo>
                  <a:lnTo>
                    <a:pt x="414" y="54"/>
                  </a:lnTo>
                  <a:lnTo>
                    <a:pt x="420" y="54"/>
                  </a:lnTo>
                  <a:lnTo>
                    <a:pt x="420" y="54"/>
                  </a:lnTo>
                  <a:lnTo>
                    <a:pt x="426" y="54"/>
                  </a:lnTo>
                  <a:lnTo>
                    <a:pt x="426" y="54"/>
                  </a:lnTo>
                  <a:lnTo>
                    <a:pt x="426" y="54"/>
                  </a:lnTo>
                  <a:lnTo>
                    <a:pt x="432" y="54"/>
                  </a:lnTo>
                  <a:lnTo>
                    <a:pt x="432" y="54"/>
                  </a:lnTo>
                  <a:lnTo>
                    <a:pt x="438" y="54"/>
                  </a:lnTo>
                  <a:lnTo>
                    <a:pt x="438" y="54"/>
                  </a:lnTo>
                  <a:lnTo>
                    <a:pt x="438" y="54"/>
                  </a:lnTo>
                  <a:lnTo>
                    <a:pt x="444" y="54"/>
                  </a:lnTo>
                  <a:lnTo>
                    <a:pt x="444" y="54"/>
                  </a:lnTo>
                  <a:lnTo>
                    <a:pt x="444" y="54"/>
                  </a:lnTo>
                  <a:lnTo>
                    <a:pt x="450" y="54"/>
                  </a:lnTo>
                  <a:lnTo>
                    <a:pt x="450" y="54"/>
                  </a:lnTo>
                  <a:lnTo>
                    <a:pt x="456" y="60"/>
                  </a:lnTo>
                  <a:lnTo>
                    <a:pt x="456" y="60"/>
                  </a:lnTo>
                  <a:lnTo>
                    <a:pt x="456" y="60"/>
                  </a:lnTo>
                  <a:lnTo>
                    <a:pt x="462" y="60"/>
                  </a:lnTo>
                  <a:lnTo>
                    <a:pt x="462" y="60"/>
                  </a:lnTo>
                  <a:lnTo>
                    <a:pt x="468" y="60"/>
                  </a:lnTo>
                  <a:lnTo>
                    <a:pt x="468" y="60"/>
                  </a:lnTo>
                  <a:lnTo>
                    <a:pt x="468" y="60"/>
                  </a:lnTo>
                  <a:lnTo>
                    <a:pt x="474" y="60"/>
                  </a:lnTo>
                  <a:lnTo>
                    <a:pt x="474" y="60"/>
                  </a:lnTo>
                  <a:lnTo>
                    <a:pt x="474" y="60"/>
                  </a:lnTo>
                  <a:lnTo>
                    <a:pt x="480" y="60"/>
                  </a:lnTo>
                  <a:lnTo>
                    <a:pt x="480" y="60"/>
                  </a:lnTo>
                  <a:lnTo>
                    <a:pt x="486" y="60"/>
                  </a:lnTo>
                  <a:lnTo>
                    <a:pt x="486" y="60"/>
                  </a:lnTo>
                  <a:lnTo>
                    <a:pt x="486" y="60"/>
                  </a:lnTo>
                  <a:lnTo>
                    <a:pt x="492" y="60"/>
                  </a:lnTo>
                  <a:lnTo>
                    <a:pt x="492" y="60"/>
                  </a:lnTo>
                  <a:lnTo>
                    <a:pt x="498" y="60"/>
                  </a:lnTo>
                  <a:lnTo>
                    <a:pt x="498" y="60"/>
                  </a:lnTo>
                  <a:lnTo>
                    <a:pt x="498" y="60"/>
                  </a:lnTo>
                  <a:lnTo>
                    <a:pt x="504" y="60"/>
                  </a:lnTo>
                  <a:lnTo>
                    <a:pt x="504" y="60"/>
                  </a:lnTo>
                  <a:lnTo>
                    <a:pt x="510" y="60"/>
                  </a:lnTo>
                  <a:lnTo>
                    <a:pt x="510" y="60"/>
                  </a:lnTo>
                  <a:lnTo>
                    <a:pt x="510" y="60"/>
                  </a:lnTo>
                  <a:lnTo>
                    <a:pt x="516" y="60"/>
                  </a:lnTo>
                  <a:lnTo>
                    <a:pt x="516" y="60"/>
                  </a:lnTo>
                  <a:lnTo>
                    <a:pt x="516" y="60"/>
                  </a:lnTo>
                  <a:lnTo>
                    <a:pt x="522" y="60"/>
                  </a:lnTo>
                  <a:lnTo>
                    <a:pt x="522" y="60"/>
                  </a:lnTo>
                  <a:lnTo>
                    <a:pt x="528" y="60"/>
                  </a:lnTo>
                  <a:lnTo>
                    <a:pt x="528" y="60"/>
                  </a:lnTo>
                  <a:lnTo>
                    <a:pt x="528" y="60"/>
                  </a:lnTo>
                  <a:lnTo>
                    <a:pt x="534" y="60"/>
                  </a:lnTo>
                  <a:lnTo>
                    <a:pt x="534" y="60"/>
                  </a:lnTo>
                  <a:lnTo>
                    <a:pt x="540" y="60"/>
                  </a:lnTo>
                  <a:lnTo>
                    <a:pt x="540" y="60"/>
                  </a:lnTo>
                  <a:lnTo>
                    <a:pt x="540" y="60"/>
                  </a:lnTo>
                  <a:lnTo>
                    <a:pt x="546" y="60"/>
                  </a:lnTo>
                  <a:lnTo>
                    <a:pt x="546" y="60"/>
                  </a:lnTo>
                  <a:lnTo>
                    <a:pt x="546" y="60"/>
                  </a:lnTo>
                  <a:lnTo>
                    <a:pt x="552" y="60"/>
                  </a:lnTo>
                  <a:lnTo>
                    <a:pt x="552" y="60"/>
                  </a:lnTo>
                  <a:lnTo>
                    <a:pt x="558" y="60"/>
                  </a:lnTo>
                  <a:lnTo>
                    <a:pt x="558" y="60"/>
                  </a:lnTo>
                  <a:lnTo>
                    <a:pt x="558" y="66"/>
                  </a:lnTo>
                  <a:lnTo>
                    <a:pt x="564" y="66"/>
                  </a:lnTo>
                  <a:lnTo>
                    <a:pt x="564" y="66"/>
                  </a:lnTo>
                  <a:lnTo>
                    <a:pt x="570" y="66"/>
                  </a:lnTo>
                  <a:lnTo>
                    <a:pt x="570" y="66"/>
                  </a:lnTo>
                  <a:lnTo>
                    <a:pt x="570" y="66"/>
                  </a:lnTo>
                  <a:lnTo>
                    <a:pt x="576" y="66"/>
                  </a:lnTo>
                  <a:lnTo>
                    <a:pt x="576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2" y="66"/>
                  </a:lnTo>
                  <a:lnTo>
                    <a:pt x="588" y="66"/>
                  </a:lnTo>
                  <a:lnTo>
                    <a:pt x="588" y="66"/>
                  </a:lnTo>
                  <a:lnTo>
                    <a:pt x="588" y="66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" name="Object 63">
              <a:extLst>
                <a:ext uri="{FF2B5EF4-FFF2-40B4-BE49-F238E27FC236}">
                  <a16:creationId xmlns:a16="http://schemas.microsoft.com/office/drawing/2014/main" id="{89804057-37A0-4E6D-8731-EB8A4752A7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830881"/>
                </p:ext>
              </p:extLst>
            </p:nvPr>
          </p:nvGraphicFramePr>
          <p:xfrm>
            <a:off x="6645275" y="896938"/>
            <a:ext cx="27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1" name="Equation" r:id="rId11" imgW="279360" imgH="342720" progId="Equation.DSMT4">
                    <p:embed/>
                  </p:oleObj>
                </mc:Choice>
                <mc:Fallback>
                  <p:oleObj name="Equation" r:id="rId11" imgW="279360" imgH="342720" progId="Equation.DSMT4">
                    <p:embed/>
                    <p:pic>
                      <p:nvPicPr>
                        <p:cNvPr id="121919" name="Object 63">
                          <a:extLst>
                            <a:ext uri="{FF2B5EF4-FFF2-40B4-BE49-F238E27FC236}">
                              <a16:creationId xmlns:a16="http://schemas.microsoft.com/office/drawing/2014/main" id="{154AB622-61FC-4788-8B36-8FBED2663F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5275" y="896938"/>
                          <a:ext cx="279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64">
              <a:extLst>
                <a:ext uri="{FF2B5EF4-FFF2-40B4-BE49-F238E27FC236}">
                  <a16:creationId xmlns:a16="http://schemas.microsoft.com/office/drawing/2014/main" id="{DC52AF21-1E92-4B20-B45C-C5F8BF7AA5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2220283"/>
                </p:ext>
              </p:extLst>
            </p:nvPr>
          </p:nvGraphicFramePr>
          <p:xfrm>
            <a:off x="5864225" y="903288"/>
            <a:ext cx="393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2" name="Equation" r:id="rId13" imgW="393480" imgH="342720" progId="Equation.DSMT4">
                    <p:embed/>
                  </p:oleObj>
                </mc:Choice>
                <mc:Fallback>
                  <p:oleObj name="Equation" r:id="rId13" imgW="393480" imgH="342720" progId="Equation.DSMT4">
                    <p:embed/>
                    <p:pic>
                      <p:nvPicPr>
                        <p:cNvPr id="121920" name="Object 64">
                          <a:extLst>
                            <a:ext uri="{FF2B5EF4-FFF2-40B4-BE49-F238E27FC236}">
                              <a16:creationId xmlns:a16="http://schemas.microsoft.com/office/drawing/2014/main" id="{E92F4955-8A79-4AC1-BC5E-A7755EB5C4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4225" y="903288"/>
                          <a:ext cx="393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65">
              <a:extLst>
                <a:ext uri="{FF2B5EF4-FFF2-40B4-BE49-F238E27FC236}">
                  <a16:creationId xmlns:a16="http://schemas.microsoft.com/office/drawing/2014/main" id="{B362668E-96AC-461F-8CD3-BF02D4D4E3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5184162"/>
                </p:ext>
              </p:extLst>
            </p:nvPr>
          </p:nvGraphicFramePr>
          <p:xfrm>
            <a:off x="7180238" y="1427375"/>
            <a:ext cx="1003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3" name="Equation" r:id="rId15" imgW="1002960" imgH="342720" progId="Equation.DSMT4">
                    <p:embed/>
                  </p:oleObj>
                </mc:Choice>
                <mc:Fallback>
                  <p:oleObj name="Equation" r:id="rId15" imgW="1002960" imgH="342720" progId="Equation.DSMT4">
                    <p:embed/>
                    <p:pic>
                      <p:nvPicPr>
                        <p:cNvPr id="121921" name="Object 65">
                          <a:extLst>
                            <a:ext uri="{FF2B5EF4-FFF2-40B4-BE49-F238E27FC236}">
                              <a16:creationId xmlns:a16="http://schemas.microsoft.com/office/drawing/2014/main" id="{1ABE4387-113D-4C17-BECA-50ECDA20AB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0238" y="1427375"/>
                          <a:ext cx="1003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66">
            <a:extLst>
              <a:ext uri="{FF2B5EF4-FFF2-40B4-BE49-F238E27FC236}">
                <a16:creationId xmlns:a16="http://schemas.microsoft.com/office/drawing/2014/main" id="{4A571DC9-F381-4FF0-9AD1-38A97A2DF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764" y="625081"/>
            <a:ext cx="15776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双曲正弦 </a:t>
            </a:r>
          </a:p>
        </p:txBody>
      </p:sp>
      <p:graphicFrame>
        <p:nvGraphicFramePr>
          <p:cNvPr id="31" name="Object 42">
            <a:extLst>
              <a:ext uri="{FF2B5EF4-FFF2-40B4-BE49-F238E27FC236}">
                <a16:creationId xmlns:a16="http://schemas.microsoft.com/office/drawing/2014/main" id="{37196B71-7832-4D45-A42C-AEEA07DB68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227899"/>
              </p:ext>
            </p:extLst>
          </p:nvPr>
        </p:nvGraphicFramePr>
        <p:xfrm>
          <a:off x="5318125" y="1122363"/>
          <a:ext cx="190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4" name="Equation" r:id="rId17" imgW="1904760" imgH="761760" progId="Equation.DSMT4">
                  <p:embed/>
                </p:oleObj>
              </mc:Choice>
              <mc:Fallback>
                <p:oleObj name="Equation" r:id="rId17" imgW="1904760" imgH="761760" progId="Equation.DSMT4">
                  <p:embed/>
                  <p:pic>
                    <p:nvPicPr>
                      <p:cNvPr id="3" name="Object 42">
                        <a:extLst>
                          <a:ext uri="{FF2B5EF4-FFF2-40B4-BE49-F238E27FC236}">
                            <a16:creationId xmlns:a16="http://schemas.microsoft.com/office/drawing/2014/main" id="{DE7D263E-66D0-428D-A37B-4D4D8E11E4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1122363"/>
                        <a:ext cx="1905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2">
            <a:extLst>
              <a:ext uri="{FF2B5EF4-FFF2-40B4-BE49-F238E27FC236}">
                <a16:creationId xmlns:a16="http://schemas.microsoft.com/office/drawing/2014/main" id="{3CEE76B5-62DB-4628-BEF2-D572A503C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115" y="4485258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奇函数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5F8AF7A-9AF1-4D47-88CF-E7E27A658E4C}"/>
              </a:ext>
            </a:extLst>
          </p:cNvPr>
          <p:cNvGrpSpPr/>
          <p:nvPr/>
        </p:nvGrpSpPr>
        <p:grpSpPr>
          <a:xfrm>
            <a:off x="5389930" y="1845990"/>
            <a:ext cx="2536825" cy="2952750"/>
            <a:chOff x="5449888" y="1942728"/>
            <a:chExt cx="2536825" cy="2952750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6302268-7F9A-4992-B26F-A93A9EDE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5773" y="3271466"/>
              <a:ext cx="457200" cy="342900"/>
            </a:xfrm>
            <a:custGeom>
              <a:avLst/>
              <a:gdLst>
                <a:gd name="T0" fmla="*/ 6 w 360"/>
                <a:gd name="T1" fmla="*/ 264 h 270"/>
                <a:gd name="T2" fmla="*/ 12 w 360"/>
                <a:gd name="T3" fmla="*/ 258 h 270"/>
                <a:gd name="T4" fmla="*/ 18 w 360"/>
                <a:gd name="T5" fmla="*/ 252 h 270"/>
                <a:gd name="T6" fmla="*/ 30 w 360"/>
                <a:gd name="T7" fmla="*/ 246 h 270"/>
                <a:gd name="T8" fmla="*/ 36 w 360"/>
                <a:gd name="T9" fmla="*/ 240 h 270"/>
                <a:gd name="T10" fmla="*/ 42 w 360"/>
                <a:gd name="T11" fmla="*/ 234 h 270"/>
                <a:gd name="T12" fmla="*/ 48 w 360"/>
                <a:gd name="T13" fmla="*/ 228 h 270"/>
                <a:gd name="T14" fmla="*/ 54 w 360"/>
                <a:gd name="T15" fmla="*/ 222 h 270"/>
                <a:gd name="T16" fmla="*/ 60 w 360"/>
                <a:gd name="T17" fmla="*/ 216 h 270"/>
                <a:gd name="T18" fmla="*/ 72 w 360"/>
                <a:gd name="T19" fmla="*/ 210 h 270"/>
                <a:gd name="T20" fmla="*/ 78 w 360"/>
                <a:gd name="T21" fmla="*/ 210 h 270"/>
                <a:gd name="T22" fmla="*/ 84 w 360"/>
                <a:gd name="T23" fmla="*/ 204 h 270"/>
                <a:gd name="T24" fmla="*/ 90 w 360"/>
                <a:gd name="T25" fmla="*/ 198 h 270"/>
                <a:gd name="T26" fmla="*/ 96 w 360"/>
                <a:gd name="T27" fmla="*/ 192 h 270"/>
                <a:gd name="T28" fmla="*/ 102 w 360"/>
                <a:gd name="T29" fmla="*/ 186 h 270"/>
                <a:gd name="T30" fmla="*/ 114 w 360"/>
                <a:gd name="T31" fmla="*/ 180 h 270"/>
                <a:gd name="T32" fmla="*/ 120 w 360"/>
                <a:gd name="T33" fmla="*/ 180 h 270"/>
                <a:gd name="T34" fmla="*/ 126 w 360"/>
                <a:gd name="T35" fmla="*/ 174 h 270"/>
                <a:gd name="T36" fmla="*/ 132 w 360"/>
                <a:gd name="T37" fmla="*/ 168 h 270"/>
                <a:gd name="T38" fmla="*/ 138 w 360"/>
                <a:gd name="T39" fmla="*/ 162 h 270"/>
                <a:gd name="T40" fmla="*/ 150 w 360"/>
                <a:gd name="T41" fmla="*/ 162 h 270"/>
                <a:gd name="T42" fmla="*/ 156 w 360"/>
                <a:gd name="T43" fmla="*/ 156 h 270"/>
                <a:gd name="T44" fmla="*/ 162 w 360"/>
                <a:gd name="T45" fmla="*/ 150 h 270"/>
                <a:gd name="T46" fmla="*/ 168 w 360"/>
                <a:gd name="T47" fmla="*/ 144 h 270"/>
                <a:gd name="T48" fmla="*/ 174 w 360"/>
                <a:gd name="T49" fmla="*/ 144 h 270"/>
                <a:gd name="T50" fmla="*/ 180 w 360"/>
                <a:gd name="T51" fmla="*/ 138 h 270"/>
                <a:gd name="T52" fmla="*/ 192 w 360"/>
                <a:gd name="T53" fmla="*/ 132 h 270"/>
                <a:gd name="T54" fmla="*/ 198 w 360"/>
                <a:gd name="T55" fmla="*/ 126 h 270"/>
                <a:gd name="T56" fmla="*/ 204 w 360"/>
                <a:gd name="T57" fmla="*/ 126 h 270"/>
                <a:gd name="T58" fmla="*/ 210 w 360"/>
                <a:gd name="T59" fmla="*/ 120 h 270"/>
                <a:gd name="T60" fmla="*/ 216 w 360"/>
                <a:gd name="T61" fmla="*/ 114 h 270"/>
                <a:gd name="T62" fmla="*/ 222 w 360"/>
                <a:gd name="T63" fmla="*/ 108 h 270"/>
                <a:gd name="T64" fmla="*/ 234 w 360"/>
                <a:gd name="T65" fmla="*/ 102 h 270"/>
                <a:gd name="T66" fmla="*/ 240 w 360"/>
                <a:gd name="T67" fmla="*/ 102 h 270"/>
                <a:gd name="T68" fmla="*/ 246 w 360"/>
                <a:gd name="T69" fmla="*/ 96 h 270"/>
                <a:gd name="T70" fmla="*/ 252 w 360"/>
                <a:gd name="T71" fmla="*/ 90 h 270"/>
                <a:gd name="T72" fmla="*/ 258 w 360"/>
                <a:gd name="T73" fmla="*/ 84 h 270"/>
                <a:gd name="T74" fmla="*/ 264 w 360"/>
                <a:gd name="T75" fmla="*/ 78 h 270"/>
                <a:gd name="T76" fmla="*/ 276 w 360"/>
                <a:gd name="T77" fmla="*/ 72 h 270"/>
                <a:gd name="T78" fmla="*/ 282 w 360"/>
                <a:gd name="T79" fmla="*/ 66 h 270"/>
                <a:gd name="T80" fmla="*/ 288 w 360"/>
                <a:gd name="T81" fmla="*/ 66 h 270"/>
                <a:gd name="T82" fmla="*/ 294 w 360"/>
                <a:gd name="T83" fmla="*/ 60 h 270"/>
                <a:gd name="T84" fmla="*/ 300 w 360"/>
                <a:gd name="T85" fmla="*/ 54 h 270"/>
                <a:gd name="T86" fmla="*/ 312 w 360"/>
                <a:gd name="T87" fmla="*/ 48 h 270"/>
                <a:gd name="T88" fmla="*/ 318 w 360"/>
                <a:gd name="T89" fmla="*/ 42 h 270"/>
                <a:gd name="T90" fmla="*/ 324 w 360"/>
                <a:gd name="T91" fmla="*/ 36 h 270"/>
                <a:gd name="T92" fmla="*/ 330 w 360"/>
                <a:gd name="T93" fmla="*/ 30 h 270"/>
                <a:gd name="T94" fmla="*/ 336 w 360"/>
                <a:gd name="T95" fmla="*/ 18 h 270"/>
                <a:gd name="T96" fmla="*/ 342 w 360"/>
                <a:gd name="T97" fmla="*/ 12 h 270"/>
                <a:gd name="T98" fmla="*/ 354 w 360"/>
                <a:gd name="T99" fmla="*/ 6 h 270"/>
                <a:gd name="T100" fmla="*/ 360 w 360"/>
                <a:gd name="T101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270">
                  <a:moveTo>
                    <a:pt x="0" y="270"/>
                  </a:moveTo>
                  <a:lnTo>
                    <a:pt x="0" y="270"/>
                  </a:lnTo>
                  <a:lnTo>
                    <a:pt x="6" y="270"/>
                  </a:lnTo>
                  <a:lnTo>
                    <a:pt x="6" y="27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12" y="264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8" y="258"/>
                  </a:lnTo>
                  <a:lnTo>
                    <a:pt x="18" y="258"/>
                  </a:lnTo>
                  <a:lnTo>
                    <a:pt x="18" y="252"/>
                  </a:lnTo>
                  <a:lnTo>
                    <a:pt x="18" y="252"/>
                  </a:lnTo>
                  <a:lnTo>
                    <a:pt x="24" y="252"/>
                  </a:lnTo>
                  <a:lnTo>
                    <a:pt x="24" y="252"/>
                  </a:lnTo>
                  <a:lnTo>
                    <a:pt x="24" y="252"/>
                  </a:lnTo>
                  <a:lnTo>
                    <a:pt x="24" y="246"/>
                  </a:lnTo>
                  <a:lnTo>
                    <a:pt x="30" y="246"/>
                  </a:lnTo>
                  <a:lnTo>
                    <a:pt x="30" y="246"/>
                  </a:lnTo>
                  <a:lnTo>
                    <a:pt x="30" y="246"/>
                  </a:lnTo>
                  <a:lnTo>
                    <a:pt x="30" y="240"/>
                  </a:lnTo>
                  <a:lnTo>
                    <a:pt x="30" y="240"/>
                  </a:lnTo>
                  <a:lnTo>
                    <a:pt x="36" y="240"/>
                  </a:lnTo>
                  <a:lnTo>
                    <a:pt x="36" y="240"/>
                  </a:lnTo>
                  <a:lnTo>
                    <a:pt x="36" y="240"/>
                  </a:lnTo>
                  <a:lnTo>
                    <a:pt x="36" y="240"/>
                  </a:lnTo>
                  <a:lnTo>
                    <a:pt x="42" y="234"/>
                  </a:lnTo>
                  <a:lnTo>
                    <a:pt x="42" y="234"/>
                  </a:lnTo>
                  <a:lnTo>
                    <a:pt x="42" y="234"/>
                  </a:lnTo>
                  <a:lnTo>
                    <a:pt x="42" y="234"/>
                  </a:lnTo>
                  <a:lnTo>
                    <a:pt x="48" y="234"/>
                  </a:lnTo>
                  <a:lnTo>
                    <a:pt x="48" y="228"/>
                  </a:lnTo>
                  <a:lnTo>
                    <a:pt x="48" y="228"/>
                  </a:lnTo>
                  <a:lnTo>
                    <a:pt x="48" y="228"/>
                  </a:lnTo>
                  <a:lnTo>
                    <a:pt x="54" y="228"/>
                  </a:lnTo>
                  <a:lnTo>
                    <a:pt x="54" y="228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60" y="222"/>
                  </a:lnTo>
                  <a:lnTo>
                    <a:pt x="60" y="222"/>
                  </a:lnTo>
                  <a:lnTo>
                    <a:pt x="60" y="222"/>
                  </a:lnTo>
                  <a:lnTo>
                    <a:pt x="60" y="216"/>
                  </a:lnTo>
                  <a:lnTo>
                    <a:pt x="66" y="216"/>
                  </a:lnTo>
                  <a:lnTo>
                    <a:pt x="66" y="216"/>
                  </a:lnTo>
                  <a:lnTo>
                    <a:pt x="66" y="216"/>
                  </a:lnTo>
                  <a:lnTo>
                    <a:pt x="66" y="216"/>
                  </a:lnTo>
                  <a:lnTo>
                    <a:pt x="72" y="210"/>
                  </a:lnTo>
                  <a:lnTo>
                    <a:pt x="72" y="210"/>
                  </a:lnTo>
                  <a:lnTo>
                    <a:pt x="72" y="210"/>
                  </a:lnTo>
                  <a:lnTo>
                    <a:pt x="72" y="210"/>
                  </a:lnTo>
                  <a:lnTo>
                    <a:pt x="78" y="210"/>
                  </a:lnTo>
                  <a:lnTo>
                    <a:pt x="78" y="210"/>
                  </a:lnTo>
                  <a:lnTo>
                    <a:pt x="78" y="204"/>
                  </a:lnTo>
                  <a:lnTo>
                    <a:pt x="78" y="204"/>
                  </a:lnTo>
                  <a:lnTo>
                    <a:pt x="78" y="204"/>
                  </a:lnTo>
                  <a:lnTo>
                    <a:pt x="84" y="204"/>
                  </a:lnTo>
                  <a:lnTo>
                    <a:pt x="84" y="204"/>
                  </a:lnTo>
                  <a:lnTo>
                    <a:pt x="84" y="204"/>
                  </a:lnTo>
                  <a:lnTo>
                    <a:pt x="84" y="198"/>
                  </a:lnTo>
                  <a:lnTo>
                    <a:pt x="90" y="198"/>
                  </a:lnTo>
                  <a:lnTo>
                    <a:pt x="90" y="198"/>
                  </a:lnTo>
                  <a:lnTo>
                    <a:pt x="90" y="198"/>
                  </a:lnTo>
                  <a:lnTo>
                    <a:pt x="90" y="198"/>
                  </a:lnTo>
                  <a:lnTo>
                    <a:pt x="96" y="198"/>
                  </a:lnTo>
                  <a:lnTo>
                    <a:pt x="96" y="192"/>
                  </a:lnTo>
                  <a:lnTo>
                    <a:pt x="96" y="192"/>
                  </a:lnTo>
                  <a:lnTo>
                    <a:pt x="96" y="192"/>
                  </a:lnTo>
                  <a:lnTo>
                    <a:pt x="102" y="192"/>
                  </a:lnTo>
                  <a:lnTo>
                    <a:pt x="102" y="192"/>
                  </a:lnTo>
                  <a:lnTo>
                    <a:pt x="102" y="192"/>
                  </a:lnTo>
                  <a:lnTo>
                    <a:pt x="102" y="186"/>
                  </a:lnTo>
                  <a:lnTo>
                    <a:pt x="102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20" y="180"/>
                  </a:lnTo>
                  <a:lnTo>
                    <a:pt x="120" y="180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26" y="174"/>
                  </a:lnTo>
                  <a:lnTo>
                    <a:pt x="126" y="174"/>
                  </a:lnTo>
                  <a:lnTo>
                    <a:pt x="126" y="174"/>
                  </a:lnTo>
                  <a:lnTo>
                    <a:pt x="126" y="174"/>
                  </a:lnTo>
                  <a:lnTo>
                    <a:pt x="126" y="174"/>
                  </a:lnTo>
                  <a:lnTo>
                    <a:pt x="132" y="168"/>
                  </a:lnTo>
                  <a:lnTo>
                    <a:pt x="132" y="168"/>
                  </a:lnTo>
                  <a:lnTo>
                    <a:pt x="132" y="168"/>
                  </a:lnTo>
                  <a:lnTo>
                    <a:pt x="132" y="168"/>
                  </a:lnTo>
                  <a:lnTo>
                    <a:pt x="138" y="168"/>
                  </a:lnTo>
                  <a:lnTo>
                    <a:pt x="138" y="168"/>
                  </a:lnTo>
                  <a:lnTo>
                    <a:pt x="138" y="162"/>
                  </a:lnTo>
                  <a:lnTo>
                    <a:pt x="138" y="162"/>
                  </a:lnTo>
                  <a:lnTo>
                    <a:pt x="144" y="162"/>
                  </a:lnTo>
                  <a:lnTo>
                    <a:pt x="144" y="162"/>
                  </a:lnTo>
                  <a:lnTo>
                    <a:pt x="144" y="162"/>
                  </a:lnTo>
                  <a:lnTo>
                    <a:pt x="144" y="162"/>
                  </a:lnTo>
                  <a:lnTo>
                    <a:pt x="150" y="162"/>
                  </a:lnTo>
                  <a:lnTo>
                    <a:pt x="150" y="156"/>
                  </a:lnTo>
                  <a:lnTo>
                    <a:pt x="150" y="156"/>
                  </a:lnTo>
                  <a:lnTo>
                    <a:pt x="150" y="156"/>
                  </a:lnTo>
                  <a:lnTo>
                    <a:pt x="150" y="156"/>
                  </a:lnTo>
                  <a:lnTo>
                    <a:pt x="156" y="156"/>
                  </a:lnTo>
                  <a:lnTo>
                    <a:pt x="156" y="156"/>
                  </a:lnTo>
                  <a:lnTo>
                    <a:pt x="156" y="156"/>
                  </a:lnTo>
                  <a:lnTo>
                    <a:pt x="156" y="150"/>
                  </a:lnTo>
                  <a:lnTo>
                    <a:pt x="162" y="150"/>
                  </a:lnTo>
                  <a:lnTo>
                    <a:pt x="162" y="150"/>
                  </a:lnTo>
                  <a:lnTo>
                    <a:pt x="162" y="150"/>
                  </a:lnTo>
                  <a:lnTo>
                    <a:pt x="162" y="150"/>
                  </a:lnTo>
                  <a:lnTo>
                    <a:pt x="168" y="150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68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44"/>
                  </a:lnTo>
                  <a:lnTo>
                    <a:pt x="174" y="138"/>
                  </a:lnTo>
                  <a:lnTo>
                    <a:pt x="180" y="138"/>
                  </a:lnTo>
                  <a:lnTo>
                    <a:pt x="180" y="138"/>
                  </a:lnTo>
                  <a:lnTo>
                    <a:pt x="180" y="138"/>
                  </a:lnTo>
                  <a:lnTo>
                    <a:pt x="180" y="138"/>
                  </a:lnTo>
                  <a:lnTo>
                    <a:pt x="186" y="138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86" y="132"/>
                  </a:lnTo>
                  <a:lnTo>
                    <a:pt x="192" y="132"/>
                  </a:lnTo>
                  <a:lnTo>
                    <a:pt x="192" y="132"/>
                  </a:lnTo>
                  <a:lnTo>
                    <a:pt x="192" y="132"/>
                  </a:lnTo>
                  <a:lnTo>
                    <a:pt x="192" y="132"/>
                  </a:lnTo>
                  <a:lnTo>
                    <a:pt x="192" y="126"/>
                  </a:lnTo>
                  <a:lnTo>
                    <a:pt x="198" y="126"/>
                  </a:lnTo>
                  <a:lnTo>
                    <a:pt x="198" y="126"/>
                  </a:lnTo>
                  <a:lnTo>
                    <a:pt x="198" y="126"/>
                  </a:lnTo>
                  <a:lnTo>
                    <a:pt x="198" y="126"/>
                  </a:lnTo>
                  <a:lnTo>
                    <a:pt x="204" y="126"/>
                  </a:lnTo>
                  <a:lnTo>
                    <a:pt x="204" y="126"/>
                  </a:lnTo>
                  <a:lnTo>
                    <a:pt x="204" y="120"/>
                  </a:lnTo>
                  <a:lnTo>
                    <a:pt x="204" y="120"/>
                  </a:lnTo>
                  <a:lnTo>
                    <a:pt x="210" y="120"/>
                  </a:lnTo>
                  <a:lnTo>
                    <a:pt x="210" y="120"/>
                  </a:lnTo>
                  <a:lnTo>
                    <a:pt x="210" y="120"/>
                  </a:lnTo>
                  <a:lnTo>
                    <a:pt x="210" y="120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16" y="114"/>
                  </a:lnTo>
                  <a:lnTo>
                    <a:pt x="222" y="114"/>
                  </a:lnTo>
                  <a:lnTo>
                    <a:pt x="222" y="114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40" y="102"/>
                  </a:lnTo>
                  <a:lnTo>
                    <a:pt x="240" y="102"/>
                  </a:lnTo>
                  <a:lnTo>
                    <a:pt x="240" y="96"/>
                  </a:lnTo>
                  <a:lnTo>
                    <a:pt x="240" y="96"/>
                  </a:lnTo>
                  <a:lnTo>
                    <a:pt x="240" y="96"/>
                  </a:lnTo>
                  <a:lnTo>
                    <a:pt x="246" y="96"/>
                  </a:lnTo>
                  <a:lnTo>
                    <a:pt x="246" y="96"/>
                  </a:lnTo>
                  <a:lnTo>
                    <a:pt x="246" y="96"/>
                  </a:lnTo>
                  <a:lnTo>
                    <a:pt x="246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2" y="90"/>
                  </a:lnTo>
                  <a:lnTo>
                    <a:pt x="258" y="90"/>
                  </a:lnTo>
                  <a:lnTo>
                    <a:pt x="258" y="84"/>
                  </a:lnTo>
                  <a:lnTo>
                    <a:pt x="258" y="84"/>
                  </a:lnTo>
                  <a:lnTo>
                    <a:pt x="258" y="84"/>
                  </a:lnTo>
                  <a:lnTo>
                    <a:pt x="264" y="84"/>
                  </a:lnTo>
                  <a:lnTo>
                    <a:pt x="264" y="84"/>
                  </a:lnTo>
                  <a:lnTo>
                    <a:pt x="264" y="84"/>
                  </a:lnTo>
                  <a:lnTo>
                    <a:pt x="264" y="78"/>
                  </a:lnTo>
                  <a:lnTo>
                    <a:pt x="264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6" y="72"/>
                  </a:lnTo>
                  <a:lnTo>
                    <a:pt x="276" y="72"/>
                  </a:lnTo>
                  <a:lnTo>
                    <a:pt x="276" y="72"/>
                  </a:lnTo>
                  <a:lnTo>
                    <a:pt x="276" y="72"/>
                  </a:lnTo>
                  <a:lnTo>
                    <a:pt x="282" y="72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8" y="60"/>
                  </a:lnTo>
                  <a:lnTo>
                    <a:pt x="288" y="60"/>
                  </a:lnTo>
                  <a:lnTo>
                    <a:pt x="294" y="60"/>
                  </a:lnTo>
                  <a:lnTo>
                    <a:pt x="294" y="60"/>
                  </a:lnTo>
                  <a:lnTo>
                    <a:pt x="294" y="60"/>
                  </a:lnTo>
                  <a:lnTo>
                    <a:pt x="294" y="54"/>
                  </a:lnTo>
                  <a:lnTo>
                    <a:pt x="300" y="54"/>
                  </a:lnTo>
                  <a:lnTo>
                    <a:pt x="300" y="54"/>
                  </a:lnTo>
                  <a:lnTo>
                    <a:pt x="300" y="54"/>
                  </a:lnTo>
                  <a:lnTo>
                    <a:pt x="300" y="54"/>
                  </a:lnTo>
                  <a:lnTo>
                    <a:pt x="306" y="48"/>
                  </a:lnTo>
                  <a:lnTo>
                    <a:pt x="306" y="48"/>
                  </a:lnTo>
                  <a:lnTo>
                    <a:pt x="306" y="48"/>
                  </a:lnTo>
                  <a:lnTo>
                    <a:pt x="306" y="48"/>
                  </a:lnTo>
                  <a:lnTo>
                    <a:pt x="312" y="48"/>
                  </a:lnTo>
                  <a:lnTo>
                    <a:pt x="312" y="48"/>
                  </a:lnTo>
                  <a:lnTo>
                    <a:pt x="312" y="42"/>
                  </a:lnTo>
                  <a:lnTo>
                    <a:pt x="312" y="42"/>
                  </a:lnTo>
                  <a:lnTo>
                    <a:pt x="312" y="42"/>
                  </a:lnTo>
                  <a:lnTo>
                    <a:pt x="318" y="42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CB8D8DA-7FF7-49D9-9AE4-406ABDA8F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6323" y="1942728"/>
              <a:ext cx="1839913" cy="2892425"/>
              <a:chOff x="3890" y="252"/>
              <a:chExt cx="1159" cy="1822"/>
            </a:xfrm>
          </p:grpSpPr>
          <p:sp>
            <p:nvSpPr>
              <p:cNvPr id="94" name="Line 81">
                <a:extLst>
                  <a:ext uri="{FF2B5EF4-FFF2-40B4-BE49-F238E27FC236}">
                    <a16:creationId xmlns:a16="http://schemas.microsoft.com/office/drawing/2014/main" id="{8C3840E8-E3A2-476D-9477-B30E5B61E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0" y="1205"/>
                <a:ext cx="114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82">
                <a:extLst>
                  <a:ext uri="{FF2B5EF4-FFF2-40B4-BE49-F238E27FC236}">
                    <a16:creationId xmlns:a16="http://schemas.microsoft.com/office/drawing/2014/main" id="{2241AB13-B7F0-4394-8931-01DA519AFD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2" y="268"/>
                <a:ext cx="1" cy="18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6" name="Object 83">
                <a:extLst>
                  <a:ext uri="{FF2B5EF4-FFF2-40B4-BE49-F238E27FC236}">
                    <a16:creationId xmlns:a16="http://schemas.microsoft.com/office/drawing/2014/main" id="{A0FC2A9F-D662-4039-ADF2-E439623928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3594515"/>
                  </p:ext>
                </p:extLst>
              </p:nvPr>
            </p:nvGraphicFramePr>
            <p:xfrm>
              <a:off x="4929" y="1304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765" name="Equation" r:id="rId19" imgW="190440" imgH="203040" progId="Equation.DSMT4">
                      <p:embed/>
                    </p:oleObj>
                  </mc:Choice>
                  <mc:Fallback>
                    <p:oleObj name="Equation" r:id="rId19" imgW="190440" imgH="203040" progId="Equation.DSMT4">
                      <p:embed/>
                      <p:pic>
                        <p:nvPicPr>
                          <p:cNvPr id="6" name="Object 83">
                            <a:extLst>
                              <a:ext uri="{FF2B5EF4-FFF2-40B4-BE49-F238E27FC236}">
                                <a16:creationId xmlns:a16="http://schemas.microsoft.com/office/drawing/2014/main" id="{73242039-B939-4BBA-B8AA-451BFE3F8B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9" y="1304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" name="Object 84">
                <a:extLst>
                  <a:ext uri="{FF2B5EF4-FFF2-40B4-BE49-F238E27FC236}">
                    <a16:creationId xmlns:a16="http://schemas.microsoft.com/office/drawing/2014/main" id="{BE953D64-D2BD-4400-9E34-D3B33CB071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8027366"/>
                  </p:ext>
                </p:extLst>
              </p:nvPr>
            </p:nvGraphicFramePr>
            <p:xfrm>
              <a:off x="4272" y="252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766" name="Equation" r:id="rId21" imgW="215640" imgH="266400" progId="Equation.DSMT4">
                      <p:embed/>
                    </p:oleObj>
                  </mc:Choice>
                  <mc:Fallback>
                    <p:oleObj name="Equation" r:id="rId21" imgW="215640" imgH="266400" progId="Equation.DSMT4">
                      <p:embed/>
                      <p:pic>
                        <p:nvPicPr>
                          <p:cNvPr id="7" name="Object 84">
                            <a:extLst>
                              <a:ext uri="{FF2B5EF4-FFF2-40B4-BE49-F238E27FC236}">
                                <a16:creationId xmlns:a16="http://schemas.microsoft.com/office/drawing/2014/main" id="{EA35B61E-5AE8-4F68-B8B0-D2344B9BE6C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52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" name="Object 85">
                <a:extLst>
                  <a:ext uri="{FF2B5EF4-FFF2-40B4-BE49-F238E27FC236}">
                    <a16:creationId xmlns:a16="http://schemas.microsoft.com/office/drawing/2014/main" id="{7FF69AB4-301F-41D4-871F-63F787C4D7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5914135"/>
                  </p:ext>
                </p:extLst>
              </p:nvPr>
            </p:nvGraphicFramePr>
            <p:xfrm>
              <a:off x="4288" y="1232"/>
              <a:ext cx="16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767" name="Equation" r:id="rId23" imgW="253800" imgH="279360" progId="Equation.DSMT4">
                      <p:embed/>
                    </p:oleObj>
                  </mc:Choice>
                  <mc:Fallback>
                    <p:oleObj name="Equation" r:id="rId23" imgW="253800" imgH="279360" progId="Equation.DSMT4">
                      <p:embed/>
                      <p:pic>
                        <p:nvPicPr>
                          <p:cNvPr id="8" name="Object 85">
                            <a:extLst>
                              <a:ext uri="{FF2B5EF4-FFF2-40B4-BE49-F238E27FC236}">
                                <a16:creationId xmlns:a16="http://schemas.microsoft.com/office/drawing/2014/main" id="{3285810A-F83C-4097-BBC1-10E62D27DB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8" y="1232"/>
                            <a:ext cx="16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" name="Freeform 86">
              <a:extLst>
                <a:ext uri="{FF2B5EF4-FFF2-40B4-BE49-F238E27FC236}">
                  <a16:creationId xmlns:a16="http://schemas.microsoft.com/office/drawing/2014/main" id="{A40B11F0-A0F9-40DD-BAC5-3940746B9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8573" y="3614366"/>
              <a:ext cx="457200" cy="1281112"/>
            </a:xfrm>
            <a:custGeom>
              <a:avLst/>
              <a:gdLst>
                <a:gd name="T0" fmla="*/ 6 w 360"/>
                <a:gd name="T1" fmla="*/ 978 h 1008"/>
                <a:gd name="T2" fmla="*/ 12 w 360"/>
                <a:gd name="T3" fmla="*/ 936 h 1008"/>
                <a:gd name="T4" fmla="*/ 18 w 360"/>
                <a:gd name="T5" fmla="*/ 894 h 1008"/>
                <a:gd name="T6" fmla="*/ 30 w 360"/>
                <a:gd name="T7" fmla="*/ 852 h 1008"/>
                <a:gd name="T8" fmla="*/ 36 w 360"/>
                <a:gd name="T9" fmla="*/ 816 h 1008"/>
                <a:gd name="T10" fmla="*/ 42 w 360"/>
                <a:gd name="T11" fmla="*/ 774 h 1008"/>
                <a:gd name="T12" fmla="*/ 48 w 360"/>
                <a:gd name="T13" fmla="*/ 738 h 1008"/>
                <a:gd name="T14" fmla="*/ 54 w 360"/>
                <a:gd name="T15" fmla="*/ 708 h 1008"/>
                <a:gd name="T16" fmla="*/ 60 w 360"/>
                <a:gd name="T17" fmla="*/ 672 h 1008"/>
                <a:gd name="T18" fmla="*/ 72 w 360"/>
                <a:gd name="T19" fmla="*/ 642 h 1008"/>
                <a:gd name="T20" fmla="*/ 78 w 360"/>
                <a:gd name="T21" fmla="*/ 612 h 1008"/>
                <a:gd name="T22" fmla="*/ 84 w 360"/>
                <a:gd name="T23" fmla="*/ 582 h 1008"/>
                <a:gd name="T24" fmla="*/ 90 w 360"/>
                <a:gd name="T25" fmla="*/ 552 h 1008"/>
                <a:gd name="T26" fmla="*/ 96 w 360"/>
                <a:gd name="T27" fmla="*/ 528 h 1008"/>
                <a:gd name="T28" fmla="*/ 108 w 360"/>
                <a:gd name="T29" fmla="*/ 498 h 1008"/>
                <a:gd name="T30" fmla="*/ 114 w 360"/>
                <a:gd name="T31" fmla="*/ 474 h 1008"/>
                <a:gd name="T32" fmla="*/ 120 w 360"/>
                <a:gd name="T33" fmla="*/ 450 h 1008"/>
                <a:gd name="T34" fmla="*/ 126 w 360"/>
                <a:gd name="T35" fmla="*/ 426 h 1008"/>
                <a:gd name="T36" fmla="*/ 132 w 360"/>
                <a:gd name="T37" fmla="*/ 408 h 1008"/>
                <a:gd name="T38" fmla="*/ 138 w 360"/>
                <a:gd name="T39" fmla="*/ 384 h 1008"/>
                <a:gd name="T40" fmla="*/ 150 w 360"/>
                <a:gd name="T41" fmla="*/ 366 h 1008"/>
                <a:gd name="T42" fmla="*/ 156 w 360"/>
                <a:gd name="T43" fmla="*/ 342 h 1008"/>
                <a:gd name="T44" fmla="*/ 162 w 360"/>
                <a:gd name="T45" fmla="*/ 324 h 1008"/>
                <a:gd name="T46" fmla="*/ 168 w 360"/>
                <a:gd name="T47" fmla="*/ 306 h 1008"/>
                <a:gd name="T48" fmla="*/ 174 w 360"/>
                <a:gd name="T49" fmla="*/ 288 h 1008"/>
                <a:gd name="T50" fmla="*/ 180 w 360"/>
                <a:gd name="T51" fmla="*/ 276 h 1008"/>
                <a:gd name="T52" fmla="*/ 192 w 360"/>
                <a:gd name="T53" fmla="*/ 258 h 1008"/>
                <a:gd name="T54" fmla="*/ 198 w 360"/>
                <a:gd name="T55" fmla="*/ 240 h 1008"/>
                <a:gd name="T56" fmla="*/ 204 w 360"/>
                <a:gd name="T57" fmla="*/ 228 h 1008"/>
                <a:gd name="T58" fmla="*/ 210 w 360"/>
                <a:gd name="T59" fmla="*/ 210 h 1008"/>
                <a:gd name="T60" fmla="*/ 216 w 360"/>
                <a:gd name="T61" fmla="*/ 198 h 1008"/>
                <a:gd name="T62" fmla="*/ 228 w 360"/>
                <a:gd name="T63" fmla="*/ 186 h 1008"/>
                <a:gd name="T64" fmla="*/ 234 w 360"/>
                <a:gd name="T65" fmla="*/ 174 h 1008"/>
                <a:gd name="T66" fmla="*/ 240 w 360"/>
                <a:gd name="T67" fmla="*/ 156 h 1008"/>
                <a:gd name="T68" fmla="*/ 246 w 360"/>
                <a:gd name="T69" fmla="*/ 144 h 1008"/>
                <a:gd name="T70" fmla="*/ 252 w 360"/>
                <a:gd name="T71" fmla="*/ 138 h 1008"/>
                <a:gd name="T72" fmla="*/ 258 w 360"/>
                <a:gd name="T73" fmla="*/ 126 h 1008"/>
                <a:gd name="T74" fmla="*/ 270 w 360"/>
                <a:gd name="T75" fmla="*/ 114 h 1008"/>
                <a:gd name="T76" fmla="*/ 276 w 360"/>
                <a:gd name="T77" fmla="*/ 102 h 1008"/>
                <a:gd name="T78" fmla="*/ 282 w 360"/>
                <a:gd name="T79" fmla="*/ 90 h 1008"/>
                <a:gd name="T80" fmla="*/ 288 w 360"/>
                <a:gd name="T81" fmla="*/ 84 h 1008"/>
                <a:gd name="T82" fmla="*/ 294 w 360"/>
                <a:gd name="T83" fmla="*/ 72 h 1008"/>
                <a:gd name="T84" fmla="*/ 300 w 360"/>
                <a:gd name="T85" fmla="*/ 66 h 1008"/>
                <a:gd name="T86" fmla="*/ 312 w 360"/>
                <a:gd name="T87" fmla="*/ 54 h 1008"/>
                <a:gd name="T88" fmla="*/ 318 w 360"/>
                <a:gd name="T89" fmla="*/ 48 h 1008"/>
                <a:gd name="T90" fmla="*/ 324 w 360"/>
                <a:gd name="T91" fmla="*/ 42 h 1008"/>
                <a:gd name="T92" fmla="*/ 330 w 360"/>
                <a:gd name="T93" fmla="*/ 30 h 1008"/>
                <a:gd name="T94" fmla="*/ 336 w 360"/>
                <a:gd name="T95" fmla="*/ 24 h 1008"/>
                <a:gd name="T96" fmla="*/ 342 w 360"/>
                <a:gd name="T97" fmla="*/ 18 h 1008"/>
                <a:gd name="T98" fmla="*/ 354 w 360"/>
                <a:gd name="T99" fmla="*/ 12 h 1008"/>
                <a:gd name="T100" fmla="*/ 360 w 360"/>
                <a:gd name="T101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1008">
                  <a:moveTo>
                    <a:pt x="0" y="1008"/>
                  </a:moveTo>
                  <a:lnTo>
                    <a:pt x="0" y="1002"/>
                  </a:lnTo>
                  <a:lnTo>
                    <a:pt x="6" y="996"/>
                  </a:lnTo>
                  <a:lnTo>
                    <a:pt x="6" y="984"/>
                  </a:lnTo>
                  <a:lnTo>
                    <a:pt x="6" y="978"/>
                  </a:lnTo>
                  <a:lnTo>
                    <a:pt x="6" y="966"/>
                  </a:lnTo>
                  <a:lnTo>
                    <a:pt x="12" y="960"/>
                  </a:lnTo>
                  <a:lnTo>
                    <a:pt x="12" y="948"/>
                  </a:lnTo>
                  <a:lnTo>
                    <a:pt x="12" y="942"/>
                  </a:lnTo>
                  <a:lnTo>
                    <a:pt x="12" y="936"/>
                  </a:lnTo>
                  <a:lnTo>
                    <a:pt x="12" y="924"/>
                  </a:lnTo>
                  <a:lnTo>
                    <a:pt x="18" y="918"/>
                  </a:lnTo>
                  <a:lnTo>
                    <a:pt x="18" y="906"/>
                  </a:lnTo>
                  <a:lnTo>
                    <a:pt x="18" y="900"/>
                  </a:lnTo>
                  <a:lnTo>
                    <a:pt x="18" y="894"/>
                  </a:lnTo>
                  <a:lnTo>
                    <a:pt x="24" y="882"/>
                  </a:lnTo>
                  <a:lnTo>
                    <a:pt x="24" y="876"/>
                  </a:lnTo>
                  <a:lnTo>
                    <a:pt x="24" y="870"/>
                  </a:lnTo>
                  <a:lnTo>
                    <a:pt x="24" y="858"/>
                  </a:lnTo>
                  <a:lnTo>
                    <a:pt x="30" y="852"/>
                  </a:lnTo>
                  <a:lnTo>
                    <a:pt x="30" y="846"/>
                  </a:lnTo>
                  <a:lnTo>
                    <a:pt x="30" y="834"/>
                  </a:lnTo>
                  <a:lnTo>
                    <a:pt x="30" y="828"/>
                  </a:lnTo>
                  <a:lnTo>
                    <a:pt x="36" y="822"/>
                  </a:lnTo>
                  <a:lnTo>
                    <a:pt x="36" y="816"/>
                  </a:lnTo>
                  <a:lnTo>
                    <a:pt x="36" y="804"/>
                  </a:lnTo>
                  <a:lnTo>
                    <a:pt x="36" y="798"/>
                  </a:lnTo>
                  <a:lnTo>
                    <a:pt x="36" y="792"/>
                  </a:lnTo>
                  <a:lnTo>
                    <a:pt x="42" y="786"/>
                  </a:lnTo>
                  <a:lnTo>
                    <a:pt x="42" y="774"/>
                  </a:lnTo>
                  <a:lnTo>
                    <a:pt x="42" y="768"/>
                  </a:lnTo>
                  <a:lnTo>
                    <a:pt x="42" y="762"/>
                  </a:lnTo>
                  <a:lnTo>
                    <a:pt x="48" y="756"/>
                  </a:lnTo>
                  <a:lnTo>
                    <a:pt x="48" y="750"/>
                  </a:lnTo>
                  <a:lnTo>
                    <a:pt x="48" y="738"/>
                  </a:lnTo>
                  <a:lnTo>
                    <a:pt x="48" y="732"/>
                  </a:lnTo>
                  <a:lnTo>
                    <a:pt x="54" y="726"/>
                  </a:lnTo>
                  <a:lnTo>
                    <a:pt x="54" y="720"/>
                  </a:lnTo>
                  <a:lnTo>
                    <a:pt x="54" y="714"/>
                  </a:lnTo>
                  <a:lnTo>
                    <a:pt x="54" y="708"/>
                  </a:lnTo>
                  <a:lnTo>
                    <a:pt x="60" y="702"/>
                  </a:lnTo>
                  <a:lnTo>
                    <a:pt x="60" y="690"/>
                  </a:lnTo>
                  <a:lnTo>
                    <a:pt x="60" y="684"/>
                  </a:lnTo>
                  <a:lnTo>
                    <a:pt x="60" y="678"/>
                  </a:lnTo>
                  <a:lnTo>
                    <a:pt x="60" y="672"/>
                  </a:lnTo>
                  <a:lnTo>
                    <a:pt x="66" y="666"/>
                  </a:lnTo>
                  <a:lnTo>
                    <a:pt x="66" y="660"/>
                  </a:lnTo>
                  <a:lnTo>
                    <a:pt x="66" y="654"/>
                  </a:lnTo>
                  <a:lnTo>
                    <a:pt x="66" y="648"/>
                  </a:lnTo>
                  <a:lnTo>
                    <a:pt x="72" y="642"/>
                  </a:lnTo>
                  <a:lnTo>
                    <a:pt x="72" y="636"/>
                  </a:lnTo>
                  <a:lnTo>
                    <a:pt x="72" y="630"/>
                  </a:lnTo>
                  <a:lnTo>
                    <a:pt x="72" y="624"/>
                  </a:lnTo>
                  <a:lnTo>
                    <a:pt x="78" y="618"/>
                  </a:lnTo>
                  <a:lnTo>
                    <a:pt x="78" y="612"/>
                  </a:lnTo>
                  <a:lnTo>
                    <a:pt x="78" y="606"/>
                  </a:lnTo>
                  <a:lnTo>
                    <a:pt x="78" y="600"/>
                  </a:lnTo>
                  <a:lnTo>
                    <a:pt x="84" y="594"/>
                  </a:lnTo>
                  <a:lnTo>
                    <a:pt x="84" y="588"/>
                  </a:lnTo>
                  <a:lnTo>
                    <a:pt x="84" y="582"/>
                  </a:lnTo>
                  <a:lnTo>
                    <a:pt x="84" y="576"/>
                  </a:lnTo>
                  <a:lnTo>
                    <a:pt x="84" y="570"/>
                  </a:lnTo>
                  <a:lnTo>
                    <a:pt x="90" y="564"/>
                  </a:lnTo>
                  <a:lnTo>
                    <a:pt x="90" y="558"/>
                  </a:lnTo>
                  <a:lnTo>
                    <a:pt x="90" y="552"/>
                  </a:lnTo>
                  <a:lnTo>
                    <a:pt x="90" y="546"/>
                  </a:lnTo>
                  <a:lnTo>
                    <a:pt x="96" y="540"/>
                  </a:lnTo>
                  <a:lnTo>
                    <a:pt x="96" y="540"/>
                  </a:lnTo>
                  <a:lnTo>
                    <a:pt x="96" y="534"/>
                  </a:lnTo>
                  <a:lnTo>
                    <a:pt x="96" y="528"/>
                  </a:lnTo>
                  <a:lnTo>
                    <a:pt x="102" y="522"/>
                  </a:lnTo>
                  <a:lnTo>
                    <a:pt x="102" y="516"/>
                  </a:lnTo>
                  <a:lnTo>
                    <a:pt x="102" y="510"/>
                  </a:lnTo>
                  <a:lnTo>
                    <a:pt x="102" y="504"/>
                  </a:lnTo>
                  <a:lnTo>
                    <a:pt x="108" y="498"/>
                  </a:lnTo>
                  <a:lnTo>
                    <a:pt x="108" y="498"/>
                  </a:lnTo>
                  <a:lnTo>
                    <a:pt x="108" y="492"/>
                  </a:lnTo>
                  <a:lnTo>
                    <a:pt x="108" y="486"/>
                  </a:lnTo>
                  <a:lnTo>
                    <a:pt x="108" y="480"/>
                  </a:lnTo>
                  <a:lnTo>
                    <a:pt x="114" y="474"/>
                  </a:lnTo>
                  <a:lnTo>
                    <a:pt x="114" y="468"/>
                  </a:lnTo>
                  <a:lnTo>
                    <a:pt x="114" y="468"/>
                  </a:lnTo>
                  <a:lnTo>
                    <a:pt x="114" y="462"/>
                  </a:lnTo>
                  <a:lnTo>
                    <a:pt x="120" y="456"/>
                  </a:lnTo>
                  <a:lnTo>
                    <a:pt x="120" y="450"/>
                  </a:lnTo>
                  <a:lnTo>
                    <a:pt x="120" y="450"/>
                  </a:lnTo>
                  <a:lnTo>
                    <a:pt x="120" y="444"/>
                  </a:lnTo>
                  <a:lnTo>
                    <a:pt x="126" y="438"/>
                  </a:lnTo>
                  <a:lnTo>
                    <a:pt x="126" y="432"/>
                  </a:lnTo>
                  <a:lnTo>
                    <a:pt x="126" y="426"/>
                  </a:lnTo>
                  <a:lnTo>
                    <a:pt x="126" y="426"/>
                  </a:lnTo>
                  <a:lnTo>
                    <a:pt x="132" y="420"/>
                  </a:lnTo>
                  <a:lnTo>
                    <a:pt x="132" y="414"/>
                  </a:lnTo>
                  <a:lnTo>
                    <a:pt x="132" y="408"/>
                  </a:lnTo>
                  <a:lnTo>
                    <a:pt x="132" y="408"/>
                  </a:lnTo>
                  <a:lnTo>
                    <a:pt x="132" y="402"/>
                  </a:lnTo>
                  <a:lnTo>
                    <a:pt x="138" y="396"/>
                  </a:lnTo>
                  <a:lnTo>
                    <a:pt x="138" y="396"/>
                  </a:lnTo>
                  <a:lnTo>
                    <a:pt x="138" y="390"/>
                  </a:lnTo>
                  <a:lnTo>
                    <a:pt x="138" y="384"/>
                  </a:lnTo>
                  <a:lnTo>
                    <a:pt x="144" y="378"/>
                  </a:lnTo>
                  <a:lnTo>
                    <a:pt x="144" y="378"/>
                  </a:lnTo>
                  <a:lnTo>
                    <a:pt x="144" y="372"/>
                  </a:lnTo>
                  <a:lnTo>
                    <a:pt x="144" y="366"/>
                  </a:lnTo>
                  <a:lnTo>
                    <a:pt x="150" y="366"/>
                  </a:lnTo>
                  <a:lnTo>
                    <a:pt x="150" y="360"/>
                  </a:lnTo>
                  <a:lnTo>
                    <a:pt x="150" y="354"/>
                  </a:lnTo>
                  <a:lnTo>
                    <a:pt x="150" y="354"/>
                  </a:lnTo>
                  <a:lnTo>
                    <a:pt x="156" y="348"/>
                  </a:lnTo>
                  <a:lnTo>
                    <a:pt x="156" y="342"/>
                  </a:lnTo>
                  <a:lnTo>
                    <a:pt x="156" y="342"/>
                  </a:lnTo>
                  <a:lnTo>
                    <a:pt x="156" y="336"/>
                  </a:lnTo>
                  <a:lnTo>
                    <a:pt x="156" y="336"/>
                  </a:lnTo>
                  <a:lnTo>
                    <a:pt x="162" y="330"/>
                  </a:lnTo>
                  <a:lnTo>
                    <a:pt x="162" y="324"/>
                  </a:lnTo>
                  <a:lnTo>
                    <a:pt x="162" y="324"/>
                  </a:lnTo>
                  <a:lnTo>
                    <a:pt x="162" y="318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68" y="306"/>
                  </a:lnTo>
                  <a:lnTo>
                    <a:pt x="168" y="306"/>
                  </a:lnTo>
                  <a:lnTo>
                    <a:pt x="174" y="300"/>
                  </a:lnTo>
                  <a:lnTo>
                    <a:pt x="174" y="294"/>
                  </a:lnTo>
                  <a:lnTo>
                    <a:pt x="174" y="294"/>
                  </a:lnTo>
                  <a:lnTo>
                    <a:pt x="174" y="288"/>
                  </a:lnTo>
                  <a:lnTo>
                    <a:pt x="180" y="288"/>
                  </a:lnTo>
                  <a:lnTo>
                    <a:pt x="180" y="282"/>
                  </a:lnTo>
                  <a:lnTo>
                    <a:pt x="180" y="282"/>
                  </a:lnTo>
                  <a:lnTo>
                    <a:pt x="180" y="276"/>
                  </a:lnTo>
                  <a:lnTo>
                    <a:pt x="180" y="276"/>
                  </a:lnTo>
                  <a:lnTo>
                    <a:pt x="186" y="270"/>
                  </a:lnTo>
                  <a:lnTo>
                    <a:pt x="186" y="264"/>
                  </a:lnTo>
                  <a:lnTo>
                    <a:pt x="186" y="264"/>
                  </a:lnTo>
                  <a:lnTo>
                    <a:pt x="186" y="258"/>
                  </a:lnTo>
                  <a:lnTo>
                    <a:pt x="192" y="258"/>
                  </a:lnTo>
                  <a:lnTo>
                    <a:pt x="192" y="252"/>
                  </a:lnTo>
                  <a:lnTo>
                    <a:pt x="192" y="252"/>
                  </a:lnTo>
                  <a:lnTo>
                    <a:pt x="192" y="246"/>
                  </a:lnTo>
                  <a:lnTo>
                    <a:pt x="198" y="246"/>
                  </a:lnTo>
                  <a:lnTo>
                    <a:pt x="198" y="240"/>
                  </a:lnTo>
                  <a:lnTo>
                    <a:pt x="198" y="240"/>
                  </a:lnTo>
                  <a:lnTo>
                    <a:pt x="198" y="234"/>
                  </a:lnTo>
                  <a:lnTo>
                    <a:pt x="204" y="234"/>
                  </a:lnTo>
                  <a:lnTo>
                    <a:pt x="204" y="228"/>
                  </a:lnTo>
                  <a:lnTo>
                    <a:pt x="204" y="228"/>
                  </a:lnTo>
                  <a:lnTo>
                    <a:pt x="204" y="222"/>
                  </a:lnTo>
                  <a:lnTo>
                    <a:pt x="204" y="222"/>
                  </a:lnTo>
                  <a:lnTo>
                    <a:pt x="210" y="216"/>
                  </a:lnTo>
                  <a:lnTo>
                    <a:pt x="210" y="216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16" y="204"/>
                  </a:lnTo>
                  <a:lnTo>
                    <a:pt x="216" y="204"/>
                  </a:lnTo>
                  <a:lnTo>
                    <a:pt x="216" y="198"/>
                  </a:lnTo>
                  <a:lnTo>
                    <a:pt x="216" y="198"/>
                  </a:lnTo>
                  <a:lnTo>
                    <a:pt x="222" y="192"/>
                  </a:lnTo>
                  <a:lnTo>
                    <a:pt x="222" y="192"/>
                  </a:lnTo>
                  <a:lnTo>
                    <a:pt x="222" y="192"/>
                  </a:lnTo>
                  <a:lnTo>
                    <a:pt x="222" y="186"/>
                  </a:lnTo>
                  <a:lnTo>
                    <a:pt x="228" y="186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8" y="174"/>
                  </a:lnTo>
                  <a:lnTo>
                    <a:pt x="228" y="174"/>
                  </a:lnTo>
                  <a:lnTo>
                    <a:pt x="234" y="174"/>
                  </a:lnTo>
                  <a:lnTo>
                    <a:pt x="234" y="168"/>
                  </a:lnTo>
                  <a:lnTo>
                    <a:pt x="234" y="168"/>
                  </a:lnTo>
                  <a:lnTo>
                    <a:pt x="234" y="162"/>
                  </a:lnTo>
                  <a:lnTo>
                    <a:pt x="240" y="162"/>
                  </a:lnTo>
                  <a:lnTo>
                    <a:pt x="240" y="156"/>
                  </a:lnTo>
                  <a:lnTo>
                    <a:pt x="240" y="156"/>
                  </a:lnTo>
                  <a:lnTo>
                    <a:pt x="240" y="156"/>
                  </a:lnTo>
                  <a:lnTo>
                    <a:pt x="246" y="150"/>
                  </a:lnTo>
                  <a:lnTo>
                    <a:pt x="246" y="150"/>
                  </a:lnTo>
                  <a:lnTo>
                    <a:pt x="246" y="144"/>
                  </a:lnTo>
                  <a:lnTo>
                    <a:pt x="246" y="144"/>
                  </a:lnTo>
                  <a:lnTo>
                    <a:pt x="252" y="144"/>
                  </a:lnTo>
                  <a:lnTo>
                    <a:pt x="252" y="138"/>
                  </a:lnTo>
                  <a:lnTo>
                    <a:pt x="252" y="138"/>
                  </a:lnTo>
                  <a:lnTo>
                    <a:pt x="252" y="138"/>
                  </a:lnTo>
                  <a:lnTo>
                    <a:pt x="252" y="132"/>
                  </a:lnTo>
                  <a:lnTo>
                    <a:pt x="258" y="132"/>
                  </a:lnTo>
                  <a:lnTo>
                    <a:pt x="258" y="126"/>
                  </a:lnTo>
                  <a:lnTo>
                    <a:pt x="258" y="126"/>
                  </a:lnTo>
                  <a:lnTo>
                    <a:pt x="258" y="126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14"/>
                  </a:lnTo>
                  <a:lnTo>
                    <a:pt x="270" y="114"/>
                  </a:lnTo>
                  <a:lnTo>
                    <a:pt x="270" y="114"/>
                  </a:lnTo>
                  <a:lnTo>
                    <a:pt x="270" y="108"/>
                  </a:lnTo>
                  <a:lnTo>
                    <a:pt x="270" y="108"/>
                  </a:lnTo>
                  <a:lnTo>
                    <a:pt x="270" y="102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76" y="96"/>
                  </a:lnTo>
                  <a:lnTo>
                    <a:pt x="276" y="96"/>
                  </a:lnTo>
                  <a:lnTo>
                    <a:pt x="282" y="96"/>
                  </a:lnTo>
                  <a:lnTo>
                    <a:pt x="282" y="90"/>
                  </a:lnTo>
                  <a:lnTo>
                    <a:pt x="282" y="90"/>
                  </a:lnTo>
                  <a:lnTo>
                    <a:pt x="282" y="90"/>
                  </a:lnTo>
                  <a:lnTo>
                    <a:pt x="288" y="84"/>
                  </a:lnTo>
                  <a:lnTo>
                    <a:pt x="288" y="84"/>
                  </a:lnTo>
                  <a:lnTo>
                    <a:pt x="288" y="84"/>
                  </a:lnTo>
                  <a:lnTo>
                    <a:pt x="288" y="84"/>
                  </a:lnTo>
                  <a:lnTo>
                    <a:pt x="294" y="78"/>
                  </a:lnTo>
                  <a:lnTo>
                    <a:pt x="294" y="78"/>
                  </a:lnTo>
                  <a:lnTo>
                    <a:pt x="294" y="78"/>
                  </a:lnTo>
                  <a:lnTo>
                    <a:pt x="294" y="72"/>
                  </a:lnTo>
                  <a:lnTo>
                    <a:pt x="294" y="72"/>
                  </a:lnTo>
                  <a:lnTo>
                    <a:pt x="300" y="72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2" y="48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18" y="42"/>
                  </a:lnTo>
                  <a:lnTo>
                    <a:pt x="318" y="42"/>
                  </a:lnTo>
                  <a:lnTo>
                    <a:pt x="324" y="42"/>
                  </a:lnTo>
                  <a:lnTo>
                    <a:pt x="324" y="42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0" y="36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8" y="18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54" y="12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60" y="6"/>
                  </a:lnTo>
                  <a:lnTo>
                    <a:pt x="360" y="0"/>
                  </a:lnTo>
                  <a:lnTo>
                    <a:pt x="3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7">
              <a:extLst>
                <a:ext uri="{FF2B5EF4-FFF2-40B4-BE49-F238E27FC236}">
                  <a16:creationId xmlns:a16="http://schemas.microsoft.com/office/drawing/2014/main" id="{E0283BC5-FB16-40A6-BD47-5D946D67E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973" y="2006228"/>
              <a:ext cx="434975" cy="1265238"/>
            </a:xfrm>
            <a:custGeom>
              <a:avLst/>
              <a:gdLst>
                <a:gd name="T0" fmla="*/ 6 w 342"/>
                <a:gd name="T1" fmla="*/ 990 h 996"/>
                <a:gd name="T2" fmla="*/ 12 w 342"/>
                <a:gd name="T3" fmla="*/ 984 h 996"/>
                <a:gd name="T4" fmla="*/ 18 w 342"/>
                <a:gd name="T5" fmla="*/ 978 h 996"/>
                <a:gd name="T6" fmla="*/ 24 w 342"/>
                <a:gd name="T7" fmla="*/ 972 h 996"/>
                <a:gd name="T8" fmla="*/ 24 w 342"/>
                <a:gd name="T9" fmla="*/ 966 h 996"/>
                <a:gd name="T10" fmla="*/ 30 w 342"/>
                <a:gd name="T11" fmla="*/ 960 h 996"/>
                <a:gd name="T12" fmla="*/ 36 w 342"/>
                <a:gd name="T13" fmla="*/ 954 h 996"/>
                <a:gd name="T14" fmla="*/ 42 w 342"/>
                <a:gd name="T15" fmla="*/ 942 h 996"/>
                <a:gd name="T16" fmla="*/ 48 w 342"/>
                <a:gd name="T17" fmla="*/ 936 h 996"/>
                <a:gd name="T18" fmla="*/ 54 w 342"/>
                <a:gd name="T19" fmla="*/ 930 h 996"/>
                <a:gd name="T20" fmla="*/ 60 w 342"/>
                <a:gd name="T21" fmla="*/ 924 h 996"/>
                <a:gd name="T22" fmla="*/ 66 w 342"/>
                <a:gd name="T23" fmla="*/ 912 h 996"/>
                <a:gd name="T24" fmla="*/ 72 w 342"/>
                <a:gd name="T25" fmla="*/ 906 h 996"/>
                <a:gd name="T26" fmla="*/ 78 w 342"/>
                <a:gd name="T27" fmla="*/ 894 h 996"/>
                <a:gd name="T28" fmla="*/ 84 w 342"/>
                <a:gd name="T29" fmla="*/ 888 h 996"/>
                <a:gd name="T30" fmla="*/ 90 w 342"/>
                <a:gd name="T31" fmla="*/ 876 h 996"/>
                <a:gd name="T32" fmla="*/ 96 w 342"/>
                <a:gd name="T33" fmla="*/ 870 h 996"/>
                <a:gd name="T34" fmla="*/ 102 w 342"/>
                <a:gd name="T35" fmla="*/ 858 h 996"/>
                <a:gd name="T36" fmla="*/ 108 w 342"/>
                <a:gd name="T37" fmla="*/ 852 h 996"/>
                <a:gd name="T38" fmla="*/ 114 w 342"/>
                <a:gd name="T39" fmla="*/ 840 h 996"/>
                <a:gd name="T40" fmla="*/ 114 w 342"/>
                <a:gd name="T41" fmla="*/ 828 h 996"/>
                <a:gd name="T42" fmla="*/ 120 w 342"/>
                <a:gd name="T43" fmla="*/ 822 h 996"/>
                <a:gd name="T44" fmla="*/ 126 w 342"/>
                <a:gd name="T45" fmla="*/ 810 h 996"/>
                <a:gd name="T46" fmla="*/ 132 w 342"/>
                <a:gd name="T47" fmla="*/ 798 h 996"/>
                <a:gd name="T48" fmla="*/ 138 w 342"/>
                <a:gd name="T49" fmla="*/ 786 h 996"/>
                <a:gd name="T50" fmla="*/ 144 w 342"/>
                <a:gd name="T51" fmla="*/ 774 h 996"/>
                <a:gd name="T52" fmla="*/ 150 w 342"/>
                <a:gd name="T53" fmla="*/ 762 h 996"/>
                <a:gd name="T54" fmla="*/ 156 w 342"/>
                <a:gd name="T55" fmla="*/ 750 h 996"/>
                <a:gd name="T56" fmla="*/ 162 w 342"/>
                <a:gd name="T57" fmla="*/ 732 h 996"/>
                <a:gd name="T58" fmla="*/ 168 w 342"/>
                <a:gd name="T59" fmla="*/ 720 h 996"/>
                <a:gd name="T60" fmla="*/ 174 w 342"/>
                <a:gd name="T61" fmla="*/ 708 h 996"/>
                <a:gd name="T62" fmla="*/ 180 w 342"/>
                <a:gd name="T63" fmla="*/ 690 h 996"/>
                <a:gd name="T64" fmla="*/ 186 w 342"/>
                <a:gd name="T65" fmla="*/ 678 h 996"/>
                <a:gd name="T66" fmla="*/ 192 w 342"/>
                <a:gd name="T67" fmla="*/ 660 h 996"/>
                <a:gd name="T68" fmla="*/ 198 w 342"/>
                <a:gd name="T69" fmla="*/ 648 h 996"/>
                <a:gd name="T70" fmla="*/ 204 w 342"/>
                <a:gd name="T71" fmla="*/ 630 h 996"/>
                <a:gd name="T72" fmla="*/ 210 w 342"/>
                <a:gd name="T73" fmla="*/ 612 h 996"/>
                <a:gd name="T74" fmla="*/ 210 w 342"/>
                <a:gd name="T75" fmla="*/ 594 h 996"/>
                <a:gd name="T76" fmla="*/ 216 w 342"/>
                <a:gd name="T77" fmla="*/ 576 h 996"/>
                <a:gd name="T78" fmla="*/ 222 w 342"/>
                <a:gd name="T79" fmla="*/ 558 h 996"/>
                <a:gd name="T80" fmla="*/ 228 w 342"/>
                <a:gd name="T81" fmla="*/ 540 h 996"/>
                <a:gd name="T82" fmla="*/ 234 w 342"/>
                <a:gd name="T83" fmla="*/ 516 h 996"/>
                <a:gd name="T84" fmla="*/ 240 w 342"/>
                <a:gd name="T85" fmla="*/ 498 h 996"/>
                <a:gd name="T86" fmla="*/ 246 w 342"/>
                <a:gd name="T87" fmla="*/ 474 h 996"/>
                <a:gd name="T88" fmla="*/ 252 w 342"/>
                <a:gd name="T89" fmla="*/ 456 h 996"/>
                <a:gd name="T90" fmla="*/ 258 w 342"/>
                <a:gd name="T91" fmla="*/ 432 h 996"/>
                <a:gd name="T92" fmla="*/ 264 w 342"/>
                <a:gd name="T93" fmla="*/ 408 h 996"/>
                <a:gd name="T94" fmla="*/ 270 w 342"/>
                <a:gd name="T95" fmla="*/ 384 h 996"/>
                <a:gd name="T96" fmla="*/ 276 w 342"/>
                <a:gd name="T97" fmla="*/ 360 h 996"/>
                <a:gd name="T98" fmla="*/ 282 w 342"/>
                <a:gd name="T99" fmla="*/ 336 h 996"/>
                <a:gd name="T100" fmla="*/ 288 w 342"/>
                <a:gd name="T101" fmla="*/ 306 h 996"/>
                <a:gd name="T102" fmla="*/ 294 w 342"/>
                <a:gd name="T103" fmla="*/ 282 h 996"/>
                <a:gd name="T104" fmla="*/ 300 w 342"/>
                <a:gd name="T105" fmla="*/ 252 h 996"/>
                <a:gd name="T106" fmla="*/ 306 w 342"/>
                <a:gd name="T107" fmla="*/ 222 h 996"/>
                <a:gd name="T108" fmla="*/ 306 w 342"/>
                <a:gd name="T109" fmla="*/ 192 h 996"/>
                <a:gd name="T110" fmla="*/ 312 w 342"/>
                <a:gd name="T111" fmla="*/ 162 h 996"/>
                <a:gd name="T112" fmla="*/ 318 w 342"/>
                <a:gd name="T113" fmla="*/ 132 h 996"/>
                <a:gd name="T114" fmla="*/ 324 w 342"/>
                <a:gd name="T115" fmla="*/ 96 h 996"/>
                <a:gd name="T116" fmla="*/ 330 w 342"/>
                <a:gd name="T117" fmla="*/ 66 h 996"/>
                <a:gd name="T118" fmla="*/ 336 w 342"/>
                <a:gd name="T119" fmla="*/ 3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" h="996">
                  <a:moveTo>
                    <a:pt x="0" y="996"/>
                  </a:moveTo>
                  <a:lnTo>
                    <a:pt x="0" y="996"/>
                  </a:lnTo>
                  <a:lnTo>
                    <a:pt x="0" y="990"/>
                  </a:lnTo>
                  <a:lnTo>
                    <a:pt x="6" y="990"/>
                  </a:lnTo>
                  <a:lnTo>
                    <a:pt x="6" y="990"/>
                  </a:lnTo>
                  <a:lnTo>
                    <a:pt x="6" y="990"/>
                  </a:lnTo>
                  <a:lnTo>
                    <a:pt x="6" y="984"/>
                  </a:lnTo>
                  <a:lnTo>
                    <a:pt x="12" y="984"/>
                  </a:lnTo>
                  <a:lnTo>
                    <a:pt x="12" y="984"/>
                  </a:lnTo>
                  <a:lnTo>
                    <a:pt x="12" y="978"/>
                  </a:lnTo>
                  <a:lnTo>
                    <a:pt x="12" y="978"/>
                  </a:lnTo>
                  <a:lnTo>
                    <a:pt x="18" y="978"/>
                  </a:lnTo>
                  <a:lnTo>
                    <a:pt x="18" y="978"/>
                  </a:lnTo>
                  <a:lnTo>
                    <a:pt x="18" y="972"/>
                  </a:lnTo>
                  <a:lnTo>
                    <a:pt x="18" y="972"/>
                  </a:lnTo>
                  <a:lnTo>
                    <a:pt x="24" y="972"/>
                  </a:lnTo>
                  <a:lnTo>
                    <a:pt x="24" y="972"/>
                  </a:lnTo>
                  <a:lnTo>
                    <a:pt x="24" y="966"/>
                  </a:lnTo>
                  <a:lnTo>
                    <a:pt x="24" y="966"/>
                  </a:lnTo>
                  <a:lnTo>
                    <a:pt x="24" y="966"/>
                  </a:lnTo>
                  <a:lnTo>
                    <a:pt x="30" y="966"/>
                  </a:lnTo>
                  <a:lnTo>
                    <a:pt x="30" y="960"/>
                  </a:lnTo>
                  <a:lnTo>
                    <a:pt x="30" y="960"/>
                  </a:lnTo>
                  <a:lnTo>
                    <a:pt x="30" y="960"/>
                  </a:lnTo>
                  <a:lnTo>
                    <a:pt x="36" y="954"/>
                  </a:lnTo>
                  <a:lnTo>
                    <a:pt x="36" y="954"/>
                  </a:lnTo>
                  <a:lnTo>
                    <a:pt x="36" y="954"/>
                  </a:lnTo>
                  <a:lnTo>
                    <a:pt x="36" y="954"/>
                  </a:lnTo>
                  <a:lnTo>
                    <a:pt x="42" y="948"/>
                  </a:lnTo>
                  <a:lnTo>
                    <a:pt x="42" y="948"/>
                  </a:lnTo>
                  <a:lnTo>
                    <a:pt x="42" y="948"/>
                  </a:lnTo>
                  <a:lnTo>
                    <a:pt x="42" y="942"/>
                  </a:lnTo>
                  <a:lnTo>
                    <a:pt x="48" y="942"/>
                  </a:lnTo>
                  <a:lnTo>
                    <a:pt x="48" y="942"/>
                  </a:lnTo>
                  <a:lnTo>
                    <a:pt x="48" y="936"/>
                  </a:lnTo>
                  <a:lnTo>
                    <a:pt x="48" y="936"/>
                  </a:lnTo>
                  <a:lnTo>
                    <a:pt x="48" y="936"/>
                  </a:lnTo>
                  <a:lnTo>
                    <a:pt x="54" y="930"/>
                  </a:lnTo>
                  <a:lnTo>
                    <a:pt x="54" y="930"/>
                  </a:lnTo>
                  <a:lnTo>
                    <a:pt x="54" y="930"/>
                  </a:lnTo>
                  <a:lnTo>
                    <a:pt x="54" y="930"/>
                  </a:lnTo>
                  <a:lnTo>
                    <a:pt x="60" y="924"/>
                  </a:lnTo>
                  <a:lnTo>
                    <a:pt x="60" y="924"/>
                  </a:lnTo>
                  <a:lnTo>
                    <a:pt x="60" y="924"/>
                  </a:lnTo>
                  <a:lnTo>
                    <a:pt x="60" y="918"/>
                  </a:lnTo>
                  <a:lnTo>
                    <a:pt x="66" y="918"/>
                  </a:lnTo>
                  <a:lnTo>
                    <a:pt x="66" y="918"/>
                  </a:lnTo>
                  <a:lnTo>
                    <a:pt x="66" y="912"/>
                  </a:lnTo>
                  <a:lnTo>
                    <a:pt x="66" y="912"/>
                  </a:lnTo>
                  <a:lnTo>
                    <a:pt x="72" y="912"/>
                  </a:lnTo>
                  <a:lnTo>
                    <a:pt x="72" y="906"/>
                  </a:lnTo>
                  <a:lnTo>
                    <a:pt x="72" y="906"/>
                  </a:lnTo>
                  <a:lnTo>
                    <a:pt x="72" y="900"/>
                  </a:lnTo>
                  <a:lnTo>
                    <a:pt x="72" y="900"/>
                  </a:lnTo>
                  <a:lnTo>
                    <a:pt x="78" y="900"/>
                  </a:lnTo>
                  <a:lnTo>
                    <a:pt x="78" y="894"/>
                  </a:lnTo>
                  <a:lnTo>
                    <a:pt x="78" y="894"/>
                  </a:lnTo>
                  <a:lnTo>
                    <a:pt x="78" y="894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2"/>
                  </a:lnTo>
                  <a:lnTo>
                    <a:pt x="90" y="882"/>
                  </a:lnTo>
                  <a:lnTo>
                    <a:pt x="90" y="876"/>
                  </a:lnTo>
                  <a:lnTo>
                    <a:pt x="90" y="876"/>
                  </a:lnTo>
                  <a:lnTo>
                    <a:pt x="90" y="876"/>
                  </a:lnTo>
                  <a:lnTo>
                    <a:pt x="96" y="870"/>
                  </a:lnTo>
                  <a:lnTo>
                    <a:pt x="96" y="870"/>
                  </a:lnTo>
                  <a:lnTo>
                    <a:pt x="96" y="870"/>
                  </a:lnTo>
                  <a:lnTo>
                    <a:pt x="96" y="864"/>
                  </a:lnTo>
                  <a:lnTo>
                    <a:pt x="96" y="864"/>
                  </a:lnTo>
                  <a:lnTo>
                    <a:pt x="102" y="858"/>
                  </a:lnTo>
                  <a:lnTo>
                    <a:pt x="102" y="858"/>
                  </a:lnTo>
                  <a:lnTo>
                    <a:pt x="102" y="858"/>
                  </a:lnTo>
                  <a:lnTo>
                    <a:pt x="102" y="852"/>
                  </a:lnTo>
                  <a:lnTo>
                    <a:pt x="108" y="852"/>
                  </a:lnTo>
                  <a:lnTo>
                    <a:pt x="108" y="846"/>
                  </a:lnTo>
                  <a:lnTo>
                    <a:pt x="108" y="846"/>
                  </a:lnTo>
                  <a:lnTo>
                    <a:pt x="108" y="840"/>
                  </a:lnTo>
                  <a:lnTo>
                    <a:pt x="114" y="840"/>
                  </a:lnTo>
                  <a:lnTo>
                    <a:pt x="114" y="840"/>
                  </a:lnTo>
                  <a:lnTo>
                    <a:pt x="114" y="834"/>
                  </a:lnTo>
                  <a:lnTo>
                    <a:pt x="114" y="834"/>
                  </a:lnTo>
                  <a:lnTo>
                    <a:pt x="114" y="828"/>
                  </a:lnTo>
                  <a:lnTo>
                    <a:pt x="120" y="828"/>
                  </a:lnTo>
                  <a:lnTo>
                    <a:pt x="120" y="822"/>
                  </a:lnTo>
                  <a:lnTo>
                    <a:pt x="120" y="822"/>
                  </a:lnTo>
                  <a:lnTo>
                    <a:pt x="120" y="822"/>
                  </a:lnTo>
                  <a:lnTo>
                    <a:pt x="126" y="816"/>
                  </a:lnTo>
                  <a:lnTo>
                    <a:pt x="126" y="816"/>
                  </a:lnTo>
                  <a:lnTo>
                    <a:pt x="126" y="810"/>
                  </a:lnTo>
                  <a:lnTo>
                    <a:pt x="126" y="810"/>
                  </a:lnTo>
                  <a:lnTo>
                    <a:pt x="132" y="804"/>
                  </a:lnTo>
                  <a:lnTo>
                    <a:pt x="132" y="804"/>
                  </a:lnTo>
                  <a:lnTo>
                    <a:pt x="132" y="798"/>
                  </a:lnTo>
                  <a:lnTo>
                    <a:pt x="132" y="798"/>
                  </a:lnTo>
                  <a:lnTo>
                    <a:pt x="138" y="792"/>
                  </a:lnTo>
                  <a:lnTo>
                    <a:pt x="138" y="792"/>
                  </a:lnTo>
                  <a:lnTo>
                    <a:pt x="138" y="786"/>
                  </a:lnTo>
                  <a:lnTo>
                    <a:pt x="138" y="786"/>
                  </a:lnTo>
                  <a:lnTo>
                    <a:pt x="138" y="780"/>
                  </a:lnTo>
                  <a:lnTo>
                    <a:pt x="144" y="780"/>
                  </a:lnTo>
                  <a:lnTo>
                    <a:pt x="144" y="774"/>
                  </a:lnTo>
                  <a:lnTo>
                    <a:pt x="144" y="774"/>
                  </a:lnTo>
                  <a:lnTo>
                    <a:pt x="144" y="768"/>
                  </a:lnTo>
                  <a:lnTo>
                    <a:pt x="150" y="768"/>
                  </a:lnTo>
                  <a:lnTo>
                    <a:pt x="150" y="762"/>
                  </a:lnTo>
                  <a:lnTo>
                    <a:pt x="150" y="762"/>
                  </a:lnTo>
                  <a:lnTo>
                    <a:pt x="150" y="756"/>
                  </a:lnTo>
                  <a:lnTo>
                    <a:pt x="156" y="756"/>
                  </a:lnTo>
                  <a:lnTo>
                    <a:pt x="156" y="750"/>
                  </a:lnTo>
                  <a:lnTo>
                    <a:pt x="156" y="750"/>
                  </a:lnTo>
                  <a:lnTo>
                    <a:pt x="156" y="744"/>
                  </a:lnTo>
                  <a:lnTo>
                    <a:pt x="162" y="738"/>
                  </a:lnTo>
                  <a:lnTo>
                    <a:pt x="162" y="738"/>
                  </a:lnTo>
                  <a:lnTo>
                    <a:pt x="162" y="732"/>
                  </a:lnTo>
                  <a:lnTo>
                    <a:pt x="162" y="732"/>
                  </a:lnTo>
                  <a:lnTo>
                    <a:pt x="162" y="726"/>
                  </a:lnTo>
                  <a:lnTo>
                    <a:pt x="168" y="726"/>
                  </a:lnTo>
                  <a:lnTo>
                    <a:pt x="168" y="720"/>
                  </a:lnTo>
                  <a:lnTo>
                    <a:pt x="168" y="720"/>
                  </a:lnTo>
                  <a:lnTo>
                    <a:pt x="168" y="714"/>
                  </a:lnTo>
                  <a:lnTo>
                    <a:pt x="174" y="708"/>
                  </a:lnTo>
                  <a:lnTo>
                    <a:pt x="174" y="708"/>
                  </a:lnTo>
                  <a:lnTo>
                    <a:pt x="174" y="702"/>
                  </a:lnTo>
                  <a:lnTo>
                    <a:pt x="174" y="702"/>
                  </a:lnTo>
                  <a:lnTo>
                    <a:pt x="180" y="696"/>
                  </a:lnTo>
                  <a:lnTo>
                    <a:pt x="180" y="690"/>
                  </a:lnTo>
                  <a:lnTo>
                    <a:pt x="180" y="690"/>
                  </a:lnTo>
                  <a:lnTo>
                    <a:pt x="180" y="684"/>
                  </a:lnTo>
                  <a:lnTo>
                    <a:pt x="186" y="678"/>
                  </a:lnTo>
                  <a:lnTo>
                    <a:pt x="186" y="678"/>
                  </a:lnTo>
                  <a:lnTo>
                    <a:pt x="186" y="672"/>
                  </a:lnTo>
                  <a:lnTo>
                    <a:pt x="186" y="672"/>
                  </a:lnTo>
                  <a:lnTo>
                    <a:pt x="186" y="666"/>
                  </a:lnTo>
                  <a:lnTo>
                    <a:pt x="192" y="660"/>
                  </a:lnTo>
                  <a:lnTo>
                    <a:pt x="192" y="660"/>
                  </a:lnTo>
                  <a:lnTo>
                    <a:pt x="192" y="654"/>
                  </a:lnTo>
                  <a:lnTo>
                    <a:pt x="192" y="648"/>
                  </a:lnTo>
                  <a:lnTo>
                    <a:pt x="198" y="648"/>
                  </a:lnTo>
                  <a:lnTo>
                    <a:pt x="198" y="642"/>
                  </a:lnTo>
                  <a:lnTo>
                    <a:pt x="198" y="636"/>
                  </a:lnTo>
                  <a:lnTo>
                    <a:pt x="198" y="636"/>
                  </a:lnTo>
                  <a:lnTo>
                    <a:pt x="204" y="630"/>
                  </a:lnTo>
                  <a:lnTo>
                    <a:pt x="204" y="624"/>
                  </a:lnTo>
                  <a:lnTo>
                    <a:pt x="204" y="618"/>
                  </a:lnTo>
                  <a:lnTo>
                    <a:pt x="204" y="618"/>
                  </a:lnTo>
                  <a:lnTo>
                    <a:pt x="210" y="612"/>
                  </a:lnTo>
                  <a:lnTo>
                    <a:pt x="210" y="606"/>
                  </a:lnTo>
                  <a:lnTo>
                    <a:pt x="210" y="606"/>
                  </a:lnTo>
                  <a:lnTo>
                    <a:pt x="210" y="600"/>
                  </a:lnTo>
                  <a:lnTo>
                    <a:pt x="210" y="594"/>
                  </a:lnTo>
                  <a:lnTo>
                    <a:pt x="216" y="588"/>
                  </a:lnTo>
                  <a:lnTo>
                    <a:pt x="216" y="588"/>
                  </a:lnTo>
                  <a:lnTo>
                    <a:pt x="216" y="582"/>
                  </a:lnTo>
                  <a:lnTo>
                    <a:pt x="216" y="576"/>
                  </a:lnTo>
                  <a:lnTo>
                    <a:pt x="222" y="570"/>
                  </a:lnTo>
                  <a:lnTo>
                    <a:pt x="222" y="564"/>
                  </a:lnTo>
                  <a:lnTo>
                    <a:pt x="222" y="564"/>
                  </a:lnTo>
                  <a:lnTo>
                    <a:pt x="222" y="558"/>
                  </a:lnTo>
                  <a:lnTo>
                    <a:pt x="228" y="552"/>
                  </a:lnTo>
                  <a:lnTo>
                    <a:pt x="228" y="546"/>
                  </a:lnTo>
                  <a:lnTo>
                    <a:pt x="228" y="546"/>
                  </a:lnTo>
                  <a:lnTo>
                    <a:pt x="228" y="540"/>
                  </a:lnTo>
                  <a:lnTo>
                    <a:pt x="234" y="534"/>
                  </a:lnTo>
                  <a:lnTo>
                    <a:pt x="234" y="528"/>
                  </a:lnTo>
                  <a:lnTo>
                    <a:pt x="234" y="522"/>
                  </a:lnTo>
                  <a:lnTo>
                    <a:pt x="234" y="516"/>
                  </a:lnTo>
                  <a:lnTo>
                    <a:pt x="234" y="516"/>
                  </a:lnTo>
                  <a:lnTo>
                    <a:pt x="240" y="510"/>
                  </a:lnTo>
                  <a:lnTo>
                    <a:pt x="240" y="504"/>
                  </a:lnTo>
                  <a:lnTo>
                    <a:pt x="240" y="498"/>
                  </a:lnTo>
                  <a:lnTo>
                    <a:pt x="240" y="492"/>
                  </a:lnTo>
                  <a:lnTo>
                    <a:pt x="246" y="486"/>
                  </a:lnTo>
                  <a:lnTo>
                    <a:pt x="246" y="480"/>
                  </a:lnTo>
                  <a:lnTo>
                    <a:pt x="246" y="474"/>
                  </a:lnTo>
                  <a:lnTo>
                    <a:pt x="246" y="474"/>
                  </a:lnTo>
                  <a:lnTo>
                    <a:pt x="252" y="468"/>
                  </a:lnTo>
                  <a:lnTo>
                    <a:pt x="252" y="462"/>
                  </a:lnTo>
                  <a:lnTo>
                    <a:pt x="252" y="456"/>
                  </a:lnTo>
                  <a:lnTo>
                    <a:pt x="252" y="450"/>
                  </a:lnTo>
                  <a:lnTo>
                    <a:pt x="258" y="444"/>
                  </a:lnTo>
                  <a:lnTo>
                    <a:pt x="258" y="438"/>
                  </a:lnTo>
                  <a:lnTo>
                    <a:pt x="258" y="432"/>
                  </a:lnTo>
                  <a:lnTo>
                    <a:pt x="258" y="426"/>
                  </a:lnTo>
                  <a:lnTo>
                    <a:pt x="258" y="420"/>
                  </a:lnTo>
                  <a:lnTo>
                    <a:pt x="264" y="414"/>
                  </a:lnTo>
                  <a:lnTo>
                    <a:pt x="264" y="408"/>
                  </a:lnTo>
                  <a:lnTo>
                    <a:pt x="264" y="402"/>
                  </a:lnTo>
                  <a:lnTo>
                    <a:pt x="264" y="396"/>
                  </a:lnTo>
                  <a:lnTo>
                    <a:pt x="270" y="390"/>
                  </a:lnTo>
                  <a:lnTo>
                    <a:pt x="270" y="384"/>
                  </a:lnTo>
                  <a:lnTo>
                    <a:pt x="270" y="378"/>
                  </a:lnTo>
                  <a:lnTo>
                    <a:pt x="270" y="372"/>
                  </a:lnTo>
                  <a:lnTo>
                    <a:pt x="276" y="366"/>
                  </a:lnTo>
                  <a:lnTo>
                    <a:pt x="276" y="360"/>
                  </a:lnTo>
                  <a:lnTo>
                    <a:pt x="276" y="354"/>
                  </a:lnTo>
                  <a:lnTo>
                    <a:pt x="276" y="348"/>
                  </a:lnTo>
                  <a:lnTo>
                    <a:pt x="282" y="342"/>
                  </a:lnTo>
                  <a:lnTo>
                    <a:pt x="282" y="336"/>
                  </a:lnTo>
                  <a:lnTo>
                    <a:pt x="282" y="330"/>
                  </a:lnTo>
                  <a:lnTo>
                    <a:pt x="282" y="324"/>
                  </a:lnTo>
                  <a:lnTo>
                    <a:pt x="282" y="312"/>
                  </a:lnTo>
                  <a:lnTo>
                    <a:pt x="288" y="306"/>
                  </a:lnTo>
                  <a:lnTo>
                    <a:pt x="288" y="300"/>
                  </a:lnTo>
                  <a:lnTo>
                    <a:pt x="288" y="294"/>
                  </a:lnTo>
                  <a:lnTo>
                    <a:pt x="288" y="288"/>
                  </a:lnTo>
                  <a:lnTo>
                    <a:pt x="294" y="282"/>
                  </a:lnTo>
                  <a:lnTo>
                    <a:pt x="294" y="276"/>
                  </a:lnTo>
                  <a:lnTo>
                    <a:pt x="294" y="264"/>
                  </a:lnTo>
                  <a:lnTo>
                    <a:pt x="294" y="258"/>
                  </a:lnTo>
                  <a:lnTo>
                    <a:pt x="300" y="252"/>
                  </a:lnTo>
                  <a:lnTo>
                    <a:pt x="300" y="246"/>
                  </a:lnTo>
                  <a:lnTo>
                    <a:pt x="300" y="240"/>
                  </a:lnTo>
                  <a:lnTo>
                    <a:pt x="300" y="228"/>
                  </a:lnTo>
                  <a:lnTo>
                    <a:pt x="306" y="222"/>
                  </a:lnTo>
                  <a:lnTo>
                    <a:pt x="306" y="216"/>
                  </a:lnTo>
                  <a:lnTo>
                    <a:pt x="306" y="210"/>
                  </a:lnTo>
                  <a:lnTo>
                    <a:pt x="306" y="198"/>
                  </a:lnTo>
                  <a:lnTo>
                    <a:pt x="306" y="192"/>
                  </a:lnTo>
                  <a:lnTo>
                    <a:pt x="312" y="186"/>
                  </a:lnTo>
                  <a:lnTo>
                    <a:pt x="312" y="180"/>
                  </a:lnTo>
                  <a:lnTo>
                    <a:pt x="312" y="168"/>
                  </a:lnTo>
                  <a:lnTo>
                    <a:pt x="312" y="162"/>
                  </a:lnTo>
                  <a:lnTo>
                    <a:pt x="318" y="156"/>
                  </a:lnTo>
                  <a:lnTo>
                    <a:pt x="318" y="144"/>
                  </a:lnTo>
                  <a:lnTo>
                    <a:pt x="318" y="138"/>
                  </a:lnTo>
                  <a:lnTo>
                    <a:pt x="318" y="132"/>
                  </a:lnTo>
                  <a:lnTo>
                    <a:pt x="324" y="120"/>
                  </a:lnTo>
                  <a:lnTo>
                    <a:pt x="324" y="114"/>
                  </a:lnTo>
                  <a:lnTo>
                    <a:pt x="324" y="108"/>
                  </a:lnTo>
                  <a:lnTo>
                    <a:pt x="324" y="96"/>
                  </a:lnTo>
                  <a:lnTo>
                    <a:pt x="330" y="90"/>
                  </a:lnTo>
                  <a:lnTo>
                    <a:pt x="330" y="78"/>
                  </a:lnTo>
                  <a:lnTo>
                    <a:pt x="330" y="72"/>
                  </a:lnTo>
                  <a:lnTo>
                    <a:pt x="330" y="66"/>
                  </a:lnTo>
                  <a:lnTo>
                    <a:pt x="330" y="54"/>
                  </a:lnTo>
                  <a:lnTo>
                    <a:pt x="336" y="48"/>
                  </a:lnTo>
                  <a:lnTo>
                    <a:pt x="336" y="36"/>
                  </a:lnTo>
                  <a:lnTo>
                    <a:pt x="336" y="30"/>
                  </a:lnTo>
                  <a:lnTo>
                    <a:pt x="336" y="18"/>
                  </a:lnTo>
                  <a:lnTo>
                    <a:pt x="342" y="12"/>
                  </a:lnTo>
                  <a:lnTo>
                    <a:pt x="3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9">
              <a:extLst>
                <a:ext uri="{FF2B5EF4-FFF2-40B4-BE49-F238E27FC236}">
                  <a16:creationId xmlns:a16="http://schemas.microsoft.com/office/drawing/2014/main" id="{B0C51041-BB2F-4A58-A04E-39F7582BB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348" y="3296866"/>
              <a:ext cx="457200" cy="128587"/>
            </a:xfrm>
            <a:custGeom>
              <a:avLst/>
              <a:gdLst>
                <a:gd name="T0" fmla="*/ 6 w 360"/>
                <a:gd name="T1" fmla="*/ 102 h 102"/>
                <a:gd name="T2" fmla="*/ 12 w 360"/>
                <a:gd name="T3" fmla="*/ 102 h 102"/>
                <a:gd name="T4" fmla="*/ 18 w 360"/>
                <a:gd name="T5" fmla="*/ 102 h 102"/>
                <a:gd name="T6" fmla="*/ 24 w 360"/>
                <a:gd name="T7" fmla="*/ 102 h 102"/>
                <a:gd name="T8" fmla="*/ 36 w 360"/>
                <a:gd name="T9" fmla="*/ 102 h 102"/>
                <a:gd name="T10" fmla="*/ 42 w 360"/>
                <a:gd name="T11" fmla="*/ 102 h 102"/>
                <a:gd name="T12" fmla="*/ 48 w 360"/>
                <a:gd name="T13" fmla="*/ 102 h 102"/>
                <a:gd name="T14" fmla="*/ 54 w 360"/>
                <a:gd name="T15" fmla="*/ 96 h 102"/>
                <a:gd name="T16" fmla="*/ 60 w 360"/>
                <a:gd name="T17" fmla="*/ 96 h 102"/>
                <a:gd name="T18" fmla="*/ 66 w 360"/>
                <a:gd name="T19" fmla="*/ 96 h 102"/>
                <a:gd name="T20" fmla="*/ 78 w 360"/>
                <a:gd name="T21" fmla="*/ 96 h 102"/>
                <a:gd name="T22" fmla="*/ 84 w 360"/>
                <a:gd name="T23" fmla="*/ 96 h 102"/>
                <a:gd name="T24" fmla="*/ 90 w 360"/>
                <a:gd name="T25" fmla="*/ 96 h 102"/>
                <a:gd name="T26" fmla="*/ 96 w 360"/>
                <a:gd name="T27" fmla="*/ 90 h 102"/>
                <a:gd name="T28" fmla="*/ 102 w 360"/>
                <a:gd name="T29" fmla="*/ 90 h 102"/>
                <a:gd name="T30" fmla="*/ 108 w 360"/>
                <a:gd name="T31" fmla="*/ 90 h 102"/>
                <a:gd name="T32" fmla="*/ 120 w 360"/>
                <a:gd name="T33" fmla="*/ 90 h 102"/>
                <a:gd name="T34" fmla="*/ 126 w 360"/>
                <a:gd name="T35" fmla="*/ 90 h 102"/>
                <a:gd name="T36" fmla="*/ 132 w 360"/>
                <a:gd name="T37" fmla="*/ 84 h 102"/>
                <a:gd name="T38" fmla="*/ 138 w 360"/>
                <a:gd name="T39" fmla="*/ 84 h 102"/>
                <a:gd name="T40" fmla="*/ 144 w 360"/>
                <a:gd name="T41" fmla="*/ 84 h 102"/>
                <a:gd name="T42" fmla="*/ 156 w 360"/>
                <a:gd name="T43" fmla="*/ 84 h 102"/>
                <a:gd name="T44" fmla="*/ 162 w 360"/>
                <a:gd name="T45" fmla="*/ 78 h 102"/>
                <a:gd name="T46" fmla="*/ 168 w 360"/>
                <a:gd name="T47" fmla="*/ 78 h 102"/>
                <a:gd name="T48" fmla="*/ 174 w 360"/>
                <a:gd name="T49" fmla="*/ 78 h 102"/>
                <a:gd name="T50" fmla="*/ 180 w 360"/>
                <a:gd name="T51" fmla="*/ 78 h 102"/>
                <a:gd name="T52" fmla="*/ 186 w 360"/>
                <a:gd name="T53" fmla="*/ 72 h 102"/>
                <a:gd name="T54" fmla="*/ 198 w 360"/>
                <a:gd name="T55" fmla="*/ 72 h 102"/>
                <a:gd name="T56" fmla="*/ 204 w 360"/>
                <a:gd name="T57" fmla="*/ 72 h 102"/>
                <a:gd name="T58" fmla="*/ 210 w 360"/>
                <a:gd name="T59" fmla="*/ 66 h 102"/>
                <a:gd name="T60" fmla="*/ 216 w 360"/>
                <a:gd name="T61" fmla="*/ 66 h 102"/>
                <a:gd name="T62" fmla="*/ 222 w 360"/>
                <a:gd name="T63" fmla="*/ 66 h 102"/>
                <a:gd name="T64" fmla="*/ 228 w 360"/>
                <a:gd name="T65" fmla="*/ 60 h 102"/>
                <a:gd name="T66" fmla="*/ 240 w 360"/>
                <a:gd name="T67" fmla="*/ 60 h 102"/>
                <a:gd name="T68" fmla="*/ 246 w 360"/>
                <a:gd name="T69" fmla="*/ 54 h 102"/>
                <a:gd name="T70" fmla="*/ 252 w 360"/>
                <a:gd name="T71" fmla="*/ 54 h 102"/>
                <a:gd name="T72" fmla="*/ 258 w 360"/>
                <a:gd name="T73" fmla="*/ 48 h 102"/>
                <a:gd name="T74" fmla="*/ 264 w 360"/>
                <a:gd name="T75" fmla="*/ 48 h 102"/>
                <a:gd name="T76" fmla="*/ 276 w 360"/>
                <a:gd name="T77" fmla="*/ 42 h 102"/>
                <a:gd name="T78" fmla="*/ 282 w 360"/>
                <a:gd name="T79" fmla="*/ 42 h 102"/>
                <a:gd name="T80" fmla="*/ 288 w 360"/>
                <a:gd name="T81" fmla="*/ 36 h 102"/>
                <a:gd name="T82" fmla="*/ 294 w 360"/>
                <a:gd name="T83" fmla="*/ 36 h 102"/>
                <a:gd name="T84" fmla="*/ 300 w 360"/>
                <a:gd name="T85" fmla="*/ 30 h 102"/>
                <a:gd name="T86" fmla="*/ 306 w 360"/>
                <a:gd name="T87" fmla="*/ 30 h 102"/>
                <a:gd name="T88" fmla="*/ 318 w 360"/>
                <a:gd name="T89" fmla="*/ 24 h 102"/>
                <a:gd name="T90" fmla="*/ 324 w 360"/>
                <a:gd name="T91" fmla="*/ 18 h 102"/>
                <a:gd name="T92" fmla="*/ 330 w 360"/>
                <a:gd name="T93" fmla="*/ 18 h 102"/>
                <a:gd name="T94" fmla="*/ 336 w 360"/>
                <a:gd name="T95" fmla="*/ 12 h 102"/>
                <a:gd name="T96" fmla="*/ 342 w 360"/>
                <a:gd name="T97" fmla="*/ 6 h 102"/>
                <a:gd name="T98" fmla="*/ 348 w 360"/>
                <a:gd name="T99" fmla="*/ 6 h 102"/>
                <a:gd name="T100" fmla="*/ 360 w 360"/>
                <a:gd name="T10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102">
                  <a:moveTo>
                    <a:pt x="0" y="102"/>
                  </a:moveTo>
                  <a:lnTo>
                    <a:pt x="0" y="102"/>
                  </a:lnTo>
                  <a:lnTo>
                    <a:pt x="0" y="102"/>
                  </a:lnTo>
                  <a:lnTo>
                    <a:pt x="6" y="102"/>
                  </a:lnTo>
                  <a:lnTo>
                    <a:pt x="6" y="102"/>
                  </a:lnTo>
                  <a:lnTo>
                    <a:pt x="6" y="102"/>
                  </a:lnTo>
                  <a:lnTo>
                    <a:pt x="6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18" y="102"/>
                  </a:lnTo>
                  <a:lnTo>
                    <a:pt x="24" y="102"/>
                  </a:lnTo>
                  <a:lnTo>
                    <a:pt x="24" y="102"/>
                  </a:lnTo>
                  <a:lnTo>
                    <a:pt x="24" y="102"/>
                  </a:lnTo>
                  <a:lnTo>
                    <a:pt x="24" y="102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8" y="102"/>
                  </a:lnTo>
                  <a:lnTo>
                    <a:pt x="48" y="102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4" y="96"/>
                  </a:lnTo>
                  <a:lnTo>
                    <a:pt x="54" y="96"/>
                  </a:lnTo>
                  <a:lnTo>
                    <a:pt x="54" y="96"/>
                  </a:lnTo>
                  <a:lnTo>
                    <a:pt x="54" y="96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78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6" y="90"/>
                  </a:lnTo>
                  <a:lnTo>
                    <a:pt x="96" y="90"/>
                  </a:lnTo>
                  <a:lnTo>
                    <a:pt x="96" y="90"/>
                  </a:lnTo>
                  <a:lnTo>
                    <a:pt x="96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2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08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0" y="90"/>
                  </a:lnTo>
                  <a:lnTo>
                    <a:pt x="126" y="90"/>
                  </a:lnTo>
                  <a:lnTo>
                    <a:pt x="126" y="90"/>
                  </a:lnTo>
                  <a:lnTo>
                    <a:pt x="126" y="90"/>
                  </a:lnTo>
                  <a:lnTo>
                    <a:pt x="126" y="90"/>
                  </a:lnTo>
                  <a:lnTo>
                    <a:pt x="132" y="84"/>
                  </a:lnTo>
                  <a:lnTo>
                    <a:pt x="132" y="84"/>
                  </a:lnTo>
                  <a:lnTo>
                    <a:pt x="132" y="84"/>
                  </a:lnTo>
                  <a:lnTo>
                    <a:pt x="132" y="84"/>
                  </a:lnTo>
                  <a:lnTo>
                    <a:pt x="132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78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2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204" y="72"/>
                  </a:lnTo>
                  <a:lnTo>
                    <a:pt x="204" y="72"/>
                  </a:lnTo>
                  <a:lnTo>
                    <a:pt x="204" y="72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22" y="66"/>
                  </a:lnTo>
                  <a:lnTo>
                    <a:pt x="222" y="66"/>
                  </a:lnTo>
                  <a:lnTo>
                    <a:pt x="222" y="66"/>
                  </a:lnTo>
                  <a:lnTo>
                    <a:pt x="222" y="66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40" y="60"/>
                  </a:lnTo>
                  <a:lnTo>
                    <a:pt x="240" y="60"/>
                  </a:lnTo>
                  <a:lnTo>
                    <a:pt x="240" y="60"/>
                  </a:lnTo>
                  <a:lnTo>
                    <a:pt x="240" y="60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8" y="54"/>
                  </a:lnTo>
                  <a:lnTo>
                    <a:pt x="258" y="54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88" y="36"/>
                  </a:lnTo>
                  <a:lnTo>
                    <a:pt x="288" y="36"/>
                  </a:lnTo>
                  <a:lnTo>
                    <a:pt x="288" y="36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0" y="36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12" y="30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8" y="24"/>
                  </a:lnTo>
                  <a:lnTo>
                    <a:pt x="318" y="24"/>
                  </a:lnTo>
                  <a:lnTo>
                    <a:pt x="318" y="24"/>
                  </a:lnTo>
                  <a:lnTo>
                    <a:pt x="318" y="24"/>
                  </a:lnTo>
                  <a:lnTo>
                    <a:pt x="324" y="24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42" y="12"/>
                  </a:lnTo>
                  <a:lnTo>
                    <a:pt x="342" y="12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90">
              <a:extLst>
                <a:ext uri="{FF2B5EF4-FFF2-40B4-BE49-F238E27FC236}">
                  <a16:creationId xmlns:a16="http://schemas.microsoft.com/office/drawing/2014/main" id="{6CE81700-C416-43AB-AC2D-DF57FED28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7548" y="2252291"/>
              <a:ext cx="458788" cy="1044575"/>
            </a:xfrm>
            <a:custGeom>
              <a:avLst/>
              <a:gdLst>
                <a:gd name="T0" fmla="*/ 6 w 360"/>
                <a:gd name="T1" fmla="*/ 816 h 822"/>
                <a:gd name="T2" fmla="*/ 12 w 360"/>
                <a:gd name="T3" fmla="*/ 810 h 822"/>
                <a:gd name="T4" fmla="*/ 18 w 360"/>
                <a:gd name="T5" fmla="*/ 804 h 822"/>
                <a:gd name="T6" fmla="*/ 24 w 360"/>
                <a:gd name="T7" fmla="*/ 798 h 822"/>
                <a:gd name="T8" fmla="*/ 30 w 360"/>
                <a:gd name="T9" fmla="*/ 792 h 822"/>
                <a:gd name="T10" fmla="*/ 42 w 360"/>
                <a:gd name="T11" fmla="*/ 786 h 822"/>
                <a:gd name="T12" fmla="*/ 48 w 360"/>
                <a:gd name="T13" fmla="*/ 780 h 822"/>
                <a:gd name="T14" fmla="*/ 54 w 360"/>
                <a:gd name="T15" fmla="*/ 774 h 822"/>
                <a:gd name="T16" fmla="*/ 60 w 360"/>
                <a:gd name="T17" fmla="*/ 768 h 822"/>
                <a:gd name="T18" fmla="*/ 66 w 360"/>
                <a:gd name="T19" fmla="*/ 762 h 822"/>
                <a:gd name="T20" fmla="*/ 78 w 360"/>
                <a:gd name="T21" fmla="*/ 756 h 822"/>
                <a:gd name="T22" fmla="*/ 84 w 360"/>
                <a:gd name="T23" fmla="*/ 744 h 822"/>
                <a:gd name="T24" fmla="*/ 90 w 360"/>
                <a:gd name="T25" fmla="*/ 738 h 822"/>
                <a:gd name="T26" fmla="*/ 96 w 360"/>
                <a:gd name="T27" fmla="*/ 732 h 822"/>
                <a:gd name="T28" fmla="*/ 102 w 360"/>
                <a:gd name="T29" fmla="*/ 720 h 822"/>
                <a:gd name="T30" fmla="*/ 108 w 360"/>
                <a:gd name="T31" fmla="*/ 714 h 822"/>
                <a:gd name="T32" fmla="*/ 120 w 360"/>
                <a:gd name="T33" fmla="*/ 702 h 822"/>
                <a:gd name="T34" fmla="*/ 126 w 360"/>
                <a:gd name="T35" fmla="*/ 690 h 822"/>
                <a:gd name="T36" fmla="*/ 132 w 360"/>
                <a:gd name="T37" fmla="*/ 684 h 822"/>
                <a:gd name="T38" fmla="*/ 138 w 360"/>
                <a:gd name="T39" fmla="*/ 672 h 822"/>
                <a:gd name="T40" fmla="*/ 144 w 360"/>
                <a:gd name="T41" fmla="*/ 660 h 822"/>
                <a:gd name="T42" fmla="*/ 150 w 360"/>
                <a:gd name="T43" fmla="*/ 648 h 822"/>
                <a:gd name="T44" fmla="*/ 162 w 360"/>
                <a:gd name="T45" fmla="*/ 636 h 822"/>
                <a:gd name="T46" fmla="*/ 168 w 360"/>
                <a:gd name="T47" fmla="*/ 624 h 822"/>
                <a:gd name="T48" fmla="*/ 174 w 360"/>
                <a:gd name="T49" fmla="*/ 612 h 822"/>
                <a:gd name="T50" fmla="*/ 180 w 360"/>
                <a:gd name="T51" fmla="*/ 600 h 822"/>
                <a:gd name="T52" fmla="*/ 186 w 360"/>
                <a:gd name="T53" fmla="*/ 588 h 822"/>
                <a:gd name="T54" fmla="*/ 198 w 360"/>
                <a:gd name="T55" fmla="*/ 570 h 822"/>
                <a:gd name="T56" fmla="*/ 204 w 360"/>
                <a:gd name="T57" fmla="*/ 558 h 822"/>
                <a:gd name="T58" fmla="*/ 210 w 360"/>
                <a:gd name="T59" fmla="*/ 540 h 822"/>
                <a:gd name="T60" fmla="*/ 216 w 360"/>
                <a:gd name="T61" fmla="*/ 522 h 822"/>
                <a:gd name="T62" fmla="*/ 222 w 360"/>
                <a:gd name="T63" fmla="*/ 504 h 822"/>
                <a:gd name="T64" fmla="*/ 228 w 360"/>
                <a:gd name="T65" fmla="*/ 486 h 822"/>
                <a:gd name="T66" fmla="*/ 240 w 360"/>
                <a:gd name="T67" fmla="*/ 468 h 822"/>
                <a:gd name="T68" fmla="*/ 246 w 360"/>
                <a:gd name="T69" fmla="*/ 450 h 822"/>
                <a:gd name="T70" fmla="*/ 252 w 360"/>
                <a:gd name="T71" fmla="*/ 432 h 822"/>
                <a:gd name="T72" fmla="*/ 258 w 360"/>
                <a:gd name="T73" fmla="*/ 408 h 822"/>
                <a:gd name="T74" fmla="*/ 264 w 360"/>
                <a:gd name="T75" fmla="*/ 390 h 822"/>
                <a:gd name="T76" fmla="*/ 270 w 360"/>
                <a:gd name="T77" fmla="*/ 366 h 822"/>
                <a:gd name="T78" fmla="*/ 282 w 360"/>
                <a:gd name="T79" fmla="*/ 342 h 822"/>
                <a:gd name="T80" fmla="*/ 288 w 360"/>
                <a:gd name="T81" fmla="*/ 318 h 822"/>
                <a:gd name="T82" fmla="*/ 294 w 360"/>
                <a:gd name="T83" fmla="*/ 294 h 822"/>
                <a:gd name="T84" fmla="*/ 300 w 360"/>
                <a:gd name="T85" fmla="*/ 264 h 822"/>
                <a:gd name="T86" fmla="*/ 306 w 360"/>
                <a:gd name="T87" fmla="*/ 240 h 822"/>
                <a:gd name="T88" fmla="*/ 312 w 360"/>
                <a:gd name="T89" fmla="*/ 210 h 822"/>
                <a:gd name="T90" fmla="*/ 324 w 360"/>
                <a:gd name="T91" fmla="*/ 180 h 822"/>
                <a:gd name="T92" fmla="*/ 330 w 360"/>
                <a:gd name="T93" fmla="*/ 150 h 822"/>
                <a:gd name="T94" fmla="*/ 336 w 360"/>
                <a:gd name="T95" fmla="*/ 114 h 822"/>
                <a:gd name="T96" fmla="*/ 342 w 360"/>
                <a:gd name="T97" fmla="*/ 84 h 822"/>
                <a:gd name="T98" fmla="*/ 348 w 360"/>
                <a:gd name="T99" fmla="*/ 48 h 822"/>
                <a:gd name="T100" fmla="*/ 360 w 360"/>
                <a:gd name="T101" fmla="*/ 12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822">
                  <a:moveTo>
                    <a:pt x="0" y="822"/>
                  </a:moveTo>
                  <a:lnTo>
                    <a:pt x="0" y="816"/>
                  </a:lnTo>
                  <a:lnTo>
                    <a:pt x="0" y="816"/>
                  </a:lnTo>
                  <a:lnTo>
                    <a:pt x="6" y="816"/>
                  </a:lnTo>
                  <a:lnTo>
                    <a:pt x="6" y="816"/>
                  </a:lnTo>
                  <a:lnTo>
                    <a:pt x="6" y="816"/>
                  </a:lnTo>
                  <a:lnTo>
                    <a:pt x="6" y="816"/>
                  </a:lnTo>
                  <a:lnTo>
                    <a:pt x="6" y="810"/>
                  </a:lnTo>
                  <a:lnTo>
                    <a:pt x="12" y="810"/>
                  </a:lnTo>
                  <a:lnTo>
                    <a:pt x="12" y="810"/>
                  </a:lnTo>
                  <a:lnTo>
                    <a:pt x="12" y="810"/>
                  </a:lnTo>
                  <a:lnTo>
                    <a:pt x="12" y="810"/>
                  </a:lnTo>
                  <a:lnTo>
                    <a:pt x="18" y="810"/>
                  </a:lnTo>
                  <a:lnTo>
                    <a:pt x="18" y="804"/>
                  </a:lnTo>
                  <a:lnTo>
                    <a:pt x="18" y="804"/>
                  </a:lnTo>
                  <a:lnTo>
                    <a:pt x="18" y="804"/>
                  </a:lnTo>
                  <a:lnTo>
                    <a:pt x="24" y="804"/>
                  </a:lnTo>
                  <a:lnTo>
                    <a:pt x="24" y="804"/>
                  </a:lnTo>
                  <a:lnTo>
                    <a:pt x="24" y="798"/>
                  </a:lnTo>
                  <a:lnTo>
                    <a:pt x="24" y="798"/>
                  </a:lnTo>
                  <a:lnTo>
                    <a:pt x="30" y="798"/>
                  </a:lnTo>
                  <a:lnTo>
                    <a:pt x="30" y="798"/>
                  </a:lnTo>
                  <a:lnTo>
                    <a:pt x="30" y="798"/>
                  </a:lnTo>
                  <a:lnTo>
                    <a:pt x="30" y="798"/>
                  </a:lnTo>
                  <a:lnTo>
                    <a:pt x="30" y="792"/>
                  </a:lnTo>
                  <a:lnTo>
                    <a:pt x="36" y="792"/>
                  </a:lnTo>
                  <a:lnTo>
                    <a:pt x="36" y="792"/>
                  </a:lnTo>
                  <a:lnTo>
                    <a:pt x="36" y="792"/>
                  </a:lnTo>
                  <a:lnTo>
                    <a:pt x="36" y="792"/>
                  </a:lnTo>
                  <a:lnTo>
                    <a:pt x="42" y="786"/>
                  </a:lnTo>
                  <a:lnTo>
                    <a:pt x="42" y="786"/>
                  </a:lnTo>
                  <a:lnTo>
                    <a:pt x="42" y="786"/>
                  </a:lnTo>
                  <a:lnTo>
                    <a:pt x="42" y="786"/>
                  </a:lnTo>
                  <a:lnTo>
                    <a:pt x="48" y="780"/>
                  </a:lnTo>
                  <a:lnTo>
                    <a:pt x="48" y="780"/>
                  </a:lnTo>
                  <a:lnTo>
                    <a:pt x="48" y="780"/>
                  </a:lnTo>
                  <a:lnTo>
                    <a:pt x="48" y="780"/>
                  </a:lnTo>
                  <a:lnTo>
                    <a:pt x="54" y="780"/>
                  </a:lnTo>
                  <a:lnTo>
                    <a:pt x="54" y="774"/>
                  </a:lnTo>
                  <a:lnTo>
                    <a:pt x="54" y="774"/>
                  </a:lnTo>
                  <a:lnTo>
                    <a:pt x="54" y="774"/>
                  </a:lnTo>
                  <a:lnTo>
                    <a:pt x="54" y="774"/>
                  </a:lnTo>
                  <a:lnTo>
                    <a:pt x="60" y="774"/>
                  </a:lnTo>
                  <a:lnTo>
                    <a:pt x="60" y="768"/>
                  </a:lnTo>
                  <a:lnTo>
                    <a:pt x="60" y="768"/>
                  </a:lnTo>
                  <a:lnTo>
                    <a:pt x="60" y="768"/>
                  </a:lnTo>
                  <a:lnTo>
                    <a:pt x="66" y="768"/>
                  </a:lnTo>
                  <a:lnTo>
                    <a:pt x="66" y="762"/>
                  </a:lnTo>
                  <a:lnTo>
                    <a:pt x="66" y="762"/>
                  </a:lnTo>
                  <a:lnTo>
                    <a:pt x="66" y="762"/>
                  </a:lnTo>
                  <a:lnTo>
                    <a:pt x="72" y="762"/>
                  </a:lnTo>
                  <a:lnTo>
                    <a:pt x="72" y="756"/>
                  </a:lnTo>
                  <a:lnTo>
                    <a:pt x="72" y="756"/>
                  </a:lnTo>
                  <a:lnTo>
                    <a:pt x="72" y="756"/>
                  </a:lnTo>
                  <a:lnTo>
                    <a:pt x="78" y="756"/>
                  </a:lnTo>
                  <a:lnTo>
                    <a:pt x="78" y="750"/>
                  </a:lnTo>
                  <a:lnTo>
                    <a:pt x="78" y="750"/>
                  </a:lnTo>
                  <a:lnTo>
                    <a:pt x="78" y="750"/>
                  </a:lnTo>
                  <a:lnTo>
                    <a:pt x="78" y="750"/>
                  </a:lnTo>
                  <a:lnTo>
                    <a:pt x="84" y="744"/>
                  </a:lnTo>
                  <a:lnTo>
                    <a:pt x="84" y="744"/>
                  </a:lnTo>
                  <a:lnTo>
                    <a:pt x="84" y="744"/>
                  </a:lnTo>
                  <a:lnTo>
                    <a:pt x="84" y="744"/>
                  </a:lnTo>
                  <a:lnTo>
                    <a:pt x="90" y="738"/>
                  </a:lnTo>
                  <a:lnTo>
                    <a:pt x="90" y="738"/>
                  </a:lnTo>
                  <a:lnTo>
                    <a:pt x="90" y="738"/>
                  </a:lnTo>
                  <a:lnTo>
                    <a:pt x="90" y="732"/>
                  </a:lnTo>
                  <a:lnTo>
                    <a:pt x="96" y="732"/>
                  </a:lnTo>
                  <a:lnTo>
                    <a:pt x="96" y="732"/>
                  </a:lnTo>
                  <a:lnTo>
                    <a:pt x="96" y="732"/>
                  </a:lnTo>
                  <a:lnTo>
                    <a:pt x="96" y="726"/>
                  </a:lnTo>
                  <a:lnTo>
                    <a:pt x="102" y="726"/>
                  </a:lnTo>
                  <a:lnTo>
                    <a:pt x="102" y="726"/>
                  </a:lnTo>
                  <a:lnTo>
                    <a:pt x="102" y="720"/>
                  </a:lnTo>
                  <a:lnTo>
                    <a:pt x="102" y="720"/>
                  </a:lnTo>
                  <a:lnTo>
                    <a:pt x="102" y="720"/>
                  </a:lnTo>
                  <a:lnTo>
                    <a:pt x="108" y="720"/>
                  </a:lnTo>
                  <a:lnTo>
                    <a:pt x="108" y="714"/>
                  </a:lnTo>
                  <a:lnTo>
                    <a:pt x="108" y="714"/>
                  </a:lnTo>
                  <a:lnTo>
                    <a:pt x="108" y="714"/>
                  </a:lnTo>
                  <a:lnTo>
                    <a:pt x="114" y="708"/>
                  </a:lnTo>
                  <a:lnTo>
                    <a:pt x="114" y="708"/>
                  </a:lnTo>
                  <a:lnTo>
                    <a:pt x="114" y="708"/>
                  </a:lnTo>
                  <a:lnTo>
                    <a:pt x="114" y="702"/>
                  </a:lnTo>
                  <a:lnTo>
                    <a:pt x="120" y="702"/>
                  </a:lnTo>
                  <a:lnTo>
                    <a:pt x="120" y="702"/>
                  </a:lnTo>
                  <a:lnTo>
                    <a:pt x="120" y="696"/>
                  </a:lnTo>
                  <a:lnTo>
                    <a:pt x="120" y="696"/>
                  </a:lnTo>
                  <a:lnTo>
                    <a:pt x="126" y="696"/>
                  </a:lnTo>
                  <a:lnTo>
                    <a:pt x="126" y="690"/>
                  </a:lnTo>
                  <a:lnTo>
                    <a:pt x="126" y="690"/>
                  </a:lnTo>
                  <a:lnTo>
                    <a:pt x="126" y="690"/>
                  </a:lnTo>
                  <a:lnTo>
                    <a:pt x="126" y="684"/>
                  </a:lnTo>
                  <a:lnTo>
                    <a:pt x="132" y="684"/>
                  </a:lnTo>
                  <a:lnTo>
                    <a:pt x="132" y="684"/>
                  </a:lnTo>
                  <a:lnTo>
                    <a:pt x="132" y="678"/>
                  </a:lnTo>
                  <a:lnTo>
                    <a:pt x="132" y="678"/>
                  </a:lnTo>
                  <a:lnTo>
                    <a:pt x="138" y="678"/>
                  </a:lnTo>
                  <a:lnTo>
                    <a:pt x="138" y="672"/>
                  </a:lnTo>
                  <a:lnTo>
                    <a:pt x="138" y="672"/>
                  </a:lnTo>
                  <a:lnTo>
                    <a:pt x="138" y="672"/>
                  </a:lnTo>
                  <a:lnTo>
                    <a:pt x="144" y="666"/>
                  </a:lnTo>
                  <a:lnTo>
                    <a:pt x="144" y="666"/>
                  </a:lnTo>
                  <a:lnTo>
                    <a:pt x="144" y="666"/>
                  </a:lnTo>
                  <a:lnTo>
                    <a:pt x="144" y="660"/>
                  </a:lnTo>
                  <a:lnTo>
                    <a:pt x="150" y="660"/>
                  </a:lnTo>
                  <a:lnTo>
                    <a:pt x="150" y="654"/>
                  </a:lnTo>
                  <a:lnTo>
                    <a:pt x="150" y="654"/>
                  </a:lnTo>
                  <a:lnTo>
                    <a:pt x="150" y="654"/>
                  </a:lnTo>
                  <a:lnTo>
                    <a:pt x="150" y="648"/>
                  </a:lnTo>
                  <a:lnTo>
                    <a:pt x="156" y="648"/>
                  </a:lnTo>
                  <a:lnTo>
                    <a:pt x="156" y="648"/>
                  </a:lnTo>
                  <a:lnTo>
                    <a:pt x="156" y="642"/>
                  </a:lnTo>
                  <a:lnTo>
                    <a:pt x="156" y="642"/>
                  </a:lnTo>
                  <a:lnTo>
                    <a:pt x="162" y="636"/>
                  </a:lnTo>
                  <a:lnTo>
                    <a:pt x="162" y="636"/>
                  </a:lnTo>
                  <a:lnTo>
                    <a:pt x="162" y="630"/>
                  </a:lnTo>
                  <a:lnTo>
                    <a:pt x="162" y="630"/>
                  </a:lnTo>
                  <a:lnTo>
                    <a:pt x="168" y="630"/>
                  </a:lnTo>
                  <a:lnTo>
                    <a:pt x="168" y="624"/>
                  </a:lnTo>
                  <a:lnTo>
                    <a:pt x="168" y="624"/>
                  </a:lnTo>
                  <a:lnTo>
                    <a:pt x="168" y="618"/>
                  </a:lnTo>
                  <a:lnTo>
                    <a:pt x="174" y="618"/>
                  </a:lnTo>
                  <a:lnTo>
                    <a:pt x="174" y="618"/>
                  </a:lnTo>
                  <a:lnTo>
                    <a:pt x="174" y="612"/>
                  </a:lnTo>
                  <a:lnTo>
                    <a:pt x="174" y="612"/>
                  </a:lnTo>
                  <a:lnTo>
                    <a:pt x="174" y="606"/>
                  </a:lnTo>
                  <a:lnTo>
                    <a:pt x="180" y="606"/>
                  </a:lnTo>
                  <a:lnTo>
                    <a:pt x="180" y="600"/>
                  </a:lnTo>
                  <a:lnTo>
                    <a:pt x="180" y="600"/>
                  </a:lnTo>
                  <a:lnTo>
                    <a:pt x="180" y="594"/>
                  </a:lnTo>
                  <a:lnTo>
                    <a:pt x="186" y="594"/>
                  </a:lnTo>
                  <a:lnTo>
                    <a:pt x="186" y="588"/>
                  </a:lnTo>
                  <a:lnTo>
                    <a:pt x="186" y="588"/>
                  </a:lnTo>
                  <a:lnTo>
                    <a:pt x="186" y="588"/>
                  </a:lnTo>
                  <a:lnTo>
                    <a:pt x="192" y="582"/>
                  </a:lnTo>
                  <a:lnTo>
                    <a:pt x="192" y="582"/>
                  </a:lnTo>
                  <a:lnTo>
                    <a:pt x="192" y="576"/>
                  </a:lnTo>
                  <a:lnTo>
                    <a:pt x="192" y="576"/>
                  </a:lnTo>
                  <a:lnTo>
                    <a:pt x="198" y="570"/>
                  </a:lnTo>
                  <a:lnTo>
                    <a:pt x="198" y="570"/>
                  </a:lnTo>
                  <a:lnTo>
                    <a:pt x="198" y="564"/>
                  </a:lnTo>
                  <a:lnTo>
                    <a:pt x="198" y="564"/>
                  </a:lnTo>
                  <a:lnTo>
                    <a:pt x="198" y="558"/>
                  </a:lnTo>
                  <a:lnTo>
                    <a:pt x="204" y="558"/>
                  </a:lnTo>
                  <a:lnTo>
                    <a:pt x="204" y="552"/>
                  </a:lnTo>
                  <a:lnTo>
                    <a:pt x="204" y="552"/>
                  </a:lnTo>
                  <a:lnTo>
                    <a:pt x="204" y="546"/>
                  </a:lnTo>
                  <a:lnTo>
                    <a:pt x="210" y="540"/>
                  </a:lnTo>
                  <a:lnTo>
                    <a:pt x="210" y="540"/>
                  </a:lnTo>
                  <a:lnTo>
                    <a:pt x="210" y="534"/>
                  </a:lnTo>
                  <a:lnTo>
                    <a:pt x="210" y="534"/>
                  </a:lnTo>
                  <a:lnTo>
                    <a:pt x="216" y="528"/>
                  </a:lnTo>
                  <a:lnTo>
                    <a:pt x="216" y="528"/>
                  </a:lnTo>
                  <a:lnTo>
                    <a:pt x="216" y="522"/>
                  </a:lnTo>
                  <a:lnTo>
                    <a:pt x="216" y="522"/>
                  </a:lnTo>
                  <a:lnTo>
                    <a:pt x="222" y="516"/>
                  </a:lnTo>
                  <a:lnTo>
                    <a:pt x="222" y="510"/>
                  </a:lnTo>
                  <a:lnTo>
                    <a:pt x="222" y="510"/>
                  </a:lnTo>
                  <a:lnTo>
                    <a:pt x="222" y="504"/>
                  </a:lnTo>
                  <a:lnTo>
                    <a:pt x="222" y="504"/>
                  </a:lnTo>
                  <a:lnTo>
                    <a:pt x="228" y="498"/>
                  </a:lnTo>
                  <a:lnTo>
                    <a:pt x="228" y="498"/>
                  </a:lnTo>
                  <a:lnTo>
                    <a:pt x="228" y="492"/>
                  </a:lnTo>
                  <a:lnTo>
                    <a:pt x="228" y="486"/>
                  </a:lnTo>
                  <a:lnTo>
                    <a:pt x="234" y="486"/>
                  </a:lnTo>
                  <a:lnTo>
                    <a:pt x="234" y="480"/>
                  </a:lnTo>
                  <a:lnTo>
                    <a:pt x="234" y="480"/>
                  </a:lnTo>
                  <a:lnTo>
                    <a:pt x="234" y="474"/>
                  </a:lnTo>
                  <a:lnTo>
                    <a:pt x="240" y="468"/>
                  </a:lnTo>
                  <a:lnTo>
                    <a:pt x="240" y="468"/>
                  </a:lnTo>
                  <a:lnTo>
                    <a:pt x="240" y="462"/>
                  </a:lnTo>
                  <a:lnTo>
                    <a:pt x="240" y="456"/>
                  </a:lnTo>
                  <a:lnTo>
                    <a:pt x="246" y="456"/>
                  </a:lnTo>
                  <a:lnTo>
                    <a:pt x="246" y="450"/>
                  </a:lnTo>
                  <a:lnTo>
                    <a:pt x="246" y="444"/>
                  </a:lnTo>
                  <a:lnTo>
                    <a:pt x="246" y="444"/>
                  </a:lnTo>
                  <a:lnTo>
                    <a:pt x="246" y="438"/>
                  </a:lnTo>
                  <a:lnTo>
                    <a:pt x="252" y="432"/>
                  </a:lnTo>
                  <a:lnTo>
                    <a:pt x="252" y="432"/>
                  </a:lnTo>
                  <a:lnTo>
                    <a:pt x="252" y="426"/>
                  </a:lnTo>
                  <a:lnTo>
                    <a:pt x="252" y="420"/>
                  </a:lnTo>
                  <a:lnTo>
                    <a:pt x="258" y="420"/>
                  </a:lnTo>
                  <a:lnTo>
                    <a:pt x="258" y="414"/>
                  </a:lnTo>
                  <a:lnTo>
                    <a:pt x="258" y="408"/>
                  </a:lnTo>
                  <a:lnTo>
                    <a:pt x="258" y="408"/>
                  </a:lnTo>
                  <a:lnTo>
                    <a:pt x="264" y="402"/>
                  </a:lnTo>
                  <a:lnTo>
                    <a:pt x="264" y="396"/>
                  </a:lnTo>
                  <a:lnTo>
                    <a:pt x="264" y="390"/>
                  </a:lnTo>
                  <a:lnTo>
                    <a:pt x="264" y="390"/>
                  </a:lnTo>
                  <a:lnTo>
                    <a:pt x="270" y="384"/>
                  </a:lnTo>
                  <a:lnTo>
                    <a:pt x="270" y="378"/>
                  </a:lnTo>
                  <a:lnTo>
                    <a:pt x="270" y="372"/>
                  </a:lnTo>
                  <a:lnTo>
                    <a:pt x="270" y="372"/>
                  </a:lnTo>
                  <a:lnTo>
                    <a:pt x="270" y="366"/>
                  </a:lnTo>
                  <a:lnTo>
                    <a:pt x="276" y="360"/>
                  </a:lnTo>
                  <a:lnTo>
                    <a:pt x="276" y="354"/>
                  </a:lnTo>
                  <a:lnTo>
                    <a:pt x="276" y="354"/>
                  </a:lnTo>
                  <a:lnTo>
                    <a:pt x="276" y="348"/>
                  </a:lnTo>
                  <a:lnTo>
                    <a:pt x="282" y="342"/>
                  </a:lnTo>
                  <a:lnTo>
                    <a:pt x="282" y="336"/>
                  </a:lnTo>
                  <a:lnTo>
                    <a:pt x="282" y="330"/>
                  </a:lnTo>
                  <a:lnTo>
                    <a:pt x="282" y="330"/>
                  </a:lnTo>
                  <a:lnTo>
                    <a:pt x="288" y="324"/>
                  </a:lnTo>
                  <a:lnTo>
                    <a:pt x="288" y="318"/>
                  </a:lnTo>
                  <a:lnTo>
                    <a:pt x="288" y="312"/>
                  </a:lnTo>
                  <a:lnTo>
                    <a:pt x="288" y="306"/>
                  </a:lnTo>
                  <a:lnTo>
                    <a:pt x="288" y="300"/>
                  </a:lnTo>
                  <a:lnTo>
                    <a:pt x="294" y="294"/>
                  </a:lnTo>
                  <a:lnTo>
                    <a:pt x="294" y="294"/>
                  </a:lnTo>
                  <a:lnTo>
                    <a:pt x="294" y="288"/>
                  </a:lnTo>
                  <a:lnTo>
                    <a:pt x="294" y="282"/>
                  </a:lnTo>
                  <a:lnTo>
                    <a:pt x="300" y="276"/>
                  </a:lnTo>
                  <a:lnTo>
                    <a:pt x="300" y="270"/>
                  </a:lnTo>
                  <a:lnTo>
                    <a:pt x="300" y="264"/>
                  </a:lnTo>
                  <a:lnTo>
                    <a:pt x="300" y="258"/>
                  </a:lnTo>
                  <a:lnTo>
                    <a:pt x="306" y="252"/>
                  </a:lnTo>
                  <a:lnTo>
                    <a:pt x="306" y="246"/>
                  </a:lnTo>
                  <a:lnTo>
                    <a:pt x="306" y="246"/>
                  </a:lnTo>
                  <a:lnTo>
                    <a:pt x="306" y="240"/>
                  </a:lnTo>
                  <a:lnTo>
                    <a:pt x="312" y="234"/>
                  </a:lnTo>
                  <a:lnTo>
                    <a:pt x="312" y="228"/>
                  </a:lnTo>
                  <a:lnTo>
                    <a:pt x="312" y="222"/>
                  </a:lnTo>
                  <a:lnTo>
                    <a:pt x="312" y="216"/>
                  </a:lnTo>
                  <a:lnTo>
                    <a:pt x="312" y="210"/>
                  </a:lnTo>
                  <a:lnTo>
                    <a:pt x="318" y="204"/>
                  </a:lnTo>
                  <a:lnTo>
                    <a:pt x="318" y="198"/>
                  </a:lnTo>
                  <a:lnTo>
                    <a:pt x="318" y="192"/>
                  </a:lnTo>
                  <a:lnTo>
                    <a:pt x="318" y="186"/>
                  </a:lnTo>
                  <a:lnTo>
                    <a:pt x="324" y="180"/>
                  </a:lnTo>
                  <a:lnTo>
                    <a:pt x="324" y="174"/>
                  </a:lnTo>
                  <a:lnTo>
                    <a:pt x="324" y="168"/>
                  </a:lnTo>
                  <a:lnTo>
                    <a:pt x="324" y="162"/>
                  </a:lnTo>
                  <a:lnTo>
                    <a:pt x="330" y="156"/>
                  </a:lnTo>
                  <a:lnTo>
                    <a:pt x="330" y="150"/>
                  </a:lnTo>
                  <a:lnTo>
                    <a:pt x="330" y="144"/>
                  </a:lnTo>
                  <a:lnTo>
                    <a:pt x="330" y="132"/>
                  </a:lnTo>
                  <a:lnTo>
                    <a:pt x="336" y="126"/>
                  </a:lnTo>
                  <a:lnTo>
                    <a:pt x="336" y="120"/>
                  </a:lnTo>
                  <a:lnTo>
                    <a:pt x="336" y="114"/>
                  </a:lnTo>
                  <a:lnTo>
                    <a:pt x="336" y="108"/>
                  </a:lnTo>
                  <a:lnTo>
                    <a:pt x="336" y="102"/>
                  </a:lnTo>
                  <a:lnTo>
                    <a:pt x="342" y="96"/>
                  </a:lnTo>
                  <a:lnTo>
                    <a:pt x="342" y="90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8" y="66"/>
                  </a:lnTo>
                  <a:lnTo>
                    <a:pt x="348" y="60"/>
                  </a:lnTo>
                  <a:lnTo>
                    <a:pt x="348" y="54"/>
                  </a:lnTo>
                  <a:lnTo>
                    <a:pt x="348" y="48"/>
                  </a:lnTo>
                  <a:lnTo>
                    <a:pt x="354" y="42"/>
                  </a:lnTo>
                  <a:lnTo>
                    <a:pt x="354" y="30"/>
                  </a:lnTo>
                  <a:lnTo>
                    <a:pt x="354" y="24"/>
                  </a:lnTo>
                  <a:lnTo>
                    <a:pt x="354" y="18"/>
                  </a:lnTo>
                  <a:lnTo>
                    <a:pt x="360" y="12"/>
                  </a:lnTo>
                  <a:lnTo>
                    <a:pt x="360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91">
              <a:extLst>
                <a:ext uri="{FF2B5EF4-FFF2-40B4-BE49-F238E27FC236}">
                  <a16:creationId xmlns:a16="http://schemas.microsoft.com/office/drawing/2014/main" id="{84511259-20D8-461C-A7FF-AC0E651B6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6336" y="1999878"/>
              <a:ext cx="38100" cy="252413"/>
            </a:xfrm>
            <a:custGeom>
              <a:avLst/>
              <a:gdLst>
                <a:gd name="T0" fmla="*/ 0 w 30"/>
                <a:gd name="T1" fmla="*/ 198 h 198"/>
                <a:gd name="T2" fmla="*/ 0 w 30"/>
                <a:gd name="T3" fmla="*/ 192 h 198"/>
                <a:gd name="T4" fmla="*/ 0 w 30"/>
                <a:gd name="T5" fmla="*/ 186 h 198"/>
                <a:gd name="T6" fmla="*/ 0 w 30"/>
                <a:gd name="T7" fmla="*/ 180 h 198"/>
                <a:gd name="T8" fmla="*/ 6 w 30"/>
                <a:gd name="T9" fmla="*/ 168 h 198"/>
                <a:gd name="T10" fmla="*/ 6 w 30"/>
                <a:gd name="T11" fmla="*/ 162 h 198"/>
                <a:gd name="T12" fmla="*/ 6 w 30"/>
                <a:gd name="T13" fmla="*/ 156 h 198"/>
                <a:gd name="T14" fmla="*/ 6 w 30"/>
                <a:gd name="T15" fmla="*/ 144 h 198"/>
                <a:gd name="T16" fmla="*/ 12 w 30"/>
                <a:gd name="T17" fmla="*/ 138 h 198"/>
                <a:gd name="T18" fmla="*/ 12 w 30"/>
                <a:gd name="T19" fmla="*/ 132 h 198"/>
                <a:gd name="T20" fmla="*/ 12 w 30"/>
                <a:gd name="T21" fmla="*/ 120 h 198"/>
                <a:gd name="T22" fmla="*/ 12 w 30"/>
                <a:gd name="T23" fmla="*/ 114 h 198"/>
                <a:gd name="T24" fmla="*/ 18 w 30"/>
                <a:gd name="T25" fmla="*/ 108 h 198"/>
                <a:gd name="T26" fmla="*/ 18 w 30"/>
                <a:gd name="T27" fmla="*/ 96 h 198"/>
                <a:gd name="T28" fmla="*/ 18 w 30"/>
                <a:gd name="T29" fmla="*/ 90 h 198"/>
                <a:gd name="T30" fmla="*/ 18 w 30"/>
                <a:gd name="T31" fmla="*/ 78 h 198"/>
                <a:gd name="T32" fmla="*/ 24 w 30"/>
                <a:gd name="T33" fmla="*/ 72 h 198"/>
                <a:gd name="T34" fmla="*/ 24 w 30"/>
                <a:gd name="T35" fmla="*/ 66 h 198"/>
                <a:gd name="T36" fmla="*/ 24 w 30"/>
                <a:gd name="T37" fmla="*/ 54 h 198"/>
                <a:gd name="T38" fmla="*/ 24 w 30"/>
                <a:gd name="T39" fmla="*/ 48 h 198"/>
                <a:gd name="T40" fmla="*/ 24 w 30"/>
                <a:gd name="T41" fmla="*/ 36 h 198"/>
                <a:gd name="T42" fmla="*/ 30 w 30"/>
                <a:gd name="T43" fmla="*/ 30 h 198"/>
                <a:gd name="T44" fmla="*/ 30 w 30"/>
                <a:gd name="T45" fmla="*/ 18 h 198"/>
                <a:gd name="T46" fmla="*/ 30 w 30"/>
                <a:gd name="T47" fmla="*/ 12 h 198"/>
                <a:gd name="T48" fmla="*/ 30 w 30"/>
                <a:gd name="T4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0" h="198">
                  <a:moveTo>
                    <a:pt x="0" y="198"/>
                  </a:moveTo>
                  <a:lnTo>
                    <a:pt x="0" y="192"/>
                  </a:lnTo>
                  <a:lnTo>
                    <a:pt x="0" y="186"/>
                  </a:lnTo>
                  <a:lnTo>
                    <a:pt x="0" y="180"/>
                  </a:lnTo>
                  <a:lnTo>
                    <a:pt x="6" y="168"/>
                  </a:lnTo>
                  <a:lnTo>
                    <a:pt x="6" y="162"/>
                  </a:lnTo>
                  <a:lnTo>
                    <a:pt x="6" y="156"/>
                  </a:lnTo>
                  <a:lnTo>
                    <a:pt x="6" y="144"/>
                  </a:lnTo>
                  <a:lnTo>
                    <a:pt x="12" y="138"/>
                  </a:lnTo>
                  <a:lnTo>
                    <a:pt x="12" y="132"/>
                  </a:lnTo>
                  <a:lnTo>
                    <a:pt x="12" y="120"/>
                  </a:lnTo>
                  <a:lnTo>
                    <a:pt x="12" y="114"/>
                  </a:lnTo>
                  <a:lnTo>
                    <a:pt x="18" y="108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8" y="78"/>
                  </a:lnTo>
                  <a:lnTo>
                    <a:pt x="24" y="72"/>
                  </a:lnTo>
                  <a:lnTo>
                    <a:pt x="24" y="66"/>
                  </a:lnTo>
                  <a:lnTo>
                    <a:pt x="24" y="54"/>
                  </a:lnTo>
                  <a:lnTo>
                    <a:pt x="24" y="48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30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92">
              <a:extLst>
                <a:ext uri="{FF2B5EF4-FFF2-40B4-BE49-F238E27FC236}">
                  <a16:creationId xmlns:a16="http://schemas.microsoft.com/office/drawing/2014/main" id="{FC74C53E-A2A5-45CF-ABD7-1FD429E17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148" y="1999878"/>
              <a:ext cx="457200" cy="1258888"/>
            </a:xfrm>
            <a:custGeom>
              <a:avLst/>
              <a:gdLst>
                <a:gd name="T0" fmla="*/ 6 w 360"/>
                <a:gd name="T1" fmla="*/ 36 h 990"/>
                <a:gd name="T2" fmla="*/ 12 w 360"/>
                <a:gd name="T3" fmla="*/ 78 h 990"/>
                <a:gd name="T4" fmla="*/ 18 w 360"/>
                <a:gd name="T5" fmla="*/ 120 h 990"/>
                <a:gd name="T6" fmla="*/ 24 w 360"/>
                <a:gd name="T7" fmla="*/ 162 h 990"/>
                <a:gd name="T8" fmla="*/ 30 w 360"/>
                <a:gd name="T9" fmla="*/ 198 h 990"/>
                <a:gd name="T10" fmla="*/ 36 w 360"/>
                <a:gd name="T11" fmla="*/ 240 h 990"/>
                <a:gd name="T12" fmla="*/ 48 w 360"/>
                <a:gd name="T13" fmla="*/ 270 h 990"/>
                <a:gd name="T14" fmla="*/ 54 w 360"/>
                <a:gd name="T15" fmla="*/ 306 h 990"/>
                <a:gd name="T16" fmla="*/ 60 w 360"/>
                <a:gd name="T17" fmla="*/ 342 h 990"/>
                <a:gd name="T18" fmla="*/ 66 w 360"/>
                <a:gd name="T19" fmla="*/ 372 h 990"/>
                <a:gd name="T20" fmla="*/ 72 w 360"/>
                <a:gd name="T21" fmla="*/ 402 h 990"/>
                <a:gd name="T22" fmla="*/ 78 w 360"/>
                <a:gd name="T23" fmla="*/ 432 h 990"/>
                <a:gd name="T24" fmla="*/ 90 w 360"/>
                <a:gd name="T25" fmla="*/ 456 h 990"/>
                <a:gd name="T26" fmla="*/ 96 w 360"/>
                <a:gd name="T27" fmla="*/ 486 h 990"/>
                <a:gd name="T28" fmla="*/ 102 w 360"/>
                <a:gd name="T29" fmla="*/ 510 h 990"/>
                <a:gd name="T30" fmla="*/ 108 w 360"/>
                <a:gd name="T31" fmla="*/ 534 h 990"/>
                <a:gd name="T32" fmla="*/ 114 w 360"/>
                <a:gd name="T33" fmla="*/ 558 h 990"/>
                <a:gd name="T34" fmla="*/ 126 w 360"/>
                <a:gd name="T35" fmla="*/ 582 h 990"/>
                <a:gd name="T36" fmla="*/ 132 w 360"/>
                <a:gd name="T37" fmla="*/ 606 h 990"/>
                <a:gd name="T38" fmla="*/ 138 w 360"/>
                <a:gd name="T39" fmla="*/ 624 h 990"/>
                <a:gd name="T40" fmla="*/ 144 w 360"/>
                <a:gd name="T41" fmla="*/ 642 h 990"/>
                <a:gd name="T42" fmla="*/ 150 w 360"/>
                <a:gd name="T43" fmla="*/ 666 h 990"/>
                <a:gd name="T44" fmla="*/ 156 w 360"/>
                <a:gd name="T45" fmla="*/ 684 h 990"/>
                <a:gd name="T46" fmla="*/ 168 w 360"/>
                <a:gd name="T47" fmla="*/ 702 h 990"/>
                <a:gd name="T48" fmla="*/ 174 w 360"/>
                <a:gd name="T49" fmla="*/ 720 h 990"/>
                <a:gd name="T50" fmla="*/ 180 w 360"/>
                <a:gd name="T51" fmla="*/ 732 h 990"/>
                <a:gd name="T52" fmla="*/ 186 w 360"/>
                <a:gd name="T53" fmla="*/ 750 h 990"/>
                <a:gd name="T54" fmla="*/ 192 w 360"/>
                <a:gd name="T55" fmla="*/ 768 h 990"/>
                <a:gd name="T56" fmla="*/ 198 w 360"/>
                <a:gd name="T57" fmla="*/ 780 h 990"/>
                <a:gd name="T58" fmla="*/ 210 w 360"/>
                <a:gd name="T59" fmla="*/ 792 h 990"/>
                <a:gd name="T60" fmla="*/ 216 w 360"/>
                <a:gd name="T61" fmla="*/ 810 h 990"/>
                <a:gd name="T62" fmla="*/ 222 w 360"/>
                <a:gd name="T63" fmla="*/ 822 h 990"/>
                <a:gd name="T64" fmla="*/ 228 w 360"/>
                <a:gd name="T65" fmla="*/ 834 h 990"/>
                <a:gd name="T66" fmla="*/ 234 w 360"/>
                <a:gd name="T67" fmla="*/ 846 h 990"/>
                <a:gd name="T68" fmla="*/ 240 w 360"/>
                <a:gd name="T69" fmla="*/ 858 h 990"/>
                <a:gd name="T70" fmla="*/ 252 w 360"/>
                <a:gd name="T71" fmla="*/ 870 h 990"/>
                <a:gd name="T72" fmla="*/ 258 w 360"/>
                <a:gd name="T73" fmla="*/ 876 h 990"/>
                <a:gd name="T74" fmla="*/ 264 w 360"/>
                <a:gd name="T75" fmla="*/ 888 h 990"/>
                <a:gd name="T76" fmla="*/ 270 w 360"/>
                <a:gd name="T77" fmla="*/ 900 h 990"/>
                <a:gd name="T78" fmla="*/ 276 w 360"/>
                <a:gd name="T79" fmla="*/ 906 h 990"/>
                <a:gd name="T80" fmla="*/ 288 w 360"/>
                <a:gd name="T81" fmla="*/ 918 h 990"/>
                <a:gd name="T82" fmla="*/ 294 w 360"/>
                <a:gd name="T83" fmla="*/ 924 h 990"/>
                <a:gd name="T84" fmla="*/ 300 w 360"/>
                <a:gd name="T85" fmla="*/ 936 h 990"/>
                <a:gd name="T86" fmla="*/ 306 w 360"/>
                <a:gd name="T87" fmla="*/ 942 h 990"/>
                <a:gd name="T88" fmla="*/ 312 w 360"/>
                <a:gd name="T89" fmla="*/ 948 h 990"/>
                <a:gd name="T90" fmla="*/ 318 w 360"/>
                <a:gd name="T91" fmla="*/ 960 h 990"/>
                <a:gd name="T92" fmla="*/ 330 w 360"/>
                <a:gd name="T93" fmla="*/ 966 h 990"/>
                <a:gd name="T94" fmla="*/ 336 w 360"/>
                <a:gd name="T95" fmla="*/ 972 h 990"/>
                <a:gd name="T96" fmla="*/ 342 w 360"/>
                <a:gd name="T97" fmla="*/ 978 h 990"/>
                <a:gd name="T98" fmla="*/ 348 w 360"/>
                <a:gd name="T99" fmla="*/ 984 h 990"/>
                <a:gd name="T100" fmla="*/ 354 w 360"/>
                <a:gd name="T101" fmla="*/ 99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990">
                  <a:moveTo>
                    <a:pt x="0" y="0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36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6" y="66"/>
                  </a:lnTo>
                  <a:lnTo>
                    <a:pt x="6" y="72"/>
                  </a:lnTo>
                  <a:lnTo>
                    <a:pt x="12" y="78"/>
                  </a:lnTo>
                  <a:lnTo>
                    <a:pt x="12" y="90"/>
                  </a:lnTo>
                  <a:lnTo>
                    <a:pt x="12" y="96"/>
                  </a:lnTo>
                  <a:lnTo>
                    <a:pt x="12" y="108"/>
                  </a:lnTo>
                  <a:lnTo>
                    <a:pt x="18" y="114"/>
                  </a:lnTo>
                  <a:lnTo>
                    <a:pt x="18" y="120"/>
                  </a:lnTo>
                  <a:lnTo>
                    <a:pt x="18" y="132"/>
                  </a:lnTo>
                  <a:lnTo>
                    <a:pt x="18" y="138"/>
                  </a:lnTo>
                  <a:lnTo>
                    <a:pt x="24" y="144"/>
                  </a:lnTo>
                  <a:lnTo>
                    <a:pt x="24" y="156"/>
                  </a:lnTo>
                  <a:lnTo>
                    <a:pt x="24" y="162"/>
                  </a:lnTo>
                  <a:lnTo>
                    <a:pt x="24" y="168"/>
                  </a:lnTo>
                  <a:lnTo>
                    <a:pt x="30" y="180"/>
                  </a:lnTo>
                  <a:lnTo>
                    <a:pt x="30" y="186"/>
                  </a:lnTo>
                  <a:lnTo>
                    <a:pt x="30" y="192"/>
                  </a:lnTo>
                  <a:lnTo>
                    <a:pt x="30" y="198"/>
                  </a:lnTo>
                  <a:lnTo>
                    <a:pt x="30" y="210"/>
                  </a:lnTo>
                  <a:lnTo>
                    <a:pt x="36" y="216"/>
                  </a:lnTo>
                  <a:lnTo>
                    <a:pt x="36" y="222"/>
                  </a:lnTo>
                  <a:lnTo>
                    <a:pt x="36" y="228"/>
                  </a:lnTo>
                  <a:lnTo>
                    <a:pt x="36" y="240"/>
                  </a:lnTo>
                  <a:lnTo>
                    <a:pt x="42" y="246"/>
                  </a:lnTo>
                  <a:lnTo>
                    <a:pt x="42" y="252"/>
                  </a:lnTo>
                  <a:lnTo>
                    <a:pt x="42" y="258"/>
                  </a:lnTo>
                  <a:lnTo>
                    <a:pt x="42" y="264"/>
                  </a:lnTo>
                  <a:lnTo>
                    <a:pt x="48" y="270"/>
                  </a:lnTo>
                  <a:lnTo>
                    <a:pt x="48" y="282"/>
                  </a:lnTo>
                  <a:lnTo>
                    <a:pt x="48" y="288"/>
                  </a:lnTo>
                  <a:lnTo>
                    <a:pt x="48" y="294"/>
                  </a:lnTo>
                  <a:lnTo>
                    <a:pt x="54" y="300"/>
                  </a:lnTo>
                  <a:lnTo>
                    <a:pt x="54" y="306"/>
                  </a:lnTo>
                  <a:lnTo>
                    <a:pt x="54" y="312"/>
                  </a:lnTo>
                  <a:lnTo>
                    <a:pt x="54" y="318"/>
                  </a:lnTo>
                  <a:lnTo>
                    <a:pt x="54" y="324"/>
                  </a:lnTo>
                  <a:lnTo>
                    <a:pt x="60" y="330"/>
                  </a:lnTo>
                  <a:lnTo>
                    <a:pt x="60" y="342"/>
                  </a:lnTo>
                  <a:lnTo>
                    <a:pt x="60" y="348"/>
                  </a:lnTo>
                  <a:lnTo>
                    <a:pt x="60" y="354"/>
                  </a:lnTo>
                  <a:lnTo>
                    <a:pt x="66" y="360"/>
                  </a:lnTo>
                  <a:lnTo>
                    <a:pt x="66" y="366"/>
                  </a:lnTo>
                  <a:lnTo>
                    <a:pt x="66" y="372"/>
                  </a:lnTo>
                  <a:lnTo>
                    <a:pt x="66" y="378"/>
                  </a:lnTo>
                  <a:lnTo>
                    <a:pt x="72" y="384"/>
                  </a:lnTo>
                  <a:lnTo>
                    <a:pt x="72" y="390"/>
                  </a:lnTo>
                  <a:lnTo>
                    <a:pt x="72" y="396"/>
                  </a:lnTo>
                  <a:lnTo>
                    <a:pt x="72" y="402"/>
                  </a:lnTo>
                  <a:lnTo>
                    <a:pt x="78" y="408"/>
                  </a:lnTo>
                  <a:lnTo>
                    <a:pt x="78" y="414"/>
                  </a:lnTo>
                  <a:lnTo>
                    <a:pt x="78" y="420"/>
                  </a:lnTo>
                  <a:lnTo>
                    <a:pt x="78" y="426"/>
                  </a:lnTo>
                  <a:lnTo>
                    <a:pt x="78" y="432"/>
                  </a:lnTo>
                  <a:lnTo>
                    <a:pt x="84" y="438"/>
                  </a:lnTo>
                  <a:lnTo>
                    <a:pt x="84" y="444"/>
                  </a:lnTo>
                  <a:lnTo>
                    <a:pt x="84" y="444"/>
                  </a:lnTo>
                  <a:lnTo>
                    <a:pt x="84" y="450"/>
                  </a:lnTo>
                  <a:lnTo>
                    <a:pt x="90" y="456"/>
                  </a:lnTo>
                  <a:lnTo>
                    <a:pt x="90" y="462"/>
                  </a:lnTo>
                  <a:lnTo>
                    <a:pt x="90" y="468"/>
                  </a:lnTo>
                  <a:lnTo>
                    <a:pt x="90" y="474"/>
                  </a:lnTo>
                  <a:lnTo>
                    <a:pt x="96" y="480"/>
                  </a:lnTo>
                  <a:lnTo>
                    <a:pt x="96" y="486"/>
                  </a:lnTo>
                  <a:lnTo>
                    <a:pt x="96" y="492"/>
                  </a:lnTo>
                  <a:lnTo>
                    <a:pt x="96" y="492"/>
                  </a:lnTo>
                  <a:lnTo>
                    <a:pt x="102" y="498"/>
                  </a:lnTo>
                  <a:lnTo>
                    <a:pt x="102" y="504"/>
                  </a:lnTo>
                  <a:lnTo>
                    <a:pt x="102" y="510"/>
                  </a:lnTo>
                  <a:lnTo>
                    <a:pt x="102" y="516"/>
                  </a:lnTo>
                  <a:lnTo>
                    <a:pt x="102" y="522"/>
                  </a:lnTo>
                  <a:lnTo>
                    <a:pt x="108" y="528"/>
                  </a:lnTo>
                  <a:lnTo>
                    <a:pt x="108" y="528"/>
                  </a:lnTo>
                  <a:lnTo>
                    <a:pt x="108" y="534"/>
                  </a:lnTo>
                  <a:lnTo>
                    <a:pt x="108" y="540"/>
                  </a:lnTo>
                  <a:lnTo>
                    <a:pt x="114" y="546"/>
                  </a:lnTo>
                  <a:lnTo>
                    <a:pt x="114" y="552"/>
                  </a:lnTo>
                  <a:lnTo>
                    <a:pt x="114" y="552"/>
                  </a:lnTo>
                  <a:lnTo>
                    <a:pt x="114" y="558"/>
                  </a:lnTo>
                  <a:lnTo>
                    <a:pt x="120" y="564"/>
                  </a:lnTo>
                  <a:lnTo>
                    <a:pt x="120" y="570"/>
                  </a:lnTo>
                  <a:lnTo>
                    <a:pt x="120" y="570"/>
                  </a:lnTo>
                  <a:lnTo>
                    <a:pt x="120" y="576"/>
                  </a:lnTo>
                  <a:lnTo>
                    <a:pt x="126" y="582"/>
                  </a:lnTo>
                  <a:lnTo>
                    <a:pt x="126" y="588"/>
                  </a:lnTo>
                  <a:lnTo>
                    <a:pt x="126" y="588"/>
                  </a:lnTo>
                  <a:lnTo>
                    <a:pt x="126" y="594"/>
                  </a:lnTo>
                  <a:lnTo>
                    <a:pt x="126" y="600"/>
                  </a:lnTo>
                  <a:lnTo>
                    <a:pt x="132" y="606"/>
                  </a:lnTo>
                  <a:lnTo>
                    <a:pt x="132" y="606"/>
                  </a:lnTo>
                  <a:lnTo>
                    <a:pt x="132" y="612"/>
                  </a:lnTo>
                  <a:lnTo>
                    <a:pt x="132" y="618"/>
                  </a:lnTo>
                  <a:lnTo>
                    <a:pt x="138" y="618"/>
                  </a:lnTo>
                  <a:lnTo>
                    <a:pt x="138" y="624"/>
                  </a:lnTo>
                  <a:lnTo>
                    <a:pt x="138" y="630"/>
                  </a:lnTo>
                  <a:lnTo>
                    <a:pt x="138" y="630"/>
                  </a:lnTo>
                  <a:lnTo>
                    <a:pt x="144" y="636"/>
                  </a:lnTo>
                  <a:lnTo>
                    <a:pt x="144" y="642"/>
                  </a:lnTo>
                  <a:lnTo>
                    <a:pt x="144" y="642"/>
                  </a:lnTo>
                  <a:lnTo>
                    <a:pt x="144" y="648"/>
                  </a:lnTo>
                  <a:lnTo>
                    <a:pt x="144" y="654"/>
                  </a:lnTo>
                  <a:lnTo>
                    <a:pt x="150" y="654"/>
                  </a:lnTo>
                  <a:lnTo>
                    <a:pt x="150" y="660"/>
                  </a:lnTo>
                  <a:lnTo>
                    <a:pt x="150" y="666"/>
                  </a:lnTo>
                  <a:lnTo>
                    <a:pt x="150" y="666"/>
                  </a:lnTo>
                  <a:lnTo>
                    <a:pt x="156" y="672"/>
                  </a:lnTo>
                  <a:lnTo>
                    <a:pt x="156" y="678"/>
                  </a:lnTo>
                  <a:lnTo>
                    <a:pt x="156" y="678"/>
                  </a:lnTo>
                  <a:lnTo>
                    <a:pt x="156" y="684"/>
                  </a:lnTo>
                  <a:lnTo>
                    <a:pt x="162" y="684"/>
                  </a:lnTo>
                  <a:lnTo>
                    <a:pt x="162" y="690"/>
                  </a:lnTo>
                  <a:lnTo>
                    <a:pt x="162" y="696"/>
                  </a:lnTo>
                  <a:lnTo>
                    <a:pt x="162" y="696"/>
                  </a:lnTo>
                  <a:lnTo>
                    <a:pt x="168" y="702"/>
                  </a:lnTo>
                  <a:lnTo>
                    <a:pt x="168" y="702"/>
                  </a:lnTo>
                  <a:lnTo>
                    <a:pt x="168" y="708"/>
                  </a:lnTo>
                  <a:lnTo>
                    <a:pt x="168" y="708"/>
                  </a:lnTo>
                  <a:lnTo>
                    <a:pt x="168" y="714"/>
                  </a:lnTo>
                  <a:lnTo>
                    <a:pt x="174" y="720"/>
                  </a:lnTo>
                  <a:lnTo>
                    <a:pt x="174" y="720"/>
                  </a:lnTo>
                  <a:lnTo>
                    <a:pt x="174" y="726"/>
                  </a:lnTo>
                  <a:lnTo>
                    <a:pt x="174" y="726"/>
                  </a:lnTo>
                  <a:lnTo>
                    <a:pt x="180" y="732"/>
                  </a:lnTo>
                  <a:lnTo>
                    <a:pt x="180" y="732"/>
                  </a:lnTo>
                  <a:lnTo>
                    <a:pt x="180" y="738"/>
                  </a:lnTo>
                  <a:lnTo>
                    <a:pt x="180" y="738"/>
                  </a:lnTo>
                  <a:lnTo>
                    <a:pt x="186" y="744"/>
                  </a:lnTo>
                  <a:lnTo>
                    <a:pt x="186" y="750"/>
                  </a:lnTo>
                  <a:lnTo>
                    <a:pt x="186" y="750"/>
                  </a:lnTo>
                  <a:lnTo>
                    <a:pt x="186" y="756"/>
                  </a:lnTo>
                  <a:lnTo>
                    <a:pt x="192" y="756"/>
                  </a:lnTo>
                  <a:lnTo>
                    <a:pt x="192" y="762"/>
                  </a:lnTo>
                  <a:lnTo>
                    <a:pt x="192" y="762"/>
                  </a:lnTo>
                  <a:lnTo>
                    <a:pt x="192" y="768"/>
                  </a:lnTo>
                  <a:lnTo>
                    <a:pt x="192" y="768"/>
                  </a:lnTo>
                  <a:lnTo>
                    <a:pt x="198" y="774"/>
                  </a:lnTo>
                  <a:lnTo>
                    <a:pt x="198" y="774"/>
                  </a:lnTo>
                  <a:lnTo>
                    <a:pt x="198" y="780"/>
                  </a:lnTo>
                  <a:lnTo>
                    <a:pt x="198" y="780"/>
                  </a:lnTo>
                  <a:lnTo>
                    <a:pt x="204" y="786"/>
                  </a:lnTo>
                  <a:lnTo>
                    <a:pt x="204" y="786"/>
                  </a:lnTo>
                  <a:lnTo>
                    <a:pt x="204" y="786"/>
                  </a:lnTo>
                  <a:lnTo>
                    <a:pt x="204" y="792"/>
                  </a:lnTo>
                  <a:lnTo>
                    <a:pt x="210" y="792"/>
                  </a:lnTo>
                  <a:lnTo>
                    <a:pt x="210" y="798"/>
                  </a:lnTo>
                  <a:lnTo>
                    <a:pt x="210" y="798"/>
                  </a:lnTo>
                  <a:lnTo>
                    <a:pt x="210" y="804"/>
                  </a:lnTo>
                  <a:lnTo>
                    <a:pt x="216" y="804"/>
                  </a:lnTo>
                  <a:lnTo>
                    <a:pt x="216" y="810"/>
                  </a:lnTo>
                  <a:lnTo>
                    <a:pt x="216" y="810"/>
                  </a:lnTo>
                  <a:lnTo>
                    <a:pt x="216" y="816"/>
                  </a:lnTo>
                  <a:lnTo>
                    <a:pt x="216" y="816"/>
                  </a:lnTo>
                  <a:lnTo>
                    <a:pt x="222" y="816"/>
                  </a:lnTo>
                  <a:lnTo>
                    <a:pt x="222" y="822"/>
                  </a:lnTo>
                  <a:lnTo>
                    <a:pt x="222" y="822"/>
                  </a:lnTo>
                  <a:lnTo>
                    <a:pt x="222" y="828"/>
                  </a:lnTo>
                  <a:lnTo>
                    <a:pt x="228" y="828"/>
                  </a:lnTo>
                  <a:lnTo>
                    <a:pt x="228" y="828"/>
                  </a:lnTo>
                  <a:lnTo>
                    <a:pt x="228" y="834"/>
                  </a:lnTo>
                  <a:lnTo>
                    <a:pt x="228" y="834"/>
                  </a:lnTo>
                  <a:lnTo>
                    <a:pt x="234" y="840"/>
                  </a:lnTo>
                  <a:lnTo>
                    <a:pt x="234" y="840"/>
                  </a:lnTo>
                  <a:lnTo>
                    <a:pt x="234" y="846"/>
                  </a:lnTo>
                  <a:lnTo>
                    <a:pt x="234" y="846"/>
                  </a:lnTo>
                  <a:lnTo>
                    <a:pt x="240" y="846"/>
                  </a:lnTo>
                  <a:lnTo>
                    <a:pt x="240" y="852"/>
                  </a:lnTo>
                  <a:lnTo>
                    <a:pt x="240" y="852"/>
                  </a:lnTo>
                  <a:lnTo>
                    <a:pt x="240" y="852"/>
                  </a:lnTo>
                  <a:lnTo>
                    <a:pt x="240" y="858"/>
                  </a:lnTo>
                  <a:lnTo>
                    <a:pt x="246" y="858"/>
                  </a:lnTo>
                  <a:lnTo>
                    <a:pt x="246" y="864"/>
                  </a:lnTo>
                  <a:lnTo>
                    <a:pt x="246" y="864"/>
                  </a:lnTo>
                  <a:lnTo>
                    <a:pt x="246" y="864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6"/>
                  </a:lnTo>
                  <a:lnTo>
                    <a:pt x="258" y="876"/>
                  </a:lnTo>
                  <a:lnTo>
                    <a:pt x="258" y="876"/>
                  </a:lnTo>
                  <a:lnTo>
                    <a:pt x="258" y="882"/>
                  </a:lnTo>
                  <a:lnTo>
                    <a:pt x="258" y="882"/>
                  </a:lnTo>
                  <a:lnTo>
                    <a:pt x="264" y="882"/>
                  </a:lnTo>
                  <a:lnTo>
                    <a:pt x="264" y="888"/>
                  </a:lnTo>
                  <a:lnTo>
                    <a:pt x="264" y="888"/>
                  </a:lnTo>
                  <a:lnTo>
                    <a:pt x="264" y="888"/>
                  </a:lnTo>
                  <a:lnTo>
                    <a:pt x="264" y="894"/>
                  </a:lnTo>
                  <a:lnTo>
                    <a:pt x="270" y="894"/>
                  </a:lnTo>
                  <a:lnTo>
                    <a:pt x="270" y="894"/>
                  </a:lnTo>
                  <a:lnTo>
                    <a:pt x="270" y="900"/>
                  </a:lnTo>
                  <a:lnTo>
                    <a:pt x="270" y="900"/>
                  </a:lnTo>
                  <a:lnTo>
                    <a:pt x="276" y="900"/>
                  </a:lnTo>
                  <a:lnTo>
                    <a:pt x="276" y="906"/>
                  </a:lnTo>
                  <a:lnTo>
                    <a:pt x="276" y="906"/>
                  </a:lnTo>
                  <a:lnTo>
                    <a:pt x="276" y="906"/>
                  </a:lnTo>
                  <a:lnTo>
                    <a:pt x="282" y="912"/>
                  </a:lnTo>
                  <a:lnTo>
                    <a:pt x="282" y="912"/>
                  </a:lnTo>
                  <a:lnTo>
                    <a:pt x="282" y="912"/>
                  </a:lnTo>
                  <a:lnTo>
                    <a:pt x="282" y="918"/>
                  </a:lnTo>
                  <a:lnTo>
                    <a:pt x="288" y="918"/>
                  </a:lnTo>
                  <a:lnTo>
                    <a:pt x="288" y="918"/>
                  </a:lnTo>
                  <a:lnTo>
                    <a:pt x="288" y="918"/>
                  </a:lnTo>
                  <a:lnTo>
                    <a:pt x="288" y="924"/>
                  </a:lnTo>
                  <a:lnTo>
                    <a:pt x="288" y="924"/>
                  </a:lnTo>
                  <a:lnTo>
                    <a:pt x="294" y="924"/>
                  </a:lnTo>
                  <a:lnTo>
                    <a:pt x="294" y="930"/>
                  </a:lnTo>
                  <a:lnTo>
                    <a:pt x="294" y="930"/>
                  </a:lnTo>
                  <a:lnTo>
                    <a:pt x="294" y="930"/>
                  </a:lnTo>
                  <a:lnTo>
                    <a:pt x="300" y="930"/>
                  </a:lnTo>
                  <a:lnTo>
                    <a:pt x="300" y="936"/>
                  </a:lnTo>
                  <a:lnTo>
                    <a:pt x="300" y="936"/>
                  </a:lnTo>
                  <a:lnTo>
                    <a:pt x="300" y="936"/>
                  </a:lnTo>
                  <a:lnTo>
                    <a:pt x="306" y="942"/>
                  </a:lnTo>
                  <a:lnTo>
                    <a:pt x="306" y="942"/>
                  </a:lnTo>
                  <a:lnTo>
                    <a:pt x="306" y="942"/>
                  </a:lnTo>
                  <a:lnTo>
                    <a:pt x="306" y="942"/>
                  </a:lnTo>
                  <a:lnTo>
                    <a:pt x="312" y="948"/>
                  </a:lnTo>
                  <a:lnTo>
                    <a:pt x="312" y="948"/>
                  </a:lnTo>
                  <a:lnTo>
                    <a:pt x="312" y="948"/>
                  </a:lnTo>
                  <a:lnTo>
                    <a:pt x="312" y="948"/>
                  </a:lnTo>
                  <a:lnTo>
                    <a:pt x="312" y="954"/>
                  </a:lnTo>
                  <a:lnTo>
                    <a:pt x="318" y="954"/>
                  </a:lnTo>
                  <a:lnTo>
                    <a:pt x="318" y="954"/>
                  </a:lnTo>
                  <a:lnTo>
                    <a:pt x="318" y="954"/>
                  </a:lnTo>
                  <a:lnTo>
                    <a:pt x="318" y="960"/>
                  </a:lnTo>
                  <a:lnTo>
                    <a:pt x="324" y="960"/>
                  </a:lnTo>
                  <a:lnTo>
                    <a:pt x="324" y="960"/>
                  </a:lnTo>
                  <a:lnTo>
                    <a:pt x="324" y="960"/>
                  </a:lnTo>
                  <a:lnTo>
                    <a:pt x="324" y="966"/>
                  </a:lnTo>
                  <a:lnTo>
                    <a:pt x="330" y="966"/>
                  </a:lnTo>
                  <a:lnTo>
                    <a:pt x="330" y="966"/>
                  </a:lnTo>
                  <a:lnTo>
                    <a:pt x="330" y="966"/>
                  </a:lnTo>
                  <a:lnTo>
                    <a:pt x="330" y="972"/>
                  </a:lnTo>
                  <a:lnTo>
                    <a:pt x="336" y="972"/>
                  </a:lnTo>
                  <a:lnTo>
                    <a:pt x="336" y="972"/>
                  </a:lnTo>
                  <a:lnTo>
                    <a:pt x="336" y="972"/>
                  </a:lnTo>
                  <a:lnTo>
                    <a:pt x="336" y="972"/>
                  </a:lnTo>
                  <a:lnTo>
                    <a:pt x="336" y="978"/>
                  </a:lnTo>
                  <a:lnTo>
                    <a:pt x="342" y="978"/>
                  </a:lnTo>
                  <a:lnTo>
                    <a:pt x="342" y="978"/>
                  </a:lnTo>
                  <a:lnTo>
                    <a:pt x="342" y="978"/>
                  </a:lnTo>
                  <a:lnTo>
                    <a:pt x="342" y="978"/>
                  </a:lnTo>
                  <a:lnTo>
                    <a:pt x="348" y="984"/>
                  </a:lnTo>
                  <a:lnTo>
                    <a:pt x="348" y="984"/>
                  </a:lnTo>
                  <a:lnTo>
                    <a:pt x="348" y="984"/>
                  </a:lnTo>
                  <a:lnTo>
                    <a:pt x="348" y="984"/>
                  </a:lnTo>
                  <a:lnTo>
                    <a:pt x="354" y="990"/>
                  </a:lnTo>
                  <a:lnTo>
                    <a:pt x="354" y="990"/>
                  </a:lnTo>
                  <a:lnTo>
                    <a:pt x="354" y="990"/>
                  </a:lnTo>
                  <a:lnTo>
                    <a:pt x="354" y="990"/>
                  </a:lnTo>
                  <a:lnTo>
                    <a:pt x="360" y="99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93">
              <a:extLst>
                <a:ext uri="{FF2B5EF4-FFF2-40B4-BE49-F238E27FC236}">
                  <a16:creationId xmlns:a16="http://schemas.microsoft.com/office/drawing/2014/main" id="{51BA3CFD-3431-4363-83DB-B820B8EB8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1348" y="3258766"/>
              <a:ext cx="450850" cy="166687"/>
            </a:xfrm>
            <a:custGeom>
              <a:avLst/>
              <a:gdLst>
                <a:gd name="T0" fmla="*/ 0 w 354"/>
                <a:gd name="T1" fmla="*/ 6 h 132"/>
                <a:gd name="T2" fmla="*/ 12 w 354"/>
                <a:gd name="T3" fmla="*/ 12 h 132"/>
                <a:gd name="T4" fmla="*/ 18 w 354"/>
                <a:gd name="T5" fmla="*/ 18 h 132"/>
                <a:gd name="T6" fmla="*/ 24 w 354"/>
                <a:gd name="T7" fmla="*/ 24 h 132"/>
                <a:gd name="T8" fmla="*/ 30 w 354"/>
                <a:gd name="T9" fmla="*/ 30 h 132"/>
                <a:gd name="T10" fmla="*/ 36 w 354"/>
                <a:gd name="T11" fmla="*/ 30 h 132"/>
                <a:gd name="T12" fmla="*/ 48 w 354"/>
                <a:gd name="T13" fmla="*/ 36 h 132"/>
                <a:gd name="T14" fmla="*/ 54 w 354"/>
                <a:gd name="T15" fmla="*/ 42 h 132"/>
                <a:gd name="T16" fmla="*/ 60 w 354"/>
                <a:gd name="T17" fmla="*/ 48 h 132"/>
                <a:gd name="T18" fmla="*/ 66 w 354"/>
                <a:gd name="T19" fmla="*/ 48 h 132"/>
                <a:gd name="T20" fmla="*/ 72 w 354"/>
                <a:gd name="T21" fmla="*/ 54 h 132"/>
                <a:gd name="T22" fmla="*/ 78 w 354"/>
                <a:gd name="T23" fmla="*/ 60 h 132"/>
                <a:gd name="T24" fmla="*/ 90 w 354"/>
                <a:gd name="T25" fmla="*/ 60 h 132"/>
                <a:gd name="T26" fmla="*/ 96 w 354"/>
                <a:gd name="T27" fmla="*/ 66 h 132"/>
                <a:gd name="T28" fmla="*/ 102 w 354"/>
                <a:gd name="T29" fmla="*/ 66 h 132"/>
                <a:gd name="T30" fmla="*/ 108 w 354"/>
                <a:gd name="T31" fmla="*/ 72 h 132"/>
                <a:gd name="T32" fmla="*/ 114 w 354"/>
                <a:gd name="T33" fmla="*/ 72 h 132"/>
                <a:gd name="T34" fmla="*/ 120 w 354"/>
                <a:gd name="T35" fmla="*/ 78 h 132"/>
                <a:gd name="T36" fmla="*/ 132 w 354"/>
                <a:gd name="T37" fmla="*/ 78 h 132"/>
                <a:gd name="T38" fmla="*/ 138 w 354"/>
                <a:gd name="T39" fmla="*/ 84 h 132"/>
                <a:gd name="T40" fmla="*/ 144 w 354"/>
                <a:gd name="T41" fmla="*/ 84 h 132"/>
                <a:gd name="T42" fmla="*/ 150 w 354"/>
                <a:gd name="T43" fmla="*/ 90 h 132"/>
                <a:gd name="T44" fmla="*/ 156 w 354"/>
                <a:gd name="T45" fmla="*/ 90 h 132"/>
                <a:gd name="T46" fmla="*/ 162 w 354"/>
                <a:gd name="T47" fmla="*/ 90 h 132"/>
                <a:gd name="T48" fmla="*/ 174 w 354"/>
                <a:gd name="T49" fmla="*/ 96 h 132"/>
                <a:gd name="T50" fmla="*/ 180 w 354"/>
                <a:gd name="T51" fmla="*/ 96 h 132"/>
                <a:gd name="T52" fmla="*/ 186 w 354"/>
                <a:gd name="T53" fmla="*/ 102 h 132"/>
                <a:gd name="T54" fmla="*/ 192 w 354"/>
                <a:gd name="T55" fmla="*/ 102 h 132"/>
                <a:gd name="T56" fmla="*/ 198 w 354"/>
                <a:gd name="T57" fmla="*/ 102 h 132"/>
                <a:gd name="T58" fmla="*/ 210 w 354"/>
                <a:gd name="T59" fmla="*/ 108 h 132"/>
                <a:gd name="T60" fmla="*/ 216 w 354"/>
                <a:gd name="T61" fmla="*/ 108 h 132"/>
                <a:gd name="T62" fmla="*/ 222 w 354"/>
                <a:gd name="T63" fmla="*/ 108 h 132"/>
                <a:gd name="T64" fmla="*/ 228 w 354"/>
                <a:gd name="T65" fmla="*/ 108 h 132"/>
                <a:gd name="T66" fmla="*/ 234 w 354"/>
                <a:gd name="T67" fmla="*/ 114 h 132"/>
                <a:gd name="T68" fmla="*/ 240 w 354"/>
                <a:gd name="T69" fmla="*/ 114 h 132"/>
                <a:gd name="T70" fmla="*/ 252 w 354"/>
                <a:gd name="T71" fmla="*/ 114 h 132"/>
                <a:gd name="T72" fmla="*/ 258 w 354"/>
                <a:gd name="T73" fmla="*/ 114 h 132"/>
                <a:gd name="T74" fmla="*/ 264 w 354"/>
                <a:gd name="T75" fmla="*/ 120 h 132"/>
                <a:gd name="T76" fmla="*/ 270 w 354"/>
                <a:gd name="T77" fmla="*/ 120 h 132"/>
                <a:gd name="T78" fmla="*/ 276 w 354"/>
                <a:gd name="T79" fmla="*/ 120 h 132"/>
                <a:gd name="T80" fmla="*/ 282 w 354"/>
                <a:gd name="T81" fmla="*/ 120 h 132"/>
                <a:gd name="T82" fmla="*/ 294 w 354"/>
                <a:gd name="T83" fmla="*/ 120 h 132"/>
                <a:gd name="T84" fmla="*/ 300 w 354"/>
                <a:gd name="T85" fmla="*/ 126 h 132"/>
                <a:gd name="T86" fmla="*/ 306 w 354"/>
                <a:gd name="T87" fmla="*/ 126 h 132"/>
                <a:gd name="T88" fmla="*/ 312 w 354"/>
                <a:gd name="T89" fmla="*/ 126 h 132"/>
                <a:gd name="T90" fmla="*/ 318 w 354"/>
                <a:gd name="T91" fmla="*/ 126 h 132"/>
                <a:gd name="T92" fmla="*/ 330 w 354"/>
                <a:gd name="T93" fmla="*/ 126 h 132"/>
                <a:gd name="T94" fmla="*/ 336 w 354"/>
                <a:gd name="T95" fmla="*/ 126 h 132"/>
                <a:gd name="T96" fmla="*/ 342 w 354"/>
                <a:gd name="T97" fmla="*/ 126 h 132"/>
                <a:gd name="T98" fmla="*/ 348 w 354"/>
                <a:gd name="T99" fmla="*/ 132 h 132"/>
                <a:gd name="T100" fmla="*/ 354 w 354"/>
                <a:gd name="T10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4" h="132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36" y="30"/>
                  </a:lnTo>
                  <a:lnTo>
                    <a:pt x="36" y="30"/>
                  </a:lnTo>
                  <a:lnTo>
                    <a:pt x="36" y="30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6" y="48"/>
                  </a:lnTo>
                  <a:lnTo>
                    <a:pt x="66" y="48"/>
                  </a:lnTo>
                  <a:lnTo>
                    <a:pt x="66" y="48"/>
                  </a:lnTo>
                  <a:lnTo>
                    <a:pt x="66" y="48"/>
                  </a:lnTo>
                  <a:lnTo>
                    <a:pt x="66" y="54"/>
                  </a:lnTo>
                  <a:lnTo>
                    <a:pt x="72" y="54"/>
                  </a:lnTo>
                  <a:lnTo>
                    <a:pt x="72" y="54"/>
                  </a:lnTo>
                  <a:lnTo>
                    <a:pt x="72" y="54"/>
                  </a:lnTo>
                  <a:lnTo>
                    <a:pt x="72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6"/>
                  </a:lnTo>
                  <a:lnTo>
                    <a:pt x="90" y="66"/>
                  </a:lnTo>
                  <a:lnTo>
                    <a:pt x="96" y="66"/>
                  </a:lnTo>
                  <a:lnTo>
                    <a:pt x="96" y="66"/>
                  </a:lnTo>
                  <a:lnTo>
                    <a:pt x="96" y="66"/>
                  </a:lnTo>
                  <a:lnTo>
                    <a:pt x="96" y="66"/>
                  </a:lnTo>
                  <a:lnTo>
                    <a:pt x="102" y="66"/>
                  </a:lnTo>
                  <a:lnTo>
                    <a:pt x="102" y="66"/>
                  </a:lnTo>
                  <a:lnTo>
                    <a:pt x="102" y="66"/>
                  </a:lnTo>
                  <a:lnTo>
                    <a:pt x="102" y="72"/>
                  </a:lnTo>
                  <a:lnTo>
                    <a:pt x="108" y="72"/>
                  </a:lnTo>
                  <a:lnTo>
                    <a:pt x="108" y="72"/>
                  </a:lnTo>
                  <a:lnTo>
                    <a:pt x="108" y="72"/>
                  </a:lnTo>
                  <a:lnTo>
                    <a:pt x="108" y="72"/>
                  </a:lnTo>
                  <a:lnTo>
                    <a:pt x="114" y="72"/>
                  </a:lnTo>
                  <a:lnTo>
                    <a:pt x="114" y="72"/>
                  </a:lnTo>
                  <a:lnTo>
                    <a:pt x="114" y="72"/>
                  </a:lnTo>
                  <a:lnTo>
                    <a:pt x="114" y="72"/>
                  </a:lnTo>
                  <a:lnTo>
                    <a:pt x="114" y="72"/>
                  </a:lnTo>
                  <a:lnTo>
                    <a:pt x="120" y="78"/>
                  </a:lnTo>
                  <a:lnTo>
                    <a:pt x="120" y="78"/>
                  </a:lnTo>
                  <a:lnTo>
                    <a:pt x="120" y="78"/>
                  </a:lnTo>
                  <a:lnTo>
                    <a:pt x="120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32" y="78"/>
                  </a:lnTo>
                  <a:lnTo>
                    <a:pt x="132" y="78"/>
                  </a:lnTo>
                  <a:lnTo>
                    <a:pt x="132" y="84"/>
                  </a:lnTo>
                  <a:lnTo>
                    <a:pt x="132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50" y="90"/>
                  </a:lnTo>
                  <a:lnTo>
                    <a:pt x="150" y="90"/>
                  </a:lnTo>
                  <a:lnTo>
                    <a:pt x="150" y="90"/>
                  </a:lnTo>
                  <a:lnTo>
                    <a:pt x="150" y="90"/>
                  </a:lnTo>
                  <a:lnTo>
                    <a:pt x="156" y="90"/>
                  </a:lnTo>
                  <a:lnTo>
                    <a:pt x="156" y="90"/>
                  </a:lnTo>
                  <a:lnTo>
                    <a:pt x="156" y="90"/>
                  </a:lnTo>
                  <a:lnTo>
                    <a:pt x="156" y="90"/>
                  </a:lnTo>
                  <a:lnTo>
                    <a:pt x="162" y="90"/>
                  </a:lnTo>
                  <a:lnTo>
                    <a:pt x="162" y="90"/>
                  </a:lnTo>
                  <a:lnTo>
                    <a:pt x="162" y="90"/>
                  </a:lnTo>
                  <a:lnTo>
                    <a:pt x="162" y="90"/>
                  </a:lnTo>
                  <a:lnTo>
                    <a:pt x="162" y="90"/>
                  </a:lnTo>
                  <a:lnTo>
                    <a:pt x="168" y="96"/>
                  </a:lnTo>
                  <a:lnTo>
                    <a:pt x="168" y="96"/>
                  </a:lnTo>
                  <a:lnTo>
                    <a:pt x="168" y="96"/>
                  </a:lnTo>
                  <a:lnTo>
                    <a:pt x="168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80" y="96"/>
                  </a:lnTo>
                  <a:lnTo>
                    <a:pt x="180" y="96"/>
                  </a:lnTo>
                  <a:lnTo>
                    <a:pt x="180" y="96"/>
                  </a:lnTo>
                  <a:lnTo>
                    <a:pt x="180" y="96"/>
                  </a:lnTo>
                  <a:lnTo>
                    <a:pt x="186" y="96"/>
                  </a:lnTo>
                  <a:lnTo>
                    <a:pt x="186" y="96"/>
                  </a:lnTo>
                  <a:lnTo>
                    <a:pt x="186" y="102"/>
                  </a:lnTo>
                  <a:lnTo>
                    <a:pt x="186" y="102"/>
                  </a:lnTo>
                  <a:lnTo>
                    <a:pt x="186" y="102"/>
                  </a:lnTo>
                  <a:lnTo>
                    <a:pt x="192" y="102"/>
                  </a:lnTo>
                  <a:lnTo>
                    <a:pt x="192" y="102"/>
                  </a:lnTo>
                  <a:lnTo>
                    <a:pt x="192" y="102"/>
                  </a:lnTo>
                  <a:lnTo>
                    <a:pt x="192" y="102"/>
                  </a:lnTo>
                  <a:lnTo>
                    <a:pt x="198" y="102"/>
                  </a:lnTo>
                  <a:lnTo>
                    <a:pt x="198" y="102"/>
                  </a:lnTo>
                  <a:lnTo>
                    <a:pt x="198" y="102"/>
                  </a:lnTo>
                  <a:lnTo>
                    <a:pt x="198" y="102"/>
                  </a:lnTo>
                  <a:lnTo>
                    <a:pt x="204" y="102"/>
                  </a:lnTo>
                  <a:lnTo>
                    <a:pt x="204" y="102"/>
                  </a:lnTo>
                  <a:lnTo>
                    <a:pt x="204" y="102"/>
                  </a:lnTo>
                  <a:lnTo>
                    <a:pt x="204" y="102"/>
                  </a:lnTo>
                  <a:lnTo>
                    <a:pt x="210" y="108"/>
                  </a:lnTo>
                  <a:lnTo>
                    <a:pt x="210" y="108"/>
                  </a:lnTo>
                  <a:lnTo>
                    <a:pt x="210" y="108"/>
                  </a:lnTo>
                  <a:lnTo>
                    <a:pt x="210" y="108"/>
                  </a:lnTo>
                  <a:lnTo>
                    <a:pt x="210" y="108"/>
                  </a:lnTo>
                  <a:lnTo>
                    <a:pt x="216" y="108"/>
                  </a:lnTo>
                  <a:lnTo>
                    <a:pt x="216" y="108"/>
                  </a:lnTo>
                  <a:lnTo>
                    <a:pt x="216" y="108"/>
                  </a:lnTo>
                  <a:lnTo>
                    <a:pt x="216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34" y="108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40" y="114"/>
                  </a:lnTo>
                  <a:lnTo>
                    <a:pt x="240" y="114"/>
                  </a:lnTo>
                  <a:lnTo>
                    <a:pt x="240" y="114"/>
                  </a:lnTo>
                  <a:lnTo>
                    <a:pt x="240" y="114"/>
                  </a:lnTo>
                  <a:lnTo>
                    <a:pt x="246" y="114"/>
                  </a:lnTo>
                  <a:lnTo>
                    <a:pt x="246" y="114"/>
                  </a:lnTo>
                  <a:lnTo>
                    <a:pt x="246" y="114"/>
                  </a:lnTo>
                  <a:lnTo>
                    <a:pt x="246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70" y="120"/>
                  </a:lnTo>
                  <a:lnTo>
                    <a:pt x="270" y="120"/>
                  </a:lnTo>
                  <a:lnTo>
                    <a:pt x="270" y="120"/>
                  </a:lnTo>
                  <a:lnTo>
                    <a:pt x="270" y="120"/>
                  </a:lnTo>
                  <a:lnTo>
                    <a:pt x="276" y="120"/>
                  </a:lnTo>
                  <a:lnTo>
                    <a:pt x="276" y="120"/>
                  </a:lnTo>
                  <a:lnTo>
                    <a:pt x="276" y="120"/>
                  </a:lnTo>
                  <a:lnTo>
                    <a:pt x="276" y="120"/>
                  </a:lnTo>
                  <a:lnTo>
                    <a:pt x="282" y="120"/>
                  </a:lnTo>
                  <a:lnTo>
                    <a:pt x="282" y="120"/>
                  </a:lnTo>
                  <a:lnTo>
                    <a:pt x="282" y="120"/>
                  </a:lnTo>
                  <a:lnTo>
                    <a:pt x="282" y="120"/>
                  </a:lnTo>
                  <a:lnTo>
                    <a:pt x="282" y="120"/>
                  </a:lnTo>
                  <a:lnTo>
                    <a:pt x="288" y="120"/>
                  </a:lnTo>
                  <a:lnTo>
                    <a:pt x="288" y="120"/>
                  </a:lnTo>
                  <a:lnTo>
                    <a:pt x="288" y="120"/>
                  </a:lnTo>
                  <a:lnTo>
                    <a:pt x="288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300" y="126"/>
                  </a:lnTo>
                  <a:lnTo>
                    <a:pt x="300" y="126"/>
                  </a:lnTo>
                  <a:lnTo>
                    <a:pt x="300" y="126"/>
                  </a:lnTo>
                  <a:lnTo>
                    <a:pt x="300" y="126"/>
                  </a:lnTo>
                  <a:lnTo>
                    <a:pt x="306" y="126"/>
                  </a:lnTo>
                  <a:lnTo>
                    <a:pt x="306" y="126"/>
                  </a:lnTo>
                  <a:lnTo>
                    <a:pt x="306" y="126"/>
                  </a:lnTo>
                  <a:lnTo>
                    <a:pt x="306" y="126"/>
                  </a:lnTo>
                  <a:lnTo>
                    <a:pt x="306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8" y="126"/>
                  </a:lnTo>
                  <a:lnTo>
                    <a:pt x="318" y="126"/>
                  </a:lnTo>
                  <a:lnTo>
                    <a:pt x="318" y="126"/>
                  </a:lnTo>
                  <a:lnTo>
                    <a:pt x="318" y="126"/>
                  </a:lnTo>
                  <a:lnTo>
                    <a:pt x="324" y="126"/>
                  </a:lnTo>
                  <a:lnTo>
                    <a:pt x="324" y="126"/>
                  </a:lnTo>
                  <a:lnTo>
                    <a:pt x="324" y="126"/>
                  </a:lnTo>
                  <a:lnTo>
                    <a:pt x="324" y="126"/>
                  </a:lnTo>
                  <a:lnTo>
                    <a:pt x="330" y="126"/>
                  </a:lnTo>
                  <a:lnTo>
                    <a:pt x="330" y="126"/>
                  </a:lnTo>
                  <a:lnTo>
                    <a:pt x="330" y="126"/>
                  </a:lnTo>
                  <a:lnTo>
                    <a:pt x="330" y="126"/>
                  </a:lnTo>
                  <a:lnTo>
                    <a:pt x="330" y="126"/>
                  </a:lnTo>
                  <a:lnTo>
                    <a:pt x="336" y="126"/>
                  </a:lnTo>
                  <a:lnTo>
                    <a:pt x="336" y="126"/>
                  </a:lnTo>
                  <a:lnTo>
                    <a:pt x="336" y="126"/>
                  </a:lnTo>
                  <a:lnTo>
                    <a:pt x="336" y="126"/>
                  </a:lnTo>
                  <a:lnTo>
                    <a:pt x="342" y="126"/>
                  </a:lnTo>
                  <a:lnTo>
                    <a:pt x="342" y="126"/>
                  </a:lnTo>
                  <a:lnTo>
                    <a:pt x="342" y="132"/>
                  </a:lnTo>
                  <a:lnTo>
                    <a:pt x="342" y="132"/>
                  </a:lnTo>
                  <a:lnTo>
                    <a:pt x="348" y="132"/>
                  </a:lnTo>
                  <a:lnTo>
                    <a:pt x="348" y="132"/>
                  </a:lnTo>
                  <a:lnTo>
                    <a:pt x="348" y="132"/>
                  </a:lnTo>
                  <a:lnTo>
                    <a:pt x="348" y="132"/>
                  </a:lnTo>
                  <a:lnTo>
                    <a:pt x="348" y="132"/>
                  </a:lnTo>
                  <a:lnTo>
                    <a:pt x="354" y="132"/>
                  </a:lnTo>
                  <a:lnTo>
                    <a:pt x="354" y="132"/>
                  </a:lnTo>
                  <a:lnTo>
                    <a:pt x="354" y="132"/>
                  </a:lnTo>
                  <a:lnTo>
                    <a:pt x="354" y="13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94">
              <a:extLst>
                <a:ext uri="{FF2B5EF4-FFF2-40B4-BE49-F238E27FC236}">
                  <a16:creationId xmlns:a16="http://schemas.microsoft.com/office/drawing/2014/main" id="{A8B9E66B-0535-46BC-BC37-F75FCD97E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2198" y="3425453"/>
              <a:ext cx="457200" cy="23813"/>
            </a:xfrm>
            <a:custGeom>
              <a:avLst/>
              <a:gdLst>
                <a:gd name="T0" fmla="*/ 6 w 360"/>
                <a:gd name="T1" fmla="*/ 0 h 18"/>
                <a:gd name="T2" fmla="*/ 18 w 360"/>
                <a:gd name="T3" fmla="*/ 0 h 18"/>
                <a:gd name="T4" fmla="*/ 24 w 360"/>
                <a:gd name="T5" fmla="*/ 0 h 18"/>
                <a:gd name="T6" fmla="*/ 30 w 360"/>
                <a:gd name="T7" fmla="*/ 0 h 18"/>
                <a:gd name="T8" fmla="*/ 36 w 360"/>
                <a:gd name="T9" fmla="*/ 0 h 18"/>
                <a:gd name="T10" fmla="*/ 42 w 360"/>
                <a:gd name="T11" fmla="*/ 0 h 18"/>
                <a:gd name="T12" fmla="*/ 48 w 360"/>
                <a:gd name="T13" fmla="*/ 6 h 18"/>
                <a:gd name="T14" fmla="*/ 60 w 360"/>
                <a:gd name="T15" fmla="*/ 6 h 18"/>
                <a:gd name="T16" fmla="*/ 66 w 360"/>
                <a:gd name="T17" fmla="*/ 6 h 18"/>
                <a:gd name="T18" fmla="*/ 72 w 360"/>
                <a:gd name="T19" fmla="*/ 6 h 18"/>
                <a:gd name="T20" fmla="*/ 78 w 360"/>
                <a:gd name="T21" fmla="*/ 6 h 18"/>
                <a:gd name="T22" fmla="*/ 84 w 360"/>
                <a:gd name="T23" fmla="*/ 6 h 18"/>
                <a:gd name="T24" fmla="*/ 90 w 360"/>
                <a:gd name="T25" fmla="*/ 6 h 18"/>
                <a:gd name="T26" fmla="*/ 102 w 360"/>
                <a:gd name="T27" fmla="*/ 6 h 18"/>
                <a:gd name="T28" fmla="*/ 108 w 360"/>
                <a:gd name="T29" fmla="*/ 6 h 18"/>
                <a:gd name="T30" fmla="*/ 114 w 360"/>
                <a:gd name="T31" fmla="*/ 6 h 18"/>
                <a:gd name="T32" fmla="*/ 120 w 360"/>
                <a:gd name="T33" fmla="*/ 6 h 18"/>
                <a:gd name="T34" fmla="*/ 126 w 360"/>
                <a:gd name="T35" fmla="*/ 6 h 18"/>
                <a:gd name="T36" fmla="*/ 138 w 360"/>
                <a:gd name="T37" fmla="*/ 6 h 18"/>
                <a:gd name="T38" fmla="*/ 144 w 360"/>
                <a:gd name="T39" fmla="*/ 12 h 18"/>
                <a:gd name="T40" fmla="*/ 150 w 360"/>
                <a:gd name="T41" fmla="*/ 12 h 18"/>
                <a:gd name="T42" fmla="*/ 156 w 360"/>
                <a:gd name="T43" fmla="*/ 12 h 18"/>
                <a:gd name="T44" fmla="*/ 162 w 360"/>
                <a:gd name="T45" fmla="*/ 12 h 18"/>
                <a:gd name="T46" fmla="*/ 168 w 360"/>
                <a:gd name="T47" fmla="*/ 12 h 18"/>
                <a:gd name="T48" fmla="*/ 180 w 360"/>
                <a:gd name="T49" fmla="*/ 12 h 18"/>
                <a:gd name="T50" fmla="*/ 186 w 360"/>
                <a:gd name="T51" fmla="*/ 12 h 18"/>
                <a:gd name="T52" fmla="*/ 192 w 360"/>
                <a:gd name="T53" fmla="*/ 12 h 18"/>
                <a:gd name="T54" fmla="*/ 198 w 360"/>
                <a:gd name="T55" fmla="*/ 12 h 18"/>
                <a:gd name="T56" fmla="*/ 204 w 360"/>
                <a:gd name="T57" fmla="*/ 12 h 18"/>
                <a:gd name="T58" fmla="*/ 210 w 360"/>
                <a:gd name="T59" fmla="*/ 12 h 18"/>
                <a:gd name="T60" fmla="*/ 222 w 360"/>
                <a:gd name="T61" fmla="*/ 12 h 18"/>
                <a:gd name="T62" fmla="*/ 228 w 360"/>
                <a:gd name="T63" fmla="*/ 12 h 18"/>
                <a:gd name="T64" fmla="*/ 234 w 360"/>
                <a:gd name="T65" fmla="*/ 12 h 18"/>
                <a:gd name="T66" fmla="*/ 240 w 360"/>
                <a:gd name="T67" fmla="*/ 12 h 18"/>
                <a:gd name="T68" fmla="*/ 246 w 360"/>
                <a:gd name="T69" fmla="*/ 12 h 18"/>
                <a:gd name="T70" fmla="*/ 258 w 360"/>
                <a:gd name="T71" fmla="*/ 12 h 18"/>
                <a:gd name="T72" fmla="*/ 264 w 360"/>
                <a:gd name="T73" fmla="*/ 12 h 18"/>
                <a:gd name="T74" fmla="*/ 270 w 360"/>
                <a:gd name="T75" fmla="*/ 12 h 18"/>
                <a:gd name="T76" fmla="*/ 276 w 360"/>
                <a:gd name="T77" fmla="*/ 12 h 18"/>
                <a:gd name="T78" fmla="*/ 282 w 360"/>
                <a:gd name="T79" fmla="*/ 12 h 18"/>
                <a:gd name="T80" fmla="*/ 288 w 360"/>
                <a:gd name="T81" fmla="*/ 12 h 18"/>
                <a:gd name="T82" fmla="*/ 300 w 360"/>
                <a:gd name="T83" fmla="*/ 12 h 18"/>
                <a:gd name="T84" fmla="*/ 306 w 360"/>
                <a:gd name="T85" fmla="*/ 12 h 18"/>
                <a:gd name="T86" fmla="*/ 312 w 360"/>
                <a:gd name="T87" fmla="*/ 12 h 18"/>
                <a:gd name="T88" fmla="*/ 318 w 360"/>
                <a:gd name="T89" fmla="*/ 12 h 18"/>
                <a:gd name="T90" fmla="*/ 324 w 360"/>
                <a:gd name="T91" fmla="*/ 12 h 18"/>
                <a:gd name="T92" fmla="*/ 330 w 360"/>
                <a:gd name="T93" fmla="*/ 18 h 18"/>
                <a:gd name="T94" fmla="*/ 342 w 360"/>
                <a:gd name="T95" fmla="*/ 18 h 18"/>
                <a:gd name="T96" fmla="*/ 348 w 360"/>
                <a:gd name="T97" fmla="*/ 18 h 18"/>
                <a:gd name="T98" fmla="*/ 354 w 360"/>
                <a:gd name="T99" fmla="*/ 18 h 18"/>
                <a:gd name="T100" fmla="*/ 360 w 360"/>
                <a:gd name="T10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18">
                  <a:moveTo>
                    <a:pt x="0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72" y="6"/>
                  </a:lnTo>
                  <a:lnTo>
                    <a:pt x="72" y="6"/>
                  </a:lnTo>
                  <a:lnTo>
                    <a:pt x="72" y="6"/>
                  </a:lnTo>
                  <a:lnTo>
                    <a:pt x="72" y="6"/>
                  </a:lnTo>
                  <a:lnTo>
                    <a:pt x="78" y="6"/>
                  </a:lnTo>
                  <a:lnTo>
                    <a:pt x="78" y="6"/>
                  </a:lnTo>
                  <a:lnTo>
                    <a:pt x="78" y="6"/>
                  </a:lnTo>
                  <a:lnTo>
                    <a:pt x="78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8" y="6"/>
                  </a:lnTo>
                  <a:lnTo>
                    <a:pt x="138" y="6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70" y="12"/>
                  </a:lnTo>
                  <a:lnTo>
                    <a:pt x="270" y="12"/>
                  </a:lnTo>
                  <a:lnTo>
                    <a:pt x="270" y="12"/>
                  </a:lnTo>
                  <a:lnTo>
                    <a:pt x="270" y="12"/>
                  </a:lnTo>
                  <a:lnTo>
                    <a:pt x="276" y="12"/>
                  </a:lnTo>
                  <a:lnTo>
                    <a:pt x="276" y="12"/>
                  </a:lnTo>
                  <a:lnTo>
                    <a:pt x="276" y="12"/>
                  </a:lnTo>
                  <a:lnTo>
                    <a:pt x="276" y="12"/>
                  </a:lnTo>
                  <a:lnTo>
                    <a:pt x="276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300" y="12"/>
                  </a:lnTo>
                  <a:lnTo>
                    <a:pt x="300" y="12"/>
                  </a:lnTo>
                  <a:lnTo>
                    <a:pt x="300" y="12"/>
                  </a:lnTo>
                  <a:lnTo>
                    <a:pt x="300" y="12"/>
                  </a:lnTo>
                  <a:lnTo>
                    <a:pt x="300" y="12"/>
                  </a:lnTo>
                  <a:lnTo>
                    <a:pt x="306" y="12"/>
                  </a:lnTo>
                  <a:lnTo>
                    <a:pt x="306" y="12"/>
                  </a:lnTo>
                  <a:lnTo>
                    <a:pt x="306" y="12"/>
                  </a:lnTo>
                  <a:lnTo>
                    <a:pt x="306" y="12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8" y="12"/>
                  </a:lnTo>
                  <a:lnTo>
                    <a:pt x="318" y="12"/>
                  </a:lnTo>
                  <a:lnTo>
                    <a:pt x="318" y="12"/>
                  </a:lnTo>
                  <a:lnTo>
                    <a:pt x="318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30" y="12"/>
                  </a:lnTo>
                  <a:lnTo>
                    <a:pt x="330" y="12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8" y="18"/>
                  </a:lnTo>
                  <a:lnTo>
                    <a:pt x="348" y="18"/>
                  </a:lnTo>
                  <a:lnTo>
                    <a:pt x="348" y="18"/>
                  </a:lnTo>
                  <a:lnTo>
                    <a:pt x="348" y="18"/>
                  </a:lnTo>
                  <a:lnTo>
                    <a:pt x="348" y="18"/>
                  </a:lnTo>
                  <a:lnTo>
                    <a:pt x="354" y="18"/>
                  </a:lnTo>
                  <a:lnTo>
                    <a:pt x="354" y="18"/>
                  </a:lnTo>
                  <a:lnTo>
                    <a:pt x="354" y="18"/>
                  </a:lnTo>
                  <a:lnTo>
                    <a:pt x="354" y="18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0" y="1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0" name="Object 95">
              <a:extLst>
                <a:ext uri="{FF2B5EF4-FFF2-40B4-BE49-F238E27FC236}">
                  <a16:creationId xmlns:a16="http://schemas.microsoft.com/office/drawing/2014/main" id="{122AD2BE-3210-4D0B-9080-204FAD8EF4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1534284"/>
                </p:ext>
              </p:extLst>
            </p:nvPr>
          </p:nvGraphicFramePr>
          <p:xfrm>
            <a:off x="6513513" y="2216150"/>
            <a:ext cx="27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8" name="Equation" r:id="rId25" imgW="279360" imgH="342720" progId="Equation.DSMT4">
                    <p:embed/>
                  </p:oleObj>
                </mc:Choice>
                <mc:Fallback>
                  <p:oleObj name="Equation" r:id="rId25" imgW="279360" imgH="342720" progId="Equation.DSMT4">
                    <p:embed/>
                    <p:pic>
                      <p:nvPicPr>
                        <p:cNvPr id="17" name="Object 95">
                          <a:extLst>
                            <a:ext uri="{FF2B5EF4-FFF2-40B4-BE49-F238E27FC236}">
                              <a16:creationId xmlns:a16="http://schemas.microsoft.com/office/drawing/2014/main" id="{0560D365-45FE-432F-9077-0231EA1388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3513" y="2216150"/>
                          <a:ext cx="279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96">
              <a:extLst>
                <a:ext uri="{FF2B5EF4-FFF2-40B4-BE49-F238E27FC236}">
                  <a16:creationId xmlns:a16="http://schemas.microsoft.com/office/drawing/2014/main" id="{3E954FBE-26E2-41D3-B7CE-566E205B08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7400139"/>
                </p:ext>
              </p:extLst>
            </p:nvPr>
          </p:nvGraphicFramePr>
          <p:xfrm>
            <a:off x="5449888" y="2203450"/>
            <a:ext cx="39528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69" name="Equation" r:id="rId27" imgW="393480" imgH="342720" progId="Equation.DSMT4">
                    <p:embed/>
                  </p:oleObj>
                </mc:Choice>
                <mc:Fallback>
                  <p:oleObj name="Equation" r:id="rId27" imgW="393480" imgH="342720" progId="Equation.DSMT4">
                    <p:embed/>
                    <p:pic>
                      <p:nvPicPr>
                        <p:cNvPr id="18" name="Object 96">
                          <a:extLst>
                            <a:ext uri="{FF2B5EF4-FFF2-40B4-BE49-F238E27FC236}">
                              <a16:creationId xmlns:a16="http://schemas.microsoft.com/office/drawing/2014/main" id="{AB135D85-69BE-4BE3-8C9A-7C1783B1B1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888" y="2203450"/>
                          <a:ext cx="395287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97">
              <a:extLst>
                <a:ext uri="{FF2B5EF4-FFF2-40B4-BE49-F238E27FC236}">
                  <a16:creationId xmlns:a16="http://schemas.microsoft.com/office/drawing/2014/main" id="{67E5512E-3936-4C82-8988-91F0E7914F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0490539"/>
                </p:ext>
              </p:extLst>
            </p:nvPr>
          </p:nvGraphicFramePr>
          <p:xfrm>
            <a:off x="6996113" y="2581275"/>
            <a:ext cx="990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70" name="Equation" r:id="rId29" imgW="990360" imgH="342720" progId="Equation.DSMT4">
                    <p:embed/>
                  </p:oleObj>
                </mc:Choice>
                <mc:Fallback>
                  <p:oleObj name="Equation" r:id="rId29" imgW="990360" imgH="342720" progId="Equation.DSMT4">
                    <p:embed/>
                    <p:pic>
                      <p:nvPicPr>
                        <p:cNvPr id="19" name="Object 97">
                          <a:extLst>
                            <a:ext uri="{FF2B5EF4-FFF2-40B4-BE49-F238E27FC236}">
                              <a16:creationId xmlns:a16="http://schemas.microsoft.com/office/drawing/2014/main" id="{DFF58E34-8F25-4E2F-92D2-E984234358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6113" y="2581275"/>
                          <a:ext cx="990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Freeform 88">
              <a:extLst>
                <a:ext uri="{FF2B5EF4-FFF2-40B4-BE49-F238E27FC236}">
                  <a16:creationId xmlns:a16="http://schemas.microsoft.com/office/drawing/2014/main" id="{35AC1AFC-68CC-4AA6-89CF-DDB343795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3148" y="3425453"/>
              <a:ext cx="457200" cy="23813"/>
            </a:xfrm>
            <a:custGeom>
              <a:avLst/>
              <a:gdLst>
                <a:gd name="T0" fmla="*/ 6 w 360"/>
                <a:gd name="T1" fmla="*/ 18 h 18"/>
                <a:gd name="T2" fmla="*/ 12 w 360"/>
                <a:gd name="T3" fmla="*/ 18 h 18"/>
                <a:gd name="T4" fmla="*/ 18 w 360"/>
                <a:gd name="T5" fmla="*/ 18 h 18"/>
                <a:gd name="T6" fmla="*/ 24 w 360"/>
                <a:gd name="T7" fmla="*/ 18 h 18"/>
                <a:gd name="T8" fmla="*/ 36 w 360"/>
                <a:gd name="T9" fmla="*/ 18 h 18"/>
                <a:gd name="T10" fmla="*/ 42 w 360"/>
                <a:gd name="T11" fmla="*/ 18 h 18"/>
                <a:gd name="T12" fmla="*/ 48 w 360"/>
                <a:gd name="T13" fmla="*/ 18 h 18"/>
                <a:gd name="T14" fmla="*/ 54 w 360"/>
                <a:gd name="T15" fmla="*/ 18 h 18"/>
                <a:gd name="T16" fmla="*/ 60 w 360"/>
                <a:gd name="T17" fmla="*/ 18 h 18"/>
                <a:gd name="T18" fmla="*/ 72 w 360"/>
                <a:gd name="T19" fmla="*/ 12 h 18"/>
                <a:gd name="T20" fmla="*/ 78 w 360"/>
                <a:gd name="T21" fmla="*/ 12 h 18"/>
                <a:gd name="T22" fmla="*/ 84 w 360"/>
                <a:gd name="T23" fmla="*/ 12 h 18"/>
                <a:gd name="T24" fmla="*/ 90 w 360"/>
                <a:gd name="T25" fmla="*/ 12 h 18"/>
                <a:gd name="T26" fmla="*/ 96 w 360"/>
                <a:gd name="T27" fmla="*/ 12 h 18"/>
                <a:gd name="T28" fmla="*/ 102 w 360"/>
                <a:gd name="T29" fmla="*/ 12 h 18"/>
                <a:gd name="T30" fmla="*/ 114 w 360"/>
                <a:gd name="T31" fmla="*/ 12 h 18"/>
                <a:gd name="T32" fmla="*/ 120 w 360"/>
                <a:gd name="T33" fmla="*/ 12 h 18"/>
                <a:gd name="T34" fmla="*/ 126 w 360"/>
                <a:gd name="T35" fmla="*/ 12 h 18"/>
                <a:gd name="T36" fmla="*/ 132 w 360"/>
                <a:gd name="T37" fmla="*/ 12 h 18"/>
                <a:gd name="T38" fmla="*/ 138 w 360"/>
                <a:gd name="T39" fmla="*/ 12 h 18"/>
                <a:gd name="T40" fmla="*/ 144 w 360"/>
                <a:gd name="T41" fmla="*/ 12 h 18"/>
                <a:gd name="T42" fmla="*/ 156 w 360"/>
                <a:gd name="T43" fmla="*/ 12 h 18"/>
                <a:gd name="T44" fmla="*/ 162 w 360"/>
                <a:gd name="T45" fmla="*/ 12 h 18"/>
                <a:gd name="T46" fmla="*/ 168 w 360"/>
                <a:gd name="T47" fmla="*/ 12 h 18"/>
                <a:gd name="T48" fmla="*/ 174 w 360"/>
                <a:gd name="T49" fmla="*/ 12 h 18"/>
                <a:gd name="T50" fmla="*/ 180 w 360"/>
                <a:gd name="T51" fmla="*/ 12 h 18"/>
                <a:gd name="T52" fmla="*/ 186 w 360"/>
                <a:gd name="T53" fmla="*/ 12 h 18"/>
                <a:gd name="T54" fmla="*/ 198 w 360"/>
                <a:gd name="T55" fmla="*/ 12 h 18"/>
                <a:gd name="T56" fmla="*/ 204 w 360"/>
                <a:gd name="T57" fmla="*/ 12 h 18"/>
                <a:gd name="T58" fmla="*/ 210 w 360"/>
                <a:gd name="T59" fmla="*/ 12 h 18"/>
                <a:gd name="T60" fmla="*/ 216 w 360"/>
                <a:gd name="T61" fmla="*/ 12 h 18"/>
                <a:gd name="T62" fmla="*/ 222 w 360"/>
                <a:gd name="T63" fmla="*/ 12 h 18"/>
                <a:gd name="T64" fmla="*/ 234 w 360"/>
                <a:gd name="T65" fmla="*/ 12 h 18"/>
                <a:gd name="T66" fmla="*/ 240 w 360"/>
                <a:gd name="T67" fmla="*/ 12 h 18"/>
                <a:gd name="T68" fmla="*/ 246 w 360"/>
                <a:gd name="T69" fmla="*/ 12 h 18"/>
                <a:gd name="T70" fmla="*/ 252 w 360"/>
                <a:gd name="T71" fmla="*/ 12 h 18"/>
                <a:gd name="T72" fmla="*/ 258 w 360"/>
                <a:gd name="T73" fmla="*/ 6 h 18"/>
                <a:gd name="T74" fmla="*/ 264 w 360"/>
                <a:gd name="T75" fmla="*/ 6 h 18"/>
                <a:gd name="T76" fmla="*/ 276 w 360"/>
                <a:gd name="T77" fmla="*/ 6 h 18"/>
                <a:gd name="T78" fmla="*/ 282 w 360"/>
                <a:gd name="T79" fmla="*/ 6 h 18"/>
                <a:gd name="T80" fmla="*/ 288 w 360"/>
                <a:gd name="T81" fmla="*/ 6 h 18"/>
                <a:gd name="T82" fmla="*/ 294 w 360"/>
                <a:gd name="T83" fmla="*/ 6 h 18"/>
                <a:gd name="T84" fmla="*/ 300 w 360"/>
                <a:gd name="T85" fmla="*/ 6 h 18"/>
                <a:gd name="T86" fmla="*/ 306 w 360"/>
                <a:gd name="T87" fmla="*/ 6 h 18"/>
                <a:gd name="T88" fmla="*/ 318 w 360"/>
                <a:gd name="T89" fmla="*/ 6 h 18"/>
                <a:gd name="T90" fmla="*/ 324 w 360"/>
                <a:gd name="T91" fmla="*/ 6 h 18"/>
                <a:gd name="T92" fmla="*/ 330 w 360"/>
                <a:gd name="T93" fmla="*/ 6 h 18"/>
                <a:gd name="T94" fmla="*/ 336 w 360"/>
                <a:gd name="T95" fmla="*/ 6 h 18"/>
                <a:gd name="T96" fmla="*/ 342 w 360"/>
                <a:gd name="T97" fmla="*/ 6 h 18"/>
                <a:gd name="T98" fmla="*/ 354 w 360"/>
                <a:gd name="T99" fmla="*/ 0 h 18"/>
                <a:gd name="T100" fmla="*/ 360 w 360"/>
                <a:gd name="T10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18">
                  <a:moveTo>
                    <a:pt x="0" y="18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20" y="12"/>
                  </a:lnTo>
                  <a:lnTo>
                    <a:pt x="120" y="12"/>
                  </a:lnTo>
                  <a:lnTo>
                    <a:pt x="120" y="12"/>
                  </a:lnTo>
                  <a:lnTo>
                    <a:pt x="120" y="12"/>
                  </a:lnTo>
                  <a:lnTo>
                    <a:pt x="120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6"/>
                  </a:lnTo>
                  <a:lnTo>
                    <a:pt x="258" y="6"/>
                  </a:lnTo>
                  <a:lnTo>
                    <a:pt x="264" y="6"/>
                  </a:lnTo>
                  <a:lnTo>
                    <a:pt x="264" y="6"/>
                  </a:lnTo>
                  <a:lnTo>
                    <a:pt x="264" y="6"/>
                  </a:lnTo>
                  <a:lnTo>
                    <a:pt x="264" y="6"/>
                  </a:lnTo>
                  <a:lnTo>
                    <a:pt x="270" y="6"/>
                  </a:lnTo>
                  <a:lnTo>
                    <a:pt x="270" y="6"/>
                  </a:lnTo>
                  <a:lnTo>
                    <a:pt x="270" y="6"/>
                  </a:lnTo>
                  <a:lnTo>
                    <a:pt x="270" y="6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8" y="6"/>
                  </a:lnTo>
                  <a:lnTo>
                    <a:pt x="288" y="6"/>
                  </a:lnTo>
                  <a:lnTo>
                    <a:pt x="288" y="6"/>
                  </a:lnTo>
                  <a:lnTo>
                    <a:pt x="288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12" y="6"/>
                  </a:lnTo>
                  <a:lnTo>
                    <a:pt x="312" y="6"/>
                  </a:lnTo>
                  <a:lnTo>
                    <a:pt x="312" y="6"/>
                  </a:lnTo>
                  <a:lnTo>
                    <a:pt x="312" y="6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30" y="6"/>
                  </a:lnTo>
                  <a:lnTo>
                    <a:pt x="330" y="6"/>
                  </a:lnTo>
                  <a:lnTo>
                    <a:pt x="330" y="6"/>
                  </a:lnTo>
                  <a:lnTo>
                    <a:pt x="330" y="6"/>
                  </a:lnTo>
                  <a:lnTo>
                    <a:pt x="330" y="6"/>
                  </a:lnTo>
                  <a:lnTo>
                    <a:pt x="336" y="6"/>
                  </a:lnTo>
                  <a:lnTo>
                    <a:pt x="336" y="6"/>
                  </a:lnTo>
                  <a:lnTo>
                    <a:pt x="336" y="6"/>
                  </a:lnTo>
                  <a:lnTo>
                    <a:pt x="336" y="6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48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670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8B03877-940C-442C-BA1D-8354A4BBFE86}"/>
              </a:ext>
            </a:extLst>
          </p:cNvPr>
          <p:cNvGrpSpPr/>
          <p:nvPr/>
        </p:nvGrpSpPr>
        <p:grpSpPr>
          <a:xfrm>
            <a:off x="1314336" y="2341027"/>
            <a:ext cx="3735387" cy="1706563"/>
            <a:chOff x="1298930" y="2139702"/>
            <a:chExt cx="3735387" cy="1706563"/>
          </a:xfrm>
        </p:grpSpPr>
        <p:sp>
          <p:nvSpPr>
            <p:cNvPr id="2" name="Freeform 64">
              <a:extLst>
                <a:ext uri="{FF2B5EF4-FFF2-40B4-BE49-F238E27FC236}">
                  <a16:creationId xmlns:a16="http://schemas.microsoft.com/office/drawing/2014/main" id="{42694D88-F852-4928-A400-74FC1CDCC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930" y="3509715"/>
              <a:ext cx="3252787" cy="1587"/>
            </a:xfrm>
            <a:custGeom>
              <a:avLst/>
              <a:gdLst>
                <a:gd name="T0" fmla="*/ 12 w 642"/>
                <a:gd name="T1" fmla="*/ 24 w 642"/>
                <a:gd name="T2" fmla="*/ 36 w 642"/>
                <a:gd name="T3" fmla="*/ 48 w 642"/>
                <a:gd name="T4" fmla="*/ 60 w 642"/>
                <a:gd name="T5" fmla="*/ 72 w 642"/>
                <a:gd name="T6" fmla="*/ 84 w 642"/>
                <a:gd name="T7" fmla="*/ 96 w 642"/>
                <a:gd name="T8" fmla="*/ 108 w 642"/>
                <a:gd name="T9" fmla="*/ 126 w 642"/>
                <a:gd name="T10" fmla="*/ 138 w 642"/>
                <a:gd name="T11" fmla="*/ 150 w 642"/>
                <a:gd name="T12" fmla="*/ 162 w 642"/>
                <a:gd name="T13" fmla="*/ 174 w 642"/>
                <a:gd name="T14" fmla="*/ 186 w 642"/>
                <a:gd name="T15" fmla="*/ 198 w 642"/>
                <a:gd name="T16" fmla="*/ 210 w 642"/>
                <a:gd name="T17" fmla="*/ 222 w 642"/>
                <a:gd name="T18" fmla="*/ 234 w 642"/>
                <a:gd name="T19" fmla="*/ 246 w 642"/>
                <a:gd name="T20" fmla="*/ 264 w 642"/>
                <a:gd name="T21" fmla="*/ 276 w 642"/>
                <a:gd name="T22" fmla="*/ 288 w 642"/>
                <a:gd name="T23" fmla="*/ 300 w 642"/>
                <a:gd name="T24" fmla="*/ 312 w 642"/>
                <a:gd name="T25" fmla="*/ 324 w 642"/>
                <a:gd name="T26" fmla="*/ 336 w 642"/>
                <a:gd name="T27" fmla="*/ 348 w 642"/>
                <a:gd name="T28" fmla="*/ 360 w 642"/>
                <a:gd name="T29" fmla="*/ 372 w 642"/>
                <a:gd name="T30" fmla="*/ 390 w 642"/>
                <a:gd name="T31" fmla="*/ 402 w 642"/>
                <a:gd name="T32" fmla="*/ 414 w 642"/>
                <a:gd name="T33" fmla="*/ 426 w 642"/>
                <a:gd name="T34" fmla="*/ 438 w 642"/>
                <a:gd name="T35" fmla="*/ 450 w 642"/>
                <a:gd name="T36" fmla="*/ 462 w 642"/>
                <a:gd name="T37" fmla="*/ 474 w 642"/>
                <a:gd name="T38" fmla="*/ 486 w 642"/>
                <a:gd name="T39" fmla="*/ 498 w 642"/>
                <a:gd name="T40" fmla="*/ 510 w 642"/>
                <a:gd name="T41" fmla="*/ 528 w 642"/>
                <a:gd name="T42" fmla="*/ 540 w 642"/>
                <a:gd name="T43" fmla="*/ 552 w 642"/>
                <a:gd name="T44" fmla="*/ 564 w 642"/>
                <a:gd name="T45" fmla="*/ 576 w 642"/>
                <a:gd name="T46" fmla="*/ 588 w 642"/>
                <a:gd name="T47" fmla="*/ 600 w 642"/>
                <a:gd name="T48" fmla="*/ 612 w 642"/>
                <a:gd name="T49" fmla="*/ 624 w 642"/>
                <a:gd name="T50" fmla="*/ 636 w 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</a:cxnLst>
              <a:rect l="0" t="0" r="r" b="b"/>
              <a:pathLst>
                <a:path w="64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74" y="0"/>
                  </a:lnTo>
                  <a:lnTo>
                    <a:pt x="474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6" y="0"/>
                  </a:lnTo>
                  <a:lnTo>
                    <a:pt x="486" y="0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8" y="0"/>
                  </a:lnTo>
                  <a:lnTo>
                    <a:pt x="498" y="0"/>
                  </a:lnTo>
                  <a:lnTo>
                    <a:pt x="498" y="0"/>
                  </a:lnTo>
                  <a:lnTo>
                    <a:pt x="504" y="0"/>
                  </a:lnTo>
                  <a:lnTo>
                    <a:pt x="504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2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65">
              <a:extLst>
                <a:ext uri="{FF2B5EF4-FFF2-40B4-BE49-F238E27FC236}">
                  <a16:creationId xmlns:a16="http://schemas.microsoft.com/office/drawing/2014/main" id="{4BC8E436-FA6B-47E5-9103-B5777DEDA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930" y="3460502"/>
              <a:ext cx="814387" cy="44450"/>
            </a:xfrm>
            <a:custGeom>
              <a:avLst/>
              <a:gdLst>
                <a:gd name="T0" fmla="*/ 12 w 642"/>
                <a:gd name="T1" fmla="*/ 36 h 36"/>
                <a:gd name="T2" fmla="*/ 24 w 642"/>
                <a:gd name="T3" fmla="*/ 36 h 36"/>
                <a:gd name="T4" fmla="*/ 36 w 642"/>
                <a:gd name="T5" fmla="*/ 36 h 36"/>
                <a:gd name="T6" fmla="*/ 48 w 642"/>
                <a:gd name="T7" fmla="*/ 36 h 36"/>
                <a:gd name="T8" fmla="*/ 60 w 642"/>
                <a:gd name="T9" fmla="*/ 36 h 36"/>
                <a:gd name="T10" fmla="*/ 72 w 642"/>
                <a:gd name="T11" fmla="*/ 36 h 36"/>
                <a:gd name="T12" fmla="*/ 84 w 642"/>
                <a:gd name="T13" fmla="*/ 36 h 36"/>
                <a:gd name="T14" fmla="*/ 96 w 642"/>
                <a:gd name="T15" fmla="*/ 36 h 36"/>
                <a:gd name="T16" fmla="*/ 108 w 642"/>
                <a:gd name="T17" fmla="*/ 36 h 36"/>
                <a:gd name="T18" fmla="*/ 126 w 642"/>
                <a:gd name="T19" fmla="*/ 36 h 36"/>
                <a:gd name="T20" fmla="*/ 138 w 642"/>
                <a:gd name="T21" fmla="*/ 30 h 36"/>
                <a:gd name="T22" fmla="*/ 150 w 642"/>
                <a:gd name="T23" fmla="*/ 30 h 36"/>
                <a:gd name="T24" fmla="*/ 162 w 642"/>
                <a:gd name="T25" fmla="*/ 30 h 36"/>
                <a:gd name="T26" fmla="*/ 174 w 642"/>
                <a:gd name="T27" fmla="*/ 30 h 36"/>
                <a:gd name="T28" fmla="*/ 186 w 642"/>
                <a:gd name="T29" fmla="*/ 30 h 36"/>
                <a:gd name="T30" fmla="*/ 198 w 642"/>
                <a:gd name="T31" fmla="*/ 30 h 36"/>
                <a:gd name="T32" fmla="*/ 210 w 642"/>
                <a:gd name="T33" fmla="*/ 30 h 36"/>
                <a:gd name="T34" fmla="*/ 222 w 642"/>
                <a:gd name="T35" fmla="*/ 30 h 36"/>
                <a:gd name="T36" fmla="*/ 234 w 642"/>
                <a:gd name="T37" fmla="*/ 30 h 36"/>
                <a:gd name="T38" fmla="*/ 246 w 642"/>
                <a:gd name="T39" fmla="*/ 30 h 36"/>
                <a:gd name="T40" fmla="*/ 264 w 642"/>
                <a:gd name="T41" fmla="*/ 30 h 36"/>
                <a:gd name="T42" fmla="*/ 276 w 642"/>
                <a:gd name="T43" fmla="*/ 30 h 36"/>
                <a:gd name="T44" fmla="*/ 288 w 642"/>
                <a:gd name="T45" fmla="*/ 30 h 36"/>
                <a:gd name="T46" fmla="*/ 300 w 642"/>
                <a:gd name="T47" fmla="*/ 30 h 36"/>
                <a:gd name="T48" fmla="*/ 312 w 642"/>
                <a:gd name="T49" fmla="*/ 30 h 36"/>
                <a:gd name="T50" fmla="*/ 324 w 642"/>
                <a:gd name="T51" fmla="*/ 30 h 36"/>
                <a:gd name="T52" fmla="*/ 336 w 642"/>
                <a:gd name="T53" fmla="*/ 30 h 36"/>
                <a:gd name="T54" fmla="*/ 348 w 642"/>
                <a:gd name="T55" fmla="*/ 30 h 36"/>
                <a:gd name="T56" fmla="*/ 360 w 642"/>
                <a:gd name="T57" fmla="*/ 24 h 36"/>
                <a:gd name="T58" fmla="*/ 372 w 642"/>
                <a:gd name="T59" fmla="*/ 24 h 36"/>
                <a:gd name="T60" fmla="*/ 390 w 642"/>
                <a:gd name="T61" fmla="*/ 24 h 36"/>
                <a:gd name="T62" fmla="*/ 402 w 642"/>
                <a:gd name="T63" fmla="*/ 24 h 36"/>
                <a:gd name="T64" fmla="*/ 414 w 642"/>
                <a:gd name="T65" fmla="*/ 24 h 36"/>
                <a:gd name="T66" fmla="*/ 426 w 642"/>
                <a:gd name="T67" fmla="*/ 24 h 36"/>
                <a:gd name="T68" fmla="*/ 438 w 642"/>
                <a:gd name="T69" fmla="*/ 24 h 36"/>
                <a:gd name="T70" fmla="*/ 450 w 642"/>
                <a:gd name="T71" fmla="*/ 24 h 36"/>
                <a:gd name="T72" fmla="*/ 462 w 642"/>
                <a:gd name="T73" fmla="*/ 24 h 36"/>
                <a:gd name="T74" fmla="*/ 474 w 642"/>
                <a:gd name="T75" fmla="*/ 18 h 36"/>
                <a:gd name="T76" fmla="*/ 486 w 642"/>
                <a:gd name="T77" fmla="*/ 18 h 36"/>
                <a:gd name="T78" fmla="*/ 498 w 642"/>
                <a:gd name="T79" fmla="*/ 18 h 36"/>
                <a:gd name="T80" fmla="*/ 510 w 642"/>
                <a:gd name="T81" fmla="*/ 18 h 36"/>
                <a:gd name="T82" fmla="*/ 528 w 642"/>
                <a:gd name="T83" fmla="*/ 18 h 36"/>
                <a:gd name="T84" fmla="*/ 540 w 642"/>
                <a:gd name="T85" fmla="*/ 12 h 36"/>
                <a:gd name="T86" fmla="*/ 552 w 642"/>
                <a:gd name="T87" fmla="*/ 12 h 36"/>
                <a:gd name="T88" fmla="*/ 564 w 642"/>
                <a:gd name="T89" fmla="*/ 12 h 36"/>
                <a:gd name="T90" fmla="*/ 576 w 642"/>
                <a:gd name="T91" fmla="*/ 12 h 36"/>
                <a:gd name="T92" fmla="*/ 588 w 642"/>
                <a:gd name="T93" fmla="*/ 12 h 36"/>
                <a:gd name="T94" fmla="*/ 600 w 642"/>
                <a:gd name="T95" fmla="*/ 6 h 36"/>
                <a:gd name="T96" fmla="*/ 612 w 642"/>
                <a:gd name="T97" fmla="*/ 6 h 36"/>
                <a:gd name="T98" fmla="*/ 624 w 642"/>
                <a:gd name="T99" fmla="*/ 6 h 36"/>
                <a:gd name="T100" fmla="*/ 636 w 642"/>
                <a:gd name="T10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2" h="36">
                  <a:moveTo>
                    <a:pt x="0" y="36"/>
                  </a:moveTo>
                  <a:lnTo>
                    <a:pt x="0" y="36"/>
                  </a:lnTo>
                  <a:lnTo>
                    <a:pt x="6" y="36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2" y="36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2" y="36"/>
                  </a:lnTo>
                  <a:lnTo>
                    <a:pt x="42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78" y="36"/>
                  </a:lnTo>
                  <a:lnTo>
                    <a:pt x="84" y="36"/>
                  </a:lnTo>
                  <a:lnTo>
                    <a:pt x="84" y="36"/>
                  </a:lnTo>
                  <a:lnTo>
                    <a:pt x="90" y="36"/>
                  </a:lnTo>
                  <a:lnTo>
                    <a:pt x="90" y="36"/>
                  </a:lnTo>
                  <a:lnTo>
                    <a:pt x="96" y="36"/>
                  </a:lnTo>
                  <a:lnTo>
                    <a:pt x="96" y="36"/>
                  </a:lnTo>
                  <a:lnTo>
                    <a:pt x="96" y="36"/>
                  </a:lnTo>
                  <a:lnTo>
                    <a:pt x="102" y="36"/>
                  </a:lnTo>
                  <a:lnTo>
                    <a:pt x="102" y="36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14" y="36"/>
                  </a:lnTo>
                  <a:lnTo>
                    <a:pt x="114" y="36"/>
                  </a:lnTo>
                  <a:lnTo>
                    <a:pt x="120" y="36"/>
                  </a:lnTo>
                  <a:lnTo>
                    <a:pt x="120" y="36"/>
                  </a:lnTo>
                  <a:lnTo>
                    <a:pt x="126" y="36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8" y="30"/>
                  </a:lnTo>
                  <a:lnTo>
                    <a:pt x="138" y="30"/>
                  </a:lnTo>
                  <a:lnTo>
                    <a:pt x="138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68" y="30"/>
                  </a:lnTo>
                  <a:lnTo>
                    <a:pt x="168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6" y="30"/>
                  </a:lnTo>
                  <a:lnTo>
                    <a:pt x="186" y="30"/>
                  </a:lnTo>
                  <a:lnTo>
                    <a:pt x="186" y="30"/>
                  </a:lnTo>
                  <a:lnTo>
                    <a:pt x="192" y="30"/>
                  </a:lnTo>
                  <a:lnTo>
                    <a:pt x="192" y="30"/>
                  </a:lnTo>
                  <a:lnTo>
                    <a:pt x="198" y="30"/>
                  </a:lnTo>
                  <a:lnTo>
                    <a:pt x="198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6" y="30"/>
                  </a:lnTo>
                  <a:lnTo>
                    <a:pt x="216" y="30"/>
                  </a:lnTo>
                  <a:lnTo>
                    <a:pt x="216" y="30"/>
                  </a:lnTo>
                  <a:lnTo>
                    <a:pt x="222" y="30"/>
                  </a:lnTo>
                  <a:lnTo>
                    <a:pt x="222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52" y="30"/>
                  </a:lnTo>
                  <a:lnTo>
                    <a:pt x="252" y="30"/>
                  </a:lnTo>
                  <a:lnTo>
                    <a:pt x="258" y="30"/>
                  </a:lnTo>
                  <a:lnTo>
                    <a:pt x="258" y="30"/>
                  </a:lnTo>
                  <a:lnTo>
                    <a:pt x="264" y="30"/>
                  </a:lnTo>
                  <a:lnTo>
                    <a:pt x="264" y="30"/>
                  </a:lnTo>
                  <a:lnTo>
                    <a:pt x="264" y="30"/>
                  </a:lnTo>
                  <a:lnTo>
                    <a:pt x="270" y="30"/>
                  </a:lnTo>
                  <a:lnTo>
                    <a:pt x="270" y="30"/>
                  </a:lnTo>
                  <a:lnTo>
                    <a:pt x="276" y="30"/>
                  </a:lnTo>
                  <a:lnTo>
                    <a:pt x="276" y="30"/>
                  </a:lnTo>
                  <a:lnTo>
                    <a:pt x="282" y="30"/>
                  </a:lnTo>
                  <a:lnTo>
                    <a:pt x="282" y="30"/>
                  </a:lnTo>
                  <a:lnTo>
                    <a:pt x="282" y="30"/>
                  </a:lnTo>
                  <a:lnTo>
                    <a:pt x="288" y="30"/>
                  </a:lnTo>
                  <a:lnTo>
                    <a:pt x="288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18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42" y="30"/>
                  </a:lnTo>
                  <a:lnTo>
                    <a:pt x="342" y="30"/>
                  </a:lnTo>
                  <a:lnTo>
                    <a:pt x="342" y="30"/>
                  </a:lnTo>
                  <a:lnTo>
                    <a:pt x="348" y="30"/>
                  </a:lnTo>
                  <a:lnTo>
                    <a:pt x="348" y="30"/>
                  </a:lnTo>
                  <a:lnTo>
                    <a:pt x="354" y="30"/>
                  </a:lnTo>
                  <a:lnTo>
                    <a:pt x="354" y="30"/>
                  </a:lnTo>
                  <a:lnTo>
                    <a:pt x="354" y="24"/>
                  </a:lnTo>
                  <a:lnTo>
                    <a:pt x="360" y="24"/>
                  </a:lnTo>
                  <a:lnTo>
                    <a:pt x="360" y="24"/>
                  </a:lnTo>
                  <a:lnTo>
                    <a:pt x="366" y="24"/>
                  </a:lnTo>
                  <a:lnTo>
                    <a:pt x="366" y="24"/>
                  </a:lnTo>
                  <a:lnTo>
                    <a:pt x="372" y="24"/>
                  </a:lnTo>
                  <a:lnTo>
                    <a:pt x="372" y="24"/>
                  </a:lnTo>
                  <a:lnTo>
                    <a:pt x="372" y="24"/>
                  </a:lnTo>
                  <a:lnTo>
                    <a:pt x="378" y="24"/>
                  </a:lnTo>
                  <a:lnTo>
                    <a:pt x="378" y="24"/>
                  </a:lnTo>
                  <a:lnTo>
                    <a:pt x="384" y="24"/>
                  </a:lnTo>
                  <a:lnTo>
                    <a:pt x="384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96" y="24"/>
                  </a:lnTo>
                  <a:lnTo>
                    <a:pt x="396" y="24"/>
                  </a:lnTo>
                  <a:lnTo>
                    <a:pt x="402" y="24"/>
                  </a:lnTo>
                  <a:lnTo>
                    <a:pt x="402" y="24"/>
                  </a:lnTo>
                  <a:lnTo>
                    <a:pt x="402" y="24"/>
                  </a:lnTo>
                  <a:lnTo>
                    <a:pt x="408" y="24"/>
                  </a:lnTo>
                  <a:lnTo>
                    <a:pt x="408" y="24"/>
                  </a:lnTo>
                  <a:lnTo>
                    <a:pt x="414" y="24"/>
                  </a:lnTo>
                  <a:lnTo>
                    <a:pt x="414" y="24"/>
                  </a:lnTo>
                  <a:lnTo>
                    <a:pt x="420" y="24"/>
                  </a:lnTo>
                  <a:lnTo>
                    <a:pt x="420" y="24"/>
                  </a:lnTo>
                  <a:lnTo>
                    <a:pt x="420" y="24"/>
                  </a:lnTo>
                  <a:lnTo>
                    <a:pt x="426" y="24"/>
                  </a:lnTo>
                  <a:lnTo>
                    <a:pt x="426" y="24"/>
                  </a:lnTo>
                  <a:lnTo>
                    <a:pt x="432" y="24"/>
                  </a:lnTo>
                  <a:lnTo>
                    <a:pt x="432" y="24"/>
                  </a:lnTo>
                  <a:lnTo>
                    <a:pt x="432" y="24"/>
                  </a:lnTo>
                  <a:lnTo>
                    <a:pt x="438" y="24"/>
                  </a:lnTo>
                  <a:lnTo>
                    <a:pt x="438" y="24"/>
                  </a:lnTo>
                  <a:lnTo>
                    <a:pt x="444" y="24"/>
                  </a:lnTo>
                  <a:lnTo>
                    <a:pt x="444" y="24"/>
                  </a:lnTo>
                  <a:lnTo>
                    <a:pt x="450" y="24"/>
                  </a:lnTo>
                  <a:lnTo>
                    <a:pt x="450" y="24"/>
                  </a:lnTo>
                  <a:lnTo>
                    <a:pt x="450" y="24"/>
                  </a:lnTo>
                  <a:lnTo>
                    <a:pt x="456" y="24"/>
                  </a:lnTo>
                  <a:lnTo>
                    <a:pt x="456" y="24"/>
                  </a:lnTo>
                  <a:lnTo>
                    <a:pt x="462" y="24"/>
                  </a:lnTo>
                  <a:lnTo>
                    <a:pt x="462" y="24"/>
                  </a:lnTo>
                  <a:lnTo>
                    <a:pt x="468" y="24"/>
                  </a:lnTo>
                  <a:lnTo>
                    <a:pt x="468" y="18"/>
                  </a:lnTo>
                  <a:lnTo>
                    <a:pt x="468" y="18"/>
                  </a:lnTo>
                  <a:lnTo>
                    <a:pt x="474" y="18"/>
                  </a:lnTo>
                  <a:lnTo>
                    <a:pt x="474" y="18"/>
                  </a:lnTo>
                  <a:lnTo>
                    <a:pt x="480" y="18"/>
                  </a:lnTo>
                  <a:lnTo>
                    <a:pt x="480" y="18"/>
                  </a:lnTo>
                  <a:lnTo>
                    <a:pt x="480" y="18"/>
                  </a:lnTo>
                  <a:lnTo>
                    <a:pt x="486" y="18"/>
                  </a:lnTo>
                  <a:lnTo>
                    <a:pt x="486" y="18"/>
                  </a:lnTo>
                  <a:lnTo>
                    <a:pt x="492" y="18"/>
                  </a:lnTo>
                  <a:lnTo>
                    <a:pt x="492" y="18"/>
                  </a:lnTo>
                  <a:lnTo>
                    <a:pt x="498" y="18"/>
                  </a:lnTo>
                  <a:lnTo>
                    <a:pt x="498" y="18"/>
                  </a:lnTo>
                  <a:lnTo>
                    <a:pt x="498" y="18"/>
                  </a:lnTo>
                  <a:lnTo>
                    <a:pt x="504" y="18"/>
                  </a:lnTo>
                  <a:lnTo>
                    <a:pt x="504" y="18"/>
                  </a:lnTo>
                  <a:lnTo>
                    <a:pt x="510" y="18"/>
                  </a:lnTo>
                  <a:lnTo>
                    <a:pt x="510" y="18"/>
                  </a:lnTo>
                  <a:lnTo>
                    <a:pt x="510" y="18"/>
                  </a:lnTo>
                  <a:lnTo>
                    <a:pt x="516" y="18"/>
                  </a:lnTo>
                  <a:lnTo>
                    <a:pt x="516" y="18"/>
                  </a:lnTo>
                  <a:lnTo>
                    <a:pt x="522" y="18"/>
                  </a:lnTo>
                  <a:lnTo>
                    <a:pt x="522" y="18"/>
                  </a:lnTo>
                  <a:lnTo>
                    <a:pt x="528" y="18"/>
                  </a:lnTo>
                  <a:lnTo>
                    <a:pt x="528" y="18"/>
                  </a:lnTo>
                  <a:lnTo>
                    <a:pt x="528" y="18"/>
                  </a:lnTo>
                  <a:lnTo>
                    <a:pt x="534" y="18"/>
                  </a:lnTo>
                  <a:lnTo>
                    <a:pt x="534" y="18"/>
                  </a:lnTo>
                  <a:lnTo>
                    <a:pt x="540" y="12"/>
                  </a:lnTo>
                  <a:lnTo>
                    <a:pt x="540" y="12"/>
                  </a:lnTo>
                  <a:lnTo>
                    <a:pt x="546" y="12"/>
                  </a:lnTo>
                  <a:lnTo>
                    <a:pt x="546" y="12"/>
                  </a:lnTo>
                  <a:lnTo>
                    <a:pt x="546" y="12"/>
                  </a:lnTo>
                  <a:lnTo>
                    <a:pt x="552" y="12"/>
                  </a:lnTo>
                  <a:lnTo>
                    <a:pt x="552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64" y="12"/>
                  </a:lnTo>
                  <a:lnTo>
                    <a:pt x="564" y="12"/>
                  </a:lnTo>
                  <a:lnTo>
                    <a:pt x="570" y="12"/>
                  </a:lnTo>
                  <a:lnTo>
                    <a:pt x="570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82" y="12"/>
                  </a:lnTo>
                  <a:lnTo>
                    <a:pt x="582" y="12"/>
                  </a:lnTo>
                  <a:lnTo>
                    <a:pt x="588" y="12"/>
                  </a:lnTo>
                  <a:lnTo>
                    <a:pt x="588" y="12"/>
                  </a:lnTo>
                  <a:lnTo>
                    <a:pt x="588" y="12"/>
                  </a:lnTo>
                  <a:lnTo>
                    <a:pt x="594" y="6"/>
                  </a:lnTo>
                  <a:lnTo>
                    <a:pt x="594" y="6"/>
                  </a:lnTo>
                  <a:lnTo>
                    <a:pt x="600" y="6"/>
                  </a:lnTo>
                  <a:lnTo>
                    <a:pt x="600" y="6"/>
                  </a:lnTo>
                  <a:lnTo>
                    <a:pt x="606" y="6"/>
                  </a:lnTo>
                  <a:lnTo>
                    <a:pt x="606" y="6"/>
                  </a:lnTo>
                  <a:lnTo>
                    <a:pt x="606" y="6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8" y="6"/>
                  </a:lnTo>
                  <a:lnTo>
                    <a:pt x="618" y="6"/>
                  </a:lnTo>
                  <a:lnTo>
                    <a:pt x="618" y="6"/>
                  </a:lnTo>
                  <a:lnTo>
                    <a:pt x="624" y="6"/>
                  </a:lnTo>
                  <a:lnTo>
                    <a:pt x="624" y="6"/>
                  </a:lnTo>
                  <a:lnTo>
                    <a:pt x="630" y="6"/>
                  </a:lnTo>
                  <a:lnTo>
                    <a:pt x="630" y="6"/>
                  </a:lnTo>
                  <a:lnTo>
                    <a:pt x="636" y="6"/>
                  </a:lnTo>
                  <a:lnTo>
                    <a:pt x="636" y="6"/>
                  </a:lnTo>
                  <a:lnTo>
                    <a:pt x="636" y="0"/>
                  </a:lnTo>
                  <a:lnTo>
                    <a:pt x="6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66">
              <a:extLst>
                <a:ext uri="{FF2B5EF4-FFF2-40B4-BE49-F238E27FC236}">
                  <a16:creationId xmlns:a16="http://schemas.microsoft.com/office/drawing/2014/main" id="{8FBC8D07-87E6-43E1-8241-221A4D33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317" y="3055690"/>
              <a:ext cx="815975" cy="404812"/>
            </a:xfrm>
            <a:custGeom>
              <a:avLst/>
              <a:gdLst>
                <a:gd name="T0" fmla="*/ 12 w 642"/>
                <a:gd name="T1" fmla="*/ 318 h 318"/>
                <a:gd name="T2" fmla="*/ 24 w 642"/>
                <a:gd name="T3" fmla="*/ 318 h 318"/>
                <a:gd name="T4" fmla="*/ 36 w 642"/>
                <a:gd name="T5" fmla="*/ 312 h 318"/>
                <a:gd name="T6" fmla="*/ 48 w 642"/>
                <a:gd name="T7" fmla="*/ 312 h 318"/>
                <a:gd name="T8" fmla="*/ 60 w 642"/>
                <a:gd name="T9" fmla="*/ 312 h 318"/>
                <a:gd name="T10" fmla="*/ 72 w 642"/>
                <a:gd name="T11" fmla="*/ 306 h 318"/>
                <a:gd name="T12" fmla="*/ 84 w 642"/>
                <a:gd name="T13" fmla="*/ 306 h 318"/>
                <a:gd name="T14" fmla="*/ 96 w 642"/>
                <a:gd name="T15" fmla="*/ 300 h 318"/>
                <a:gd name="T16" fmla="*/ 108 w 642"/>
                <a:gd name="T17" fmla="*/ 300 h 318"/>
                <a:gd name="T18" fmla="*/ 120 w 642"/>
                <a:gd name="T19" fmla="*/ 294 h 318"/>
                <a:gd name="T20" fmla="*/ 132 w 642"/>
                <a:gd name="T21" fmla="*/ 294 h 318"/>
                <a:gd name="T22" fmla="*/ 150 w 642"/>
                <a:gd name="T23" fmla="*/ 288 h 318"/>
                <a:gd name="T24" fmla="*/ 162 w 642"/>
                <a:gd name="T25" fmla="*/ 288 h 318"/>
                <a:gd name="T26" fmla="*/ 174 w 642"/>
                <a:gd name="T27" fmla="*/ 282 h 318"/>
                <a:gd name="T28" fmla="*/ 186 w 642"/>
                <a:gd name="T29" fmla="*/ 276 h 318"/>
                <a:gd name="T30" fmla="*/ 198 w 642"/>
                <a:gd name="T31" fmla="*/ 276 h 318"/>
                <a:gd name="T32" fmla="*/ 210 w 642"/>
                <a:gd name="T33" fmla="*/ 270 h 318"/>
                <a:gd name="T34" fmla="*/ 222 w 642"/>
                <a:gd name="T35" fmla="*/ 264 h 318"/>
                <a:gd name="T36" fmla="*/ 234 w 642"/>
                <a:gd name="T37" fmla="*/ 258 h 318"/>
                <a:gd name="T38" fmla="*/ 246 w 642"/>
                <a:gd name="T39" fmla="*/ 252 h 318"/>
                <a:gd name="T40" fmla="*/ 258 w 642"/>
                <a:gd name="T41" fmla="*/ 252 h 318"/>
                <a:gd name="T42" fmla="*/ 276 w 642"/>
                <a:gd name="T43" fmla="*/ 246 h 318"/>
                <a:gd name="T44" fmla="*/ 288 w 642"/>
                <a:gd name="T45" fmla="*/ 240 h 318"/>
                <a:gd name="T46" fmla="*/ 300 w 642"/>
                <a:gd name="T47" fmla="*/ 234 h 318"/>
                <a:gd name="T48" fmla="*/ 312 w 642"/>
                <a:gd name="T49" fmla="*/ 228 h 318"/>
                <a:gd name="T50" fmla="*/ 324 w 642"/>
                <a:gd name="T51" fmla="*/ 222 h 318"/>
                <a:gd name="T52" fmla="*/ 336 w 642"/>
                <a:gd name="T53" fmla="*/ 216 h 318"/>
                <a:gd name="T54" fmla="*/ 348 w 642"/>
                <a:gd name="T55" fmla="*/ 204 h 318"/>
                <a:gd name="T56" fmla="*/ 360 w 642"/>
                <a:gd name="T57" fmla="*/ 198 h 318"/>
                <a:gd name="T58" fmla="*/ 372 w 642"/>
                <a:gd name="T59" fmla="*/ 192 h 318"/>
                <a:gd name="T60" fmla="*/ 384 w 642"/>
                <a:gd name="T61" fmla="*/ 186 h 318"/>
                <a:gd name="T62" fmla="*/ 396 w 642"/>
                <a:gd name="T63" fmla="*/ 180 h 318"/>
                <a:gd name="T64" fmla="*/ 414 w 642"/>
                <a:gd name="T65" fmla="*/ 168 h 318"/>
                <a:gd name="T66" fmla="*/ 426 w 642"/>
                <a:gd name="T67" fmla="*/ 162 h 318"/>
                <a:gd name="T68" fmla="*/ 438 w 642"/>
                <a:gd name="T69" fmla="*/ 156 h 318"/>
                <a:gd name="T70" fmla="*/ 450 w 642"/>
                <a:gd name="T71" fmla="*/ 144 h 318"/>
                <a:gd name="T72" fmla="*/ 462 w 642"/>
                <a:gd name="T73" fmla="*/ 138 h 318"/>
                <a:gd name="T74" fmla="*/ 474 w 642"/>
                <a:gd name="T75" fmla="*/ 126 h 318"/>
                <a:gd name="T76" fmla="*/ 486 w 642"/>
                <a:gd name="T77" fmla="*/ 120 h 318"/>
                <a:gd name="T78" fmla="*/ 498 w 642"/>
                <a:gd name="T79" fmla="*/ 108 h 318"/>
                <a:gd name="T80" fmla="*/ 510 w 642"/>
                <a:gd name="T81" fmla="*/ 102 h 318"/>
                <a:gd name="T82" fmla="*/ 522 w 642"/>
                <a:gd name="T83" fmla="*/ 90 h 318"/>
                <a:gd name="T84" fmla="*/ 540 w 642"/>
                <a:gd name="T85" fmla="*/ 78 h 318"/>
                <a:gd name="T86" fmla="*/ 552 w 642"/>
                <a:gd name="T87" fmla="*/ 72 h 318"/>
                <a:gd name="T88" fmla="*/ 564 w 642"/>
                <a:gd name="T89" fmla="*/ 60 h 318"/>
                <a:gd name="T90" fmla="*/ 576 w 642"/>
                <a:gd name="T91" fmla="*/ 48 h 318"/>
                <a:gd name="T92" fmla="*/ 588 w 642"/>
                <a:gd name="T93" fmla="*/ 42 h 318"/>
                <a:gd name="T94" fmla="*/ 600 w 642"/>
                <a:gd name="T95" fmla="*/ 30 h 318"/>
                <a:gd name="T96" fmla="*/ 612 w 642"/>
                <a:gd name="T97" fmla="*/ 18 h 318"/>
                <a:gd name="T98" fmla="*/ 624 w 642"/>
                <a:gd name="T99" fmla="*/ 12 h 318"/>
                <a:gd name="T100" fmla="*/ 636 w 642"/>
                <a:gd name="T10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2" h="318">
                  <a:moveTo>
                    <a:pt x="0" y="318"/>
                  </a:moveTo>
                  <a:lnTo>
                    <a:pt x="0" y="318"/>
                  </a:lnTo>
                  <a:lnTo>
                    <a:pt x="6" y="318"/>
                  </a:lnTo>
                  <a:lnTo>
                    <a:pt x="6" y="318"/>
                  </a:lnTo>
                  <a:lnTo>
                    <a:pt x="12" y="318"/>
                  </a:lnTo>
                  <a:lnTo>
                    <a:pt x="12" y="318"/>
                  </a:lnTo>
                  <a:lnTo>
                    <a:pt x="12" y="318"/>
                  </a:lnTo>
                  <a:lnTo>
                    <a:pt x="18" y="318"/>
                  </a:lnTo>
                  <a:lnTo>
                    <a:pt x="18" y="318"/>
                  </a:lnTo>
                  <a:lnTo>
                    <a:pt x="24" y="318"/>
                  </a:lnTo>
                  <a:lnTo>
                    <a:pt x="24" y="318"/>
                  </a:lnTo>
                  <a:lnTo>
                    <a:pt x="24" y="318"/>
                  </a:lnTo>
                  <a:lnTo>
                    <a:pt x="30" y="318"/>
                  </a:lnTo>
                  <a:lnTo>
                    <a:pt x="30" y="312"/>
                  </a:lnTo>
                  <a:lnTo>
                    <a:pt x="36" y="312"/>
                  </a:lnTo>
                  <a:lnTo>
                    <a:pt x="36" y="312"/>
                  </a:lnTo>
                  <a:lnTo>
                    <a:pt x="42" y="312"/>
                  </a:lnTo>
                  <a:lnTo>
                    <a:pt x="42" y="312"/>
                  </a:lnTo>
                  <a:lnTo>
                    <a:pt x="42" y="312"/>
                  </a:lnTo>
                  <a:lnTo>
                    <a:pt x="48" y="312"/>
                  </a:lnTo>
                  <a:lnTo>
                    <a:pt x="48" y="312"/>
                  </a:lnTo>
                  <a:lnTo>
                    <a:pt x="54" y="312"/>
                  </a:lnTo>
                  <a:lnTo>
                    <a:pt x="54" y="312"/>
                  </a:lnTo>
                  <a:lnTo>
                    <a:pt x="54" y="312"/>
                  </a:lnTo>
                  <a:lnTo>
                    <a:pt x="60" y="312"/>
                  </a:lnTo>
                  <a:lnTo>
                    <a:pt x="60" y="312"/>
                  </a:lnTo>
                  <a:lnTo>
                    <a:pt x="66" y="306"/>
                  </a:lnTo>
                  <a:lnTo>
                    <a:pt x="66" y="306"/>
                  </a:lnTo>
                  <a:lnTo>
                    <a:pt x="72" y="306"/>
                  </a:lnTo>
                  <a:lnTo>
                    <a:pt x="72" y="306"/>
                  </a:lnTo>
                  <a:lnTo>
                    <a:pt x="72" y="306"/>
                  </a:lnTo>
                  <a:lnTo>
                    <a:pt x="78" y="306"/>
                  </a:lnTo>
                  <a:lnTo>
                    <a:pt x="78" y="306"/>
                  </a:lnTo>
                  <a:lnTo>
                    <a:pt x="84" y="306"/>
                  </a:lnTo>
                  <a:lnTo>
                    <a:pt x="84" y="306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0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102" y="300"/>
                  </a:lnTo>
                  <a:lnTo>
                    <a:pt x="102" y="300"/>
                  </a:lnTo>
                  <a:lnTo>
                    <a:pt x="102" y="300"/>
                  </a:lnTo>
                  <a:lnTo>
                    <a:pt x="108" y="300"/>
                  </a:lnTo>
                  <a:lnTo>
                    <a:pt x="108" y="300"/>
                  </a:lnTo>
                  <a:lnTo>
                    <a:pt x="114" y="300"/>
                  </a:lnTo>
                  <a:lnTo>
                    <a:pt x="114" y="300"/>
                  </a:lnTo>
                  <a:lnTo>
                    <a:pt x="120" y="294"/>
                  </a:lnTo>
                  <a:lnTo>
                    <a:pt x="120" y="294"/>
                  </a:lnTo>
                  <a:lnTo>
                    <a:pt x="120" y="294"/>
                  </a:lnTo>
                  <a:lnTo>
                    <a:pt x="126" y="294"/>
                  </a:lnTo>
                  <a:lnTo>
                    <a:pt x="126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8" y="294"/>
                  </a:lnTo>
                  <a:lnTo>
                    <a:pt x="138" y="288"/>
                  </a:lnTo>
                  <a:lnTo>
                    <a:pt x="144" y="288"/>
                  </a:lnTo>
                  <a:lnTo>
                    <a:pt x="144" y="288"/>
                  </a:lnTo>
                  <a:lnTo>
                    <a:pt x="150" y="288"/>
                  </a:lnTo>
                  <a:lnTo>
                    <a:pt x="150" y="288"/>
                  </a:lnTo>
                  <a:lnTo>
                    <a:pt x="150" y="288"/>
                  </a:lnTo>
                  <a:lnTo>
                    <a:pt x="156" y="288"/>
                  </a:lnTo>
                  <a:lnTo>
                    <a:pt x="156" y="288"/>
                  </a:lnTo>
                  <a:lnTo>
                    <a:pt x="162" y="288"/>
                  </a:lnTo>
                  <a:lnTo>
                    <a:pt x="162" y="282"/>
                  </a:lnTo>
                  <a:lnTo>
                    <a:pt x="162" y="282"/>
                  </a:lnTo>
                  <a:lnTo>
                    <a:pt x="168" y="282"/>
                  </a:lnTo>
                  <a:lnTo>
                    <a:pt x="168" y="282"/>
                  </a:lnTo>
                  <a:lnTo>
                    <a:pt x="174" y="282"/>
                  </a:lnTo>
                  <a:lnTo>
                    <a:pt x="174" y="282"/>
                  </a:lnTo>
                  <a:lnTo>
                    <a:pt x="180" y="282"/>
                  </a:lnTo>
                  <a:lnTo>
                    <a:pt x="180" y="282"/>
                  </a:lnTo>
                  <a:lnTo>
                    <a:pt x="180" y="276"/>
                  </a:lnTo>
                  <a:lnTo>
                    <a:pt x="186" y="276"/>
                  </a:lnTo>
                  <a:lnTo>
                    <a:pt x="186" y="276"/>
                  </a:lnTo>
                  <a:lnTo>
                    <a:pt x="192" y="276"/>
                  </a:lnTo>
                  <a:lnTo>
                    <a:pt x="192" y="276"/>
                  </a:lnTo>
                  <a:lnTo>
                    <a:pt x="198" y="276"/>
                  </a:lnTo>
                  <a:lnTo>
                    <a:pt x="198" y="276"/>
                  </a:lnTo>
                  <a:lnTo>
                    <a:pt x="198" y="270"/>
                  </a:lnTo>
                  <a:lnTo>
                    <a:pt x="204" y="270"/>
                  </a:lnTo>
                  <a:lnTo>
                    <a:pt x="204" y="270"/>
                  </a:lnTo>
                  <a:lnTo>
                    <a:pt x="210" y="270"/>
                  </a:lnTo>
                  <a:lnTo>
                    <a:pt x="210" y="270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16" y="264"/>
                  </a:lnTo>
                  <a:lnTo>
                    <a:pt x="222" y="264"/>
                  </a:lnTo>
                  <a:lnTo>
                    <a:pt x="222" y="264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40" y="258"/>
                  </a:lnTo>
                  <a:lnTo>
                    <a:pt x="240" y="258"/>
                  </a:lnTo>
                  <a:lnTo>
                    <a:pt x="240" y="258"/>
                  </a:lnTo>
                  <a:lnTo>
                    <a:pt x="246" y="258"/>
                  </a:lnTo>
                  <a:lnTo>
                    <a:pt x="246" y="252"/>
                  </a:lnTo>
                  <a:lnTo>
                    <a:pt x="252" y="252"/>
                  </a:lnTo>
                  <a:lnTo>
                    <a:pt x="252" y="252"/>
                  </a:lnTo>
                  <a:lnTo>
                    <a:pt x="258" y="252"/>
                  </a:lnTo>
                  <a:lnTo>
                    <a:pt x="258" y="252"/>
                  </a:lnTo>
                  <a:lnTo>
                    <a:pt x="258" y="252"/>
                  </a:lnTo>
                  <a:lnTo>
                    <a:pt x="264" y="246"/>
                  </a:lnTo>
                  <a:lnTo>
                    <a:pt x="264" y="246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6" y="246"/>
                  </a:lnTo>
                  <a:lnTo>
                    <a:pt x="276" y="240"/>
                  </a:lnTo>
                  <a:lnTo>
                    <a:pt x="276" y="240"/>
                  </a:lnTo>
                  <a:lnTo>
                    <a:pt x="282" y="240"/>
                  </a:lnTo>
                  <a:lnTo>
                    <a:pt x="282" y="240"/>
                  </a:lnTo>
                  <a:lnTo>
                    <a:pt x="288" y="240"/>
                  </a:lnTo>
                  <a:lnTo>
                    <a:pt x="288" y="240"/>
                  </a:lnTo>
                  <a:lnTo>
                    <a:pt x="288" y="234"/>
                  </a:lnTo>
                  <a:lnTo>
                    <a:pt x="294" y="234"/>
                  </a:lnTo>
                  <a:lnTo>
                    <a:pt x="294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6" y="228"/>
                  </a:lnTo>
                  <a:lnTo>
                    <a:pt x="306" y="228"/>
                  </a:lnTo>
                  <a:lnTo>
                    <a:pt x="306" y="228"/>
                  </a:lnTo>
                  <a:lnTo>
                    <a:pt x="312" y="228"/>
                  </a:lnTo>
                  <a:lnTo>
                    <a:pt x="312" y="228"/>
                  </a:lnTo>
                  <a:lnTo>
                    <a:pt x="318" y="222"/>
                  </a:lnTo>
                  <a:lnTo>
                    <a:pt x="318" y="222"/>
                  </a:lnTo>
                  <a:lnTo>
                    <a:pt x="318" y="222"/>
                  </a:lnTo>
                  <a:lnTo>
                    <a:pt x="324" y="222"/>
                  </a:lnTo>
                  <a:lnTo>
                    <a:pt x="324" y="216"/>
                  </a:lnTo>
                  <a:lnTo>
                    <a:pt x="330" y="216"/>
                  </a:lnTo>
                  <a:lnTo>
                    <a:pt x="330" y="216"/>
                  </a:lnTo>
                  <a:lnTo>
                    <a:pt x="336" y="216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42" y="210"/>
                  </a:lnTo>
                  <a:lnTo>
                    <a:pt x="342" y="210"/>
                  </a:lnTo>
                  <a:lnTo>
                    <a:pt x="348" y="210"/>
                  </a:lnTo>
                  <a:lnTo>
                    <a:pt x="348" y="204"/>
                  </a:lnTo>
                  <a:lnTo>
                    <a:pt x="354" y="204"/>
                  </a:lnTo>
                  <a:lnTo>
                    <a:pt x="354" y="204"/>
                  </a:lnTo>
                  <a:lnTo>
                    <a:pt x="354" y="204"/>
                  </a:lnTo>
                  <a:lnTo>
                    <a:pt x="360" y="204"/>
                  </a:lnTo>
                  <a:lnTo>
                    <a:pt x="360" y="198"/>
                  </a:lnTo>
                  <a:lnTo>
                    <a:pt x="366" y="198"/>
                  </a:lnTo>
                  <a:lnTo>
                    <a:pt x="366" y="198"/>
                  </a:lnTo>
                  <a:lnTo>
                    <a:pt x="366" y="198"/>
                  </a:lnTo>
                  <a:lnTo>
                    <a:pt x="372" y="192"/>
                  </a:lnTo>
                  <a:lnTo>
                    <a:pt x="372" y="192"/>
                  </a:lnTo>
                  <a:lnTo>
                    <a:pt x="378" y="192"/>
                  </a:lnTo>
                  <a:lnTo>
                    <a:pt x="378" y="192"/>
                  </a:lnTo>
                  <a:lnTo>
                    <a:pt x="384" y="186"/>
                  </a:lnTo>
                  <a:lnTo>
                    <a:pt x="384" y="186"/>
                  </a:lnTo>
                  <a:lnTo>
                    <a:pt x="384" y="186"/>
                  </a:lnTo>
                  <a:lnTo>
                    <a:pt x="390" y="186"/>
                  </a:lnTo>
                  <a:lnTo>
                    <a:pt x="390" y="180"/>
                  </a:lnTo>
                  <a:lnTo>
                    <a:pt x="396" y="180"/>
                  </a:lnTo>
                  <a:lnTo>
                    <a:pt x="396" y="180"/>
                  </a:lnTo>
                  <a:lnTo>
                    <a:pt x="396" y="180"/>
                  </a:lnTo>
                  <a:lnTo>
                    <a:pt x="402" y="174"/>
                  </a:lnTo>
                  <a:lnTo>
                    <a:pt x="402" y="174"/>
                  </a:lnTo>
                  <a:lnTo>
                    <a:pt x="408" y="174"/>
                  </a:lnTo>
                  <a:lnTo>
                    <a:pt x="408" y="174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20" y="162"/>
                  </a:lnTo>
                  <a:lnTo>
                    <a:pt x="420" y="162"/>
                  </a:lnTo>
                  <a:lnTo>
                    <a:pt x="426" y="162"/>
                  </a:lnTo>
                  <a:lnTo>
                    <a:pt x="426" y="162"/>
                  </a:lnTo>
                  <a:lnTo>
                    <a:pt x="426" y="156"/>
                  </a:lnTo>
                  <a:lnTo>
                    <a:pt x="432" y="156"/>
                  </a:lnTo>
                  <a:lnTo>
                    <a:pt x="432" y="156"/>
                  </a:lnTo>
                  <a:lnTo>
                    <a:pt x="438" y="156"/>
                  </a:lnTo>
                  <a:lnTo>
                    <a:pt x="438" y="150"/>
                  </a:lnTo>
                  <a:lnTo>
                    <a:pt x="444" y="150"/>
                  </a:lnTo>
                  <a:lnTo>
                    <a:pt x="444" y="150"/>
                  </a:lnTo>
                  <a:lnTo>
                    <a:pt x="444" y="144"/>
                  </a:lnTo>
                  <a:lnTo>
                    <a:pt x="450" y="144"/>
                  </a:lnTo>
                  <a:lnTo>
                    <a:pt x="450" y="144"/>
                  </a:lnTo>
                  <a:lnTo>
                    <a:pt x="456" y="144"/>
                  </a:lnTo>
                  <a:lnTo>
                    <a:pt x="456" y="138"/>
                  </a:lnTo>
                  <a:lnTo>
                    <a:pt x="462" y="138"/>
                  </a:lnTo>
                  <a:lnTo>
                    <a:pt x="462" y="138"/>
                  </a:lnTo>
                  <a:lnTo>
                    <a:pt x="462" y="132"/>
                  </a:lnTo>
                  <a:lnTo>
                    <a:pt x="468" y="132"/>
                  </a:lnTo>
                  <a:lnTo>
                    <a:pt x="468" y="132"/>
                  </a:lnTo>
                  <a:lnTo>
                    <a:pt x="474" y="126"/>
                  </a:lnTo>
                  <a:lnTo>
                    <a:pt x="474" y="126"/>
                  </a:lnTo>
                  <a:lnTo>
                    <a:pt x="474" y="126"/>
                  </a:lnTo>
                  <a:lnTo>
                    <a:pt x="480" y="126"/>
                  </a:lnTo>
                  <a:lnTo>
                    <a:pt x="480" y="120"/>
                  </a:lnTo>
                  <a:lnTo>
                    <a:pt x="486" y="120"/>
                  </a:lnTo>
                  <a:lnTo>
                    <a:pt x="486" y="120"/>
                  </a:lnTo>
                  <a:lnTo>
                    <a:pt x="492" y="114"/>
                  </a:lnTo>
                  <a:lnTo>
                    <a:pt x="492" y="114"/>
                  </a:lnTo>
                  <a:lnTo>
                    <a:pt x="492" y="114"/>
                  </a:lnTo>
                  <a:lnTo>
                    <a:pt x="498" y="108"/>
                  </a:lnTo>
                  <a:lnTo>
                    <a:pt x="498" y="108"/>
                  </a:lnTo>
                  <a:lnTo>
                    <a:pt x="504" y="108"/>
                  </a:lnTo>
                  <a:lnTo>
                    <a:pt x="504" y="102"/>
                  </a:lnTo>
                  <a:lnTo>
                    <a:pt x="504" y="102"/>
                  </a:lnTo>
                  <a:lnTo>
                    <a:pt x="510" y="102"/>
                  </a:lnTo>
                  <a:lnTo>
                    <a:pt x="510" y="102"/>
                  </a:lnTo>
                  <a:lnTo>
                    <a:pt x="516" y="96"/>
                  </a:lnTo>
                  <a:lnTo>
                    <a:pt x="516" y="96"/>
                  </a:lnTo>
                  <a:lnTo>
                    <a:pt x="522" y="96"/>
                  </a:lnTo>
                  <a:lnTo>
                    <a:pt x="522" y="90"/>
                  </a:lnTo>
                  <a:lnTo>
                    <a:pt x="522" y="90"/>
                  </a:lnTo>
                  <a:lnTo>
                    <a:pt x="528" y="90"/>
                  </a:lnTo>
                  <a:lnTo>
                    <a:pt x="528" y="84"/>
                  </a:lnTo>
                  <a:lnTo>
                    <a:pt x="534" y="84"/>
                  </a:lnTo>
                  <a:lnTo>
                    <a:pt x="534" y="84"/>
                  </a:lnTo>
                  <a:lnTo>
                    <a:pt x="540" y="78"/>
                  </a:lnTo>
                  <a:lnTo>
                    <a:pt x="540" y="78"/>
                  </a:lnTo>
                  <a:lnTo>
                    <a:pt x="540" y="78"/>
                  </a:lnTo>
                  <a:lnTo>
                    <a:pt x="546" y="72"/>
                  </a:lnTo>
                  <a:lnTo>
                    <a:pt x="546" y="72"/>
                  </a:lnTo>
                  <a:lnTo>
                    <a:pt x="552" y="72"/>
                  </a:lnTo>
                  <a:lnTo>
                    <a:pt x="552" y="66"/>
                  </a:lnTo>
                  <a:lnTo>
                    <a:pt x="552" y="66"/>
                  </a:lnTo>
                  <a:lnTo>
                    <a:pt x="558" y="66"/>
                  </a:lnTo>
                  <a:lnTo>
                    <a:pt x="558" y="60"/>
                  </a:lnTo>
                  <a:lnTo>
                    <a:pt x="564" y="60"/>
                  </a:lnTo>
                  <a:lnTo>
                    <a:pt x="564" y="60"/>
                  </a:lnTo>
                  <a:lnTo>
                    <a:pt x="570" y="54"/>
                  </a:lnTo>
                  <a:lnTo>
                    <a:pt x="570" y="54"/>
                  </a:lnTo>
                  <a:lnTo>
                    <a:pt x="570" y="54"/>
                  </a:lnTo>
                  <a:lnTo>
                    <a:pt x="576" y="48"/>
                  </a:lnTo>
                  <a:lnTo>
                    <a:pt x="576" y="48"/>
                  </a:lnTo>
                  <a:lnTo>
                    <a:pt x="582" y="48"/>
                  </a:lnTo>
                  <a:lnTo>
                    <a:pt x="582" y="42"/>
                  </a:lnTo>
                  <a:lnTo>
                    <a:pt x="582" y="42"/>
                  </a:lnTo>
                  <a:lnTo>
                    <a:pt x="588" y="42"/>
                  </a:lnTo>
                  <a:lnTo>
                    <a:pt x="588" y="36"/>
                  </a:lnTo>
                  <a:lnTo>
                    <a:pt x="594" y="36"/>
                  </a:lnTo>
                  <a:lnTo>
                    <a:pt x="594" y="36"/>
                  </a:lnTo>
                  <a:lnTo>
                    <a:pt x="600" y="30"/>
                  </a:lnTo>
                  <a:lnTo>
                    <a:pt x="600" y="30"/>
                  </a:lnTo>
                  <a:lnTo>
                    <a:pt x="600" y="30"/>
                  </a:lnTo>
                  <a:lnTo>
                    <a:pt x="606" y="24"/>
                  </a:lnTo>
                  <a:lnTo>
                    <a:pt x="606" y="24"/>
                  </a:lnTo>
                  <a:lnTo>
                    <a:pt x="612" y="24"/>
                  </a:lnTo>
                  <a:lnTo>
                    <a:pt x="612" y="18"/>
                  </a:lnTo>
                  <a:lnTo>
                    <a:pt x="618" y="18"/>
                  </a:lnTo>
                  <a:lnTo>
                    <a:pt x="618" y="18"/>
                  </a:lnTo>
                  <a:lnTo>
                    <a:pt x="618" y="12"/>
                  </a:lnTo>
                  <a:lnTo>
                    <a:pt x="624" y="12"/>
                  </a:lnTo>
                  <a:lnTo>
                    <a:pt x="624" y="12"/>
                  </a:lnTo>
                  <a:lnTo>
                    <a:pt x="630" y="6"/>
                  </a:lnTo>
                  <a:lnTo>
                    <a:pt x="630" y="6"/>
                  </a:lnTo>
                  <a:lnTo>
                    <a:pt x="630" y="6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67">
              <a:extLst>
                <a:ext uri="{FF2B5EF4-FFF2-40B4-BE49-F238E27FC236}">
                  <a16:creationId xmlns:a16="http://schemas.microsoft.com/office/drawing/2014/main" id="{6BEDEE13-4F44-40A3-BF48-3FCD9D8E9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292" y="2687390"/>
              <a:ext cx="814388" cy="373062"/>
            </a:xfrm>
            <a:custGeom>
              <a:avLst/>
              <a:gdLst>
                <a:gd name="T0" fmla="*/ 6 w 642"/>
                <a:gd name="T1" fmla="*/ 282 h 294"/>
                <a:gd name="T2" fmla="*/ 18 w 642"/>
                <a:gd name="T3" fmla="*/ 276 h 294"/>
                <a:gd name="T4" fmla="*/ 36 w 642"/>
                <a:gd name="T5" fmla="*/ 264 h 294"/>
                <a:gd name="T6" fmla="*/ 48 w 642"/>
                <a:gd name="T7" fmla="*/ 252 h 294"/>
                <a:gd name="T8" fmla="*/ 60 w 642"/>
                <a:gd name="T9" fmla="*/ 246 h 294"/>
                <a:gd name="T10" fmla="*/ 72 w 642"/>
                <a:gd name="T11" fmla="*/ 234 h 294"/>
                <a:gd name="T12" fmla="*/ 84 w 642"/>
                <a:gd name="T13" fmla="*/ 228 h 294"/>
                <a:gd name="T14" fmla="*/ 96 w 642"/>
                <a:gd name="T15" fmla="*/ 216 h 294"/>
                <a:gd name="T16" fmla="*/ 108 w 642"/>
                <a:gd name="T17" fmla="*/ 204 h 294"/>
                <a:gd name="T18" fmla="*/ 120 w 642"/>
                <a:gd name="T19" fmla="*/ 198 h 294"/>
                <a:gd name="T20" fmla="*/ 132 w 642"/>
                <a:gd name="T21" fmla="*/ 186 h 294"/>
                <a:gd name="T22" fmla="*/ 144 w 642"/>
                <a:gd name="T23" fmla="*/ 180 h 294"/>
                <a:gd name="T24" fmla="*/ 162 w 642"/>
                <a:gd name="T25" fmla="*/ 174 h 294"/>
                <a:gd name="T26" fmla="*/ 174 w 642"/>
                <a:gd name="T27" fmla="*/ 162 h 294"/>
                <a:gd name="T28" fmla="*/ 186 w 642"/>
                <a:gd name="T29" fmla="*/ 156 h 294"/>
                <a:gd name="T30" fmla="*/ 198 w 642"/>
                <a:gd name="T31" fmla="*/ 150 h 294"/>
                <a:gd name="T32" fmla="*/ 210 w 642"/>
                <a:gd name="T33" fmla="*/ 138 h 294"/>
                <a:gd name="T34" fmla="*/ 222 w 642"/>
                <a:gd name="T35" fmla="*/ 132 h 294"/>
                <a:gd name="T36" fmla="*/ 234 w 642"/>
                <a:gd name="T37" fmla="*/ 126 h 294"/>
                <a:gd name="T38" fmla="*/ 246 w 642"/>
                <a:gd name="T39" fmla="*/ 120 h 294"/>
                <a:gd name="T40" fmla="*/ 258 w 642"/>
                <a:gd name="T41" fmla="*/ 114 h 294"/>
                <a:gd name="T42" fmla="*/ 270 w 642"/>
                <a:gd name="T43" fmla="*/ 108 h 294"/>
                <a:gd name="T44" fmla="*/ 282 w 642"/>
                <a:gd name="T45" fmla="*/ 102 h 294"/>
                <a:gd name="T46" fmla="*/ 300 w 642"/>
                <a:gd name="T47" fmla="*/ 96 h 294"/>
                <a:gd name="T48" fmla="*/ 312 w 642"/>
                <a:gd name="T49" fmla="*/ 90 h 294"/>
                <a:gd name="T50" fmla="*/ 324 w 642"/>
                <a:gd name="T51" fmla="*/ 84 h 294"/>
                <a:gd name="T52" fmla="*/ 336 w 642"/>
                <a:gd name="T53" fmla="*/ 78 h 294"/>
                <a:gd name="T54" fmla="*/ 348 w 642"/>
                <a:gd name="T55" fmla="*/ 72 h 294"/>
                <a:gd name="T56" fmla="*/ 360 w 642"/>
                <a:gd name="T57" fmla="*/ 66 h 294"/>
                <a:gd name="T58" fmla="*/ 372 w 642"/>
                <a:gd name="T59" fmla="*/ 60 h 294"/>
                <a:gd name="T60" fmla="*/ 384 w 642"/>
                <a:gd name="T61" fmla="*/ 60 h 294"/>
                <a:gd name="T62" fmla="*/ 396 w 642"/>
                <a:gd name="T63" fmla="*/ 54 h 294"/>
                <a:gd name="T64" fmla="*/ 408 w 642"/>
                <a:gd name="T65" fmla="*/ 48 h 294"/>
                <a:gd name="T66" fmla="*/ 426 w 642"/>
                <a:gd name="T67" fmla="*/ 48 h 294"/>
                <a:gd name="T68" fmla="*/ 438 w 642"/>
                <a:gd name="T69" fmla="*/ 42 h 294"/>
                <a:gd name="T70" fmla="*/ 450 w 642"/>
                <a:gd name="T71" fmla="*/ 42 h 294"/>
                <a:gd name="T72" fmla="*/ 462 w 642"/>
                <a:gd name="T73" fmla="*/ 36 h 294"/>
                <a:gd name="T74" fmla="*/ 474 w 642"/>
                <a:gd name="T75" fmla="*/ 30 h 294"/>
                <a:gd name="T76" fmla="*/ 486 w 642"/>
                <a:gd name="T77" fmla="*/ 30 h 294"/>
                <a:gd name="T78" fmla="*/ 498 w 642"/>
                <a:gd name="T79" fmla="*/ 24 h 294"/>
                <a:gd name="T80" fmla="*/ 510 w 642"/>
                <a:gd name="T81" fmla="*/ 24 h 294"/>
                <a:gd name="T82" fmla="*/ 522 w 642"/>
                <a:gd name="T83" fmla="*/ 24 h 294"/>
                <a:gd name="T84" fmla="*/ 534 w 642"/>
                <a:gd name="T85" fmla="*/ 18 h 294"/>
                <a:gd name="T86" fmla="*/ 546 w 642"/>
                <a:gd name="T87" fmla="*/ 18 h 294"/>
                <a:gd name="T88" fmla="*/ 564 w 642"/>
                <a:gd name="T89" fmla="*/ 12 h 294"/>
                <a:gd name="T90" fmla="*/ 576 w 642"/>
                <a:gd name="T91" fmla="*/ 12 h 294"/>
                <a:gd name="T92" fmla="*/ 588 w 642"/>
                <a:gd name="T93" fmla="*/ 12 h 294"/>
                <a:gd name="T94" fmla="*/ 600 w 642"/>
                <a:gd name="T95" fmla="*/ 6 h 294"/>
                <a:gd name="T96" fmla="*/ 612 w 642"/>
                <a:gd name="T97" fmla="*/ 6 h 294"/>
                <a:gd name="T98" fmla="*/ 624 w 642"/>
                <a:gd name="T99" fmla="*/ 6 h 294"/>
                <a:gd name="T100" fmla="*/ 636 w 642"/>
                <a:gd name="T101" fmla="*/ 6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2" h="294">
                  <a:moveTo>
                    <a:pt x="0" y="294"/>
                  </a:moveTo>
                  <a:lnTo>
                    <a:pt x="0" y="288"/>
                  </a:lnTo>
                  <a:lnTo>
                    <a:pt x="6" y="288"/>
                  </a:lnTo>
                  <a:lnTo>
                    <a:pt x="6" y="288"/>
                  </a:lnTo>
                  <a:lnTo>
                    <a:pt x="6" y="282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8" y="276"/>
                  </a:lnTo>
                  <a:lnTo>
                    <a:pt x="18" y="276"/>
                  </a:lnTo>
                  <a:lnTo>
                    <a:pt x="18" y="276"/>
                  </a:lnTo>
                  <a:lnTo>
                    <a:pt x="24" y="270"/>
                  </a:lnTo>
                  <a:lnTo>
                    <a:pt x="24" y="270"/>
                  </a:lnTo>
                  <a:lnTo>
                    <a:pt x="30" y="270"/>
                  </a:lnTo>
                  <a:lnTo>
                    <a:pt x="30" y="264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36" y="258"/>
                  </a:lnTo>
                  <a:lnTo>
                    <a:pt x="42" y="258"/>
                  </a:lnTo>
                  <a:lnTo>
                    <a:pt x="42" y="258"/>
                  </a:lnTo>
                  <a:lnTo>
                    <a:pt x="48" y="252"/>
                  </a:lnTo>
                  <a:lnTo>
                    <a:pt x="48" y="252"/>
                  </a:lnTo>
                  <a:lnTo>
                    <a:pt x="48" y="252"/>
                  </a:lnTo>
                  <a:lnTo>
                    <a:pt x="54" y="246"/>
                  </a:lnTo>
                  <a:lnTo>
                    <a:pt x="54" y="246"/>
                  </a:lnTo>
                  <a:lnTo>
                    <a:pt x="60" y="246"/>
                  </a:lnTo>
                  <a:lnTo>
                    <a:pt x="60" y="240"/>
                  </a:lnTo>
                  <a:lnTo>
                    <a:pt x="66" y="240"/>
                  </a:lnTo>
                  <a:lnTo>
                    <a:pt x="66" y="240"/>
                  </a:lnTo>
                  <a:lnTo>
                    <a:pt x="66" y="234"/>
                  </a:lnTo>
                  <a:lnTo>
                    <a:pt x="72" y="234"/>
                  </a:lnTo>
                  <a:lnTo>
                    <a:pt x="72" y="234"/>
                  </a:lnTo>
                  <a:lnTo>
                    <a:pt x="78" y="228"/>
                  </a:lnTo>
                  <a:lnTo>
                    <a:pt x="78" y="228"/>
                  </a:lnTo>
                  <a:lnTo>
                    <a:pt x="84" y="228"/>
                  </a:lnTo>
                  <a:lnTo>
                    <a:pt x="84" y="228"/>
                  </a:lnTo>
                  <a:lnTo>
                    <a:pt x="84" y="222"/>
                  </a:lnTo>
                  <a:lnTo>
                    <a:pt x="90" y="222"/>
                  </a:lnTo>
                  <a:lnTo>
                    <a:pt x="90" y="222"/>
                  </a:lnTo>
                  <a:lnTo>
                    <a:pt x="96" y="216"/>
                  </a:lnTo>
                  <a:lnTo>
                    <a:pt x="96" y="216"/>
                  </a:lnTo>
                  <a:lnTo>
                    <a:pt x="96" y="21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8" y="210"/>
                  </a:lnTo>
                  <a:lnTo>
                    <a:pt x="10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20" y="198"/>
                  </a:lnTo>
                  <a:lnTo>
                    <a:pt x="120" y="198"/>
                  </a:lnTo>
                  <a:lnTo>
                    <a:pt x="126" y="198"/>
                  </a:lnTo>
                  <a:lnTo>
                    <a:pt x="126" y="192"/>
                  </a:lnTo>
                  <a:lnTo>
                    <a:pt x="126" y="192"/>
                  </a:lnTo>
                  <a:lnTo>
                    <a:pt x="132" y="192"/>
                  </a:lnTo>
                  <a:lnTo>
                    <a:pt x="132" y="186"/>
                  </a:lnTo>
                  <a:lnTo>
                    <a:pt x="138" y="186"/>
                  </a:lnTo>
                  <a:lnTo>
                    <a:pt x="138" y="186"/>
                  </a:lnTo>
                  <a:lnTo>
                    <a:pt x="144" y="186"/>
                  </a:lnTo>
                  <a:lnTo>
                    <a:pt x="144" y="180"/>
                  </a:lnTo>
                  <a:lnTo>
                    <a:pt x="144" y="180"/>
                  </a:lnTo>
                  <a:lnTo>
                    <a:pt x="150" y="180"/>
                  </a:lnTo>
                  <a:lnTo>
                    <a:pt x="150" y="174"/>
                  </a:lnTo>
                  <a:lnTo>
                    <a:pt x="156" y="174"/>
                  </a:lnTo>
                  <a:lnTo>
                    <a:pt x="156" y="174"/>
                  </a:lnTo>
                  <a:lnTo>
                    <a:pt x="162" y="174"/>
                  </a:lnTo>
                  <a:lnTo>
                    <a:pt x="162" y="168"/>
                  </a:lnTo>
                  <a:lnTo>
                    <a:pt x="162" y="168"/>
                  </a:lnTo>
                  <a:lnTo>
                    <a:pt x="168" y="168"/>
                  </a:lnTo>
                  <a:lnTo>
                    <a:pt x="168" y="168"/>
                  </a:lnTo>
                  <a:lnTo>
                    <a:pt x="174" y="162"/>
                  </a:lnTo>
                  <a:lnTo>
                    <a:pt x="174" y="162"/>
                  </a:lnTo>
                  <a:lnTo>
                    <a:pt x="174" y="162"/>
                  </a:lnTo>
                  <a:lnTo>
                    <a:pt x="180" y="156"/>
                  </a:lnTo>
                  <a:lnTo>
                    <a:pt x="180" y="156"/>
                  </a:lnTo>
                  <a:lnTo>
                    <a:pt x="186" y="156"/>
                  </a:lnTo>
                  <a:lnTo>
                    <a:pt x="186" y="156"/>
                  </a:lnTo>
                  <a:lnTo>
                    <a:pt x="192" y="150"/>
                  </a:lnTo>
                  <a:lnTo>
                    <a:pt x="192" y="150"/>
                  </a:lnTo>
                  <a:lnTo>
                    <a:pt x="192" y="150"/>
                  </a:lnTo>
                  <a:lnTo>
                    <a:pt x="198" y="150"/>
                  </a:lnTo>
                  <a:lnTo>
                    <a:pt x="198" y="144"/>
                  </a:lnTo>
                  <a:lnTo>
                    <a:pt x="204" y="144"/>
                  </a:lnTo>
                  <a:lnTo>
                    <a:pt x="204" y="144"/>
                  </a:lnTo>
                  <a:lnTo>
                    <a:pt x="204" y="144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16" y="138"/>
                  </a:lnTo>
                  <a:lnTo>
                    <a:pt x="216" y="138"/>
                  </a:lnTo>
                  <a:lnTo>
                    <a:pt x="222" y="132"/>
                  </a:lnTo>
                  <a:lnTo>
                    <a:pt x="222" y="132"/>
                  </a:lnTo>
                  <a:lnTo>
                    <a:pt x="222" y="132"/>
                  </a:lnTo>
                  <a:lnTo>
                    <a:pt x="228" y="132"/>
                  </a:lnTo>
                  <a:lnTo>
                    <a:pt x="228" y="126"/>
                  </a:lnTo>
                  <a:lnTo>
                    <a:pt x="234" y="126"/>
                  </a:lnTo>
                  <a:lnTo>
                    <a:pt x="234" y="126"/>
                  </a:lnTo>
                  <a:lnTo>
                    <a:pt x="234" y="126"/>
                  </a:lnTo>
                  <a:lnTo>
                    <a:pt x="240" y="126"/>
                  </a:lnTo>
                  <a:lnTo>
                    <a:pt x="240" y="120"/>
                  </a:lnTo>
                  <a:lnTo>
                    <a:pt x="246" y="120"/>
                  </a:lnTo>
                  <a:lnTo>
                    <a:pt x="246" y="120"/>
                  </a:lnTo>
                  <a:lnTo>
                    <a:pt x="252" y="120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64" y="114"/>
                  </a:lnTo>
                  <a:lnTo>
                    <a:pt x="264" y="108"/>
                  </a:lnTo>
                  <a:lnTo>
                    <a:pt x="270" y="108"/>
                  </a:lnTo>
                  <a:lnTo>
                    <a:pt x="270" y="108"/>
                  </a:lnTo>
                  <a:lnTo>
                    <a:pt x="270" y="108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2" y="102"/>
                  </a:lnTo>
                  <a:lnTo>
                    <a:pt x="288" y="96"/>
                  </a:lnTo>
                  <a:lnTo>
                    <a:pt x="288" y="96"/>
                  </a:lnTo>
                  <a:lnTo>
                    <a:pt x="294" y="96"/>
                  </a:lnTo>
                  <a:lnTo>
                    <a:pt x="294" y="96"/>
                  </a:lnTo>
                  <a:lnTo>
                    <a:pt x="300" y="96"/>
                  </a:lnTo>
                  <a:lnTo>
                    <a:pt x="300" y="90"/>
                  </a:lnTo>
                  <a:lnTo>
                    <a:pt x="300" y="90"/>
                  </a:lnTo>
                  <a:lnTo>
                    <a:pt x="306" y="90"/>
                  </a:lnTo>
                  <a:lnTo>
                    <a:pt x="306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84"/>
                  </a:lnTo>
                  <a:lnTo>
                    <a:pt x="318" y="84"/>
                  </a:lnTo>
                  <a:lnTo>
                    <a:pt x="318" y="84"/>
                  </a:lnTo>
                  <a:lnTo>
                    <a:pt x="324" y="84"/>
                  </a:lnTo>
                  <a:lnTo>
                    <a:pt x="324" y="84"/>
                  </a:lnTo>
                  <a:lnTo>
                    <a:pt x="330" y="78"/>
                  </a:lnTo>
                  <a:lnTo>
                    <a:pt x="330" y="78"/>
                  </a:lnTo>
                  <a:lnTo>
                    <a:pt x="330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42" y="78"/>
                  </a:lnTo>
                  <a:lnTo>
                    <a:pt x="342" y="72"/>
                  </a:lnTo>
                  <a:lnTo>
                    <a:pt x="348" y="72"/>
                  </a:lnTo>
                  <a:lnTo>
                    <a:pt x="348" y="72"/>
                  </a:lnTo>
                  <a:lnTo>
                    <a:pt x="348" y="72"/>
                  </a:lnTo>
                  <a:lnTo>
                    <a:pt x="354" y="72"/>
                  </a:lnTo>
                  <a:lnTo>
                    <a:pt x="354" y="72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66" y="66"/>
                  </a:lnTo>
                  <a:lnTo>
                    <a:pt x="366" y="66"/>
                  </a:lnTo>
                  <a:lnTo>
                    <a:pt x="372" y="66"/>
                  </a:lnTo>
                  <a:lnTo>
                    <a:pt x="372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54"/>
                  </a:lnTo>
                  <a:lnTo>
                    <a:pt x="390" y="54"/>
                  </a:lnTo>
                  <a:lnTo>
                    <a:pt x="396" y="54"/>
                  </a:lnTo>
                  <a:lnTo>
                    <a:pt x="396" y="54"/>
                  </a:lnTo>
                  <a:lnTo>
                    <a:pt x="402" y="54"/>
                  </a:lnTo>
                  <a:lnTo>
                    <a:pt x="402" y="54"/>
                  </a:lnTo>
                  <a:lnTo>
                    <a:pt x="408" y="54"/>
                  </a:lnTo>
                  <a:lnTo>
                    <a:pt x="408" y="48"/>
                  </a:lnTo>
                  <a:lnTo>
                    <a:pt x="408" y="48"/>
                  </a:lnTo>
                  <a:lnTo>
                    <a:pt x="414" y="48"/>
                  </a:lnTo>
                  <a:lnTo>
                    <a:pt x="414" y="48"/>
                  </a:lnTo>
                  <a:lnTo>
                    <a:pt x="420" y="48"/>
                  </a:lnTo>
                  <a:lnTo>
                    <a:pt x="420" y="48"/>
                  </a:lnTo>
                  <a:lnTo>
                    <a:pt x="426" y="48"/>
                  </a:lnTo>
                  <a:lnTo>
                    <a:pt x="426" y="48"/>
                  </a:lnTo>
                  <a:lnTo>
                    <a:pt x="426" y="42"/>
                  </a:lnTo>
                  <a:lnTo>
                    <a:pt x="432" y="42"/>
                  </a:lnTo>
                  <a:lnTo>
                    <a:pt x="432" y="42"/>
                  </a:lnTo>
                  <a:lnTo>
                    <a:pt x="438" y="42"/>
                  </a:lnTo>
                  <a:lnTo>
                    <a:pt x="438" y="42"/>
                  </a:lnTo>
                  <a:lnTo>
                    <a:pt x="438" y="42"/>
                  </a:lnTo>
                  <a:lnTo>
                    <a:pt x="444" y="42"/>
                  </a:lnTo>
                  <a:lnTo>
                    <a:pt x="444" y="42"/>
                  </a:lnTo>
                  <a:lnTo>
                    <a:pt x="450" y="42"/>
                  </a:lnTo>
                  <a:lnTo>
                    <a:pt x="450" y="36"/>
                  </a:lnTo>
                  <a:lnTo>
                    <a:pt x="456" y="36"/>
                  </a:lnTo>
                  <a:lnTo>
                    <a:pt x="456" y="36"/>
                  </a:lnTo>
                  <a:lnTo>
                    <a:pt x="456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8" y="36"/>
                  </a:lnTo>
                  <a:lnTo>
                    <a:pt x="468" y="36"/>
                  </a:lnTo>
                  <a:lnTo>
                    <a:pt x="468" y="36"/>
                  </a:lnTo>
                  <a:lnTo>
                    <a:pt x="474" y="30"/>
                  </a:lnTo>
                  <a:lnTo>
                    <a:pt x="474" y="30"/>
                  </a:lnTo>
                  <a:lnTo>
                    <a:pt x="480" y="30"/>
                  </a:lnTo>
                  <a:lnTo>
                    <a:pt x="480" y="30"/>
                  </a:lnTo>
                  <a:lnTo>
                    <a:pt x="486" y="30"/>
                  </a:lnTo>
                  <a:lnTo>
                    <a:pt x="486" y="30"/>
                  </a:lnTo>
                  <a:lnTo>
                    <a:pt x="486" y="30"/>
                  </a:lnTo>
                  <a:lnTo>
                    <a:pt x="492" y="30"/>
                  </a:lnTo>
                  <a:lnTo>
                    <a:pt x="492" y="30"/>
                  </a:lnTo>
                  <a:lnTo>
                    <a:pt x="498" y="30"/>
                  </a:lnTo>
                  <a:lnTo>
                    <a:pt x="498" y="24"/>
                  </a:lnTo>
                  <a:lnTo>
                    <a:pt x="498" y="24"/>
                  </a:lnTo>
                  <a:lnTo>
                    <a:pt x="504" y="24"/>
                  </a:lnTo>
                  <a:lnTo>
                    <a:pt x="504" y="24"/>
                  </a:lnTo>
                  <a:lnTo>
                    <a:pt x="510" y="24"/>
                  </a:lnTo>
                  <a:lnTo>
                    <a:pt x="510" y="24"/>
                  </a:lnTo>
                  <a:lnTo>
                    <a:pt x="516" y="24"/>
                  </a:lnTo>
                  <a:lnTo>
                    <a:pt x="516" y="24"/>
                  </a:lnTo>
                  <a:lnTo>
                    <a:pt x="516" y="24"/>
                  </a:lnTo>
                  <a:lnTo>
                    <a:pt x="522" y="24"/>
                  </a:lnTo>
                  <a:lnTo>
                    <a:pt x="522" y="24"/>
                  </a:lnTo>
                  <a:lnTo>
                    <a:pt x="528" y="18"/>
                  </a:lnTo>
                  <a:lnTo>
                    <a:pt x="528" y="18"/>
                  </a:lnTo>
                  <a:lnTo>
                    <a:pt x="534" y="18"/>
                  </a:lnTo>
                  <a:lnTo>
                    <a:pt x="534" y="18"/>
                  </a:lnTo>
                  <a:lnTo>
                    <a:pt x="534" y="18"/>
                  </a:lnTo>
                  <a:lnTo>
                    <a:pt x="540" y="18"/>
                  </a:lnTo>
                  <a:lnTo>
                    <a:pt x="540" y="18"/>
                  </a:lnTo>
                  <a:lnTo>
                    <a:pt x="546" y="18"/>
                  </a:lnTo>
                  <a:lnTo>
                    <a:pt x="546" y="18"/>
                  </a:lnTo>
                  <a:lnTo>
                    <a:pt x="546" y="18"/>
                  </a:lnTo>
                  <a:lnTo>
                    <a:pt x="552" y="18"/>
                  </a:lnTo>
                  <a:lnTo>
                    <a:pt x="552" y="18"/>
                  </a:lnTo>
                  <a:lnTo>
                    <a:pt x="558" y="18"/>
                  </a:lnTo>
                  <a:lnTo>
                    <a:pt x="558" y="12"/>
                  </a:lnTo>
                  <a:lnTo>
                    <a:pt x="564" y="12"/>
                  </a:lnTo>
                  <a:lnTo>
                    <a:pt x="564" y="12"/>
                  </a:lnTo>
                  <a:lnTo>
                    <a:pt x="564" y="12"/>
                  </a:lnTo>
                  <a:lnTo>
                    <a:pt x="570" y="12"/>
                  </a:lnTo>
                  <a:lnTo>
                    <a:pt x="570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76" y="12"/>
                  </a:lnTo>
                  <a:lnTo>
                    <a:pt x="582" y="12"/>
                  </a:lnTo>
                  <a:lnTo>
                    <a:pt x="582" y="12"/>
                  </a:lnTo>
                  <a:lnTo>
                    <a:pt x="588" y="12"/>
                  </a:lnTo>
                  <a:lnTo>
                    <a:pt x="588" y="12"/>
                  </a:lnTo>
                  <a:lnTo>
                    <a:pt x="594" y="12"/>
                  </a:lnTo>
                  <a:lnTo>
                    <a:pt x="594" y="6"/>
                  </a:lnTo>
                  <a:lnTo>
                    <a:pt x="594" y="6"/>
                  </a:lnTo>
                  <a:lnTo>
                    <a:pt x="600" y="6"/>
                  </a:lnTo>
                  <a:lnTo>
                    <a:pt x="600" y="6"/>
                  </a:lnTo>
                  <a:lnTo>
                    <a:pt x="606" y="6"/>
                  </a:lnTo>
                  <a:lnTo>
                    <a:pt x="606" y="6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2" y="6"/>
                  </a:lnTo>
                  <a:lnTo>
                    <a:pt x="618" y="6"/>
                  </a:lnTo>
                  <a:lnTo>
                    <a:pt x="618" y="6"/>
                  </a:lnTo>
                  <a:lnTo>
                    <a:pt x="624" y="6"/>
                  </a:lnTo>
                  <a:lnTo>
                    <a:pt x="624" y="6"/>
                  </a:lnTo>
                  <a:lnTo>
                    <a:pt x="624" y="6"/>
                  </a:lnTo>
                  <a:lnTo>
                    <a:pt x="630" y="6"/>
                  </a:lnTo>
                  <a:lnTo>
                    <a:pt x="630" y="6"/>
                  </a:lnTo>
                  <a:lnTo>
                    <a:pt x="636" y="6"/>
                  </a:lnTo>
                  <a:lnTo>
                    <a:pt x="636" y="6"/>
                  </a:lnTo>
                  <a:lnTo>
                    <a:pt x="6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68">
              <a:extLst>
                <a:ext uri="{FF2B5EF4-FFF2-40B4-BE49-F238E27FC236}">
                  <a16:creationId xmlns:a16="http://schemas.microsoft.com/office/drawing/2014/main" id="{D9BD46BB-5719-4686-BC71-E3740385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455" y="2654052"/>
              <a:ext cx="746125" cy="30163"/>
            </a:xfrm>
            <a:custGeom>
              <a:avLst/>
              <a:gdLst>
                <a:gd name="T0" fmla="*/ 6 w 588"/>
                <a:gd name="T1" fmla="*/ 24 h 24"/>
                <a:gd name="T2" fmla="*/ 12 w 588"/>
                <a:gd name="T3" fmla="*/ 24 h 24"/>
                <a:gd name="T4" fmla="*/ 24 w 588"/>
                <a:gd name="T5" fmla="*/ 24 h 24"/>
                <a:gd name="T6" fmla="*/ 36 w 588"/>
                <a:gd name="T7" fmla="*/ 24 h 24"/>
                <a:gd name="T8" fmla="*/ 42 w 588"/>
                <a:gd name="T9" fmla="*/ 24 h 24"/>
                <a:gd name="T10" fmla="*/ 54 w 588"/>
                <a:gd name="T11" fmla="*/ 18 h 24"/>
                <a:gd name="T12" fmla="*/ 66 w 588"/>
                <a:gd name="T13" fmla="*/ 18 h 24"/>
                <a:gd name="T14" fmla="*/ 78 w 588"/>
                <a:gd name="T15" fmla="*/ 18 h 24"/>
                <a:gd name="T16" fmla="*/ 84 w 588"/>
                <a:gd name="T17" fmla="*/ 18 h 24"/>
                <a:gd name="T18" fmla="*/ 96 w 588"/>
                <a:gd name="T19" fmla="*/ 18 h 24"/>
                <a:gd name="T20" fmla="*/ 108 w 588"/>
                <a:gd name="T21" fmla="*/ 18 h 24"/>
                <a:gd name="T22" fmla="*/ 114 w 588"/>
                <a:gd name="T23" fmla="*/ 18 h 24"/>
                <a:gd name="T24" fmla="*/ 126 w 588"/>
                <a:gd name="T25" fmla="*/ 12 h 24"/>
                <a:gd name="T26" fmla="*/ 138 w 588"/>
                <a:gd name="T27" fmla="*/ 12 h 24"/>
                <a:gd name="T28" fmla="*/ 144 w 588"/>
                <a:gd name="T29" fmla="*/ 12 h 24"/>
                <a:gd name="T30" fmla="*/ 156 w 588"/>
                <a:gd name="T31" fmla="*/ 12 h 24"/>
                <a:gd name="T32" fmla="*/ 168 w 588"/>
                <a:gd name="T33" fmla="*/ 12 h 24"/>
                <a:gd name="T34" fmla="*/ 174 w 588"/>
                <a:gd name="T35" fmla="*/ 12 h 24"/>
                <a:gd name="T36" fmla="*/ 186 w 588"/>
                <a:gd name="T37" fmla="*/ 12 h 24"/>
                <a:gd name="T38" fmla="*/ 198 w 588"/>
                <a:gd name="T39" fmla="*/ 12 h 24"/>
                <a:gd name="T40" fmla="*/ 204 w 588"/>
                <a:gd name="T41" fmla="*/ 12 h 24"/>
                <a:gd name="T42" fmla="*/ 216 w 588"/>
                <a:gd name="T43" fmla="*/ 12 h 24"/>
                <a:gd name="T44" fmla="*/ 228 w 588"/>
                <a:gd name="T45" fmla="*/ 12 h 24"/>
                <a:gd name="T46" fmla="*/ 234 w 588"/>
                <a:gd name="T47" fmla="*/ 6 h 24"/>
                <a:gd name="T48" fmla="*/ 246 w 588"/>
                <a:gd name="T49" fmla="*/ 6 h 24"/>
                <a:gd name="T50" fmla="*/ 258 w 588"/>
                <a:gd name="T51" fmla="*/ 6 h 24"/>
                <a:gd name="T52" fmla="*/ 264 w 588"/>
                <a:gd name="T53" fmla="*/ 6 h 24"/>
                <a:gd name="T54" fmla="*/ 276 w 588"/>
                <a:gd name="T55" fmla="*/ 6 h 24"/>
                <a:gd name="T56" fmla="*/ 288 w 588"/>
                <a:gd name="T57" fmla="*/ 6 h 24"/>
                <a:gd name="T58" fmla="*/ 294 w 588"/>
                <a:gd name="T59" fmla="*/ 6 h 24"/>
                <a:gd name="T60" fmla="*/ 306 w 588"/>
                <a:gd name="T61" fmla="*/ 6 h 24"/>
                <a:gd name="T62" fmla="*/ 318 w 588"/>
                <a:gd name="T63" fmla="*/ 6 h 24"/>
                <a:gd name="T64" fmla="*/ 324 w 588"/>
                <a:gd name="T65" fmla="*/ 6 h 24"/>
                <a:gd name="T66" fmla="*/ 336 w 588"/>
                <a:gd name="T67" fmla="*/ 6 h 24"/>
                <a:gd name="T68" fmla="*/ 348 w 588"/>
                <a:gd name="T69" fmla="*/ 6 h 24"/>
                <a:gd name="T70" fmla="*/ 354 w 588"/>
                <a:gd name="T71" fmla="*/ 6 h 24"/>
                <a:gd name="T72" fmla="*/ 366 w 588"/>
                <a:gd name="T73" fmla="*/ 6 h 24"/>
                <a:gd name="T74" fmla="*/ 378 w 588"/>
                <a:gd name="T75" fmla="*/ 6 h 24"/>
                <a:gd name="T76" fmla="*/ 384 w 588"/>
                <a:gd name="T77" fmla="*/ 6 h 24"/>
                <a:gd name="T78" fmla="*/ 396 w 588"/>
                <a:gd name="T79" fmla="*/ 6 h 24"/>
                <a:gd name="T80" fmla="*/ 408 w 588"/>
                <a:gd name="T81" fmla="*/ 6 h 24"/>
                <a:gd name="T82" fmla="*/ 420 w 588"/>
                <a:gd name="T83" fmla="*/ 6 h 24"/>
                <a:gd name="T84" fmla="*/ 426 w 588"/>
                <a:gd name="T85" fmla="*/ 6 h 24"/>
                <a:gd name="T86" fmla="*/ 438 w 588"/>
                <a:gd name="T87" fmla="*/ 6 h 24"/>
                <a:gd name="T88" fmla="*/ 450 w 588"/>
                <a:gd name="T89" fmla="*/ 6 h 24"/>
                <a:gd name="T90" fmla="*/ 456 w 588"/>
                <a:gd name="T91" fmla="*/ 6 h 24"/>
                <a:gd name="T92" fmla="*/ 468 w 588"/>
                <a:gd name="T93" fmla="*/ 0 h 24"/>
                <a:gd name="T94" fmla="*/ 480 w 588"/>
                <a:gd name="T95" fmla="*/ 0 h 24"/>
                <a:gd name="T96" fmla="*/ 486 w 588"/>
                <a:gd name="T97" fmla="*/ 0 h 24"/>
                <a:gd name="T98" fmla="*/ 498 w 588"/>
                <a:gd name="T99" fmla="*/ 0 h 24"/>
                <a:gd name="T100" fmla="*/ 510 w 588"/>
                <a:gd name="T101" fmla="*/ 0 h 24"/>
                <a:gd name="T102" fmla="*/ 516 w 588"/>
                <a:gd name="T103" fmla="*/ 0 h 24"/>
                <a:gd name="T104" fmla="*/ 528 w 588"/>
                <a:gd name="T105" fmla="*/ 0 h 24"/>
                <a:gd name="T106" fmla="*/ 540 w 588"/>
                <a:gd name="T107" fmla="*/ 0 h 24"/>
                <a:gd name="T108" fmla="*/ 546 w 588"/>
                <a:gd name="T109" fmla="*/ 0 h 24"/>
                <a:gd name="T110" fmla="*/ 558 w 588"/>
                <a:gd name="T111" fmla="*/ 0 h 24"/>
                <a:gd name="T112" fmla="*/ 570 w 588"/>
                <a:gd name="T113" fmla="*/ 0 h 24"/>
                <a:gd name="T114" fmla="*/ 576 w 588"/>
                <a:gd name="T115" fmla="*/ 0 h 24"/>
                <a:gd name="T116" fmla="*/ 588 w 588"/>
                <a:gd name="T1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24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2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198" y="12"/>
                  </a:lnTo>
                  <a:lnTo>
                    <a:pt x="204" y="12"/>
                  </a:lnTo>
                  <a:lnTo>
                    <a:pt x="204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16" y="12"/>
                  </a:lnTo>
                  <a:lnTo>
                    <a:pt x="222" y="12"/>
                  </a:lnTo>
                  <a:lnTo>
                    <a:pt x="222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34" y="12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52" y="6"/>
                  </a:lnTo>
                  <a:lnTo>
                    <a:pt x="252" y="6"/>
                  </a:lnTo>
                  <a:lnTo>
                    <a:pt x="258" y="6"/>
                  </a:lnTo>
                  <a:lnTo>
                    <a:pt x="258" y="6"/>
                  </a:lnTo>
                  <a:lnTo>
                    <a:pt x="264" y="6"/>
                  </a:lnTo>
                  <a:lnTo>
                    <a:pt x="264" y="6"/>
                  </a:lnTo>
                  <a:lnTo>
                    <a:pt x="264" y="6"/>
                  </a:lnTo>
                  <a:lnTo>
                    <a:pt x="270" y="6"/>
                  </a:lnTo>
                  <a:lnTo>
                    <a:pt x="270" y="6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8" y="6"/>
                  </a:lnTo>
                  <a:lnTo>
                    <a:pt x="288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12" y="6"/>
                  </a:lnTo>
                  <a:lnTo>
                    <a:pt x="312" y="6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30" y="6"/>
                  </a:lnTo>
                  <a:lnTo>
                    <a:pt x="330" y="6"/>
                  </a:lnTo>
                  <a:lnTo>
                    <a:pt x="336" y="6"/>
                  </a:lnTo>
                  <a:lnTo>
                    <a:pt x="336" y="6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2" y="6"/>
                  </a:lnTo>
                  <a:lnTo>
                    <a:pt x="348" y="6"/>
                  </a:lnTo>
                  <a:lnTo>
                    <a:pt x="348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60" y="6"/>
                  </a:lnTo>
                  <a:lnTo>
                    <a:pt x="360" y="6"/>
                  </a:lnTo>
                  <a:lnTo>
                    <a:pt x="366" y="6"/>
                  </a:lnTo>
                  <a:lnTo>
                    <a:pt x="366" y="6"/>
                  </a:lnTo>
                  <a:lnTo>
                    <a:pt x="372" y="6"/>
                  </a:lnTo>
                  <a:lnTo>
                    <a:pt x="372" y="6"/>
                  </a:lnTo>
                  <a:lnTo>
                    <a:pt x="372" y="6"/>
                  </a:lnTo>
                  <a:lnTo>
                    <a:pt x="378" y="6"/>
                  </a:lnTo>
                  <a:lnTo>
                    <a:pt x="378" y="6"/>
                  </a:lnTo>
                  <a:lnTo>
                    <a:pt x="384" y="6"/>
                  </a:lnTo>
                  <a:lnTo>
                    <a:pt x="384" y="6"/>
                  </a:lnTo>
                  <a:lnTo>
                    <a:pt x="384" y="6"/>
                  </a:lnTo>
                  <a:lnTo>
                    <a:pt x="390" y="6"/>
                  </a:lnTo>
                  <a:lnTo>
                    <a:pt x="390" y="6"/>
                  </a:lnTo>
                  <a:lnTo>
                    <a:pt x="396" y="6"/>
                  </a:lnTo>
                  <a:lnTo>
                    <a:pt x="396" y="6"/>
                  </a:lnTo>
                  <a:lnTo>
                    <a:pt x="402" y="6"/>
                  </a:lnTo>
                  <a:lnTo>
                    <a:pt x="402" y="6"/>
                  </a:lnTo>
                  <a:lnTo>
                    <a:pt x="402" y="6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8" y="6"/>
                  </a:lnTo>
                  <a:lnTo>
                    <a:pt x="438" y="6"/>
                  </a:lnTo>
                  <a:lnTo>
                    <a:pt x="444" y="6"/>
                  </a:lnTo>
                  <a:lnTo>
                    <a:pt x="444" y="6"/>
                  </a:lnTo>
                  <a:lnTo>
                    <a:pt x="450" y="6"/>
                  </a:lnTo>
                  <a:lnTo>
                    <a:pt x="450" y="6"/>
                  </a:lnTo>
                  <a:lnTo>
                    <a:pt x="450" y="6"/>
                  </a:lnTo>
                  <a:lnTo>
                    <a:pt x="456" y="6"/>
                  </a:lnTo>
                  <a:lnTo>
                    <a:pt x="456" y="6"/>
                  </a:lnTo>
                  <a:lnTo>
                    <a:pt x="462" y="6"/>
                  </a:lnTo>
                  <a:lnTo>
                    <a:pt x="462" y="6"/>
                  </a:lnTo>
                  <a:lnTo>
                    <a:pt x="462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74" y="0"/>
                  </a:lnTo>
                  <a:lnTo>
                    <a:pt x="474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6" y="0"/>
                  </a:lnTo>
                  <a:lnTo>
                    <a:pt x="486" y="0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8" y="0"/>
                  </a:lnTo>
                  <a:lnTo>
                    <a:pt x="498" y="0"/>
                  </a:lnTo>
                  <a:lnTo>
                    <a:pt x="504" y="0"/>
                  </a:lnTo>
                  <a:lnTo>
                    <a:pt x="504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8" y="0"/>
                  </a:lnTo>
                  <a:lnTo>
                    <a:pt x="58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69">
              <a:extLst>
                <a:ext uri="{FF2B5EF4-FFF2-40B4-BE49-F238E27FC236}">
                  <a16:creationId xmlns:a16="http://schemas.microsoft.com/office/drawing/2014/main" id="{B7F84AAB-8EBD-4304-B16D-1777C34C0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8930" y="2139702"/>
              <a:ext cx="3192462" cy="1706563"/>
              <a:chOff x="3135" y="2640"/>
              <a:chExt cx="2011" cy="1075"/>
            </a:xfrm>
          </p:grpSpPr>
          <p:sp>
            <p:nvSpPr>
              <p:cNvPr id="8" name="Line 70">
                <a:extLst>
                  <a:ext uri="{FF2B5EF4-FFF2-40B4-BE49-F238E27FC236}">
                    <a16:creationId xmlns:a16="http://schemas.microsoft.com/office/drawing/2014/main" id="{6943C240-17DD-427A-99A1-3AA50FBEF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3232"/>
                <a:ext cx="20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71">
                <a:extLst>
                  <a:ext uri="{FF2B5EF4-FFF2-40B4-BE49-F238E27FC236}">
                    <a16:creationId xmlns:a16="http://schemas.microsoft.com/office/drawing/2014/main" id="{D32A79ED-FB01-40AA-AFDC-8ABD61CEB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8" y="2640"/>
                <a:ext cx="1" cy="10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" name="Object 72">
                <a:extLst>
                  <a:ext uri="{FF2B5EF4-FFF2-40B4-BE49-F238E27FC236}">
                    <a16:creationId xmlns:a16="http://schemas.microsoft.com/office/drawing/2014/main" id="{D52D186C-8F32-474C-9D7C-E9A5F3EB7E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9356250"/>
                  </p:ext>
                </p:extLst>
              </p:nvPr>
            </p:nvGraphicFramePr>
            <p:xfrm>
              <a:off x="3952" y="3253"/>
              <a:ext cx="16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34" name="Equation" r:id="rId3" imgW="253800" imgH="279360" progId="Equation.DSMT4">
                      <p:embed/>
                    </p:oleObj>
                  </mc:Choice>
                  <mc:Fallback>
                    <p:oleObj name="Equation" r:id="rId3" imgW="253800" imgH="279360" progId="Equation.DSMT4">
                      <p:embed/>
                      <p:pic>
                        <p:nvPicPr>
                          <p:cNvPr id="110664" name="Object 72">
                            <a:extLst>
                              <a:ext uri="{FF2B5EF4-FFF2-40B4-BE49-F238E27FC236}">
                                <a16:creationId xmlns:a16="http://schemas.microsoft.com/office/drawing/2014/main" id="{38F556B0-E83C-405B-A4EA-3B624516B2E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2" y="3253"/>
                            <a:ext cx="16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Object 73">
                <a:extLst>
                  <a:ext uri="{FF2B5EF4-FFF2-40B4-BE49-F238E27FC236}">
                    <a16:creationId xmlns:a16="http://schemas.microsoft.com/office/drawing/2014/main" id="{2D7139F9-36A9-43EB-B48D-CA7E1C4B23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9272049"/>
                  </p:ext>
                </p:extLst>
              </p:nvPr>
            </p:nvGraphicFramePr>
            <p:xfrm>
              <a:off x="3962" y="2671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35" name="Equation" r:id="rId5" imgW="215640" imgH="266400" progId="Equation.DSMT4">
                      <p:embed/>
                    </p:oleObj>
                  </mc:Choice>
                  <mc:Fallback>
                    <p:oleObj name="Equation" r:id="rId5" imgW="215640" imgH="266400" progId="Equation.DSMT4">
                      <p:embed/>
                      <p:pic>
                        <p:nvPicPr>
                          <p:cNvPr id="110665" name="Object 73">
                            <a:extLst>
                              <a:ext uri="{FF2B5EF4-FFF2-40B4-BE49-F238E27FC236}">
                                <a16:creationId xmlns:a16="http://schemas.microsoft.com/office/drawing/2014/main" id="{191B5FB5-162E-4E82-9346-F23B63FC8DD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2" y="2671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74">
                <a:extLst>
                  <a:ext uri="{FF2B5EF4-FFF2-40B4-BE49-F238E27FC236}">
                    <a16:creationId xmlns:a16="http://schemas.microsoft.com/office/drawing/2014/main" id="{0759F9E8-92EE-442D-A70B-B33664D9DE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7484346"/>
                  </p:ext>
                </p:extLst>
              </p:nvPr>
            </p:nvGraphicFramePr>
            <p:xfrm>
              <a:off x="5005" y="3320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36" name="Equation" r:id="rId7" imgW="190440" imgH="203040" progId="Equation.DSMT4">
                      <p:embed/>
                    </p:oleObj>
                  </mc:Choice>
                  <mc:Fallback>
                    <p:oleObj name="Equation" r:id="rId7" imgW="190440" imgH="203040" progId="Equation.DSMT4">
                      <p:embed/>
                      <p:pic>
                        <p:nvPicPr>
                          <p:cNvPr id="110666" name="Object 74">
                            <a:extLst>
                              <a:ext uri="{FF2B5EF4-FFF2-40B4-BE49-F238E27FC236}">
                                <a16:creationId xmlns:a16="http://schemas.microsoft.com/office/drawing/2014/main" id="{5F16199B-C35D-4BB6-8138-62D6CD8163B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5" y="3320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75">
              <a:extLst>
                <a:ext uri="{FF2B5EF4-FFF2-40B4-BE49-F238E27FC236}">
                  <a16:creationId xmlns:a16="http://schemas.microsoft.com/office/drawing/2014/main" id="{5EEC189D-70ED-40E4-A758-6784AC6F52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916094"/>
                </p:ext>
              </p:extLst>
            </p:nvPr>
          </p:nvGraphicFramePr>
          <p:xfrm>
            <a:off x="2709863" y="2519363"/>
            <a:ext cx="1270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37" name="Equation" r:id="rId9" imgW="126720" imgH="266400" progId="Equation.DSMT4">
                    <p:embed/>
                  </p:oleObj>
                </mc:Choice>
                <mc:Fallback>
                  <p:oleObj name="Equation" r:id="rId9" imgW="126720" imgH="266400" progId="Equation.DSMT4">
                    <p:embed/>
                    <p:pic>
                      <p:nvPicPr>
                        <p:cNvPr id="110667" name="Object 75">
                          <a:extLst>
                            <a:ext uri="{FF2B5EF4-FFF2-40B4-BE49-F238E27FC236}">
                              <a16:creationId xmlns:a16="http://schemas.microsoft.com/office/drawing/2014/main" id="{50B31BAF-DD0E-4391-937B-BC7373911B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9863" y="2519363"/>
                          <a:ext cx="1270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76">
              <a:extLst>
                <a:ext uri="{FF2B5EF4-FFF2-40B4-BE49-F238E27FC236}">
                  <a16:creationId xmlns:a16="http://schemas.microsoft.com/office/drawing/2014/main" id="{E8D6DF23-D560-4387-9143-8AA0F66B55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3743515"/>
                </p:ext>
              </p:extLst>
            </p:nvPr>
          </p:nvGraphicFramePr>
          <p:xfrm>
            <a:off x="2532063" y="3378200"/>
            <a:ext cx="330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38" name="Equation" r:id="rId11" imgW="330120" imgH="266400" progId="Equation.DSMT4">
                    <p:embed/>
                  </p:oleObj>
                </mc:Choice>
                <mc:Fallback>
                  <p:oleObj name="Equation" r:id="rId11" imgW="330120" imgH="266400" progId="Equation.DSMT4">
                    <p:embed/>
                    <p:pic>
                      <p:nvPicPr>
                        <p:cNvPr id="110668" name="Object 76">
                          <a:extLst>
                            <a:ext uri="{FF2B5EF4-FFF2-40B4-BE49-F238E27FC236}">
                              <a16:creationId xmlns:a16="http://schemas.microsoft.com/office/drawing/2014/main" id="{EE610FF7-AADB-47B9-BBA9-749440A8BF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2063" y="3378200"/>
                          <a:ext cx="3302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7">
              <a:extLst>
                <a:ext uri="{FF2B5EF4-FFF2-40B4-BE49-F238E27FC236}">
                  <a16:creationId xmlns:a16="http://schemas.microsoft.com/office/drawing/2014/main" id="{EB77483F-6BD9-404B-8CE0-17168AC899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1235"/>
                </p:ext>
              </p:extLst>
            </p:nvPr>
          </p:nvGraphicFramePr>
          <p:xfrm>
            <a:off x="4069117" y="2714934"/>
            <a:ext cx="965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39" name="Equation" r:id="rId13" imgW="965160" imgH="342720" progId="Equation.DSMT4">
                    <p:embed/>
                  </p:oleObj>
                </mc:Choice>
                <mc:Fallback>
                  <p:oleObj name="Equation" r:id="rId13" imgW="965160" imgH="342720" progId="Equation.DSMT4">
                    <p:embed/>
                    <p:pic>
                      <p:nvPicPr>
                        <p:cNvPr id="110669" name="Object 77">
                          <a:extLst>
                            <a:ext uri="{FF2B5EF4-FFF2-40B4-BE49-F238E27FC236}">
                              <a16:creationId xmlns:a16="http://schemas.microsoft.com/office/drawing/2014/main" id="{BDC11F8E-50D0-405D-A0D7-FC2B4B5A9F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9117" y="2714934"/>
                          <a:ext cx="965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Freeform 78">
              <a:extLst>
                <a:ext uri="{FF2B5EF4-FFF2-40B4-BE49-F238E27FC236}">
                  <a16:creationId xmlns:a16="http://schemas.microsoft.com/office/drawing/2014/main" id="{B072320C-FB7F-4434-827B-64D1A4054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930" y="2644527"/>
              <a:ext cx="3252787" cy="1588"/>
            </a:xfrm>
            <a:custGeom>
              <a:avLst/>
              <a:gdLst>
                <a:gd name="T0" fmla="*/ 12 w 642"/>
                <a:gd name="T1" fmla="*/ 24 w 642"/>
                <a:gd name="T2" fmla="*/ 36 w 642"/>
                <a:gd name="T3" fmla="*/ 48 w 642"/>
                <a:gd name="T4" fmla="*/ 60 w 642"/>
                <a:gd name="T5" fmla="*/ 72 w 642"/>
                <a:gd name="T6" fmla="*/ 84 w 642"/>
                <a:gd name="T7" fmla="*/ 96 w 642"/>
                <a:gd name="T8" fmla="*/ 108 w 642"/>
                <a:gd name="T9" fmla="*/ 126 w 642"/>
                <a:gd name="T10" fmla="*/ 138 w 642"/>
                <a:gd name="T11" fmla="*/ 150 w 642"/>
                <a:gd name="T12" fmla="*/ 162 w 642"/>
                <a:gd name="T13" fmla="*/ 174 w 642"/>
                <a:gd name="T14" fmla="*/ 186 w 642"/>
                <a:gd name="T15" fmla="*/ 198 w 642"/>
                <a:gd name="T16" fmla="*/ 210 w 642"/>
                <a:gd name="T17" fmla="*/ 222 w 642"/>
                <a:gd name="T18" fmla="*/ 234 w 642"/>
                <a:gd name="T19" fmla="*/ 246 w 642"/>
                <a:gd name="T20" fmla="*/ 264 w 642"/>
                <a:gd name="T21" fmla="*/ 276 w 642"/>
                <a:gd name="T22" fmla="*/ 288 w 642"/>
                <a:gd name="T23" fmla="*/ 300 w 642"/>
                <a:gd name="T24" fmla="*/ 312 w 642"/>
                <a:gd name="T25" fmla="*/ 324 w 642"/>
                <a:gd name="T26" fmla="*/ 336 w 642"/>
                <a:gd name="T27" fmla="*/ 348 w 642"/>
                <a:gd name="T28" fmla="*/ 360 w 642"/>
                <a:gd name="T29" fmla="*/ 372 w 642"/>
                <a:gd name="T30" fmla="*/ 390 w 642"/>
                <a:gd name="T31" fmla="*/ 402 w 642"/>
                <a:gd name="T32" fmla="*/ 414 w 642"/>
                <a:gd name="T33" fmla="*/ 426 w 642"/>
                <a:gd name="T34" fmla="*/ 438 w 642"/>
                <a:gd name="T35" fmla="*/ 450 w 642"/>
                <a:gd name="T36" fmla="*/ 462 w 642"/>
                <a:gd name="T37" fmla="*/ 474 w 642"/>
                <a:gd name="T38" fmla="*/ 486 w 642"/>
                <a:gd name="T39" fmla="*/ 498 w 642"/>
                <a:gd name="T40" fmla="*/ 510 w 642"/>
                <a:gd name="T41" fmla="*/ 528 w 642"/>
                <a:gd name="T42" fmla="*/ 540 w 642"/>
                <a:gd name="T43" fmla="*/ 552 w 642"/>
                <a:gd name="T44" fmla="*/ 564 w 642"/>
                <a:gd name="T45" fmla="*/ 576 w 642"/>
                <a:gd name="T46" fmla="*/ 588 w 642"/>
                <a:gd name="T47" fmla="*/ 600 w 642"/>
                <a:gd name="T48" fmla="*/ 612 w 642"/>
                <a:gd name="T49" fmla="*/ 624 w 642"/>
                <a:gd name="T50" fmla="*/ 636 w 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</a:cxnLst>
              <a:rect l="0" t="0" r="r" b="b"/>
              <a:pathLst>
                <a:path w="64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74" y="0"/>
                  </a:lnTo>
                  <a:lnTo>
                    <a:pt x="474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0" y="0"/>
                  </a:lnTo>
                  <a:lnTo>
                    <a:pt x="486" y="0"/>
                  </a:lnTo>
                  <a:lnTo>
                    <a:pt x="486" y="0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8" y="0"/>
                  </a:lnTo>
                  <a:lnTo>
                    <a:pt x="498" y="0"/>
                  </a:lnTo>
                  <a:lnTo>
                    <a:pt x="498" y="0"/>
                  </a:lnTo>
                  <a:lnTo>
                    <a:pt x="504" y="0"/>
                  </a:lnTo>
                  <a:lnTo>
                    <a:pt x="504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2" y="0"/>
                  </a:lnTo>
                </a:path>
              </a:pathLst>
            </a:custGeom>
            <a:noFill/>
            <a:ln w="19050" cap="flat" cmpd="sng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Text Box 45">
            <a:extLst>
              <a:ext uri="{FF2B5EF4-FFF2-40B4-BE49-F238E27FC236}">
                <a16:creationId xmlns:a16="http://schemas.microsoft.com/office/drawing/2014/main" id="{C57DEA96-ECAB-42DA-B92E-E96B0BD15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483518"/>
            <a:ext cx="14911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双曲正切 </a:t>
            </a:r>
          </a:p>
        </p:txBody>
      </p:sp>
      <p:graphicFrame>
        <p:nvGraphicFramePr>
          <p:cNvPr id="19" name="Object 30">
            <a:extLst>
              <a:ext uri="{FF2B5EF4-FFF2-40B4-BE49-F238E27FC236}">
                <a16:creationId xmlns:a16="http://schemas.microsoft.com/office/drawing/2014/main" id="{62C3350E-7F88-4102-9243-464B68A99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280484"/>
              </p:ext>
            </p:extLst>
          </p:nvPr>
        </p:nvGraphicFramePr>
        <p:xfrm>
          <a:off x="1529293" y="1063214"/>
          <a:ext cx="12573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0" name="Equation" r:id="rId15" imgW="1257120" imgH="736560" progId="Equation.DSMT4">
                  <p:embed/>
                </p:oleObj>
              </mc:Choice>
              <mc:Fallback>
                <p:oleObj name="Equation" r:id="rId15" imgW="1257120" imgH="736560" progId="Equation.DSMT4">
                  <p:embed/>
                  <p:pic>
                    <p:nvPicPr>
                      <p:cNvPr id="110622" name="Object 30">
                        <a:extLst>
                          <a:ext uri="{FF2B5EF4-FFF2-40B4-BE49-F238E27FC236}">
                            <a16:creationId xmlns:a16="http://schemas.microsoft.com/office/drawing/2014/main" id="{9A8D91CA-11E4-4CFF-9281-E778F9FD74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293" y="1063214"/>
                        <a:ext cx="12573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1">
            <a:extLst>
              <a:ext uri="{FF2B5EF4-FFF2-40B4-BE49-F238E27FC236}">
                <a16:creationId xmlns:a16="http://schemas.microsoft.com/office/drawing/2014/main" id="{25DB31AF-CA47-4975-A8BC-5DA505F2B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626470"/>
              </p:ext>
            </p:extLst>
          </p:nvPr>
        </p:nvGraphicFramePr>
        <p:xfrm>
          <a:off x="2920886" y="1039639"/>
          <a:ext cx="11890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1" name="Equation" r:id="rId17" imgW="1193760" imgH="774360" progId="Equation.DSMT4">
                  <p:embed/>
                </p:oleObj>
              </mc:Choice>
              <mc:Fallback>
                <p:oleObj name="Equation" r:id="rId17" imgW="1193760" imgH="774360" progId="Equation.DSMT4">
                  <p:embed/>
                  <p:pic>
                    <p:nvPicPr>
                      <p:cNvPr id="110693" name="Object 101">
                        <a:extLst>
                          <a:ext uri="{FF2B5EF4-FFF2-40B4-BE49-F238E27FC236}">
                            <a16:creationId xmlns:a16="http://schemas.microsoft.com/office/drawing/2014/main" id="{B2A55281-46BE-47F6-9B69-27ED899FA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886" y="1039639"/>
                        <a:ext cx="1189037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>
            <a:extLst>
              <a:ext uri="{FF2B5EF4-FFF2-40B4-BE49-F238E27FC236}">
                <a16:creationId xmlns:a16="http://schemas.microsoft.com/office/drawing/2014/main" id="{968A6E70-06CE-4EF3-9EF0-72814604F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25" y="4268638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奇函数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9D7E612-D12A-45A4-B048-21D5441A5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850409"/>
              </p:ext>
            </p:extLst>
          </p:nvPr>
        </p:nvGraphicFramePr>
        <p:xfrm>
          <a:off x="5694363" y="2151063"/>
          <a:ext cx="2501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2" name="Equation" r:id="rId19" imgW="2501640" imgH="431640" progId="Equation.DSMT4">
                  <p:embed/>
                </p:oleObj>
              </mc:Choice>
              <mc:Fallback>
                <p:oleObj name="Equation" r:id="rId19" imgW="2501640" imgH="4316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5D4C265-3107-4FB9-9047-2D195F561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94363" y="2151063"/>
                        <a:ext cx="2501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8272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6">
            <a:extLst>
              <a:ext uri="{FF2B5EF4-FFF2-40B4-BE49-F238E27FC236}">
                <a16:creationId xmlns:a16="http://schemas.microsoft.com/office/drawing/2014/main" id="{84C0F4E3-9307-4C1B-9CF1-58BE287C7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27534"/>
            <a:ext cx="2044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说明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给定  </a:t>
            </a:r>
          </a:p>
        </p:txBody>
      </p:sp>
      <p:graphicFrame>
        <p:nvGraphicFramePr>
          <p:cNvPr id="3" name="Object 57">
            <a:extLst>
              <a:ext uri="{FF2B5EF4-FFF2-40B4-BE49-F238E27FC236}">
                <a16:creationId xmlns:a16="http://schemas.microsoft.com/office/drawing/2014/main" id="{E9EE47BE-1377-468B-952A-7BCC0C8A8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923119"/>
              </p:ext>
            </p:extLst>
          </p:nvPr>
        </p:nvGraphicFramePr>
        <p:xfrm>
          <a:off x="3071015" y="731862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4" name="Equation" r:id="rId3" imgW="1993680" imgH="342720" progId="Equation.DSMT4">
                  <p:embed/>
                </p:oleObj>
              </mc:Choice>
              <mc:Fallback>
                <p:oleObj name="Equation" r:id="rId3" imgW="1993680" imgH="342720" progId="Equation.DSMT4">
                  <p:embed/>
                  <p:pic>
                    <p:nvPicPr>
                      <p:cNvPr id="23" name="Object 57">
                        <a:extLst>
                          <a:ext uri="{FF2B5EF4-FFF2-40B4-BE49-F238E27FC236}">
                            <a16:creationId xmlns:a16="http://schemas.microsoft.com/office/drawing/2014/main" id="{01F18B3A-DAD0-4099-B487-B45110D57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015" y="731862"/>
                        <a:ext cx="199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8">
            <a:extLst>
              <a:ext uri="{FF2B5EF4-FFF2-40B4-BE49-F238E27FC236}">
                <a16:creationId xmlns:a16="http://schemas.microsoft.com/office/drawing/2014/main" id="{5B47E28D-01D8-44C9-B203-D6C6617BD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123" y="655730"/>
            <a:ext cx="5613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则 </a:t>
            </a:r>
          </a:p>
        </p:txBody>
      </p:sp>
      <p:graphicFrame>
        <p:nvGraphicFramePr>
          <p:cNvPr id="5" name="Object 59">
            <a:extLst>
              <a:ext uri="{FF2B5EF4-FFF2-40B4-BE49-F238E27FC236}">
                <a16:creationId xmlns:a16="http://schemas.microsoft.com/office/drawing/2014/main" id="{FC08BC99-8351-429B-958C-C1344F945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603083"/>
              </p:ext>
            </p:extLst>
          </p:nvPr>
        </p:nvGraphicFramePr>
        <p:xfrm>
          <a:off x="1331640" y="1558217"/>
          <a:ext cx="4533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5" name="Equation" r:id="rId5" imgW="4533840" imgH="723600" progId="Equation.DSMT4">
                  <p:embed/>
                </p:oleObj>
              </mc:Choice>
              <mc:Fallback>
                <p:oleObj name="Equation" r:id="rId5" imgW="4533840" imgH="723600" progId="Equation.DSMT4">
                  <p:embed/>
                  <p:pic>
                    <p:nvPicPr>
                      <p:cNvPr id="25" name="Object 59">
                        <a:extLst>
                          <a:ext uri="{FF2B5EF4-FFF2-40B4-BE49-F238E27FC236}">
                            <a16:creationId xmlns:a16="http://schemas.microsoft.com/office/drawing/2014/main" id="{A8EEC19B-33B0-4130-B2C3-1DD37D8B25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558217"/>
                        <a:ext cx="4533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60">
            <a:extLst>
              <a:ext uri="{FF2B5EF4-FFF2-40B4-BE49-F238E27FC236}">
                <a16:creationId xmlns:a16="http://schemas.microsoft.com/office/drawing/2014/main" id="{DBCF30DE-81DE-4BBD-B0DB-76671B19E0D1}"/>
              </a:ext>
            </a:extLst>
          </p:cNvPr>
          <p:cNvSpPr>
            <a:spLocks/>
          </p:cNvSpPr>
          <p:nvPr/>
        </p:nvSpPr>
        <p:spPr bwMode="auto">
          <a:xfrm rot="5400000">
            <a:off x="2981321" y="1444184"/>
            <a:ext cx="179387" cy="1706338"/>
          </a:xfrm>
          <a:prstGeom prst="rightBrace">
            <a:avLst>
              <a:gd name="adj1" fmla="val 88496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61">
            <a:extLst>
              <a:ext uri="{FF2B5EF4-FFF2-40B4-BE49-F238E27FC236}">
                <a16:creationId xmlns:a16="http://schemas.microsoft.com/office/drawing/2014/main" id="{112EB055-939A-4E01-84F0-1C965DB29372}"/>
              </a:ext>
            </a:extLst>
          </p:cNvPr>
          <p:cNvSpPr>
            <a:spLocks/>
          </p:cNvSpPr>
          <p:nvPr/>
        </p:nvSpPr>
        <p:spPr bwMode="auto">
          <a:xfrm rot="5400000">
            <a:off x="4843606" y="1540808"/>
            <a:ext cx="231165" cy="1610230"/>
          </a:xfrm>
          <a:prstGeom prst="rightBrace">
            <a:avLst>
              <a:gd name="adj1" fmla="val 88496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62">
            <a:extLst>
              <a:ext uri="{FF2B5EF4-FFF2-40B4-BE49-F238E27FC236}">
                <a16:creationId xmlns:a16="http://schemas.microsoft.com/office/drawing/2014/main" id="{F6922A57-76A2-4620-8CF5-CF4782C1C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008" y="2635149"/>
            <a:ext cx="1423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偶函数  </a:t>
            </a:r>
          </a:p>
        </p:txBody>
      </p:sp>
      <p:sp>
        <p:nvSpPr>
          <p:cNvPr id="9" name="Text Box 63">
            <a:extLst>
              <a:ext uri="{FF2B5EF4-FFF2-40B4-BE49-F238E27FC236}">
                <a16:creationId xmlns:a16="http://schemas.microsoft.com/office/drawing/2014/main" id="{BAC9FBB6-0367-4800-8F7C-4BB20FEAE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053" y="2635150"/>
            <a:ext cx="1423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+mj-ea"/>
                <a:ea typeface="+mj-ea"/>
              </a:rPr>
              <a:t>奇函数  </a:t>
            </a:r>
          </a:p>
        </p:txBody>
      </p:sp>
      <p:graphicFrame>
        <p:nvGraphicFramePr>
          <p:cNvPr id="10" name="Object 76">
            <a:extLst>
              <a:ext uri="{FF2B5EF4-FFF2-40B4-BE49-F238E27FC236}">
                <a16:creationId xmlns:a16="http://schemas.microsoft.com/office/drawing/2014/main" id="{BC3B68C1-4F34-45D9-9700-15E8BD6CE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851909"/>
              </p:ext>
            </p:extLst>
          </p:nvPr>
        </p:nvGraphicFramePr>
        <p:xfrm>
          <a:off x="6713387" y="84292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6" name="Equation" r:id="rId7" imgW="406080" imgH="304560" progId="Equation.3">
                  <p:embed/>
                </p:oleObj>
              </mc:Choice>
              <mc:Fallback>
                <p:oleObj name="Equation" r:id="rId7" imgW="406080" imgH="304560" progId="Equation.3">
                  <p:embed/>
                  <p:pic>
                    <p:nvPicPr>
                      <p:cNvPr id="31" name="Object 76">
                        <a:extLst>
                          <a:ext uri="{FF2B5EF4-FFF2-40B4-BE49-F238E27FC236}">
                            <a16:creationId xmlns:a16="http://schemas.microsoft.com/office/drawing/2014/main" id="{98F8BA54-E444-4D42-95B7-074DB303E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387" y="84292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A76B468A-261A-4ECC-B5E6-BD06DE6A7911}"/>
              </a:ext>
            </a:extLst>
          </p:cNvPr>
          <p:cNvSpPr/>
          <p:nvPr/>
        </p:nvSpPr>
        <p:spPr>
          <a:xfrm>
            <a:off x="730288" y="703925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206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268CFBB-C5C3-4558-ABBD-FDBBC046892C}"/>
              </a:ext>
            </a:extLst>
          </p:cNvPr>
          <p:cNvGrpSpPr/>
          <p:nvPr/>
        </p:nvGrpSpPr>
        <p:grpSpPr>
          <a:xfrm>
            <a:off x="755576" y="497823"/>
            <a:ext cx="8106543" cy="596900"/>
            <a:chOff x="755576" y="555526"/>
            <a:chExt cx="8106543" cy="5969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26A26EA-3162-4E6C-9338-C5388C3C8C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555526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solidFill>
                    <a:srgbClr val="0F2FC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        的定义域为            则必存在           上偶函数                      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C21D4A0-6805-4A65-BD50-55F4868B5A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435970"/>
                </p:ext>
              </p:extLst>
            </p:nvPr>
          </p:nvGraphicFramePr>
          <p:xfrm>
            <a:off x="2339752" y="62753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39752" y="62753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6CCFE8C-277D-4796-B852-9E74CB9CB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5038750"/>
                </p:ext>
              </p:extLst>
            </p:nvPr>
          </p:nvGraphicFramePr>
          <p:xfrm>
            <a:off x="4572000" y="627534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3" name="Equation" r:id="rId5" imgW="787320" imgH="342720" progId="Equation.DSMT4">
                    <p:embed/>
                  </p:oleObj>
                </mc:Choice>
                <mc:Fallback>
                  <p:oleObj name="Equation" r:id="rId5" imgW="7873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72000" y="627534"/>
                          <a:ext cx="787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F1521F3-01C8-4856-9760-23D6B99F8A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103800"/>
                </p:ext>
              </p:extLst>
            </p:nvPr>
          </p:nvGraphicFramePr>
          <p:xfrm>
            <a:off x="6727601" y="627534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4" name="Equation" r:id="rId7" imgW="723600" imgH="342720" progId="Equation.DSMT4">
                    <p:embed/>
                  </p:oleObj>
                </mc:Choice>
                <mc:Fallback>
                  <p:oleObj name="Equation" r:id="rId7" imgW="72360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6CCFE8C-277D-4796-B852-9E74CB9CB9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727601" y="627534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B8BFC11-F629-45D6-B4E6-F475E9BC791D}"/>
              </a:ext>
            </a:extLst>
          </p:cNvPr>
          <p:cNvGrpSpPr/>
          <p:nvPr/>
        </p:nvGrpSpPr>
        <p:grpSpPr>
          <a:xfrm>
            <a:off x="315282" y="1019356"/>
            <a:ext cx="8404993" cy="596900"/>
            <a:chOff x="220278" y="1309762"/>
            <a:chExt cx="8404993" cy="596900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F48C429-447A-4685-B3EF-254FD1C6EE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804987"/>
                </p:ext>
              </p:extLst>
            </p:nvPr>
          </p:nvGraphicFramePr>
          <p:xfrm>
            <a:off x="220278" y="140289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5" name="Equation" r:id="rId9" imgW="596880" imgH="342720" progId="Equation.DSMT4">
                    <p:embed/>
                  </p:oleObj>
                </mc:Choice>
                <mc:Fallback>
                  <p:oleObj name="Equation" r:id="rId9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0278" y="1402893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C4D40170-1ECF-4B42-8296-88E87725CF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8728" y="1309762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及奇函数          使得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286DF33-4676-4761-95B2-C2291DCD51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0488101"/>
                </p:ext>
              </p:extLst>
            </p:nvPr>
          </p:nvGraphicFramePr>
          <p:xfrm>
            <a:off x="2123728" y="1419622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6" name="Equation" r:id="rId11" imgW="634680" imgH="342720" progId="Equation.DSMT4">
                    <p:embed/>
                  </p:oleObj>
                </mc:Choice>
                <mc:Fallback>
                  <p:oleObj name="Equation" r:id="rId11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23728" y="1419622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7CA9814-4BA1-4A41-A880-45B21858A3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8322343"/>
                </p:ext>
              </p:extLst>
            </p:nvPr>
          </p:nvGraphicFramePr>
          <p:xfrm>
            <a:off x="3397249" y="1394074"/>
            <a:ext cx="234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7" name="Equation" r:id="rId13" imgW="2349360" imgH="342720" progId="Equation.DSMT4">
                    <p:embed/>
                  </p:oleObj>
                </mc:Choice>
                <mc:Fallback>
                  <p:oleObj name="Equation" r:id="rId13" imgW="23493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97249" y="1394074"/>
                          <a:ext cx="234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4FAB4C33-0A3E-4571-82F5-2CB14CA13B39}"/>
              </a:ext>
            </a:extLst>
          </p:cNvPr>
          <p:cNvSpPr/>
          <p:nvPr/>
        </p:nvSpPr>
        <p:spPr>
          <a:xfrm>
            <a:off x="746898" y="1616256"/>
            <a:ext cx="8727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5455359-31CF-4C8F-9669-A81F74287080}"/>
              </a:ext>
            </a:extLst>
          </p:cNvPr>
          <p:cNvGrpSpPr/>
          <p:nvPr/>
        </p:nvGrpSpPr>
        <p:grpSpPr>
          <a:xfrm>
            <a:off x="1306128" y="1593573"/>
            <a:ext cx="8106543" cy="596900"/>
            <a:chOff x="1306128" y="1593573"/>
            <a:chExt cx="8106543" cy="596900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C29C29CD-F18F-4AF4-A4DB-422C8CC2196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06128" y="1593573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假设存在偶函数       和奇函数         使得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250914D-8A3E-4469-B559-5FBFC8AE78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1336003"/>
                </p:ext>
              </p:extLst>
            </p:nvPr>
          </p:nvGraphicFramePr>
          <p:xfrm>
            <a:off x="3767900" y="1660117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8" name="Equation" r:id="rId15" imgW="596880" imgH="342720" progId="Equation.DSMT4">
                    <p:embed/>
                  </p:oleObj>
                </mc:Choice>
                <mc:Fallback>
                  <p:oleObj name="Equation" r:id="rId15" imgW="5968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CF48C429-447A-4685-B3EF-254FD1C6EE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67900" y="1660117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84D733D-DBFC-4036-B225-4E2FE926CC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1613818"/>
                </p:ext>
              </p:extLst>
            </p:nvPr>
          </p:nvGraphicFramePr>
          <p:xfrm>
            <a:off x="5524253" y="1680121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19" name="Equation" r:id="rId16" imgW="634680" imgH="342720" progId="Equation.DSMT4">
                    <p:embed/>
                  </p:oleObj>
                </mc:Choice>
                <mc:Fallback>
                  <p:oleObj name="Equation" r:id="rId16" imgW="6346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286DF33-4676-4761-95B2-C2291DCD51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24253" y="1680121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EF7A20E2-8414-4870-A3C9-592E76AABB3A}"/>
              </a:ext>
            </a:extLst>
          </p:cNvPr>
          <p:cNvSpPr/>
          <p:nvPr/>
        </p:nvSpPr>
        <p:spPr>
          <a:xfrm>
            <a:off x="812082" y="268932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FF3E97C-0CDC-47C3-9823-30269620B421}"/>
              </a:ext>
            </a:extLst>
          </p:cNvPr>
          <p:cNvGrpSpPr/>
          <p:nvPr/>
        </p:nvGrpSpPr>
        <p:grpSpPr>
          <a:xfrm>
            <a:off x="3131840" y="2187808"/>
            <a:ext cx="4342110" cy="355367"/>
            <a:chOff x="3131840" y="2187808"/>
            <a:chExt cx="4342110" cy="355367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E872990-D789-4F6D-9D95-6AB86358B5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2777728"/>
                </p:ext>
              </p:extLst>
            </p:nvPr>
          </p:nvGraphicFramePr>
          <p:xfrm>
            <a:off x="3131840" y="2187808"/>
            <a:ext cx="236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0" name="Equation" r:id="rId17" imgW="2361960" imgH="342720" progId="Equation.DSMT4">
                    <p:embed/>
                  </p:oleObj>
                </mc:Choice>
                <mc:Fallback>
                  <p:oleObj name="Equation" r:id="rId17" imgW="236196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7CA9814-4BA1-4A41-A880-45B21858A3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131840" y="2187808"/>
                          <a:ext cx="236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72ECCD0-F711-4E79-8F78-1A243C15A8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806343"/>
                </p:ext>
              </p:extLst>
            </p:nvPr>
          </p:nvGraphicFramePr>
          <p:xfrm>
            <a:off x="7131050" y="2200275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1" name="Equation" r:id="rId19" imgW="342720" imgH="342720" progId="Equation.DSMT4">
                    <p:embed/>
                  </p:oleObj>
                </mc:Choice>
                <mc:Fallback>
                  <p:oleObj name="Equation" r:id="rId19" imgW="342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131050" y="2200275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0EC270A-5E95-49EF-A140-CBF48C58A727}"/>
              </a:ext>
            </a:extLst>
          </p:cNvPr>
          <p:cNvGrpSpPr/>
          <p:nvPr/>
        </p:nvGrpSpPr>
        <p:grpSpPr>
          <a:xfrm>
            <a:off x="2954040" y="2757551"/>
            <a:ext cx="4551660" cy="455549"/>
            <a:chOff x="2954040" y="2757551"/>
            <a:chExt cx="4551660" cy="455549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F920FEE-4F27-4AD1-9C6F-A75E81F2EC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2415227"/>
                </p:ext>
              </p:extLst>
            </p:nvPr>
          </p:nvGraphicFramePr>
          <p:xfrm>
            <a:off x="2954040" y="2757551"/>
            <a:ext cx="2717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2" name="Equation" r:id="rId21" imgW="2717640" imgH="342720" progId="Equation.DSMT4">
                    <p:embed/>
                  </p:oleObj>
                </mc:Choice>
                <mc:Fallback>
                  <p:oleObj name="Equation" r:id="rId21" imgW="271764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E872990-D789-4F6D-9D95-6AB86358B5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54040" y="2757551"/>
                          <a:ext cx="2717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F3524FA-7DAC-4144-B68F-5D90CF5639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7058604"/>
                </p:ext>
              </p:extLst>
            </p:nvPr>
          </p:nvGraphicFramePr>
          <p:xfrm>
            <a:off x="7099300" y="2870200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3" name="Equation" r:id="rId23" imgW="406080" imgH="342720" progId="Equation.DSMT4">
                    <p:embed/>
                  </p:oleObj>
                </mc:Choice>
                <mc:Fallback>
                  <p:oleObj name="Equation" r:id="rId23" imgW="40608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A72ECCD0-F711-4E79-8F78-1A243C15A8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099300" y="2870200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2812D54-7AB4-475C-8395-B46E1EA8261E}"/>
              </a:ext>
            </a:extLst>
          </p:cNvPr>
          <p:cNvGrpSpPr/>
          <p:nvPr/>
        </p:nvGrpSpPr>
        <p:grpSpPr>
          <a:xfrm>
            <a:off x="909638" y="3427850"/>
            <a:ext cx="1445557" cy="461665"/>
            <a:chOff x="909638" y="3427850"/>
            <a:chExt cx="1445557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BFA6B048-E368-4FF3-92A6-DB81407896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1957090"/>
                </p:ext>
              </p:extLst>
            </p:nvPr>
          </p:nvGraphicFramePr>
          <p:xfrm>
            <a:off x="909638" y="3478213"/>
            <a:ext cx="977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4" name="Equation" r:id="rId25" imgW="977760" imgH="342720" progId="Equation.DSMT4">
                    <p:embed/>
                  </p:oleObj>
                </mc:Choice>
                <mc:Fallback>
                  <p:oleObj name="Equation" r:id="rId25" imgW="977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909638" y="3478213"/>
                          <a:ext cx="977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2AF7405-CD97-4528-A63C-7FA5B4E97C3F}"/>
                </a:ext>
              </a:extLst>
            </p:cNvPr>
            <p:cNvSpPr/>
            <p:nvPr/>
          </p:nvSpPr>
          <p:spPr>
            <a:xfrm>
              <a:off x="1861149" y="342785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</a:t>
              </a:r>
              <a:endParaRPr lang="zh-CN" altLang="en-US" sz="2400" dirty="0"/>
            </a:p>
          </p:txBody>
        </p:sp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3B3E911-E0F1-4CD1-BAB8-66F63A617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073454"/>
              </p:ext>
            </p:extLst>
          </p:nvPr>
        </p:nvGraphicFramePr>
        <p:xfrm>
          <a:off x="2773077" y="3287712"/>
          <a:ext cx="302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5" name="Equation" r:id="rId27" imgW="3022560" imgH="723600" progId="Equation.DSMT4">
                  <p:embed/>
                </p:oleObj>
              </mc:Choice>
              <mc:Fallback>
                <p:oleObj name="Equation" r:id="rId27" imgW="3022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73077" y="3287712"/>
                        <a:ext cx="3022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EA733108-7F8A-4FFB-8F37-0F8DEE50ADDF}"/>
              </a:ext>
            </a:extLst>
          </p:cNvPr>
          <p:cNvGrpSpPr/>
          <p:nvPr/>
        </p:nvGrpSpPr>
        <p:grpSpPr>
          <a:xfrm>
            <a:off x="874118" y="4254283"/>
            <a:ext cx="1449166" cy="461665"/>
            <a:chOff x="874118" y="4254283"/>
            <a:chExt cx="1449166" cy="461665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2400F91-5BE5-47DC-995D-7D22898871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8726986"/>
                </p:ext>
              </p:extLst>
            </p:nvPr>
          </p:nvGraphicFramePr>
          <p:xfrm>
            <a:off x="874118" y="4313666"/>
            <a:ext cx="977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826" name="Equation" r:id="rId29" imgW="977760" imgH="342720" progId="Equation.DSMT4">
                    <p:embed/>
                  </p:oleObj>
                </mc:Choice>
                <mc:Fallback>
                  <p:oleObj name="Equation" r:id="rId29" imgW="97776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BFA6B048-E368-4FF3-92A6-DB814078963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874118" y="4313666"/>
                          <a:ext cx="977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AC73EC8-F500-4158-AA5B-5BAE2AB9382D}"/>
                </a:ext>
              </a:extLst>
            </p:cNvPr>
            <p:cNvSpPr/>
            <p:nvPr/>
          </p:nvSpPr>
          <p:spPr>
            <a:xfrm>
              <a:off x="1829238" y="425428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</a:t>
              </a:r>
              <a:endParaRPr lang="zh-CN" altLang="en-US" sz="2400" dirty="0"/>
            </a:p>
          </p:txBody>
        </p:sp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65A135F-C89B-451E-ACD9-5BE392E19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207205"/>
              </p:ext>
            </p:extLst>
          </p:nvPr>
        </p:nvGraphicFramePr>
        <p:xfrm>
          <a:off x="2827338" y="4111625"/>
          <a:ext cx="2971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7" name="Equation" r:id="rId31" imgW="2971800" imgH="723600" progId="Equation.DSMT4">
                  <p:embed/>
                </p:oleObj>
              </mc:Choice>
              <mc:Fallback>
                <p:oleObj name="Equation" r:id="rId31" imgW="2971800" imgH="723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3B3E911-E0F1-4CD1-BAB8-66F63A617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827338" y="4111625"/>
                        <a:ext cx="2971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星形: 五角 31">
            <a:extLst>
              <a:ext uri="{FF2B5EF4-FFF2-40B4-BE49-F238E27FC236}">
                <a16:creationId xmlns:a16="http://schemas.microsoft.com/office/drawing/2014/main" id="{5A4B5D79-7B81-4B89-B029-DD89065CF3F2}"/>
              </a:ext>
            </a:extLst>
          </p:cNvPr>
          <p:cNvSpPr/>
          <p:nvPr/>
        </p:nvSpPr>
        <p:spPr>
          <a:xfrm>
            <a:off x="344587" y="504862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9F1448-2FE7-4CDA-8A5B-86CF100A97A2}"/>
              </a:ext>
            </a:extLst>
          </p:cNvPr>
          <p:cNvSpPr/>
          <p:nvPr/>
        </p:nvSpPr>
        <p:spPr>
          <a:xfrm>
            <a:off x="762543" y="1661184"/>
            <a:ext cx="8727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 dirty="0">
                <a:solidFill>
                  <a:srgbClr val="0F2F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F2FC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BF287C-DB90-44D1-81EE-3531D169B6DD}"/>
              </a:ext>
            </a:extLst>
          </p:cNvPr>
          <p:cNvSpPr/>
          <p:nvPr/>
        </p:nvSpPr>
        <p:spPr>
          <a:xfrm>
            <a:off x="1193565" y="1642542"/>
            <a:ext cx="8727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56D5F92-69D2-4B8D-8E1E-0A1829337540}"/>
              </a:ext>
            </a:extLst>
          </p:cNvPr>
          <p:cNvGrpSpPr/>
          <p:nvPr/>
        </p:nvGrpSpPr>
        <p:grpSpPr>
          <a:xfrm>
            <a:off x="1763688" y="1481623"/>
            <a:ext cx="6210424" cy="729765"/>
            <a:chOff x="1549400" y="1481945"/>
            <a:chExt cx="6210424" cy="729765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D873C36-3ED4-4A3C-A9B7-016C661C71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959900"/>
                </p:ext>
              </p:extLst>
            </p:nvPr>
          </p:nvGraphicFramePr>
          <p:xfrm>
            <a:off x="1549400" y="1487810"/>
            <a:ext cx="3022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28" name="Equation" r:id="rId3" imgW="3022560" imgH="723600" progId="Equation.DSMT4">
                    <p:embed/>
                  </p:oleObj>
                </mc:Choice>
                <mc:Fallback>
                  <p:oleObj name="Equation" r:id="rId3" imgW="3022560" imgH="7236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A3B3E911-E0F1-4CD1-BAB8-66F63A617F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49400" y="1487810"/>
                          <a:ext cx="3022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CA1EFF6-4FEE-4321-B1C6-FFBC068CF2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3903059"/>
                </p:ext>
              </p:extLst>
            </p:nvPr>
          </p:nvGraphicFramePr>
          <p:xfrm>
            <a:off x="4788024" y="1481945"/>
            <a:ext cx="2971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29" name="Equation" r:id="rId5" imgW="2971800" imgH="723600" progId="Equation.DSMT4">
                    <p:embed/>
                  </p:oleObj>
                </mc:Choice>
                <mc:Fallback>
                  <p:oleObj name="Equation" r:id="rId5" imgW="2971800" imgH="7236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E65A135F-C89B-451E-ACD9-5BE392E1974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88024" y="1481945"/>
                          <a:ext cx="2971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9626C4F-C4E9-44A6-8691-25DC4295BF7C}"/>
              </a:ext>
            </a:extLst>
          </p:cNvPr>
          <p:cNvSpPr/>
          <p:nvPr/>
        </p:nvSpPr>
        <p:spPr>
          <a:xfrm>
            <a:off x="870154" y="2359545"/>
            <a:ext cx="8727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F939949-89CD-4849-A32B-7E15552CD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729276"/>
              </p:ext>
            </p:extLst>
          </p:nvPr>
        </p:nvGraphicFramePr>
        <p:xfrm>
          <a:off x="2339752" y="2418928"/>
          <a:ext cx="236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30" name="Equation" r:id="rId7" imgW="2361960" imgH="342720" progId="Equation.DSMT4">
                  <p:embed/>
                </p:oleObj>
              </mc:Choice>
              <mc:Fallback>
                <p:oleObj name="Equation" r:id="rId7" imgW="2361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2418928"/>
                        <a:ext cx="236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58512CD-BF78-41AF-A634-328866FBE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193929"/>
              </p:ext>
            </p:extLst>
          </p:nvPr>
        </p:nvGraphicFramePr>
        <p:xfrm>
          <a:off x="1458888" y="3028429"/>
          <a:ext cx="405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31" name="Equation" r:id="rId9" imgW="4051080" imgH="723600" progId="Equation.DSMT4">
                  <p:embed/>
                </p:oleObj>
              </mc:Choice>
              <mc:Fallback>
                <p:oleObj name="Equation" r:id="rId9" imgW="405108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D873C36-3ED4-4A3C-A9B7-016C661C71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8888" y="3028429"/>
                        <a:ext cx="4051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A72130F-5C36-4C83-AADD-DB7AC1ED9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120001"/>
              </p:ext>
            </p:extLst>
          </p:nvPr>
        </p:nvGraphicFramePr>
        <p:xfrm>
          <a:off x="1458888" y="3845148"/>
          <a:ext cx="414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32" name="Equation" r:id="rId11" imgW="4140000" imgH="723600" progId="Equation.DSMT4">
                  <p:embed/>
                </p:oleObj>
              </mc:Choice>
              <mc:Fallback>
                <p:oleObj name="Equation" r:id="rId11" imgW="414000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CA1EFF6-4FEE-4321-B1C6-FFBC068CF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58888" y="3845148"/>
                        <a:ext cx="4140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209394F8-C7C7-4FCF-8F50-0925F3DD0166}"/>
              </a:ext>
            </a:extLst>
          </p:cNvPr>
          <p:cNvGrpSpPr/>
          <p:nvPr/>
        </p:nvGrpSpPr>
        <p:grpSpPr>
          <a:xfrm>
            <a:off x="755576" y="497823"/>
            <a:ext cx="8106543" cy="596900"/>
            <a:chOff x="755576" y="555526"/>
            <a:chExt cx="8106543" cy="596900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E6D74FDB-866E-4838-A302-707749BFA2F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555526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        的定义域为            则必存在           上偶函数                         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7EB443D-5303-4994-8174-F248AE0A94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2725028"/>
                </p:ext>
              </p:extLst>
            </p:nvPr>
          </p:nvGraphicFramePr>
          <p:xfrm>
            <a:off x="2339752" y="62753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3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0C21D4A0-6805-4A65-BD50-55F4868B5A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39752" y="62753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39BB6B1-E108-4558-B375-471ACFEC5F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474896"/>
                </p:ext>
              </p:extLst>
            </p:nvPr>
          </p:nvGraphicFramePr>
          <p:xfrm>
            <a:off x="4572000" y="627534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4" name="Equation" r:id="rId15" imgW="787320" imgH="342720" progId="Equation.DSMT4">
                    <p:embed/>
                  </p:oleObj>
                </mc:Choice>
                <mc:Fallback>
                  <p:oleObj name="Equation" r:id="rId15" imgW="78732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6CCFE8C-277D-4796-B852-9E74CB9CB9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72000" y="627534"/>
                          <a:ext cx="787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7B4FC3C-712C-4E40-944E-4F0C91D8CE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5148181"/>
                </p:ext>
              </p:extLst>
            </p:nvPr>
          </p:nvGraphicFramePr>
          <p:xfrm>
            <a:off x="6727601" y="627534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5" name="Equation" r:id="rId17" imgW="723600" imgH="342720" progId="Equation.DSMT4">
                    <p:embed/>
                  </p:oleObj>
                </mc:Choice>
                <mc:Fallback>
                  <p:oleObj name="Equation" r:id="rId17" imgW="72360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F1521F3-01C8-4856-9760-23D6B99F8A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727601" y="627534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3FB1F8E-343B-44F3-8119-902BA9F2059A}"/>
              </a:ext>
            </a:extLst>
          </p:cNvPr>
          <p:cNvGrpSpPr/>
          <p:nvPr/>
        </p:nvGrpSpPr>
        <p:grpSpPr>
          <a:xfrm>
            <a:off x="315282" y="1019356"/>
            <a:ext cx="8404993" cy="596900"/>
            <a:chOff x="220278" y="1309762"/>
            <a:chExt cx="8404993" cy="5969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4F0F6D5-B7EC-4D7F-ACCF-5B41524AFB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6637036"/>
                </p:ext>
              </p:extLst>
            </p:nvPr>
          </p:nvGraphicFramePr>
          <p:xfrm>
            <a:off x="220278" y="140289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6" name="Equation" r:id="rId19" imgW="596880" imgH="342720" progId="Equation.DSMT4">
                    <p:embed/>
                  </p:oleObj>
                </mc:Choice>
                <mc:Fallback>
                  <p:oleObj name="Equation" r:id="rId19" imgW="5968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CF48C429-447A-4685-B3EF-254FD1C6EE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20278" y="1402893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7CD38806-F76C-4E64-9F0B-F75F102C0B4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8728" y="1309762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及奇函数          使得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6310DA27-2377-4878-8F97-1B5E995636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9079975"/>
                </p:ext>
              </p:extLst>
            </p:nvPr>
          </p:nvGraphicFramePr>
          <p:xfrm>
            <a:off x="2123728" y="1419622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7" name="Equation" r:id="rId21" imgW="634680" imgH="342720" progId="Equation.DSMT4">
                    <p:embed/>
                  </p:oleObj>
                </mc:Choice>
                <mc:Fallback>
                  <p:oleObj name="Equation" r:id="rId21" imgW="6346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286DF33-4676-4761-95B2-C2291DCD51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23728" y="1419622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CB49E094-67BE-49AC-AB1B-D47133350C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677970"/>
                </p:ext>
              </p:extLst>
            </p:nvPr>
          </p:nvGraphicFramePr>
          <p:xfrm>
            <a:off x="3397249" y="1394074"/>
            <a:ext cx="234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8" name="Equation" r:id="rId23" imgW="2349360" imgH="342720" progId="Equation.DSMT4">
                    <p:embed/>
                  </p:oleObj>
                </mc:Choice>
                <mc:Fallback>
                  <p:oleObj name="Equation" r:id="rId23" imgW="234936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7CA9814-4BA1-4A41-A880-45B21858A3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397249" y="1394074"/>
                          <a:ext cx="234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9740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327F85DB-2DC4-4781-BF5D-6DF3B26C2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55526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周期性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17B0B65-5539-4F1A-9503-6EE02653857B}"/>
              </a:ext>
            </a:extLst>
          </p:cNvPr>
          <p:cNvGrpSpPr/>
          <p:nvPr/>
        </p:nvGrpSpPr>
        <p:grpSpPr>
          <a:xfrm>
            <a:off x="939932" y="1307774"/>
            <a:ext cx="7368203" cy="490618"/>
            <a:chOff x="994229" y="915177"/>
            <a:chExt cx="7368203" cy="490618"/>
          </a:xfrm>
        </p:grpSpPr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278468E7-8402-465F-A6AC-D77FCED753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7285947"/>
                </p:ext>
              </p:extLst>
            </p:nvPr>
          </p:nvGraphicFramePr>
          <p:xfrm>
            <a:off x="994229" y="1028700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04" name="Equation" r:id="rId3" imgW="1968480" imgH="342720" progId="Equation.DSMT4">
                    <p:embed/>
                  </p:oleObj>
                </mc:Choice>
                <mc:Fallback>
                  <p:oleObj name="Equation" r:id="rId3" imgW="1968480" imgH="342720" progId="Equation.DSMT4">
                    <p:embed/>
                    <p:pic>
                      <p:nvPicPr>
                        <p:cNvPr id="123907" name="Object 3">
                          <a:extLst>
                            <a:ext uri="{FF2B5EF4-FFF2-40B4-BE49-F238E27FC236}">
                              <a16:creationId xmlns:a16="http://schemas.microsoft.com/office/drawing/2014/main" id="{90604B52-962E-456F-91DA-CD4F997575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4229" y="1028700"/>
                          <a:ext cx="1968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5905708A-939A-4418-8637-20C73C22E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7537" y="944130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9CF8AC55-4D38-4637-A5F4-4E0A17C4BA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8831078"/>
                </p:ext>
              </p:extLst>
            </p:nvPr>
          </p:nvGraphicFramePr>
          <p:xfrm>
            <a:off x="3429000" y="1014924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05" name="Equation" r:id="rId5" imgW="1168200" imgH="330120" progId="Equation.DSMT4">
                    <p:embed/>
                  </p:oleObj>
                </mc:Choice>
                <mc:Fallback>
                  <p:oleObj name="Equation" r:id="rId5" imgW="1168200" imgH="330120" progId="Equation.DSMT4">
                    <p:embed/>
                    <p:pic>
                      <p:nvPicPr>
                        <p:cNvPr id="123909" name="Object 5">
                          <a:extLst>
                            <a:ext uri="{FF2B5EF4-FFF2-40B4-BE49-F238E27FC236}">
                              <a16:creationId xmlns:a16="http://schemas.microsoft.com/office/drawing/2014/main" id="{574649C7-CB86-4A9E-9CE1-712884D9A4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1014924"/>
                          <a:ext cx="11684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id="{847F9CAD-BF76-4272-96F2-7D14048174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292463"/>
                </p:ext>
              </p:extLst>
            </p:nvPr>
          </p:nvGraphicFramePr>
          <p:xfrm>
            <a:off x="4986337" y="1028700"/>
            <a:ext cx="204311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06" name="Equation" r:id="rId7" imgW="2044440" imgH="342720" progId="Equation.DSMT4">
                    <p:embed/>
                  </p:oleObj>
                </mc:Choice>
                <mc:Fallback>
                  <p:oleObj name="Equation" r:id="rId7" imgW="2044440" imgH="342720" progId="Equation.DSMT4">
                    <p:embed/>
                    <p:pic>
                      <p:nvPicPr>
                        <p:cNvPr id="123910" name="Object 6">
                          <a:extLst>
                            <a:ext uri="{FF2B5EF4-FFF2-40B4-BE49-F238E27FC236}">
                              <a16:creationId xmlns:a16="http://schemas.microsoft.com/office/drawing/2014/main" id="{1EBB1440-391F-486C-8007-8A654CA784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6337" y="1028700"/>
                          <a:ext cx="2043113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E3DB3586-20A7-45C2-90CC-B4960E86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9450" y="944129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则称</a:t>
              </a:r>
            </a:p>
          </p:txBody>
        </p:sp>
        <p:graphicFrame>
          <p:nvGraphicFramePr>
            <p:cNvPr id="8" name="Object 8">
              <a:extLst>
                <a:ext uri="{FF2B5EF4-FFF2-40B4-BE49-F238E27FC236}">
                  <a16:creationId xmlns:a16="http://schemas.microsoft.com/office/drawing/2014/main" id="{DADCADF9-3DBB-4245-8FF1-D39935C4DB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3310785"/>
                </p:ext>
              </p:extLst>
            </p:nvPr>
          </p:nvGraphicFramePr>
          <p:xfrm>
            <a:off x="7740352" y="1003601"/>
            <a:ext cx="6220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07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123912" name="Object 8">
                          <a:extLst>
                            <a:ext uri="{FF2B5EF4-FFF2-40B4-BE49-F238E27FC236}">
                              <a16:creationId xmlns:a16="http://schemas.microsoft.com/office/drawing/2014/main" id="{E0CBB5D2-FFB5-4F40-9FCE-2276DEB5D0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0352" y="1003601"/>
                          <a:ext cx="62208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A91781AE-C79C-4835-A9F8-39068DD1B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400" y="915177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若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85EA04B-71A3-45DF-8AFA-B1E1E53E444D}"/>
              </a:ext>
            </a:extLst>
          </p:cNvPr>
          <p:cNvGrpSpPr/>
          <p:nvPr/>
        </p:nvGrpSpPr>
        <p:grpSpPr>
          <a:xfrm>
            <a:off x="280808" y="2020377"/>
            <a:ext cx="6497087" cy="521179"/>
            <a:chOff x="381000" y="1484096"/>
            <a:chExt cx="6497087" cy="521179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5D521EAC-74D2-4C2D-AFDF-9B1315AC2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1543610"/>
              <a:ext cx="2438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周期函数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ED6113AD-0539-4754-A825-27AAA0994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371" y="1519538"/>
              <a:ext cx="2286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称</a:t>
              </a:r>
              <a:r>
                <a:rPr lang="zh-CN" altLang="en-US" sz="24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l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为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周期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B06DBADB-1483-4295-B9F8-4927DC873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192" y="1484096"/>
              <a:ext cx="308289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一般指</a:t>
              </a: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最小正周期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).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7683FC4-E5D3-4A16-9D53-76C0D5A1BFF4}"/>
              </a:ext>
            </a:extLst>
          </p:cNvPr>
          <p:cNvGrpSpPr/>
          <p:nvPr/>
        </p:nvGrpSpPr>
        <p:grpSpPr>
          <a:xfrm>
            <a:off x="599412" y="2898476"/>
            <a:ext cx="3962400" cy="1758654"/>
            <a:chOff x="599412" y="2898476"/>
            <a:chExt cx="3962400" cy="1758654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B641235F-94BF-45D6-B2AC-0F0DA1769B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9412" y="2898476"/>
              <a:ext cx="3962400" cy="1082675"/>
              <a:chOff x="432" y="1536"/>
              <a:chExt cx="2496" cy="682"/>
            </a:xfrm>
          </p:grpSpPr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5A772F34-CB57-4500-8F66-C3AA4F983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1536"/>
                <a:ext cx="0" cy="6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6BC28DF2-3AC3-4176-A838-A6D2F07B3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CD0460E-70F3-4BE3-8790-B3B554F12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3E3180C8-F5EF-47D2-B04A-AEFDB03F4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26F0631C-5A73-44C8-A1D1-25DF24C9A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9008C9E-E03B-47B5-A1A9-65B630974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B25FEAF-1A58-45DA-8E6E-FE3BC456C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" y="1786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1587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8" name="Object 18">
                <a:extLst>
                  <a:ext uri="{FF2B5EF4-FFF2-40B4-BE49-F238E27FC236}">
                    <a16:creationId xmlns:a16="http://schemas.microsoft.com/office/drawing/2014/main" id="{DFD46542-CB82-4815-AC6F-C81B4E2803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2835039"/>
                  </p:ext>
                </p:extLst>
              </p:nvPr>
            </p:nvGraphicFramePr>
            <p:xfrm>
              <a:off x="1939" y="2084"/>
              <a:ext cx="128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08" name="Equation" r:id="rId11" imgW="203040" imgH="203040" progId="Equation.DSMT4">
                      <p:embed/>
                    </p:oleObj>
                  </mc:Choice>
                  <mc:Fallback>
                    <p:oleObj name="Equation" r:id="rId11" imgW="203040" imgH="203040" progId="Equation.DSMT4">
                      <p:embed/>
                      <p:pic>
                        <p:nvPicPr>
                          <p:cNvPr id="123922" name="Object 18">
                            <a:extLst>
                              <a:ext uri="{FF2B5EF4-FFF2-40B4-BE49-F238E27FC236}">
                                <a16:creationId xmlns:a16="http://schemas.microsoft.com/office/drawing/2014/main" id="{B5C88B05-806F-4A0C-81DD-C5318269DBA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9" y="2084"/>
                            <a:ext cx="128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9">
                <a:extLst>
                  <a:ext uri="{FF2B5EF4-FFF2-40B4-BE49-F238E27FC236}">
                    <a16:creationId xmlns:a16="http://schemas.microsoft.com/office/drawing/2014/main" id="{32C41F08-FE2A-44AB-987C-A6A5C33D6D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25269308"/>
                  </p:ext>
                </p:extLst>
              </p:nvPr>
            </p:nvGraphicFramePr>
            <p:xfrm>
              <a:off x="2371" y="2073"/>
              <a:ext cx="128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09" name="Equation" r:id="rId13" imgW="203040" imgH="203040" progId="Equation.DSMT4">
                      <p:embed/>
                    </p:oleObj>
                  </mc:Choice>
                  <mc:Fallback>
                    <p:oleObj name="Equation" r:id="rId13" imgW="203040" imgH="203040" progId="Equation.DSMT4">
                      <p:embed/>
                      <p:pic>
                        <p:nvPicPr>
                          <p:cNvPr id="123923" name="Object 19">
                            <a:extLst>
                              <a:ext uri="{FF2B5EF4-FFF2-40B4-BE49-F238E27FC236}">
                                <a16:creationId xmlns:a16="http://schemas.microsoft.com/office/drawing/2014/main" id="{764CD384-E2BF-40E6-A329-4BDD798A71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71" y="2073"/>
                            <a:ext cx="128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20">
                <a:extLst>
                  <a:ext uri="{FF2B5EF4-FFF2-40B4-BE49-F238E27FC236}">
                    <a16:creationId xmlns:a16="http://schemas.microsoft.com/office/drawing/2014/main" id="{A6E2E7C7-52E2-4C6D-9517-3718E9A025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4453399"/>
                  </p:ext>
                </p:extLst>
              </p:nvPr>
            </p:nvGraphicFramePr>
            <p:xfrm>
              <a:off x="2780" y="2076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0" name="Equation" r:id="rId15" imgW="190440" imgH="203040" progId="Equation.DSMT4">
                      <p:embed/>
                    </p:oleObj>
                  </mc:Choice>
                  <mc:Fallback>
                    <p:oleObj name="Equation" r:id="rId15" imgW="190440" imgH="203040" progId="Equation.DSMT4">
                      <p:embed/>
                      <p:pic>
                        <p:nvPicPr>
                          <p:cNvPr id="123924" name="Object 20">
                            <a:extLst>
                              <a:ext uri="{FF2B5EF4-FFF2-40B4-BE49-F238E27FC236}">
                                <a16:creationId xmlns:a16="http://schemas.microsoft.com/office/drawing/2014/main" id="{C13FDB51-96D5-4DDB-B8F9-EBBE8E7ECA0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0" y="2076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1">
                <a:extLst>
                  <a:ext uri="{FF2B5EF4-FFF2-40B4-BE49-F238E27FC236}">
                    <a16:creationId xmlns:a16="http://schemas.microsoft.com/office/drawing/2014/main" id="{6986F1C9-6CF0-418A-AB02-F936FA731F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5954584"/>
                  </p:ext>
                </p:extLst>
              </p:nvPr>
            </p:nvGraphicFramePr>
            <p:xfrm>
              <a:off x="1060" y="2102"/>
              <a:ext cx="128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1" name="Equation" r:id="rId17" imgW="203040" imgH="139680" progId="Equation.DSMT4">
                      <p:embed/>
                    </p:oleObj>
                  </mc:Choice>
                  <mc:Fallback>
                    <p:oleObj name="Equation" r:id="rId17" imgW="203040" imgH="139680" progId="Equation.DSMT4">
                      <p:embed/>
                      <p:pic>
                        <p:nvPicPr>
                          <p:cNvPr id="123925" name="Object 21">
                            <a:extLst>
                              <a:ext uri="{FF2B5EF4-FFF2-40B4-BE49-F238E27FC236}">
                                <a16:creationId xmlns:a16="http://schemas.microsoft.com/office/drawing/2014/main" id="{C2BCAB6A-1C9D-4DC9-BFBE-C018626D08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0" y="2102"/>
                            <a:ext cx="128" cy="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22">
                <a:extLst>
                  <a:ext uri="{FF2B5EF4-FFF2-40B4-BE49-F238E27FC236}">
                    <a16:creationId xmlns:a16="http://schemas.microsoft.com/office/drawing/2014/main" id="{E874F01B-E248-4776-B812-C9FE7DCE91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52878782"/>
                  </p:ext>
                </p:extLst>
              </p:nvPr>
            </p:nvGraphicFramePr>
            <p:xfrm>
              <a:off x="1637" y="2039"/>
              <a:ext cx="141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2" name="Equation" r:id="rId19" imgW="253800" imgH="279360" progId="Equation.DSMT4">
                      <p:embed/>
                    </p:oleObj>
                  </mc:Choice>
                  <mc:Fallback>
                    <p:oleObj name="Equation" r:id="rId19" imgW="253800" imgH="279360" progId="Equation.DSMT4">
                      <p:embed/>
                      <p:pic>
                        <p:nvPicPr>
                          <p:cNvPr id="123926" name="Object 22">
                            <a:extLst>
                              <a:ext uri="{FF2B5EF4-FFF2-40B4-BE49-F238E27FC236}">
                                <a16:creationId xmlns:a16="http://schemas.microsoft.com/office/drawing/2014/main" id="{C58ABFDE-B205-44A1-991E-82CC51D5038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7" y="2039"/>
                            <a:ext cx="141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3">
                <a:extLst>
                  <a:ext uri="{FF2B5EF4-FFF2-40B4-BE49-F238E27FC236}">
                    <a16:creationId xmlns:a16="http://schemas.microsoft.com/office/drawing/2014/main" id="{8F2B50EC-BDC2-4B70-9709-AB9692C15F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497737"/>
                  </p:ext>
                </p:extLst>
              </p:nvPr>
            </p:nvGraphicFramePr>
            <p:xfrm>
              <a:off x="835" y="2073"/>
              <a:ext cx="128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3" name="Equation" r:id="rId21" imgW="203040" imgH="203040" progId="Equation.DSMT4">
                      <p:embed/>
                    </p:oleObj>
                  </mc:Choice>
                  <mc:Fallback>
                    <p:oleObj name="Equation" r:id="rId21" imgW="203040" imgH="203040" progId="Equation.DSMT4">
                      <p:embed/>
                      <p:pic>
                        <p:nvPicPr>
                          <p:cNvPr id="123927" name="Object 23">
                            <a:extLst>
                              <a:ext uri="{FF2B5EF4-FFF2-40B4-BE49-F238E27FC236}">
                                <a16:creationId xmlns:a16="http://schemas.microsoft.com/office/drawing/2014/main" id="{EC856EE6-6C11-4584-AE0A-26E0A9CA4D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" y="2073"/>
                            <a:ext cx="128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4">
                <a:extLst>
                  <a:ext uri="{FF2B5EF4-FFF2-40B4-BE49-F238E27FC236}">
                    <a16:creationId xmlns:a16="http://schemas.microsoft.com/office/drawing/2014/main" id="{9AABCA02-2477-4380-BD15-49F33E7E6D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9736970"/>
                  </p:ext>
                </p:extLst>
              </p:nvPr>
            </p:nvGraphicFramePr>
            <p:xfrm>
              <a:off x="687" y="2037"/>
              <a:ext cx="114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4" name="Equation" r:id="rId23" imgW="190440" imgH="266400" progId="Equation.DSMT4">
                      <p:embed/>
                    </p:oleObj>
                  </mc:Choice>
                  <mc:Fallback>
                    <p:oleObj name="Equation" r:id="rId23" imgW="190440" imgH="266400" progId="Equation.DSMT4">
                      <p:embed/>
                      <p:pic>
                        <p:nvPicPr>
                          <p:cNvPr id="123928" name="Object 24">
                            <a:extLst>
                              <a:ext uri="{FF2B5EF4-FFF2-40B4-BE49-F238E27FC236}">
                                <a16:creationId xmlns:a16="http://schemas.microsoft.com/office/drawing/2014/main" id="{8CC9DBF3-FC82-4D61-B418-4088DB1A95A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7" y="2037"/>
                            <a:ext cx="114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25">
                <a:extLst>
                  <a:ext uri="{FF2B5EF4-FFF2-40B4-BE49-F238E27FC236}">
                    <a16:creationId xmlns:a16="http://schemas.microsoft.com/office/drawing/2014/main" id="{B1DD7A3E-5A4A-4B25-8257-26DA820A27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9321017"/>
                  </p:ext>
                </p:extLst>
              </p:nvPr>
            </p:nvGraphicFramePr>
            <p:xfrm>
              <a:off x="1164" y="2084"/>
              <a:ext cx="128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5" name="Equation" r:id="rId25" imgW="203040" imgH="203040" progId="Equation.DSMT4">
                      <p:embed/>
                    </p:oleObj>
                  </mc:Choice>
                  <mc:Fallback>
                    <p:oleObj name="Equation" r:id="rId25" imgW="203040" imgH="203040" progId="Equation.DSMT4">
                      <p:embed/>
                      <p:pic>
                        <p:nvPicPr>
                          <p:cNvPr id="123929" name="Object 25">
                            <a:extLst>
                              <a:ext uri="{FF2B5EF4-FFF2-40B4-BE49-F238E27FC236}">
                                <a16:creationId xmlns:a16="http://schemas.microsoft.com/office/drawing/2014/main" id="{C3668F36-D6C3-47EB-AB95-BB7573C274A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4" y="2084"/>
                            <a:ext cx="128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6">
                <a:extLst>
                  <a:ext uri="{FF2B5EF4-FFF2-40B4-BE49-F238E27FC236}">
                    <a16:creationId xmlns:a16="http://schemas.microsoft.com/office/drawing/2014/main" id="{C24C5D8E-A6C6-4562-B260-98EB49E497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4657092"/>
                  </p:ext>
                </p:extLst>
              </p:nvPr>
            </p:nvGraphicFramePr>
            <p:xfrm>
              <a:off x="1632" y="1544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6" name="Equation" r:id="rId27" imgW="215640" imgH="266400" progId="Equation.DSMT4">
                      <p:embed/>
                    </p:oleObj>
                  </mc:Choice>
                  <mc:Fallback>
                    <p:oleObj name="Equation" r:id="rId27" imgW="215640" imgH="266400" progId="Equation.DSMT4">
                      <p:embed/>
                      <p:pic>
                        <p:nvPicPr>
                          <p:cNvPr id="123930" name="Object 26">
                            <a:extLst>
                              <a:ext uri="{FF2B5EF4-FFF2-40B4-BE49-F238E27FC236}">
                                <a16:creationId xmlns:a16="http://schemas.microsoft.com/office/drawing/2014/main" id="{D9C6A718-B51C-48CB-8D77-EC13E96EE3E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2" y="1544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7">
                <a:extLst>
                  <a:ext uri="{FF2B5EF4-FFF2-40B4-BE49-F238E27FC236}">
                    <a16:creationId xmlns:a16="http://schemas.microsoft.com/office/drawing/2014/main" id="{1A1DB390-4D1F-403F-9EF1-0BC55D8CE3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350816"/>
                  </p:ext>
                </p:extLst>
              </p:nvPr>
            </p:nvGraphicFramePr>
            <p:xfrm>
              <a:off x="2228" y="2041"/>
              <a:ext cx="114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7" name="Equation" r:id="rId29" imgW="190440" imgH="266400" progId="Equation.DSMT4">
                      <p:embed/>
                    </p:oleObj>
                  </mc:Choice>
                  <mc:Fallback>
                    <p:oleObj name="Equation" r:id="rId29" imgW="190440" imgH="266400" progId="Equation.DSMT4">
                      <p:embed/>
                      <p:pic>
                        <p:nvPicPr>
                          <p:cNvPr id="123931" name="Object 27">
                            <a:extLst>
                              <a:ext uri="{FF2B5EF4-FFF2-40B4-BE49-F238E27FC236}">
                                <a16:creationId xmlns:a16="http://schemas.microsoft.com/office/drawing/2014/main" id="{6DF192B1-D863-4098-82F7-B1EED5B8894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28" y="2041"/>
                            <a:ext cx="114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8">
                <a:extLst>
                  <a:ext uri="{FF2B5EF4-FFF2-40B4-BE49-F238E27FC236}">
                    <a16:creationId xmlns:a16="http://schemas.microsoft.com/office/drawing/2014/main" id="{C2F37C81-9D48-4D14-83F7-00B2CCD450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1030579"/>
                  </p:ext>
                </p:extLst>
              </p:nvPr>
            </p:nvGraphicFramePr>
            <p:xfrm>
              <a:off x="580" y="2102"/>
              <a:ext cx="128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18" name="Equation" r:id="rId31" imgW="203040" imgH="139680" progId="Equation.DSMT4">
                      <p:embed/>
                    </p:oleObj>
                  </mc:Choice>
                  <mc:Fallback>
                    <p:oleObj name="Equation" r:id="rId31" imgW="203040" imgH="139680" progId="Equation.DSMT4">
                      <p:embed/>
                      <p:pic>
                        <p:nvPicPr>
                          <p:cNvPr id="123932" name="Object 28">
                            <a:extLst>
                              <a:ext uri="{FF2B5EF4-FFF2-40B4-BE49-F238E27FC236}">
                                <a16:creationId xmlns:a16="http://schemas.microsoft.com/office/drawing/2014/main" id="{80DDB632-10E4-4238-A5B6-A46CF09D9A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0" y="2102"/>
                            <a:ext cx="128" cy="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Line 29">
                <a:extLst>
                  <a:ext uri="{FF2B5EF4-FFF2-40B4-BE49-F238E27FC236}">
                    <a16:creationId xmlns:a16="http://schemas.microsoft.com/office/drawing/2014/main" id="{B6AE2B14-B308-486F-B29D-92105DF28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" y="2026"/>
                <a:ext cx="24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D17B8016-B963-4ED1-9F9C-53DC65030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3812" y="4195465"/>
              <a:ext cx="1600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周期为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832EB8F-6FAC-4FC8-81D7-B44D0430AB9A}"/>
              </a:ext>
            </a:extLst>
          </p:cNvPr>
          <p:cNvGrpSpPr/>
          <p:nvPr/>
        </p:nvGrpSpPr>
        <p:grpSpPr>
          <a:xfrm>
            <a:off x="5025362" y="2887365"/>
            <a:ext cx="3602038" cy="1997075"/>
            <a:chOff x="5025362" y="2887365"/>
            <a:chExt cx="3602038" cy="1997075"/>
          </a:xfrm>
        </p:grpSpPr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3944F132-9246-4F31-98F2-FA7A9F50C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0062" y="4258965"/>
              <a:ext cx="11079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周期为</a:t>
              </a:r>
            </a:p>
          </p:txBody>
        </p:sp>
        <p:graphicFrame>
          <p:nvGraphicFramePr>
            <p:cNvPr id="35" name="Object 35">
              <a:extLst>
                <a:ext uri="{FF2B5EF4-FFF2-40B4-BE49-F238E27FC236}">
                  <a16:creationId xmlns:a16="http://schemas.microsoft.com/office/drawing/2014/main" id="{7AC097EE-728A-4D10-A809-E638460FCB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3353157"/>
                </p:ext>
              </p:extLst>
            </p:nvPr>
          </p:nvGraphicFramePr>
          <p:xfrm>
            <a:off x="6951000" y="4274840"/>
            <a:ext cx="444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19" name="Equation" r:id="rId33" imgW="444240" imgH="609480" progId="Equation.DSMT4">
                    <p:embed/>
                  </p:oleObj>
                </mc:Choice>
                <mc:Fallback>
                  <p:oleObj name="Equation" r:id="rId33" imgW="444240" imgH="609480" progId="Equation.DSMT4">
                    <p:embed/>
                    <p:pic>
                      <p:nvPicPr>
                        <p:cNvPr id="123939" name="Object 35">
                          <a:extLst>
                            <a:ext uri="{FF2B5EF4-FFF2-40B4-BE49-F238E27FC236}">
                              <a16:creationId xmlns:a16="http://schemas.microsoft.com/office/drawing/2014/main" id="{4AB1AA95-FA1B-4A5C-B43D-3B99EC6158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1000" y="4274840"/>
                          <a:ext cx="4445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" name="Group 46">
              <a:extLst>
                <a:ext uri="{FF2B5EF4-FFF2-40B4-BE49-F238E27FC236}">
                  <a16:creationId xmlns:a16="http://schemas.microsoft.com/office/drawing/2014/main" id="{1A4BAE31-505B-4114-AF49-C539EF2A30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362" y="2887365"/>
              <a:ext cx="3602038" cy="1308100"/>
              <a:chOff x="3236" y="1536"/>
              <a:chExt cx="2269" cy="824"/>
            </a:xfrm>
          </p:grpSpPr>
          <p:graphicFrame>
            <p:nvGraphicFramePr>
              <p:cNvPr id="37" name="Object 47">
                <a:extLst>
                  <a:ext uri="{FF2B5EF4-FFF2-40B4-BE49-F238E27FC236}">
                    <a16:creationId xmlns:a16="http://schemas.microsoft.com/office/drawing/2014/main" id="{3AA6B3A0-57AF-427F-A295-8F49653888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4607890"/>
                  </p:ext>
                </p:extLst>
              </p:nvPr>
            </p:nvGraphicFramePr>
            <p:xfrm>
              <a:off x="5384" y="2140"/>
              <a:ext cx="8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0" name="Equation" r:id="rId35" imgW="126720" imgH="241200" progId="Equation.DSMT4">
                      <p:embed/>
                    </p:oleObj>
                  </mc:Choice>
                  <mc:Fallback>
                    <p:oleObj name="Equation" r:id="rId35" imgW="126720" imgH="241200" progId="Equation.DSMT4">
                      <p:embed/>
                      <p:pic>
                        <p:nvPicPr>
                          <p:cNvPr id="123951" name="Object 47">
                            <a:extLst>
                              <a:ext uri="{FF2B5EF4-FFF2-40B4-BE49-F238E27FC236}">
                                <a16:creationId xmlns:a16="http://schemas.microsoft.com/office/drawing/2014/main" id="{0F7D58EB-9BD6-4E4D-A1C9-0D17368D0D8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4" y="2140"/>
                            <a:ext cx="8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48">
                <a:extLst>
                  <a:ext uri="{FF2B5EF4-FFF2-40B4-BE49-F238E27FC236}">
                    <a16:creationId xmlns:a16="http://schemas.microsoft.com/office/drawing/2014/main" id="{37C24225-3644-4103-97D8-D512453B6F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2953239"/>
                  </p:ext>
                </p:extLst>
              </p:nvPr>
            </p:nvGraphicFramePr>
            <p:xfrm>
              <a:off x="3812" y="1554"/>
              <a:ext cx="317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1" name="Equation" r:id="rId37" imgW="558720" imgH="342720" progId="Equation.DSMT4">
                      <p:embed/>
                    </p:oleObj>
                  </mc:Choice>
                  <mc:Fallback>
                    <p:oleObj name="Equation" r:id="rId37" imgW="558720" imgH="342720" progId="Equation.DSMT4">
                      <p:embed/>
                      <p:pic>
                        <p:nvPicPr>
                          <p:cNvPr id="123952" name="Object 48">
                            <a:extLst>
                              <a:ext uri="{FF2B5EF4-FFF2-40B4-BE49-F238E27FC236}">
                                <a16:creationId xmlns:a16="http://schemas.microsoft.com/office/drawing/2014/main" id="{0F86CBAB-14F2-4643-9BA4-5B4EB8235B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2" y="1554"/>
                            <a:ext cx="317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Line 49">
                <a:extLst>
                  <a:ext uri="{FF2B5EF4-FFF2-40B4-BE49-F238E27FC236}">
                    <a16:creationId xmlns:a16="http://schemas.microsoft.com/office/drawing/2014/main" id="{2C56DD3E-5E4D-4754-972F-76CBC308C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12" y="1536"/>
                <a:ext cx="0" cy="8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Freeform 50">
                <a:extLst>
                  <a:ext uri="{FF2B5EF4-FFF2-40B4-BE49-F238E27FC236}">
                    <a16:creationId xmlns:a16="http://schemas.microsoft.com/office/drawing/2014/main" id="{4DF71D98-2CBC-4C68-B455-159AF9A61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1749"/>
                <a:ext cx="369" cy="288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222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id="{14464967-1D19-4974-A6F2-D7DF7CA99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1749"/>
                <a:ext cx="369" cy="288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222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Freeform 52">
                <a:extLst>
                  <a:ext uri="{FF2B5EF4-FFF2-40B4-BE49-F238E27FC236}">
                    <a16:creationId xmlns:a16="http://schemas.microsoft.com/office/drawing/2014/main" id="{107E07FC-6EE4-4E1E-A6D2-B74734D5F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0" y="1749"/>
                <a:ext cx="368" cy="288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2225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53">
                <a:extLst>
                  <a:ext uri="{FF2B5EF4-FFF2-40B4-BE49-F238E27FC236}">
                    <a16:creationId xmlns:a16="http://schemas.microsoft.com/office/drawing/2014/main" id="{8B4C8063-B1DF-47CB-B0F2-AA3ACFBBF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1" y="2040"/>
                <a:ext cx="215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4" name="Object 54">
                <a:extLst>
                  <a:ext uri="{FF2B5EF4-FFF2-40B4-BE49-F238E27FC236}">
                    <a16:creationId xmlns:a16="http://schemas.microsoft.com/office/drawing/2014/main" id="{09FB838C-529B-4302-9F2E-1D40A07BBB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8127093"/>
                  </p:ext>
                </p:extLst>
              </p:nvPr>
            </p:nvGraphicFramePr>
            <p:xfrm>
              <a:off x="4832" y="2093"/>
              <a:ext cx="18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2" name="Equation" r:id="rId39" imgW="291960" imgH="380880" progId="Equation.DSMT4">
                      <p:embed/>
                    </p:oleObj>
                  </mc:Choice>
                  <mc:Fallback>
                    <p:oleObj name="Equation" r:id="rId39" imgW="291960" imgH="380880" progId="Equation.DSMT4">
                      <p:embed/>
                      <p:pic>
                        <p:nvPicPr>
                          <p:cNvPr id="123958" name="Object 54">
                            <a:extLst>
                              <a:ext uri="{FF2B5EF4-FFF2-40B4-BE49-F238E27FC236}">
                                <a16:creationId xmlns:a16="http://schemas.microsoft.com/office/drawing/2014/main" id="{AAE94B62-1DDB-4655-A165-C017138F2D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2" y="2093"/>
                            <a:ext cx="18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55">
                <a:extLst>
                  <a:ext uri="{FF2B5EF4-FFF2-40B4-BE49-F238E27FC236}">
                    <a16:creationId xmlns:a16="http://schemas.microsoft.com/office/drawing/2014/main" id="{3685E26C-A1DA-47EF-82C8-A5F1E45F7E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0842537"/>
                  </p:ext>
                </p:extLst>
              </p:nvPr>
            </p:nvGraphicFramePr>
            <p:xfrm>
              <a:off x="4528" y="2076"/>
              <a:ext cx="13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3" name="Equation" r:id="rId41" imgW="215640" imgH="380880" progId="Equation.DSMT4">
                      <p:embed/>
                    </p:oleObj>
                  </mc:Choice>
                  <mc:Fallback>
                    <p:oleObj name="Equation" r:id="rId41" imgW="215640" imgH="380880" progId="Equation.DSMT4">
                      <p:embed/>
                      <p:pic>
                        <p:nvPicPr>
                          <p:cNvPr id="123959" name="Object 55">
                            <a:extLst>
                              <a:ext uri="{FF2B5EF4-FFF2-40B4-BE49-F238E27FC236}">
                                <a16:creationId xmlns:a16="http://schemas.microsoft.com/office/drawing/2014/main" id="{F1EC83BA-70E9-416A-A64E-F9647C7A86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8" y="2076"/>
                            <a:ext cx="136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56">
                <a:extLst>
                  <a:ext uri="{FF2B5EF4-FFF2-40B4-BE49-F238E27FC236}">
                    <a16:creationId xmlns:a16="http://schemas.microsoft.com/office/drawing/2014/main" id="{C1A0F5B6-14C3-4D8D-82AB-26ECA5AF15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7227341"/>
                  </p:ext>
                </p:extLst>
              </p:nvPr>
            </p:nvGraphicFramePr>
            <p:xfrm>
              <a:off x="3236" y="2100"/>
              <a:ext cx="312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4" name="Equation" r:id="rId43" imgW="495000" imgH="380880" progId="Equation.DSMT4">
                      <p:embed/>
                    </p:oleObj>
                  </mc:Choice>
                  <mc:Fallback>
                    <p:oleObj name="Equation" r:id="rId43" imgW="495000" imgH="380880" progId="Equation.DSMT4">
                      <p:embed/>
                      <p:pic>
                        <p:nvPicPr>
                          <p:cNvPr id="123960" name="Object 56">
                            <a:extLst>
                              <a:ext uri="{FF2B5EF4-FFF2-40B4-BE49-F238E27FC236}">
                                <a16:creationId xmlns:a16="http://schemas.microsoft.com/office/drawing/2014/main" id="{2D19327B-A39A-413A-A220-0EF5809C56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6" y="2100"/>
                            <a:ext cx="312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57">
                <a:extLst>
                  <a:ext uri="{FF2B5EF4-FFF2-40B4-BE49-F238E27FC236}">
                    <a16:creationId xmlns:a16="http://schemas.microsoft.com/office/drawing/2014/main" id="{412B29D6-2D03-4B3A-89EC-D3E32754C6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6974975"/>
                  </p:ext>
                </p:extLst>
              </p:nvPr>
            </p:nvGraphicFramePr>
            <p:xfrm>
              <a:off x="3684" y="2076"/>
              <a:ext cx="26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5" name="Equation" r:id="rId45" imgW="419040" imgH="380880" progId="Equation.DSMT4">
                      <p:embed/>
                    </p:oleObj>
                  </mc:Choice>
                  <mc:Fallback>
                    <p:oleObj name="Equation" r:id="rId45" imgW="419040" imgH="380880" progId="Equation.DSMT4">
                      <p:embed/>
                      <p:pic>
                        <p:nvPicPr>
                          <p:cNvPr id="123961" name="Object 57">
                            <a:extLst>
                              <a:ext uri="{FF2B5EF4-FFF2-40B4-BE49-F238E27FC236}">
                                <a16:creationId xmlns:a16="http://schemas.microsoft.com/office/drawing/2014/main" id="{A11C9626-18B7-4024-A849-D2FDF93426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4" y="2076"/>
                            <a:ext cx="26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Line 58">
                <a:extLst>
                  <a:ext uri="{FF2B5EF4-FFF2-40B4-BE49-F238E27FC236}">
                    <a16:creationId xmlns:a16="http://schemas.microsoft.com/office/drawing/2014/main" id="{69A7833C-08C1-418C-A6CD-7389704CE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2040"/>
                <a:ext cx="384" cy="0"/>
              </a:xfrm>
              <a:prstGeom prst="line">
                <a:avLst/>
              </a:prstGeom>
              <a:noFill/>
              <a:ln w="222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Line 59">
                <a:extLst>
                  <a:ext uri="{FF2B5EF4-FFF2-40B4-BE49-F238E27FC236}">
                    <a16:creationId xmlns:a16="http://schemas.microsoft.com/office/drawing/2014/main" id="{FA381471-A46F-4795-BE76-61C5CD519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2040"/>
                <a:ext cx="154" cy="0"/>
              </a:xfrm>
              <a:prstGeom prst="line">
                <a:avLst/>
              </a:prstGeom>
              <a:noFill/>
              <a:ln w="222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Line 60">
                <a:extLst>
                  <a:ext uri="{FF2B5EF4-FFF2-40B4-BE49-F238E27FC236}">
                    <a16:creationId xmlns:a16="http://schemas.microsoft.com/office/drawing/2014/main" id="{DDB0ABDE-5A3C-44BF-B317-17AB21F2B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8" y="2040"/>
                <a:ext cx="73" cy="0"/>
              </a:xfrm>
              <a:prstGeom prst="line">
                <a:avLst/>
              </a:prstGeom>
              <a:noFill/>
              <a:ln w="222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Line 61">
                <a:extLst>
                  <a:ext uri="{FF2B5EF4-FFF2-40B4-BE49-F238E27FC236}">
                    <a16:creationId xmlns:a16="http://schemas.microsoft.com/office/drawing/2014/main" id="{81D9D082-5088-4136-9A8C-0105EF8B6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040"/>
                <a:ext cx="384" cy="0"/>
              </a:xfrm>
              <a:prstGeom prst="line">
                <a:avLst/>
              </a:prstGeom>
              <a:noFill/>
              <a:ln w="222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52" name="Object 62">
                <a:extLst>
                  <a:ext uri="{FF2B5EF4-FFF2-40B4-BE49-F238E27FC236}">
                    <a16:creationId xmlns:a16="http://schemas.microsoft.com/office/drawing/2014/main" id="{A578C547-E89A-420D-8575-C462F4555D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5687368"/>
                  </p:ext>
                </p:extLst>
              </p:nvPr>
            </p:nvGraphicFramePr>
            <p:xfrm>
              <a:off x="4280" y="2095"/>
              <a:ext cx="166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726" name="Equation" r:id="rId47" imgW="291960" imgH="342720" progId="Equation.DSMT4">
                      <p:embed/>
                    </p:oleObj>
                  </mc:Choice>
                  <mc:Fallback>
                    <p:oleObj name="Equation" r:id="rId47" imgW="291960" imgH="342720" progId="Equation.DSMT4">
                      <p:embed/>
                      <p:pic>
                        <p:nvPicPr>
                          <p:cNvPr id="123966" name="Object 62">
                            <a:extLst>
                              <a:ext uri="{FF2B5EF4-FFF2-40B4-BE49-F238E27FC236}">
                                <a16:creationId xmlns:a16="http://schemas.microsoft.com/office/drawing/2014/main" id="{498992B5-1114-4DDB-B084-802ADFD4389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2095"/>
                            <a:ext cx="166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075311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6">
            <a:extLst>
              <a:ext uri="{FF2B5EF4-FFF2-40B4-BE49-F238E27FC236}">
                <a16:creationId xmlns:a16="http://schemas.microsoft.com/office/drawing/2014/main" id="{E97CCBCA-E8D3-4512-A63A-F6AADF409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11510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周期函数不一定存在最小正周期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247D6010-980D-4232-A352-3EB21B74E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815" y="1109301"/>
            <a:ext cx="8285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例如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常量函数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以任意正实数为周期，但不存在</a:t>
            </a:r>
          </a:p>
        </p:txBody>
      </p:sp>
      <p:graphicFrame>
        <p:nvGraphicFramePr>
          <p:cNvPr id="4" name="Object 38">
            <a:extLst>
              <a:ext uri="{FF2B5EF4-FFF2-40B4-BE49-F238E27FC236}">
                <a16:creationId xmlns:a16="http://schemas.microsoft.com/office/drawing/2014/main" id="{905C8F6A-83E8-4122-94B3-F15E8C748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556571"/>
              </p:ext>
            </p:extLst>
          </p:nvPr>
        </p:nvGraphicFramePr>
        <p:xfrm>
          <a:off x="3059832" y="1182934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" name="Equation" r:id="rId3" imgW="1143000" imgH="342720" progId="Equation.DSMT4">
                  <p:embed/>
                </p:oleObj>
              </mc:Choice>
              <mc:Fallback>
                <p:oleObj name="Equation" r:id="rId3" imgW="1143000" imgH="342720" progId="Equation.DSMT4">
                  <p:embed/>
                  <p:pic>
                    <p:nvPicPr>
                      <p:cNvPr id="123942" name="Object 38">
                        <a:extLst>
                          <a:ext uri="{FF2B5EF4-FFF2-40B4-BE49-F238E27FC236}">
                            <a16:creationId xmlns:a16="http://schemas.microsoft.com/office/drawing/2014/main" id="{971B5D2F-BBFA-46E2-8670-3C3DF8C5F8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182934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9">
            <a:extLst>
              <a:ext uri="{FF2B5EF4-FFF2-40B4-BE49-F238E27FC236}">
                <a16:creationId xmlns:a16="http://schemas.microsoft.com/office/drawing/2014/main" id="{0D9F56D7-F9E9-4D2C-9978-A1483B200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9" y="2741009"/>
            <a:ext cx="8285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0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狄利克雷函数                                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以任意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正有理数</a:t>
            </a:r>
            <a:r>
              <a:rPr kumimoji="0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               </a:t>
            </a: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id="{D4C2E9A8-6124-4B34-929B-6809173C5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807092"/>
            <a:ext cx="8285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最小正实数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从而不存在最小正周期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21406F8-4623-44FC-95CF-0942AD5B8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208236"/>
              </p:ext>
            </p:extLst>
          </p:nvPr>
        </p:nvGraphicFramePr>
        <p:xfrm>
          <a:off x="2825750" y="2540721"/>
          <a:ext cx="3492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5" name="Equation" r:id="rId5" imgW="3492360" imgH="939600" progId="Equation.DSMT4">
                  <p:embed/>
                </p:oleObj>
              </mc:Choice>
              <mc:Fallback>
                <p:oleObj name="Equation" r:id="rId5" imgW="349236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DEF78A8-9859-4683-976F-5C9152583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5750" y="2540721"/>
                        <a:ext cx="34925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4B3A57C-0933-4B77-A237-25BFE86D797C}"/>
              </a:ext>
            </a:extLst>
          </p:cNvPr>
          <p:cNvSpPr/>
          <p:nvPr/>
        </p:nvSpPr>
        <p:spPr>
          <a:xfrm>
            <a:off x="417901" y="3674926"/>
            <a:ext cx="8285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为周期，但不存在最小正有理数，故不存在最小正周期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28892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1B79C4E0-79DD-486A-877E-99F646BBA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87" y="267494"/>
            <a:ext cx="49685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反函数与复合函数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080A48A-E4E7-455B-9DE4-D354FA65C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71" y="786309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(1)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反函数的概念及性质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D674D3A-C829-4725-9548-A5D6FB1DD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71" y="1287636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若函数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69F1E5CF-5CB5-49E7-856C-7CECC105D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286870"/>
              </p:ext>
            </p:extLst>
          </p:nvPr>
        </p:nvGraphicFramePr>
        <p:xfrm>
          <a:off x="1837039" y="1388790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" name="Equation" r:id="rId3" imgW="1765080" imgH="342720" progId="Equation.DSMT4">
                  <p:embed/>
                </p:oleObj>
              </mc:Choice>
              <mc:Fallback>
                <p:oleObj name="Equation" r:id="rId3" imgW="1765080" imgH="342720" progId="Equation.DSMT4">
                  <p:embed/>
                  <p:pic>
                    <p:nvPicPr>
                      <p:cNvPr id="112645" name="Object 5">
                        <a:extLst>
                          <a:ext uri="{FF2B5EF4-FFF2-40B4-BE49-F238E27FC236}">
                            <a16:creationId xmlns:a16="http://schemas.microsoft.com/office/drawing/2014/main" id="{45F5A438-492A-4525-8ED1-0F4D4C2174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039" y="1388790"/>
                        <a:ext cx="1765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B21E3729-A904-40E9-ACA9-39C7C9411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2434" y="1269380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单射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FF1A690-943B-4E0E-8596-7C662C643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568" y="1265978"/>
            <a:ext cx="3536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则存在一新映射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5362EDD7-AB68-4E86-B4D6-EBD61D7E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63" y="2421744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习惯上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24BA0EA0-3C02-4F7E-8EAD-D0E9A20E07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037533"/>
              </p:ext>
            </p:extLst>
          </p:nvPr>
        </p:nvGraphicFramePr>
        <p:xfrm>
          <a:off x="1904868" y="2540509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4" name="Equation" r:id="rId5" imgW="1955520" imgH="342720" progId="Equation.DSMT4">
                  <p:embed/>
                </p:oleObj>
              </mc:Choice>
              <mc:Fallback>
                <p:oleObj name="Equation" r:id="rId5" imgW="1955520" imgH="342720" progId="Equation.DSMT4">
                  <p:embed/>
                  <p:pic>
                    <p:nvPicPr>
                      <p:cNvPr id="112650" name="Object 10">
                        <a:extLst>
                          <a:ext uri="{FF2B5EF4-FFF2-40B4-BE49-F238E27FC236}">
                            <a16:creationId xmlns:a16="http://schemas.microsoft.com/office/drawing/2014/main" id="{7F250703-558C-410A-B701-D7F2167D91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868" y="2540509"/>
                        <a:ext cx="195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FE3309F6-86B6-414A-95FC-F9F12803E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668" y="2455591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的反函数记成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1E746D40-1A88-4EED-A181-370BC4E6C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637347"/>
              </p:ext>
            </p:extLst>
          </p:nvPr>
        </p:nvGraphicFramePr>
        <p:xfrm>
          <a:off x="2832569" y="3019906"/>
          <a:ext cx="2741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5" name="Equation" r:id="rId7" imgW="2743200" imgH="406080" progId="Equation.DSMT4">
                  <p:embed/>
                </p:oleObj>
              </mc:Choice>
              <mc:Fallback>
                <p:oleObj name="Equation" r:id="rId7" imgW="2743200" imgH="406080" progId="Equation.DSMT4">
                  <p:embed/>
                  <p:pic>
                    <p:nvPicPr>
                      <p:cNvPr id="112652" name="Object 12">
                        <a:extLst>
                          <a:ext uri="{FF2B5EF4-FFF2-40B4-BE49-F238E27FC236}">
                            <a16:creationId xmlns:a16="http://schemas.microsoft.com/office/drawing/2014/main" id="{9AA92F38-8DCB-45EA-8827-3CE2A641DA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569" y="3019906"/>
                        <a:ext cx="27416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7768B0B1-57FE-4A1E-8768-B2AAAF130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623" y="1876754"/>
            <a:ext cx="35669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称映射   为  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530BE165-B57D-410D-854A-6D00792EF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716001"/>
              </p:ext>
            </p:extLst>
          </p:nvPr>
        </p:nvGraphicFramePr>
        <p:xfrm>
          <a:off x="6558915" y="1929709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6" name="Equation" r:id="rId9" imgW="431640" imgH="406080" progId="Equation.DSMT4">
                  <p:embed/>
                </p:oleObj>
              </mc:Choice>
              <mc:Fallback>
                <p:oleObj name="Equation" r:id="rId9" imgW="431640" imgH="406080" progId="Equation.DSMT4">
                  <p:embed/>
                  <p:pic>
                    <p:nvPicPr>
                      <p:cNvPr id="112654" name="Object 14">
                        <a:extLst>
                          <a:ext uri="{FF2B5EF4-FFF2-40B4-BE49-F238E27FC236}">
                            <a16:creationId xmlns:a16="http://schemas.microsoft.com/office/drawing/2014/main" id="{0C45C6A6-EFCB-4629-A1A4-C746C4AF9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8915" y="1929709"/>
                        <a:ext cx="431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1">
            <a:extLst>
              <a:ext uri="{FF2B5EF4-FFF2-40B4-BE49-F238E27FC236}">
                <a16:creationId xmlns:a16="http://schemas.microsoft.com/office/drawing/2014/main" id="{1E28C294-07D5-4A4F-9C59-7A7F7A4F7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602867"/>
              </p:ext>
            </p:extLst>
          </p:nvPr>
        </p:nvGraphicFramePr>
        <p:xfrm>
          <a:off x="6973395" y="1291456"/>
          <a:ext cx="2043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7" name="Equation" r:id="rId11" imgW="2044440" imgH="406080" progId="Equation.DSMT4">
                  <p:embed/>
                </p:oleObj>
              </mc:Choice>
              <mc:Fallback>
                <p:oleObj name="Equation" r:id="rId11" imgW="2044440" imgH="406080" progId="Equation.DSMT4">
                  <p:embed/>
                  <p:pic>
                    <p:nvPicPr>
                      <p:cNvPr id="112671" name="Object 31">
                        <a:extLst>
                          <a:ext uri="{FF2B5EF4-FFF2-40B4-BE49-F238E27FC236}">
                            <a16:creationId xmlns:a16="http://schemas.microsoft.com/office/drawing/2014/main" id="{95AAF8A3-180F-49BD-A734-99ECD8BF2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395" y="1291456"/>
                        <a:ext cx="2043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2">
            <a:extLst>
              <a:ext uri="{FF2B5EF4-FFF2-40B4-BE49-F238E27FC236}">
                <a16:creationId xmlns:a16="http://schemas.microsoft.com/office/drawing/2014/main" id="{7428915A-02D1-4637-8CF3-4D10AFD50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73" y="188771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使</a:t>
            </a:r>
          </a:p>
        </p:txBody>
      </p:sp>
      <p:graphicFrame>
        <p:nvGraphicFramePr>
          <p:cNvPr id="18" name="Object 33">
            <a:extLst>
              <a:ext uri="{FF2B5EF4-FFF2-40B4-BE49-F238E27FC236}">
                <a16:creationId xmlns:a16="http://schemas.microsoft.com/office/drawing/2014/main" id="{A5A3E065-F771-4D59-AA72-457F1949C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855191"/>
              </p:ext>
            </p:extLst>
          </p:nvPr>
        </p:nvGraphicFramePr>
        <p:xfrm>
          <a:off x="590216" y="1916634"/>
          <a:ext cx="285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8" name="Equation" r:id="rId13" imgW="2857320" imgH="406080" progId="Equation.DSMT4">
                  <p:embed/>
                </p:oleObj>
              </mc:Choice>
              <mc:Fallback>
                <p:oleObj name="Equation" r:id="rId13" imgW="2857320" imgH="406080" progId="Equation.DSMT4">
                  <p:embed/>
                  <p:pic>
                    <p:nvPicPr>
                      <p:cNvPr id="112673" name="Object 33">
                        <a:extLst>
                          <a:ext uri="{FF2B5EF4-FFF2-40B4-BE49-F238E27FC236}">
                            <a16:creationId xmlns:a16="http://schemas.microsoft.com/office/drawing/2014/main" id="{04F4DC12-8634-4AFE-8B97-C4F86FF2D7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16" y="1916634"/>
                        <a:ext cx="285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4">
            <a:extLst>
              <a:ext uri="{FF2B5EF4-FFF2-40B4-BE49-F238E27FC236}">
                <a16:creationId xmlns:a16="http://schemas.microsoft.com/office/drawing/2014/main" id="{C9943DA4-43C1-4A37-AB21-109431DA2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559" y="1862808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其中</a:t>
            </a:r>
          </a:p>
        </p:txBody>
      </p:sp>
      <p:graphicFrame>
        <p:nvGraphicFramePr>
          <p:cNvPr id="20" name="Object 35">
            <a:extLst>
              <a:ext uri="{FF2B5EF4-FFF2-40B4-BE49-F238E27FC236}">
                <a16:creationId xmlns:a16="http://schemas.microsoft.com/office/drawing/2014/main" id="{46BC4B45-A2C6-421C-8323-E8F45D7C5C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74720"/>
              </p:ext>
            </p:extLst>
          </p:nvPr>
        </p:nvGraphicFramePr>
        <p:xfrm>
          <a:off x="4296870" y="1941389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9" name="Equation" r:id="rId15" imgW="1180800" imgH="342720" progId="Equation.DSMT4">
                  <p:embed/>
                </p:oleObj>
              </mc:Choice>
              <mc:Fallback>
                <p:oleObj name="Equation" r:id="rId15" imgW="1180800" imgH="342720" progId="Equation.DSMT4">
                  <p:embed/>
                  <p:pic>
                    <p:nvPicPr>
                      <p:cNvPr id="112675" name="Object 35">
                        <a:extLst>
                          <a:ext uri="{FF2B5EF4-FFF2-40B4-BE49-F238E27FC236}">
                            <a16:creationId xmlns:a16="http://schemas.microsoft.com/office/drawing/2014/main" id="{1401F62F-21F5-4109-8D94-4C4E7D990D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6870" y="1941389"/>
                        <a:ext cx="1181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F5258E8-705A-488A-B847-2E1EA2EE5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555032"/>
              </p:ext>
            </p:extLst>
          </p:nvPr>
        </p:nvGraphicFramePr>
        <p:xfrm>
          <a:off x="7335464" y="1961459"/>
          <a:ext cx="254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0" name="Equation" r:id="rId17" imgW="253800" imgH="342720" progId="Equation.DSMT4">
                  <p:embed/>
                </p:oleObj>
              </mc:Choice>
              <mc:Fallback>
                <p:oleObj name="Equation" r:id="rId17" imgW="253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35464" y="1961459"/>
                        <a:ext cx="254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1">
            <a:extLst>
              <a:ext uri="{FF2B5EF4-FFF2-40B4-BE49-F238E27FC236}">
                <a16:creationId xmlns:a16="http://schemas.microsoft.com/office/drawing/2014/main" id="{A5721C91-0B78-4F53-B035-20C7FE229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39" y="3692228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直接函数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97E747E-C779-49E3-95DF-81B030004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773888"/>
              </p:ext>
            </p:extLst>
          </p:nvPr>
        </p:nvGraphicFramePr>
        <p:xfrm>
          <a:off x="1991264" y="3807541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1" name="Equation" r:id="rId19" imgW="1180800" imgH="342720" progId="Equation.DSMT4">
                  <p:embed/>
                </p:oleObj>
              </mc:Choice>
              <mc:Fallback>
                <p:oleObj name="Equation" r:id="rId19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91264" y="3807541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1">
            <a:extLst>
              <a:ext uri="{FF2B5EF4-FFF2-40B4-BE49-F238E27FC236}">
                <a16:creationId xmlns:a16="http://schemas.microsoft.com/office/drawing/2014/main" id="{D3B65D03-13AB-4E5D-9639-E5E31D6E9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179" y="370152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</a:p>
        </p:txBody>
      </p:sp>
      <p:graphicFrame>
        <p:nvGraphicFramePr>
          <p:cNvPr id="32" name="Object 12">
            <a:extLst>
              <a:ext uri="{FF2B5EF4-FFF2-40B4-BE49-F238E27FC236}">
                <a16:creationId xmlns:a16="http://schemas.microsoft.com/office/drawing/2014/main" id="{5C3FDF07-D999-43E1-9802-19F77EDF2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15044"/>
              </p:ext>
            </p:extLst>
          </p:nvPr>
        </p:nvGraphicFramePr>
        <p:xfrm>
          <a:off x="5687381" y="3719860"/>
          <a:ext cx="2741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2" name="Equation" r:id="rId21" imgW="2743200" imgH="406080" progId="Equation.DSMT4">
                  <p:embed/>
                </p:oleObj>
              </mc:Choice>
              <mc:Fallback>
                <p:oleObj name="Equation" r:id="rId21" imgW="2743200" imgH="406080" progId="Equation.DSMT4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1E746D40-1A88-4EED-A181-370BC4E6C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7381" y="3719860"/>
                        <a:ext cx="27416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星形: 五角 23">
            <a:extLst>
              <a:ext uri="{FF2B5EF4-FFF2-40B4-BE49-F238E27FC236}">
                <a16:creationId xmlns:a16="http://schemas.microsoft.com/office/drawing/2014/main" id="{8F7E69FF-4FC4-421F-8749-5E8D56BCF066}"/>
              </a:ext>
            </a:extLst>
          </p:cNvPr>
          <p:cNvSpPr/>
          <p:nvPr/>
        </p:nvSpPr>
        <p:spPr>
          <a:xfrm>
            <a:off x="343994" y="801279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815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D8D6D3C1-7237-4B9C-AF1F-B5DFF1000B13}"/>
              </a:ext>
            </a:extLst>
          </p:cNvPr>
          <p:cNvGrpSpPr/>
          <p:nvPr/>
        </p:nvGrpSpPr>
        <p:grpSpPr>
          <a:xfrm>
            <a:off x="804558" y="1441430"/>
            <a:ext cx="7534884" cy="481307"/>
            <a:chOff x="683568" y="607892"/>
            <a:chExt cx="7534884" cy="481307"/>
          </a:xfrm>
        </p:grpSpPr>
        <p:sp>
          <p:nvSpPr>
            <p:cNvPr id="2" name="Text Box 2">
              <a:extLst>
                <a:ext uri="{FF2B5EF4-FFF2-40B4-BE49-F238E27FC236}">
                  <a16:creationId xmlns:a16="http://schemas.microsoft.com/office/drawing/2014/main" id="{3F9A52FC-4F99-4C9A-BBC8-4F32E67FE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627534"/>
              <a:ext cx="18811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0A031A6F-3BEA-40B8-9608-39A9AECDD6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9470003"/>
                </p:ext>
              </p:extLst>
            </p:nvPr>
          </p:nvGraphicFramePr>
          <p:xfrm>
            <a:off x="1741661" y="67674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69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113667" name="Object 3">
                          <a:extLst>
                            <a:ext uri="{FF2B5EF4-FFF2-40B4-BE49-F238E27FC236}">
                              <a16:creationId xmlns:a16="http://schemas.microsoft.com/office/drawing/2014/main" id="{81BE311D-7B82-46B7-B0EF-F94EFA54D2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1661" y="67674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5331642C-A4CE-4DDA-BBC1-CCC8CAF04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561" y="627534"/>
              <a:ext cx="2286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与其反函数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94D3A809-DA53-4F34-A44A-5F007B8E3A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724329"/>
                </p:ext>
              </p:extLst>
            </p:nvPr>
          </p:nvGraphicFramePr>
          <p:xfrm>
            <a:off x="4472161" y="644997"/>
            <a:ext cx="1320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0" name="Equation" r:id="rId5" imgW="1320480" imgH="406080" progId="Equation.DSMT4">
                    <p:embed/>
                  </p:oleObj>
                </mc:Choice>
                <mc:Fallback>
                  <p:oleObj name="Equation" r:id="rId5" imgW="1320480" imgH="406080" progId="Equation.DSMT4">
                    <p:embed/>
                    <p:pic>
                      <p:nvPicPr>
                        <p:cNvPr id="113669" name="Object 5">
                          <a:extLst>
                            <a:ext uri="{FF2B5EF4-FFF2-40B4-BE49-F238E27FC236}">
                              <a16:creationId xmlns:a16="http://schemas.microsoft.com/office/drawing/2014/main" id="{6F7EC88A-C3D7-43D3-8199-16050EF43A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161" y="644997"/>
                          <a:ext cx="13208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4D6BB5C5-7429-4D3E-9185-2C63EAF08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2961" y="607892"/>
              <a:ext cx="24254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的图形关于直线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B55E52F-993F-4E2F-86D2-74F9D7392FB7}"/>
              </a:ext>
            </a:extLst>
          </p:cNvPr>
          <p:cNvGrpSpPr/>
          <p:nvPr/>
        </p:nvGrpSpPr>
        <p:grpSpPr>
          <a:xfrm>
            <a:off x="492486" y="2214507"/>
            <a:ext cx="1686918" cy="461665"/>
            <a:chOff x="533400" y="1881659"/>
            <a:chExt cx="1686918" cy="461665"/>
          </a:xfrm>
        </p:grpSpPr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B85E6D32-2EEB-4B0F-BA7D-08BA3FDEEE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069259"/>
                </p:ext>
              </p:extLst>
            </p:nvPr>
          </p:nvGraphicFramePr>
          <p:xfrm>
            <a:off x="533400" y="2046288"/>
            <a:ext cx="673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1" name="Equation" r:id="rId7" imgW="672840" imgH="266400" progId="Equation.DSMT4">
                    <p:embed/>
                  </p:oleObj>
                </mc:Choice>
                <mc:Fallback>
                  <p:oleObj name="Equation" r:id="rId7" imgW="672840" imgH="266400" progId="Equation.DSMT4">
                    <p:embed/>
                    <p:pic>
                      <p:nvPicPr>
                        <p:cNvPr id="113671" name="Object 7">
                          <a:extLst>
                            <a:ext uri="{FF2B5EF4-FFF2-40B4-BE49-F238E27FC236}">
                              <a16:creationId xmlns:a16="http://schemas.microsoft.com/office/drawing/2014/main" id="{B9216190-EF75-4E47-AFB3-DBDA1326DE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" y="2046288"/>
                          <a:ext cx="6731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42184622-37C0-44A0-9846-B7BE6AAC0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005" y="1881659"/>
              <a:ext cx="9573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对称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11" name="Group 57">
            <a:extLst>
              <a:ext uri="{FF2B5EF4-FFF2-40B4-BE49-F238E27FC236}">
                <a16:creationId xmlns:a16="http://schemas.microsoft.com/office/drawing/2014/main" id="{564A5E26-9C98-4086-AEAA-A8C6B476E13E}"/>
              </a:ext>
            </a:extLst>
          </p:cNvPr>
          <p:cNvGrpSpPr>
            <a:grpSpLocks/>
          </p:cNvGrpSpPr>
          <p:nvPr/>
        </p:nvGrpSpPr>
        <p:grpSpPr bwMode="auto">
          <a:xfrm>
            <a:off x="3333594" y="2245818"/>
            <a:ext cx="2592388" cy="2465388"/>
            <a:chOff x="3614" y="678"/>
            <a:chExt cx="1633" cy="1553"/>
          </a:xfrm>
        </p:grpSpPr>
        <p:sp>
          <p:nvSpPr>
            <p:cNvPr id="12" name="Line 58">
              <a:extLst>
                <a:ext uri="{FF2B5EF4-FFF2-40B4-BE49-F238E27FC236}">
                  <a16:creationId xmlns:a16="http://schemas.microsoft.com/office/drawing/2014/main" id="{B36A5EEB-0069-4C78-9321-EE8D7F431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" y="1836"/>
              <a:ext cx="163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59">
              <a:extLst>
                <a:ext uri="{FF2B5EF4-FFF2-40B4-BE49-F238E27FC236}">
                  <a16:creationId xmlns:a16="http://schemas.microsoft.com/office/drawing/2014/main" id="{F778E39A-D0C1-491F-96D4-765434826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678"/>
              <a:ext cx="1" cy="15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" name="Object 60">
              <a:extLst>
                <a:ext uri="{FF2B5EF4-FFF2-40B4-BE49-F238E27FC236}">
                  <a16:creationId xmlns:a16="http://schemas.microsoft.com/office/drawing/2014/main" id="{80EE3A25-7EE1-46B4-9EB5-614B0AB1CA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7784363"/>
                </p:ext>
              </p:extLst>
            </p:nvPr>
          </p:nvGraphicFramePr>
          <p:xfrm>
            <a:off x="5135" y="1912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2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113724" name="Object 60">
                          <a:extLst>
                            <a:ext uri="{FF2B5EF4-FFF2-40B4-BE49-F238E27FC236}">
                              <a16:creationId xmlns:a16="http://schemas.microsoft.com/office/drawing/2014/main" id="{71E714BC-8900-4B0F-88B0-EFBF27BEF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5" y="1912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61">
              <a:extLst>
                <a:ext uri="{FF2B5EF4-FFF2-40B4-BE49-F238E27FC236}">
                  <a16:creationId xmlns:a16="http://schemas.microsoft.com/office/drawing/2014/main" id="{66CA5F10-5C82-4B69-8DA7-803CB14EB6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492048"/>
                </p:ext>
              </p:extLst>
            </p:nvPr>
          </p:nvGraphicFramePr>
          <p:xfrm>
            <a:off x="3800" y="68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3" name="Equation" r:id="rId11" imgW="190440" imgH="241200" progId="Equation.DSMT4">
                    <p:embed/>
                  </p:oleObj>
                </mc:Choice>
                <mc:Fallback>
                  <p:oleObj name="Equation" r:id="rId11" imgW="190440" imgH="241200" progId="Equation.DSMT4">
                    <p:embed/>
                    <p:pic>
                      <p:nvPicPr>
                        <p:cNvPr id="113725" name="Object 61">
                          <a:extLst>
                            <a:ext uri="{FF2B5EF4-FFF2-40B4-BE49-F238E27FC236}">
                              <a16:creationId xmlns:a16="http://schemas.microsoft.com/office/drawing/2014/main" id="{F301BBD8-ADD0-4CA3-91B1-9EC97EEA0B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" y="68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62">
              <a:extLst>
                <a:ext uri="{FF2B5EF4-FFF2-40B4-BE49-F238E27FC236}">
                  <a16:creationId xmlns:a16="http://schemas.microsoft.com/office/drawing/2014/main" id="{9744386A-1F1E-4AB6-AEC8-7FB1C856AA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5484127"/>
                </p:ext>
              </p:extLst>
            </p:nvPr>
          </p:nvGraphicFramePr>
          <p:xfrm>
            <a:off x="3809" y="1873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4" name="Equation" r:id="rId13" imgW="228600" imgH="241200" progId="Equation.DSMT4">
                    <p:embed/>
                  </p:oleObj>
                </mc:Choice>
                <mc:Fallback>
                  <p:oleObj name="Equation" r:id="rId13" imgW="228600" imgH="241200" progId="Equation.DSMT4">
                    <p:embed/>
                    <p:pic>
                      <p:nvPicPr>
                        <p:cNvPr id="113726" name="Object 62">
                          <a:extLst>
                            <a:ext uri="{FF2B5EF4-FFF2-40B4-BE49-F238E27FC236}">
                              <a16:creationId xmlns:a16="http://schemas.microsoft.com/office/drawing/2014/main" id="{7C54EDC8-0B7A-445A-8B09-F5D0E8673F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9" y="1873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63">
            <a:extLst>
              <a:ext uri="{FF2B5EF4-FFF2-40B4-BE49-F238E27FC236}">
                <a16:creationId xmlns:a16="http://schemas.microsoft.com/office/drawing/2014/main" id="{365EBD18-4DD9-4790-9246-FA943D994C67}"/>
              </a:ext>
            </a:extLst>
          </p:cNvPr>
          <p:cNvGrpSpPr>
            <a:grpSpLocks/>
          </p:cNvGrpSpPr>
          <p:nvPr/>
        </p:nvGrpSpPr>
        <p:grpSpPr bwMode="auto">
          <a:xfrm>
            <a:off x="3320894" y="2433143"/>
            <a:ext cx="1225550" cy="1438275"/>
            <a:chOff x="3446" y="1251"/>
            <a:chExt cx="964" cy="1133"/>
          </a:xfrm>
        </p:grpSpPr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2C730C26-F5B5-459C-B8EA-96B363D4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333"/>
              <a:ext cx="467" cy="774"/>
            </a:xfrm>
            <a:custGeom>
              <a:avLst/>
              <a:gdLst>
                <a:gd name="T0" fmla="*/ 6 w 444"/>
                <a:gd name="T1" fmla="*/ 732 h 738"/>
                <a:gd name="T2" fmla="*/ 18 w 444"/>
                <a:gd name="T3" fmla="*/ 720 h 738"/>
                <a:gd name="T4" fmla="*/ 24 w 444"/>
                <a:gd name="T5" fmla="*/ 714 h 738"/>
                <a:gd name="T6" fmla="*/ 36 w 444"/>
                <a:gd name="T7" fmla="*/ 702 h 738"/>
                <a:gd name="T8" fmla="*/ 42 w 444"/>
                <a:gd name="T9" fmla="*/ 696 h 738"/>
                <a:gd name="T10" fmla="*/ 54 w 444"/>
                <a:gd name="T11" fmla="*/ 684 h 738"/>
                <a:gd name="T12" fmla="*/ 60 w 444"/>
                <a:gd name="T13" fmla="*/ 678 h 738"/>
                <a:gd name="T14" fmla="*/ 72 w 444"/>
                <a:gd name="T15" fmla="*/ 666 h 738"/>
                <a:gd name="T16" fmla="*/ 78 w 444"/>
                <a:gd name="T17" fmla="*/ 654 h 738"/>
                <a:gd name="T18" fmla="*/ 84 w 444"/>
                <a:gd name="T19" fmla="*/ 648 h 738"/>
                <a:gd name="T20" fmla="*/ 96 w 444"/>
                <a:gd name="T21" fmla="*/ 636 h 738"/>
                <a:gd name="T22" fmla="*/ 102 w 444"/>
                <a:gd name="T23" fmla="*/ 624 h 738"/>
                <a:gd name="T24" fmla="*/ 114 w 444"/>
                <a:gd name="T25" fmla="*/ 612 h 738"/>
                <a:gd name="T26" fmla="*/ 120 w 444"/>
                <a:gd name="T27" fmla="*/ 606 h 738"/>
                <a:gd name="T28" fmla="*/ 132 w 444"/>
                <a:gd name="T29" fmla="*/ 594 h 738"/>
                <a:gd name="T30" fmla="*/ 138 w 444"/>
                <a:gd name="T31" fmla="*/ 582 h 738"/>
                <a:gd name="T32" fmla="*/ 150 w 444"/>
                <a:gd name="T33" fmla="*/ 570 h 738"/>
                <a:gd name="T34" fmla="*/ 156 w 444"/>
                <a:gd name="T35" fmla="*/ 558 h 738"/>
                <a:gd name="T36" fmla="*/ 168 w 444"/>
                <a:gd name="T37" fmla="*/ 546 h 738"/>
                <a:gd name="T38" fmla="*/ 174 w 444"/>
                <a:gd name="T39" fmla="*/ 534 h 738"/>
                <a:gd name="T40" fmla="*/ 180 w 444"/>
                <a:gd name="T41" fmla="*/ 522 h 738"/>
                <a:gd name="T42" fmla="*/ 192 w 444"/>
                <a:gd name="T43" fmla="*/ 510 h 738"/>
                <a:gd name="T44" fmla="*/ 198 w 444"/>
                <a:gd name="T45" fmla="*/ 498 h 738"/>
                <a:gd name="T46" fmla="*/ 210 w 444"/>
                <a:gd name="T47" fmla="*/ 480 h 738"/>
                <a:gd name="T48" fmla="*/ 216 w 444"/>
                <a:gd name="T49" fmla="*/ 468 h 738"/>
                <a:gd name="T50" fmla="*/ 228 w 444"/>
                <a:gd name="T51" fmla="*/ 456 h 738"/>
                <a:gd name="T52" fmla="*/ 234 w 444"/>
                <a:gd name="T53" fmla="*/ 438 h 738"/>
                <a:gd name="T54" fmla="*/ 246 w 444"/>
                <a:gd name="T55" fmla="*/ 426 h 738"/>
                <a:gd name="T56" fmla="*/ 252 w 444"/>
                <a:gd name="T57" fmla="*/ 414 h 738"/>
                <a:gd name="T58" fmla="*/ 264 w 444"/>
                <a:gd name="T59" fmla="*/ 396 h 738"/>
                <a:gd name="T60" fmla="*/ 270 w 444"/>
                <a:gd name="T61" fmla="*/ 384 h 738"/>
                <a:gd name="T62" fmla="*/ 276 w 444"/>
                <a:gd name="T63" fmla="*/ 366 h 738"/>
                <a:gd name="T64" fmla="*/ 288 w 444"/>
                <a:gd name="T65" fmla="*/ 348 h 738"/>
                <a:gd name="T66" fmla="*/ 294 w 444"/>
                <a:gd name="T67" fmla="*/ 336 h 738"/>
                <a:gd name="T68" fmla="*/ 306 w 444"/>
                <a:gd name="T69" fmla="*/ 318 h 738"/>
                <a:gd name="T70" fmla="*/ 312 w 444"/>
                <a:gd name="T71" fmla="*/ 300 h 738"/>
                <a:gd name="T72" fmla="*/ 324 w 444"/>
                <a:gd name="T73" fmla="*/ 282 h 738"/>
                <a:gd name="T74" fmla="*/ 330 w 444"/>
                <a:gd name="T75" fmla="*/ 264 h 738"/>
                <a:gd name="T76" fmla="*/ 342 w 444"/>
                <a:gd name="T77" fmla="*/ 246 h 738"/>
                <a:gd name="T78" fmla="*/ 348 w 444"/>
                <a:gd name="T79" fmla="*/ 228 h 738"/>
                <a:gd name="T80" fmla="*/ 360 w 444"/>
                <a:gd name="T81" fmla="*/ 210 h 738"/>
                <a:gd name="T82" fmla="*/ 366 w 444"/>
                <a:gd name="T83" fmla="*/ 192 h 738"/>
                <a:gd name="T84" fmla="*/ 372 w 444"/>
                <a:gd name="T85" fmla="*/ 174 h 738"/>
                <a:gd name="T86" fmla="*/ 384 w 444"/>
                <a:gd name="T87" fmla="*/ 150 h 738"/>
                <a:gd name="T88" fmla="*/ 390 w 444"/>
                <a:gd name="T89" fmla="*/ 132 h 738"/>
                <a:gd name="T90" fmla="*/ 402 w 444"/>
                <a:gd name="T91" fmla="*/ 114 h 738"/>
                <a:gd name="T92" fmla="*/ 408 w 444"/>
                <a:gd name="T93" fmla="*/ 90 h 738"/>
                <a:gd name="T94" fmla="*/ 420 w 444"/>
                <a:gd name="T95" fmla="*/ 72 h 738"/>
                <a:gd name="T96" fmla="*/ 426 w 444"/>
                <a:gd name="T97" fmla="*/ 48 h 738"/>
                <a:gd name="T98" fmla="*/ 438 w 444"/>
                <a:gd name="T99" fmla="*/ 24 h 738"/>
                <a:gd name="T100" fmla="*/ 444 w 444"/>
                <a:gd name="T101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4" h="738">
                  <a:moveTo>
                    <a:pt x="0" y="738"/>
                  </a:moveTo>
                  <a:lnTo>
                    <a:pt x="0" y="732"/>
                  </a:lnTo>
                  <a:lnTo>
                    <a:pt x="6" y="732"/>
                  </a:lnTo>
                  <a:lnTo>
                    <a:pt x="6" y="732"/>
                  </a:lnTo>
                  <a:lnTo>
                    <a:pt x="6" y="732"/>
                  </a:lnTo>
                  <a:lnTo>
                    <a:pt x="12" y="726"/>
                  </a:lnTo>
                  <a:lnTo>
                    <a:pt x="12" y="726"/>
                  </a:lnTo>
                  <a:lnTo>
                    <a:pt x="12" y="726"/>
                  </a:lnTo>
                  <a:lnTo>
                    <a:pt x="18" y="720"/>
                  </a:lnTo>
                  <a:lnTo>
                    <a:pt x="18" y="720"/>
                  </a:lnTo>
                  <a:lnTo>
                    <a:pt x="18" y="720"/>
                  </a:lnTo>
                  <a:lnTo>
                    <a:pt x="18" y="720"/>
                  </a:lnTo>
                  <a:lnTo>
                    <a:pt x="24" y="714"/>
                  </a:lnTo>
                  <a:lnTo>
                    <a:pt x="24" y="714"/>
                  </a:lnTo>
                  <a:lnTo>
                    <a:pt x="24" y="714"/>
                  </a:lnTo>
                  <a:lnTo>
                    <a:pt x="30" y="708"/>
                  </a:lnTo>
                  <a:lnTo>
                    <a:pt x="30" y="708"/>
                  </a:lnTo>
                  <a:lnTo>
                    <a:pt x="30" y="708"/>
                  </a:lnTo>
                  <a:lnTo>
                    <a:pt x="30" y="702"/>
                  </a:lnTo>
                  <a:lnTo>
                    <a:pt x="36" y="702"/>
                  </a:lnTo>
                  <a:lnTo>
                    <a:pt x="36" y="702"/>
                  </a:lnTo>
                  <a:lnTo>
                    <a:pt x="36" y="702"/>
                  </a:lnTo>
                  <a:lnTo>
                    <a:pt x="42" y="696"/>
                  </a:lnTo>
                  <a:lnTo>
                    <a:pt x="42" y="696"/>
                  </a:lnTo>
                  <a:lnTo>
                    <a:pt x="42" y="696"/>
                  </a:lnTo>
                  <a:lnTo>
                    <a:pt x="42" y="690"/>
                  </a:lnTo>
                  <a:lnTo>
                    <a:pt x="48" y="690"/>
                  </a:lnTo>
                  <a:lnTo>
                    <a:pt x="48" y="690"/>
                  </a:lnTo>
                  <a:lnTo>
                    <a:pt x="48" y="684"/>
                  </a:lnTo>
                  <a:lnTo>
                    <a:pt x="54" y="684"/>
                  </a:lnTo>
                  <a:lnTo>
                    <a:pt x="54" y="684"/>
                  </a:lnTo>
                  <a:lnTo>
                    <a:pt x="54" y="678"/>
                  </a:lnTo>
                  <a:lnTo>
                    <a:pt x="60" y="678"/>
                  </a:lnTo>
                  <a:lnTo>
                    <a:pt x="60" y="678"/>
                  </a:lnTo>
                  <a:lnTo>
                    <a:pt x="60" y="678"/>
                  </a:lnTo>
                  <a:lnTo>
                    <a:pt x="60" y="672"/>
                  </a:lnTo>
                  <a:lnTo>
                    <a:pt x="66" y="672"/>
                  </a:lnTo>
                  <a:lnTo>
                    <a:pt x="66" y="672"/>
                  </a:lnTo>
                  <a:lnTo>
                    <a:pt x="66" y="666"/>
                  </a:lnTo>
                  <a:lnTo>
                    <a:pt x="72" y="666"/>
                  </a:lnTo>
                  <a:lnTo>
                    <a:pt x="72" y="666"/>
                  </a:lnTo>
                  <a:lnTo>
                    <a:pt x="72" y="660"/>
                  </a:lnTo>
                  <a:lnTo>
                    <a:pt x="72" y="660"/>
                  </a:lnTo>
                  <a:lnTo>
                    <a:pt x="78" y="660"/>
                  </a:lnTo>
                  <a:lnTo>
                    <a:pt x="78" y="654"/>
                  </a:lnTo>
                  <a:lnTo>
                    <a:pt x="78" y="654"/>
                  </a:lnTo>
                  <a:lnTo>
                    <a:pt x="84" y="654"/>
                  </a:lnTo>
                  <a:lnTo>
                    <a:pt x="84" y="648"/>
                  </a:lnTo>
                  <a:lnTo>
                    <a:pt x="84" y="648"/>
                  </a:lnTo>
                  <a:lnTo>
                    <a:pt x="84" y="648"/>
                  </a:lnTo>
                  <a:lnTo>
                    <a:pt x="90" y="642"/>
                  </a:lnTo>
                  <a:lnTo>
                    <a:pt x="90" y="642"/>
                  </a:lnTo>
                  <a:lnTo>
                    <a:pt x="90" y="642"/>
                  </a:lnTo>
                  <a:lnTo>
                    <a:pt x="96" y="636"/>
                  </a:lnTo>
                  <a:lnTo>
                    <a:pt x="96" y="636"/>
                  </a:lnTo>
                  <a:lnTo>
                    <a:pt x="96" y="636"/>
                  </a:lnTo>
                  <a:lnTo>
                    <a:pt x="102" y="630"/>
                  </a:lnTo>
                  <a:lnTo>
                    <a:pt x="102" y="630"/>
                  </a:lnTo>
                  <a:lnTo>
                    <a:pt x="102" y="630"/>
                  </a:lnTo>
                  <a:lnTo>
                    <a:pt x="102" y="624"/>
                  </a:lnTo>
                  <a:lnTo>
                    <a:pt x="108" y="624"/>
                  </a:lnTo>
                  <a:lnTo>
                    <a:pt x="108" y="618"/>
                  </a:lnTo>
                  <a:lnTo>
                    <a:pt x="108" y="618"/>
                  </a:lnTo>
                  <a:lnTo>
                    <a:pt x="114" y="618"/>
                  </a:lnTo>
                  <a:lnTo>
                    <a:pt x="114" y="612"/>
                  </a:lnTo>
                  <a:lnTo>
                    <a:pt x="114" y="612"/>
                  </a:lnTo>
                  <a:lnTo>
                    <a:pt x="114" y="612"/>
                  </a:lnTo>
                  <a:lnTo>
                    <a:pt x="120" y="606"/>
                  </a:lnTo>
                  <a:lnTo>
                    <a:pt x="120" y="606"/>
                  </a:lnTo>
                  <a:lnTo>
                    <a:pt x="120" y="606"/>
                  </a:lnTo>
                  <a:lnTo>
                    <a:pt x="126" y="600"/>
                  </a:lnTo>
                  <a:lnTo>
                    <a:pt x="126" y="600"/>
                  </a:lnTo>
                  <a:lnTo>
                    <a:pt x="126" y="594"/>
                  </a:lnTo>
                  <a:lnTo>
                    <a:pt x="126" y="594"/>
                  </a:lnTo>
                  <a:lnTo>
                    <a:pt x="132" y="594"/>
                  </a:lnTo>
                  <a:lnTo>
                    <a:pt x="132" y="588"/>
                  </a:lnTo>
                  <a:lnTo>
                    <a:pt x="132" y="588"/>
                  </a:lnTo>
                  <a:lnTo>
                    <a:pt x="138" y="588"/>
                  </a:lnTo>
                  <a:lnTo>
                    <a:pt x="138" y="582"/>
                  </a:lnTo>
                  <a:lnTo>
                    <a:pt x="138" y="582"/>
                  </a:lnTo>
                  <a:lnTo>
                    <a:pt x="138" y="576"/>
                  </a:lnTo>
                  <a:lnTo>
                    <a:pt x="144" y="576"/>
                  </a:lnTo>
                  <a:lnTo>
                    <a:pt x="144" y="576"/>
                  </a:lnTo>
                  <a:lnTo>
                    <a:pt x="144" y="570"/>
                  </a:lnTo>
                  <a:lnTo>
                    <a:pt x="150" y="570"/>
                  </a:lnTo>
                  <a:lnTo>
                    <a:pt x="150" y="570"/>
                  </a:lnTo>
                  <a:lnTo>
                    <a:pt x="150" y="564"/>
                  </a:lnTo>
                  <a:lnTo>
                    <a:pt x="156" y="564"/>
                  </a:lnTo>
                  <a:lnTo>
                    <a:pt x="156" y="558"/>
                  </a:lnTo>
                  <a:lnTo>
                    <a:pt x="156" y="558"/>
                  </a:lnTo>
                  <a:lnTo>
                    <a:pt x="156" y="558"/>
                  </a:lnTo>
                  <a:lnTo>
                    <a:pt x="162" y="552"/>
                  </a:lnTo>
                  <a:lnTo>
                    <a:pt x="162" y="552"/>
                  </a:lnTo>
                  <a:lnTo>
                    <a:pt x="162" y="546"/>
                  </a:lnTo>
                  <a:lnTo>
                    <a:pt x="168" y="546"/>
                  </a:lnTo>
                  <a:lnTo>
                    <a:pt x="168" y="546"/>
                  </a:lnTo>
                  <a:lnTo>
                    <a:pt x="168" y="540"/>
                  </a:lnTo>
                  <a:lnTo>
                    <a:pt x="168" y="540"/>
                  </a:lnTo>
                  <a:lnTo>
                    <a:pt x="174" y="534"/>
                  </a:lnTo>
                  <a:lnTo>
                    <a:pt x="174" y="534"/>
                  </a:lnTo>
                  <a:lnTo>
                    <a:pt x="174" y="534"/>
                  </a:lnTo>
                  <a:lnTo>
                    <a:pt x="180" y="528"/>
                  </a:lnTo>
                  <a:lnTo>
                    <a:pt x="180" y="528"/>
                  </a:lnTo>
                  <a:lnTo>
                    <a:pt x="180" y="522"/>
                  </a:lnTo>
                  <a:lnTo>
                    <a:pt x="180" y="522"/>
                  </a:lnTo>
                  <a:lnTo>
                    <a:pt x="186" y="516"/>
                  </a:lnTo>
                  <a:lnTo>
                    <a:pt x="186" y="516"/>
                  </a:lnTo>
                  <a:lnTo>
                    <a:pt x="186" y="516"/>
                  </a:lnTo>
                  <a:lnTo>
                    <a:pt x="192" y="510"/>
                  </a:lnTo>
                  <a:lnTo>
                    <a:pt x="192" y="510"/>
                  </a:lnTo>
                  <a:lnTo>
                    <a:pt x="192" y="504"/>
                  </a:lnTo>
                  <a:lnTo>
                    <a:pt x="198" y="504"/>
                  </a:lnTo>
                  <a:lnTo>
                    <a:pt x="198" y="498"/>
                  </a:lnTo>
                  <a:lnTo>
                    <a:pt x="198" y="498"/>
                  </a:lnTo>
                  <a:lnTo>
                    <a:pt x="198" y="498"/>
                  </a:lnTo>
                  <a:lnTo>
                    <a:pt x="204" y="492"/>
                  </a:lnTo>
                  <a:lnTo>
                    <a:pt x="204" y="492"/>
                  </a:lnTo>
                  <a:lnTo>
                    <a:pt x="204" y="486"/>
                  </a:lnTo>
                  <a:lnTo>
                    <a:pt x="210" y="486"/>
                  </a:lnTo>
                  <a:lnTo>
                    <a:pt x="210" y="480"/>
                  </a:lnTo>
                  <a:lnTo>
                    <a:pt x="210" y="480"/>
                  </a:lnTo>
                  <a:lnTo>
                    <a:pt x="210" y="474"/>
                  </a:lnTo>
                  <a:lnTo>
                    <a:pt x="216" y="474"/>
                  </a:lnTo>
                  <a:lnTo>
                    <a:pt x="216" y="474"/>
                  </a:lnTo>
                  <a:lnTo>
                    <a:pt x="216" y="468"/>
                  </a:lnTo>
                  <a:lnTo>
                    <a:pt x="222" y="468"/>
                  </a:lnTo>
                  <a:lnTo>
                    <a:pt x="222" y="462"/>
                  </a:lnTo>
                  <a:lnTo>
                    <a:pt x="222" y="462"/>
                  </a:lnTo>
                  <a:lnTo>
                    <a:pt x="222" y="456"/>
                  </a:lnTo>
                  <a:lnTo>
                    <a:pt x="228" y="456"/>
                  </a:lnTo>
                  <a:lnTo>
                    <a:pt x="228" y="450"/>
                  </a:lnTo>
                  <a:lnTo>
                    <a:pt x="228" y="450"/>
                  </a:lnTo>
                  <a:lnTo>
                    <a:pt x="234" y="444"/>
                  </a:lnTo>
                  <a:lnTo>
                    <a:pt x="234" y="444"/>
                  </a:lnTo>
                  <a:lnTo>
                    <a:pt x="234" y="438"/>
                  </a:lnTo>
                  <a:lnTo>
                    <a:pt x="234" y="438"/>
                  </a:lnTo>
                  <a:lnTo>
                    <a:pt x="240" y="432"/>
                  </a:lnTo>
                  <a:lnTo>
                    <a:pt x="240" y="432"/>
                  </a:lnTo>
                  <a:lnTo>
                    <a:pt x="240" y="432"/>
                  </a:lnTo>
                  <a:lnTo>
                    <a:pt x="246" y="426"/>
                  </a:lnTo>
                  <a:lnTo>
                    <a:pt x="246" y="426"/>
                  </a:lnTo>
                  <a:lnTo>
                    <a:pt x="246" y="420"/>
                  </a:lnTo>
                  <a:lnTo>
                    <a:pt x="252" y="420"/>
                  </a:lnTo>
                  <a:lnTo>
                    <a:pt x="252" y="414"/>
                  </a:lnTo>
                  <a:lnTo>
                    <a:pt x="252" y="414"/>
                  </a:lnTo>
                  <a:lnTo>
                    <a:pt x="252" y="408"/>
                  </a:lnTo>
                  <a:lnTo>
                    <a:pt x="258" y="408"/>
                  </a:lnTo>
                  <a:lnTo>
                    <a:pt x="258" y="402"/>
                  </a:lnTo>
                  <a:lnTo>
                    <a:pt x="258" y="402"/>
                  </a:lnTo>
                  <a:lnTo>
                    <a:pt x="264" y="396"/>
                  </a:lnTo>
                  <a:lnTo>
                    <a:pt x="264" y="396"/>
                  </a:lnTo>
                  <a:lnTo>
                    <a:pt x="264" y="390"/>
                  </a:lnTo>
                  <a:lnTo>
                    <a:pt x="264" y="390"/>
                  </a:lnTo>
                  <a:lnTo>
                    <a:pt x="270" y="384"/>
                  </a:lnTo>
                  <a:lnTo>
                    <a:pt x="270" y="384"/>
                  </a:lnTo>
                  <a:lnTo>
                    <a:pt x="270" y="378"/>
                  </a:lnTo>
                  <a:lnTo>
                    <a:pt x="276" y="378"/>
                  </a:lnTo>
                  <a:lnTo>
                    <a:pt x="276" y="372"/>
                  </a:lnTo>
                  <a:lnTo>
                    <a:pt x="276" y="366"/>
                  </a:lnTo>
                  <a:lnTo>
                    <a:pt x="276" y="366"/>
                  </a:lnTo>
                  <a:lnTo>
                    <a:pt x="282" y="360"/>
                  </a:lnTo>
                  <a:lnTo>
                    <a:pt x="282" y="360"/>
                  </a:lnTo>
                  <a:lnTo>
                    <a:pt x="282" y="354"/>
                  </a:lnTo>
                  <a:lnTo>
                    <a:pt x="288" y="354"/>
                  </a:lnTo>
                  <a:lnTo>
                    <a:pt x="288" y="348"/>
                  </a:lnTo>
                  <a:lnTo>
                    <a:pt x="288" y="348"/>
                  </a:lnTo>
                  <a:lnTo>
                    <a:pt x="294" y="342"/>
                  </a:lnTo>
                  <a:lnTo>
                    <a:pt x="294" y="342"/>
                  </a:lnTo>
                  <a:lnTo>
                    <a:pt x="294" y="336"/>
                  </a:lnTo>
                  <a:lnTo>
                    <a:pt x="294" y="336"/>
                  </a:lnTo>
                  <a:lnTo>
                    <a:pt x="300" y="330"/>
                  </a:lnTo>
                  <a:lnTo>
                    <a:pt x="300" y="330"/>
                  </a:lnTo>
                  <a:lnTo>
                    <a:pt x="300" y="324"/>
                  </a:lnTo>
                  <a:lnTo>
                    <a:pt x="306" y="318"/>
                  </a:lnTo>
                  <a:lnTo>
                    <a:pt x="306" y="318"/>
                  </a:lnTo>
                  <a:lnTo>
                    <a:pt x="306" y="312"/>
                  </a:lnTo>
                  <a:lnTo>
                    <a:pt x="306" y="312"/>
                  </a:lnTo>
                  <a:lnTo>
                    <a:pt x="312" y="306"/>
                  </a:lnTo>
                  <a:lnTo>
                    <a:pt x="312" y="306"/>
                  </a:lnTo>
                  <a:lnTo>
                    <a:pt x="312" y="300"/>
                  </a:lnTo>
                  <a:lnTo>
                    <a:pt x="318" y="294"/>
                  </a:lnTo>
                  <a:lnTo>
                    <a:pt x="318" y="294"/>
                  </a:lnTo>
                  <a:lnTo>
                    <a:pt x="318" y="288"/>
                  </a:lnTo>
                  <a:lnTo>
                    <a:pt x="318" y="288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4" y="276"/>
                  </a:lnTo>
                  <a:lnTo>
                    <a:pt x="330" y="270"/>
                  </a:lnTo>
                  <a:lnTo>
                    <a:pt x="330" y="270"/>
                  </a:lnTo>
                  <a:lnTo>
                    <a:pt x="330" y="264"/>
                  </a:lnTo>
                  <a:lnTo>
                    <a:pt x="330" y="264"/>
                  </a:lnTo>
                  <a:lnTo>
                    <a:pt x="336" y="258"/>
                  </a:lnTo>
                  <a:lnTo>
                    <a:pt x="336" y="252"/>
                  </a:lnTo>
                  <a:lnTo>
                    <a:pt x="336" y="252"/>
                  </a:lnTo>
                  <a:lnTo>
                    <a:pt x="342" y="246"/>
                  </a:lnTo>
                  <a:lnTo>
                    <a:pt x="342" y="246"/>
                  </a:lnTo>
                  <a:lnTo>
                    <a:pt x="342" y="240"/>
                  </a:lnTo>
                  <a:lnTo>
                    <a:pt x="348" y="234"/>
                  </a:lnTo>
                  <a:lnTo>
                    <a:pt x="348" y="234"/>
                  </a:lnTo>
                  <a:lnTo>
                    <a:pt x="348" y="228"/>
                  </a:lnTo>
                  <a:lnTo>
                    <a:pt x="348" y="228"/>
                  </a:lnTo>
                  <a:lnTo>
                    <a:pt x="354" y="222"/>
                  </a:lnTo>
                  <a:lnTo>
                    <a:pt x="354" y="216"/>
                  </a:lnTo>
                  <a:lnTo>
                    <a:pt x="354" y="216"/>
                  </a:lnTo>
                  <a:lnTo>
                    <a:pt x="360" y="210"/>
                  </a:lnTo>
                  <a:lnTo>
                    <a:pt x="360" y="204"/>
                  </a:lnTo>
                  <a:lnTo>
                    <a:pt x="360" y="204"/>
                  </a:lnTo>
                  <a:lnTo>
                    <a:pt x="360" y="198"/>
                  </a:lnTo>
                  <a:lnTo>
                    <a:pt x="366" y="198"/>
                  </a:lnTo>
                  <a:lnTo>
                    <a:pt x="366" y="192"/>
                  </a:lnTo>
                  <a:lnTo>
                    <a:pt x="366" y="186"/>
                  </a:lnTo>
                  <a:lnTo>
                    <a:pt x="372" y="186"/>
                  </a:lnTo>
                  <a:lnTo>
                    <a:pt x="372" y="180"/>
                  </a:lnTo>
                  <a:lnTo>
                    <a:pt x="372" y="174"/>
                  </a:lnTo>
                  <a:lnTo>
                    <a:pt x="372" y="174"/>
                  </a:lnTo>
                  <a:lnTo>
                    <a:pt x="378" y="168"/>
                  </a:lnTo>
                  <a:lnTo>
                    <a:pt x="378" y="162"/>
                  </a:lnTo>
                  <a:lnTo>
                    <a:pt x="378" y="162"/>
                  </a:lnTo>
                  <a:lnTo>
                    <a:pt x="384" y="156"/>
                  </a:lnTo>
                  <a:lnTo>
                    <a:pt x="384" y="150"/>
                  </a:lnTo>
                  <a:lnTo>
                    <a:pt x="384" y="150"/>
                  </a:lnTo>
                  <a:lnTo>
                    <a:pt x="390" y="144"/>
                  </a:lnTo>
                  <a:lnTo>
                    <a:pt x="390" y="138"/>
                  </a:lnTo>
                  <a:lnTo>
                    <a:pt x="390" y="138"/>
                  </a:lnTo>
                  <a:lnTo>
                    <a:pt x="390" y="132"/>
                  </a:lnTo>
                  <a:lnTo>
                    <a:pt x="396" y="126"/>
                  </a:lnTo>
                  <a:lnTo>
                    <a:pt x="396" y="126"/>
                  </a:lnTo>
                  <a:lnTo>
                    <a:pt x="396" y="120"/>
                  </a:lnTo>
                  <a:lnTo>
                    <a:pt x="402" y="114"/>
                  </a:lnTo>
                  <a:lnTo>
                    <a:pt x="402" y="114"/>
                  </a:lnTo>
                  <a:lnTo>
                    <a:pt x="402" y="108"/>
                  </a:lnTo>
                  <a:lnTo>
                    <a:pt x="402" y="102"/>
                  </a:lnTo>
                  <a:lnTo>
                    <a:pt x="408" y="102"/>
                  </a:lnTo>
                  <a:lnTo>
                    <a:pt x="408" y="96"/>
                  </a:lnTo>
                  <a:lnTo>
                    <a:pt x="408" y="90"/>
                  </a:lnTo>
                  <a:lnTo>
                    <a:pt x="414" y="84"/>
                  </a:lnTo>
                  <a:lnTo>
                    <a:pt x="414" y="84"/>
                  </a:lnTo>
                  <a:lnTo>
                    <a:pt x="414" y="78"/>
                  </a:lnTo>
                  <a:lnTo>
                    <a:pt x="414" y="72"/>
                  </a:lnTo>
                  <a:lnTo>
                    <a:pt x="420" y="72"/>
                  </a:lnTo>
                  <a:lnTo>
                    <a:pt x="420" y="66"/>
                  </a:lnTo>
                  <a:lnTo>
                    <a:pt x="420" y="60"/>
                  </a:lnTo>
                  <a:lnTo>
                    <a:pt x="426" y="54"/>
                  </a:lnTo>
                  <a:lnTo>
                    <a:pt x="426" y="54"/>
                  </a:lnTo>
                  <a:lnTo>
                    <a:pt x="426" y="48"/>
                  </a:lnTo>
                  <a:lnTo>
                    <a:pt x="432" y="42"/>
                  </a:lnTo>
                  <a:lnTo>
                    <a:pt x="432" y="36"/>
                  </a:lnTo>
                  <a:lnTo>
                    <a:pt x="432" y="36"/>
                  </a:lnTo>
                  <a:lnTo>
                    <a:pt x="432" y="30"/>
                  </a:lnTo>
                  <a:lnTo>
                    <a:pt x="438" y="24"/>
                  </a:lnTo>
                  <a:lnTo>
                    <a:pt x="438" y="18"/>
                  </a:lnTo>
                  <a:lnTo>
                    <a:pt x="438" y="18"/>
                  </a:lnTo>
                  <a:lnTo>
                    <a:pt x="444" y="12"/>
                  </a:lnTo>
                  <a:lnTo>
                    <a:pt x="444" y="6"/>
                  </a:lnTo>
                  <a:lnTo>
                    <a:pt x="444" y="0"/>
                  </a:lnTo>
                  <a:lnTo>
                    <a:pt x="444" y="0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65">
              <a:extLst>
                <a:ext uri="{FF2B5EF4-FFF2-40B4-BE49-F238E27FC236}">
                  <a16:creationId xmlns:a16="http://schemas.microsoft.com/office/drawing/2014/main" id="{B4CAA34A-1757-4414-B777-251C3656A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107"/>
              <a:ext cx="466" cy="277"/>
            </a:xfrm>
            <a:custGeom>
              <a:avLst/>
              <a:gdLst>
                <a:gd name="T0" fmla="*/ 6 w 444"/>
                <a:gd name="T1" fmla="*/ 264 h 264"/>
                <a:gd name="T2" fmla="*/ 18 w 444"/>
                <a:gd name="T3" fmla="*/ 258 h 264"/>
                <a:gd name="T4" fmla="*/ 24 w 444"/>
                <a:gd name="T5" fmla="*/ 258 h 264"/>
                <a:gd name="T6" fmla="*/ 36 w 444"/>
                <a:gd name="T7" fmla="*/ 252 h 264"/>
                <a:gd name="T8" fmla="*/ 42 w 444"/>
                <a:gd name="T9" fmla="*/ 246 h 264"/>
                <a:gd name="T10" fmla="*/ 48 w 444"/>
                <a:gd name="T11" fmla="*/ 246 h 264"/>
                <a:gd name="T12" fmla="*/ 60 w 444"/>
                <a:gd name="T13" fmla="*/ 240 h 264"/>
                <a:gd name="T14" fmla="*/ 66 w 444"/>
                <a:gd name="T15" fmla="*/ 240 h 264"/>
                <a:gd name="T16" fmla="*/ 78 w 444"/>
                <a:gd name="T17" fmla="*/ 234 h 264"/>
                <a:gd name="T18" fmla="*/ 84 w 444"/>
                <a:gd name="T19" fmla="*/ 234 h 264"/>
                <a:gd name="T20" fmla="*/ 96 w 444"/>
                <a:gd name="T21" fmla="*/ 228 h 264"/>
                <a:gd name="T22" fmla="*/ 102 w 444"/>
                <a:gd name="T23" fmla="*/ 222 h 264"/>
                <a:gd name="T24" fmla="*/ 114 w 444"/>
                <a:gd name="T25" fmla="*/ 222 h 264"/>
                <a:gd name="T26" fmla="*/ 120 w 444"/>
                <a:gd name="T27" fmla="*/ 216 h 264"/>
                <a:gd name="T28" fmla="*/ 132 w 444"/>
                <a:gd name="T29" fmla="*/ 210 h 264"/>
                <a:gd name="T30" fmla="*/ 138 w 444"/>
                <a:gd name="T31" fmla="*/ 210 h 264"/>
                <a:gd name="T32" fmla="*/ 144 w 444"/>
                <a:gd name="T33" fmla="*/ 204 h 264"/>
                <a:gd name="T34" fmla="*/ 156 w 444"/>
                <a:gd name="T35" fmla="*/ 198 h 264"/>
                <a:gd name="T36" fmla="*/ 162 w 444"/>
                <a:gd name="T37" fmla="*/ 198 h 264"/>
                <a:gd name="T38" fmla="*/ 174 w 444"/>
                <a:gd name="T39" fmla="*/ 192 h 264"/>
                <a:gd name="T40" fmla="*/ 180 w 444"/>
                <a:gd name="T41" fmla="*/ 186 h 264"/>
                <a:gd name="T42" fmla="*/ 192 w 444"/>
                <a:gd name="T43" fmla="*/ 180 h 264"/>
                <a:gd name="T44" fmla="*/ 198 w 444"/>
                <a:gd name="T45" fmla="*/ 180 h 264"/>
                <a:gd name="T46" fmla="*/ 210 w 444"/>
                <a:gd name="T47" fmla="*/ 174 h 264"/>
                <a:gd name="T48" fmla="*/ 216 w 444"/>
                <a:gd name="T49" fmla="*/ 168 h 264"/>
                <a:gd name="T50" fmla="*/ 228 w 444"/>
                <a:gd name="T51" fmla="*/ 162 h 264"/>
                <a:gd name="T52" fmla="*/ 234 w 444"/>
                <a:gd name="T53" fmla="*/ 156 h 264"/>
                <a:gd name="T54" fmla="*/ 240 w 444"/>
                <a:gd name="T55" fmla="*/ 150 h 264"/>
                <a:gd name="T56" fmla="*/ 252 w 444"/>
                <a:gd name="T57" fmla="*/ 144 h 264"/>
                <a:gd name="T58" fmla="*/ 258 w 444"/>
                <a:gd name="T59" fmla="*/ 144 h 264"/>
                <a:gd name="T60" fmla="*/ 270 w 444"/>
                <a:gd name="T61" fmla="*/ 138 h 264"/>
                <a:gd name="T62" fmla="*/ 276 w 444"/>
                <a:gd name="T63" fmla="*/ 132 h 264"/>
                <a:gd name="T64" fmla="*/ 288 w 444"/>
                <a:gd name="T65" fmla="*/ 126 h 264"/>
                <a:gd name="T66" fmla="*/ 294 w 444"/>
                <a:gd name="T67" fmla="*/ 120 h 264"/>
                <a:gd name="T68" fmla="*/ 306 w 444"/>
                <a:gd name="T69" fmla="*/ 114 h 264"/>
                <a:gd name="T70" fmla="*/ 312 w 444"/>
                <a:gd name="T71" fmla="*/ 108 h 264"/>
                <a:gd name="T72" fmla="*/ 324 w 444"/>
                <a:gd name="T73" fmla="*/ 102 h 264"/>
                <a:gd name="T74" fmla="*/ 330 w 444"/>
                <a:gd name="T75" fmla="*/ 96 h 264"/>
                <a:gd name="T76" fmla="*/ 336 w 444"/>
                <a:gd name="T77" fmla="*/ 90 h 264"/>
                <a:gd name="T78" fmla="*/ 348 w 444"/>
                <a:gd name="T79" fmla="*/ 84 h 264"/>
                <a:gd name="T80" fmla="*/ 354 w 444"/>
                <a:gd name="T81" fmla="*/ 72 h 264"/>
                <a:gd name="T82" fmla="*/ 366 w 444"/>
                <a:gd name="T83" fmla="*/ 66 h 264"/>
                <a:gd name="T84" fmla="*/ 372 w 444"/>
                <a:gd name="T85" fmla="*/ 60 h 264"/>
                <a:gd name="T86" fmla="*/ 384 w 444"/>
                <a:gd name="T87" fmla="*/ 54 h 264"/>
                <a:gd name="T88" fmla="*/ 390 w 444"/>
                <a:gd name="T89" fmla="*/ 48 h 264"/>
                <a:gd name="T90" fmla="*/ 402 w 444"/>
                <a:gd name="T91" fmla="*/ 36 h 264"/>
                <a:gd name="T92" fmla="*/ 408 w 444"/>
                <a:gd name="T93" fmla="*/ 30 h 264"/>
                <a:gd name="T94" fmla="*/ 420 w 444"/>
                <a:gd name="T95" fmla="*/ 24 h 264"/>
                <a:gd name="T96" fmla="*/ 426 w 444"/>
                <a:gd name="T97" fmla="*/ 18 h 264"/>
                <a:gd name="T98" fmla="*/ 432 w 444"/>
                <a:gd name="T99" fmla="*/ 6 h 264"/>
                <a:gd name="T100" fmla="*/ 444 w 444"/>
                <a:gd name="T10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4" h="264">
                  <a:moveTo>
                    <a:pt x="0" y="264"/>
                  </a:moveTo>
                  <a:lnTo>
                    <a:pt x="0" y="264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6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8" y="258"/>
                  </a:lnTo>
                  <a:lnTo>
                    <a:pt x="18" y="258"/>
                  </a:lnTo>
                  <a:lnTo>
                    <a:pt x="18" y="258"/>
                  </a:lnTo>
                  <a:lnTo>
                    <a:pt x="18" y="258"/>
                  </a:lnTo>
                  <a:lnTo>
                    <a:pt x="24" y="258"/>
                  </a:lnTo>
                  <a:lnTo>
                    <a:pt x="24" y="258"/>
                  </a:lnTo>
                  <a:lnTo>
                    <a:pt x="24" y="252"/>
                  </a:lnTo>
                  <a:lnTo>
                    <a:pt x="30" y="252"/>
                  </a:lnTo>
                  <a:lnTo>
                    <a:pt x="30" y="252"/>
                  </a:lnTo>
                  <a:lnTo>
                    <a:pt x="30" y="252"/>
                  </a:lnTo>
                  <a:lnTo>
                    <a:pt x="36" y="252"/>
                  </a:lnTo>
                  <a:lnTo>
                    <a:pt x="36" y="252"/>
                  </a:lnTo>
                  <a:lnTo>
                    <a:pt x="36" y="252"/>
                  </a:lnTo>
                  <a:lnTo>
                    <a:pt x="36" y="252"/>
                  </a:lnTo>
                  <a:lnTo>
                    <a:pt x="42" y="252"/>
                  </a:lnTo>
                  <a:lnTo>
                    <a:pt x="42" y="246"/>
                  </a:lnTo>
                  <a:lnTo>
                    <a:pt x="42" y="246"/>
                  </a:lnTo>
                  <a:lnTo>
                    <a:pt x="48" y="246"/>
                  </a:lnTo>
                  <a:lnTo>
                    <a:pt x="48" y="246"/>
                  </a:lnTo>
                  <a:lnTo>
                    <a:pt x="48" y="246"/>
                  </a:lnTo>
                  <a:lnTo>
                    <a:pt x="48" y="246"/>
                  </a:lnTo>
                  <a:lnTo>
                    <a:pt x="54" y="246"/>
                  </a:lnTo>
                  <a:lnTo>
                    <a:pt x="54" y="246"/>
                  </a:lnTo>
                  <a:lnTo>
                    <a:pt x="54" y="246"/>
                  </a:lnTo>
                  <a:lnTo>
                    <a:pt x="60" y="240"/>
                  </a:lnTo>
                  <a:lnTo>
                    <a:pt x="60" y="240"/>
                  </a:lnTo>
                  <a:lnTo>
                    <a:pt x="60" y="240"/>
                  </a:lnTo>
                  <a:lnTo>
                    <a:pt x="60" y="240"/>
                  </a:lnTo>
                  <a:lnTo>
                    <a:pt x="66" y="240"/>
                  </a:lnTo>
                  <a:lnTo>
                    <a:pt x="66" y="240"/>
                  </a:lnTo>
                  <a:lnTo>
                    <a:pt x="66" y="240"/>
                  </a:lnTo>
                  <a:lnTo>
                    <a:pt x="72" y="240"/>
                  </a:lnTo>
                  <a:lnTo>
                    <a:pt x="72" y="240"/>
                  </a:lnTo>
                  <a:lnTo>
                    <a:pt x="72" y="234"/>
                  </a:lnTo>
                  <a:lnTo>
                    <a:pt x="78" y="234"/>
                  </a:lnTo>
                  <a:lnTo>
                    <a:pt x="78" y="234"/>
                  </a:lnTo>
                  <a:lnTo>
                    <a:pt x="78" y="234"/>
                  </a:lnTo>
                  <a:lnTo>
                    <a:pt x="78" y="234"/>
                  </a:lnTo>
                  <a:lnTo>
                    <a:pt x="84" y="234"/>
                  </a:lnTo>
                  <a:lnTo>
                    <a:pt x="84" y="234"/>
                  </a:lnTo>
                  <a:lnTo>
                    <a:pt x="84" y="234"/>
                  </a:lnTo>
                  <a:lnTo>
                    <a:pt x="90" y="228"/>
                  </a:lnTo>
                  <a:lnTo>
                    <a:pt x="90" y="228"/>
                  </a:lnTo>
                  <a:lnTo>
                    <a:pt x="90" y="228"/>
                  </a:lnTo>
                  <a:lnTo>
                    <a:pt x="90" y="228"/>
                  </a:lnTo>
                  <a:lnTo>
                    <a:pt x="96" y="228"/>
                  </a:lnTo>
                  <a:lnTo>
                    <a:pt x="96" y="228"/>
                  </a:lnTo>
                  <a:lnTo>
                    <a:pt x="96" y="228"/>
                  </a:lnTo>
                  <a:lnTo>
                    <a:pt x="102" y="228"/>
                  </a:lnTo>
                  <a:lnTo>
                    <a:pt x="102" y="222"/>
                  </a:lnTo>
                  <a:lnTo>
                    <a:pt x="102" y="222"/>
                  </a:lnTo>
                  <a:lnTo>
                    <a:pt x="102" y="222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08" y="222"/>
                  </a:lnTo>
                  <a:lnTo>
                    <a:pt x="114" y="222"/>
                  </a:lnTo>
                  <a:lnTo>
                    <a:pt x="114" y="222"/>
                  </a:lnTo>
                  <a:lnTo>
                    <a:pt x="114" y="216"/>
                  </a:lnTo>
                  <a:lnTo>
                    <a:pt x="114" y="216"/>
                  </a:lnTo>
                  <a:lnTo>
                    <a:pt x="120" y="216"/>
                  </a:lnTo>
                  <a:lnTo>
                    <a:pt x="120" y="216"/>
                  </a:lnTo>
                  <a:lnTo>
                    <a:pt x="120" y="216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32" y="210"/>
                  </a:lnTo>
                  <a:lnTo>
                    <a:pt x="132" y="210"/>
                  </a:lnTo>
                  <a:lnTo>
                    <a:pt x="132" y="210"/>
                  </a:lnTo>
                  <a:lnTo>
                    <a:pt x="132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38" y="210"/>
                  </a:lnTo>
                  <a:lnTo>
                    <a:pt x="144" y="204"/>
                  </a:lnTo>
                  <a:lnTo>
                    <a:pt x="144" y="204"/>
                  </a:lnTo>
                  <a:lnTo>
                    <a:pt x="144" y="204"/>
                  </a:lnTo>
                  <a:lnTo>
                    <a:pt x="144" y="204"/>
                  </a:lnTo>
                  <a:lnTo>
                    <a:pt x="150" y="204"/>
                  </a:lnTo>
                  <a:lnTo>
                    <a:pt x="150" y="204"/>
                  </a:lnTo>
                  <a:lnTo>
                    <a:pt x="150" y="204"/>
                  </a:lnTo>
                  <a:lnTo>
                    <a:pt x="156" y="198"/>
                  </a:lnTo>
                  <a:lnTo>
                    <a:pt x="156" y="198"/>
                  </a:lnTo>
                  <a:lnTo>
                    <a:pt x="156" y="198"/>
                  </a:lnTo>
                  <a:lnTo>
                    <a:pt x="156" y="198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68" y="192"/>
                  </a:lnTo>
                  <a:lnTo>
                    <a:pt x="168" y="192"/>
                  </a:lnTo>
                  <a:lnTo>
                    <a:pt x="168" y="192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80" y="186"/>
                  </a:lnTo>
                  <a:lnTo>
                    <a:pt x="180" y="186"/>
                  </a:lnTo>
                  <a:lnTo>
                    <a:pt x="180" y="186"/>
                  </a:lnTo>
                  <a:lnTo>
                    <a:pt x="186" y="186"/>
                  </a:lnTo>
                  <a:lnTo>
                    <a:pt x="186" y="186"/>
                  </a:lnTo>
                  <a:lnTo>
                    <a:pt x="186" y="186"/>
                  </a:lnTo>
                  <a:lnTo>
                    <a:pt x="186" y="180"/>
                  </a:lnTo>
                  <a:lnTo>
                    <a:pt x="192" y="180"/>
                  </a:lnTo>
                  <a:lnTo>
                    <a:pt x="192" y="180"/>
                  </a:lnTo>
                  <a:lnTo>
                    <a:pt x="192" y="180"/>
                  </a:lnTo>
                  <a:lnTo>
                    <a:pt x="198" y="180"/>
                  </a:lnTo>
                  <a:lnTo>
                    <a:pt x="198" y="180"/>
                  </a:lnTo>
                  <a:lnTo>
                    <a:pt x="198" y="180"/>
                  </a:lnTo>
                  <a:lnTo>
                    <a:pt x="198" y="174"/>
                  </a:lnTo>
                  <a:lnTo>
                    <a:pt x="204" y="174"/>
                  </a:lnTo>
                  <a:lnTo>
                    <a:pt x="204" y="174"/>
                  </a:lnTo>
                  <a:lnTo>
                    <a:pt x="204" y="174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0" y="168"/>
                  </a:lnTo>
                  <a:lnTo>
                    <a:pt x="216" y="168"/>
                  </a:lnTo>
                  <a:lnTo>
                    <a:pt x="216" y="168"/>
                  </a:lnTo>
                  <a:lnTo>
                    <a:pt x="216" y="168"/>
                  </a:lnTo>
                  <a:lnTo>
                    <a:pt x="216" y="168"/>
                  </a:lnTo>
                  <a:lnTo>
                    <a:pt x="222" y="168"/>
                  </a:lnTo>
                  <a:lnTo>
                    <a:pt x="222" y="162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28" y="162"/>
                  </a:lnTo>
                  <a:lnTo>
                    <a:pt x="228" y="162"/>
                  </a:lnTo>
                  <a:lnTo>
                    <a:pt x="228" y="162"/>
                  </a:lnTo>
                  <a:lnTo>
                    <a:pt x="234" y="156"/>
                  </a:lnTo>
                  <a:lnTo>
                    <a:pt x="234" y="156"/>
                  </a:lnTo>
                  <a:lnTo>
                    <a:pt x="234" y="156"/>
                  </a:lnTo>
                  <a:lnTo>
                    <a:pt x="240" y="156"/>
                  </a:lnTo>
                  <a:lnTo>
                    <a:pt x="240" y="156"/>
                  </a:lnTo>
                  <a:lnTo>
                    <a:pt x="240" y="156"/>
                  </a:lnTo>
                  <a:lnTo>
                    <a:pt x="240" y="150"/>
                  </a:lnTo>
                  <a:lnTo>
                    <a:pt x="246" y="150"/>
                  </a:lnTo>
                  <a:lnTo>
                    <a:pt x="246" y="150"/>
                  </a:lnTo>
                  <a:lnTo>
                    <a:pt x="246" y="150"/>
                  </a:lnTo>
                  <a:lnTo>
                    <a:pt x="252" y="150"/>
                  </a:lnTo>
                  <a:lnTo>
                    <a:pt x="252" y="144"/>
                  </a:lnTo>
                  <a:lnTo>
                    <a:pt x="252" y="144"/>
                  </a:lnTo>
                  <a:lnTo>
                    <a:pt x="252" y="144"/>
                  </a:lnTo>
                  <a:lnTo>
                    <a:pt x="258" y="144"/>
                  </a:lnTo>
                  <a:lnTo>
                    <a:pt x="258" y="144"/>
                  </a:lnTo>
                  <a:lnTo>
                    <a:pt x="258" y="144"/>
                  </a:lnTo>
                  <a:lnTo>
                    <a:pt x="264" y="138"/>
                  </a:lnTo>
                  <a:lnTo>
                    <a:pt x="264" y="138"/>
                  </a:lnTo>
                  <a:lnTo>
                    <a:pt x="264" y="138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0" y="132"/>
                  </a:lnTo>
                  <a:lnTo>
                    <a:pt x="270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8" y="126"/>
                  </a:lnTo>
                  <a:lnTo>
                    <a:pt x="288" y="126"/>
                  </a:lnTo>
                  <a:lnTo>
                    <a:pt x="288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6" y="114"/>
                  </a:lnTo>
                  <a:lnTo>
                    <a:pt x="306" y="114"/>
                  </a:lnTo>
                  <a:lnTo>
                    <a:pt x="306" y="108"/>
                  </a:lnTo>
                  <a:lnTo>
                    <a:pt x="312" y="108"/>
                  </a:lnTo>
                  <a:lnTo>
                    <a:pt x="312" y="108"/>
                  </a:lnTo>
                  <a:lnTo>
                    <a:pt x="312" y="108"/>
                  </a:lnTo>
                  <a:lnTo>
                    <a:pt x="312" y="108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4" y="102"/>
                  </a:lnTo>
                  <a:lnTo>
                    <a:pt x="324" y="102"/>
                  </a:lnTo>
                  <a:lnTo>
                    <a:pt x="324" y="96"/>
                  </a:lnTo>
                  <a:lnTo>
                    <a:pt x="324" y="96"/>
                  </a:lnTo>
                  <a:lnTo>
                    <a:pt x="330" y="96"/>
                  </a:lnTo>
                  <a:lnTo>
                    <a:pt x="330" y="96"/>
                  </a:lnTo>
                  <a:lnTo>
                    <a:pt x="330" y="96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36" y="90"/>
                  </a:lnTo>
                  <a:lnTo>
                    <a:pt x="342" y="84"/>
                  </a:lnTo>
                  <a:lnTo>
                    <a:pt x="342" y="84"/>
                  </a:lnTo>
                  <a:lnTo>
                    <a:pt x="342" y="84"/>
                  </a:lnTo>
                  <a:lnTo>
                    <a:pt x="348" y="84"/>
                  </a:lnTo>
                  <a:lnTo>
                    <a:pt x="348" y="84"/>
                  </a:lnTo>
                  <a:lnTo>
                    <a:pt x="348" y="78"/>
                  </a:lnTo>
                  <a:lnTo>
                    <a:pt x="348" y="78"/>
                  </a:lnTo>
                  <a:lnTo>
                    <a:pt x="354" y="78"/>
                  </a:lnTo>
                  <a:lnTo>
                    <a:pt x="354" y="78"/>
                  </a:lnTo>
                  <a:lnTo>
                    <a:pt x="354" y="72"/>
                  </a:lnTo>
                  <a:lnTo>
                    <a:pt x="360" y="72"/>
                  </a:lnTo>
                  <a:lnTo>
                    <a:pt x="360" y="72"/>
                  </a:lnTo>
                  <a:lnTo>
                    <a:pt x="360" y="72"/>
                  </a:lnTo>
                  <a:lnTo>
                    <a:pt x="366" y="72"/>
                  </a:lnTo>
                  <a:lnTo>
                    <a:pt x="366" y="66"/>
                  </a:lnTo>
                  <a:lnTo>
                    <a:pt x="366" y="66"/>
                  </a:lnTo>
                  <a:lnTo>
                    <a:pt x="366" y="66"/>
                  </a:lnTo>
                  <a:lnTo>
                    <a:pt x="372" y="66"/>
                  </a:lnTo>
                  <a:lnTo>
                    <a:pt x="372" y="60"/>
                  </a:lnTo>
                  <a:lnTo>
                    <a:pt x="372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54"/>
                  </a:lnTo>
                  <a:lnTo>
                    <a:pt x="378" y="54"/>
                  </a:lnTo>
                  <a:lnTo>
                    <a:pt x="384" y="54"/>
                  </a:lnTo>
                  <a:lnTo>
                    <a:pt x="384" y="54"/>
                  </a:lnTo>
                  <a:lnTo>
                    <a:pt x="384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0" y="42"/>
                  </a:lnTo>
                  <a:lnTo>
                    <a:pt x="396" y="42"/>
                  </a:lnTo>
                  <a:lnTo>
                    <a:pt x="396" y="42"/>
                  </a:lnTo>
                  <a:lnTo>
                    <a:pt x="396" y="42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02" y="36"/>
                  </a:lnTo>
                  <a:lnTo>
                    <a:pt x="408" y="36"/>
                  </a:lnTo>
                  <a:lnTo>
                    <a:pt x="408" y="30"/>
                  </a:lnTo>
                  <a:lnTo>
                    <a:pt x="408" y="30"/>
                  </a:lnTo>
                  <a:lnTo>
                    <a:pt x="408" y="30"/>
                  </a:lnTo>
                  <a:lnTo>
                    <a:pt x="414" y="30"/>
                  </a:lnTo>
                  <a:lnTo>
                    <a:pt x="414" y="24"/>
                  </a:lnTo>
                  <a:lnTo>
                    <a:pt x="414" y="24"/>
                  </a:lnTo>
                  <a:lnTo>
                    <a:pt x="420" y="24"/>
                  </a:lnTo>
                  <a:lnTo>
                    <a:pt x="420" y="24"/>
                  </a:lnTo>
                  <a:lnTo>
                    <a:pt x="420" y="18"/>
                  </a:lnTo>
                  <a:lnTo>
                    <a:pt x="420" y="18"/>
                  </a:lnTo>
                  <a:lnTo>
                    <a:pt x="426" y="18"/>
                  </a:lnTo>
                  <a:lnTo>
                    <a:pt x="426" y="18"/>
                  </a:lnTo>
                  <a:lnTo>
                    <a:pt x="426" y="12"/>
                  </a:lnTo>
                  <a:lnTo>
                    <a:pt x="432" y="12"/>
                  </a:lnTo>
                  <a:lnTo>
                    <a:pt x="432" y="12"/>
                  </a:lnTo>
                  <a:lnTo>
                    <a:pt x="432" y="12"/>
                  </a:lnTo>
                  <a:lnTo>
                    <a:pt x="432" y="6"/>
                  </a:lnTo>
                  <a:lnTo>
                    <a:pt x="438" y="6"/>
                  </a:lnTo>
                  <a:lnTo>
                    <a:pt x="438" y="6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</a:path>
              </a:pathLst>
            </a:custGeom>
            <a:noFill/>
            <a:ln w="19050" cmpd="sng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66">
              <a:extLst>
                <a:ext uri="{FF2B5EF4-FFF2-40B4-BE49-F238E27FC236}">
                  <a16:creationId xmlns:a16="http://schemas.microsoft.com/office/drawing/2014/main" id="{D873AB4C-FB2C-47DC-83B1-AC71C94BA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251"/>
              <a:ext cx="31" cy="82"/>
            </a:xfrm>
            <a:custGeom>
              <a:avLst/>
              <a:gdLst>
                <a:gd name="T0" fmla="*/ 0 w 30"/>
                <a:gd name="T1" fmla="*/ 78 h 78"/>
                <a:gd name="T2" fmla="*/ 6 w 30"/>
                <a:gd name="T3" fmla="*/ 72 h 78"/>
                <a:gd name="T4" fmla="*/ 6 w 30"/>
                <a:gd name="T5" fmla="*/ 66 h 78"/>
                <a:gd name="T6" fmla="*/ 6 w 30"/>
                <a:gd name="T7" fmla="*/ 60 h 78"/>
                <a:gd name="T8" fmla="*/ 12 w 30"/>
                <a:gd name="T9" fmla="*/ 60 h 78"/>
                <a:gd name="T10" fmla="*/ 12 w 30"/>
                <a:gd name="T11" fmla="*/ 54 h 78"/>
                <a:gd name="T12" fmla="*/ 12 w 30"/>
                <a:gd name="T13" fmla="*/ 48 h 78"/>
                <a:gd name="T14" fmla="*/ 12 w 30"/>
                <a:gd name="T15" fmla="*/ 42 h 78"/>
                <a:gd name="T16" fmla="*/ 18 w 30"/>
                <a:gd name="T17" fmla="*/ 36 h 78"/>
                <a:gd name="T18" fmla="*/ 18 w 30"/>
                <a:gd name="T19" fmla="*/ 36 h 78"/>
                <a:gd name="T20" fmla="*/ 18 w 30"/>
                <a:gd name="T21" fmla="*/ 30 h 78"/>
                <a:gd name="T22" fmla="*/ 24 w 30"/>
                <a:gd name="T23" fmla="*/ 24 h 78"/>
                <a:gd name="T24" fmla="*/ 24 w 30"/>
                <a:gd name="T25" fmla="*/ 18 h 78"/>
                <a:gd name="T26" fmla="*/ 24 w 30"/>
                <a:gd name="T27" fmla="*/ 12 h 78"/>
                <a:gd name="T28" fmla="*/ 24 w 30"/>
                <a:gd name="T29" fmla="*/ 12 h 78"/>
                <a:gd name="T30" fmla="*/ 30 w 30"/>
                <a:gd name="T31" fmla="*/ 6 h 78"/>
                <a:gd name="T32" fmla="*/ 30 w 30"/>
                <a:gd name="T33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78">
                  <a:moveTo>
                    <a:pt x="0" y="78"/>
                  </a:moveTo>
                  <a:lnTo>
                    <a:pt x="6" y="72"/>
                  </a:lnTo>
                  <a:lnTo>
                    <a:pt x="6" y="66"/>
                  </a:lnTo>
                  <a:lnTo>
                    <a:pt x="6" y="60"/>
                  </a:lnTo>
                  <a:lnTo>
                    <a:pt x="12" y="60"/>
                  </a:lnTo>
                  <a:lnTo>
                    <a:pt x="12" y="54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0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Line 67">
            <a:extLst>
              <a:ext uri="{FF2B5EF4-FFF2-40B4-BE49-F238E27FC236}">
                <a16:creationId xmlns:a16="http://schemas.microsoft.com/office/drawing/2014/main" id="{E276A5AE-C855-41C2-8C66-3421F38B8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2332" y="2490293"/>
            <a:ext cx="2103437" cy="21034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graphicFrame>
        <p:nvGraphicFramePr>
          <p:cNvPr id="22" name="Object 68">
            <a:extLst>
              <a:ext uri="{FF2B5EF4-FFF2-40B4-BE49-F238E27FC236}">
                <a16:creationId xmlns:a16="http://schemas.microsoft.com/office/drawing/2014/main" id="{F69FF5B7-B27C-4317-B56E-124C6300C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519362"/>
              </p:ext>
            </p:extLst>
          </p:nvPr>
        </p:nvGraphicFramePr>
        <p:xfrm>
          <a:off x="5171150" y="3102696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75" name="Equation" r:id="rId15" imgW="927000" imgH="304560" progId="Equation.DSMT4">
                  <p:embed/>
                </p:oleObj>
              </mc:Choice>
              <mc:Fallback>
                <p:oleObj name="Equation" r:id="rId15" imgW="927000" imgH="304560" progId="Equation.DSMT4">
                  <p:embed/>
                  <p:pic>
                    <p:nvPicPr>
                      <p:cNvPr id="113732" name="Object 68">
                        <a:extLst>
                          <a:ext uri="{FF2B5EF4-FFF2-40B4-BE49-F238E27FC236}">
                            <a16:creationId xmlns:a16="http://schemas.microsoft.com/office/drawing/2014/main" id="{5776C8F9-86A7-4F3B-9E6C-A1F001B21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150" y="3102696"/>
                        <a:ext cx="927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9">
            <a:extLst>
              <a:ext uri="{FF2B5EF4-FFF2-40B4-BE49-F238E27FC236}">
                <a16:creationId xmlns:a16="http://schemas.microsoft.com/office/drawing/2014/main" id="{953AF0DC-1001-4EFB-BDD5-E6D8F14261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433863"/>
              </p:ext>
            </p:extLst>
          </p:nvPr>
        </p:nvGraphicFramePr>
        <p:xfrm>
          <a:off x="4332950" y="2039071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76" name="Equation" r:id="rId17" imgW="1104840" imgH="342720" progId="Equation.DSMT4">
                  <p:embed/>
                </p:oleObj>
              </mc:Choice>
              <mc:Fallback>
                <p:oleObj name="Equation" r:id="rId17" imgW="1104840" imgH="342720" progId="Equation.DSMT4">
                  <p:embed/>
                  <p:pic>
                    <p:nvPicPr>
                      <p:cNvPr id="113733" name="Object 69">
                        <a:extLst>
                          <a:ext uri="{FF2B5EF4-FFF2-40B4-BE49-F238E27FC236}">
                            <a16:creationId xmlns:a16="http://schemas.microsoft.com/office/drawing/2014/main" id="{2E52825C-4631-4765-B89B-4C545B2C9E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950" y="2039071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0">
            <a:extLst>
              <a:ext uri="{FF2B5EF4-FFF2-40B4-BE49-F238E27FC236}">
                <a16:creationId xmlns:a16="http://schemas.microsoft.com/office/drawing/2014/main" id="{02CE925E-E87B-4917-AD9E-78074EEE6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408513"/>
              </p:ext>
            </p:extLst>
          </p:nvPr>
        </p:nvGraphicFramePr>
        <p:xfrm>
          <a:off x="5569564" y="2402423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77" name="Equation" r:id="rId19" imgW="571320" imgH="241200" progId="Equation.DSMT4">
                  <p:embed/>
                </p:oleObj>
              </mc:Choice>
              <mc:Fallback>
                <p:oleObj name="Equation" r:id="rId19" imgW="571320" imgH="241200" progId="Equation.DSMT4">
                  <p:embed/>
                  <p:pic>
                    <p:nvPicPr>
                      <p:cNvPr id="113734" name="Object 70">
                        <a:extLst>
                          <a:ext uri="{FF2B5EF4-FFF2-40B4-BE49-F238E27FC236}">
                            <a16:creationId xmlns:a16="http://schemas.microsoft.com/office/drawing/2014/main" id="{EEC38621-17E2-4C60-A3E5-3FD46DCEB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564" y="2402423"/>
                        <a:ext cx="571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71">
            <a:extLst>
              <a:ext uri="{FF2B5EF4-FFF2-40B4-BE49-F238E27FC236}">
                <a16:creationId xmlns:a16="http://schemas.microsoft.com/office/drawing/2014/main" id="{7FB373DF-FCCC-444A-B8D3-FB051D627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344" y="3282456"/>
            <a:ext cx="603250" cy="6048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Freeform 72">
            <a:extLst>
              <a:ext uri="{FF2B5EF4-FFF2-40B4-BE49-F238E27FC236}">
                <a16:creationId xmlns:a16="http://schemas.microsoft.com/office/drawing/2014/main" id="{037E6DDE-ADAA-426A-9CB3-E8EEE181791E}"/>
              </a:ext>
            </a:extLst>
          </p:cNvPr>
          <p:cNvSpPr>
            <a:spLocks/>
          </p:cNvSpPr>
          <p:nvPr/>
        </p:nvSpPr>
        <p:spPr bwMode="auto">
          <a:xfrm rot="18900000">
            <a:off x="4370232" y="3404693"/>
            <a:ext cx="122237" cy="120650"/>
          </a:xfrm>
          <a:custGeom>
            <a:avLst/>
            <a:gdLst>
              <a:gd name="T0" fmla="*/ 0 w 336"/>
              <a:gd name="T1" fmla="*/ 0 h 288"/>
              <a:gd name="T2" fmla="*/ 336 w 336"/>
              <a:gd name="T3" fmla="*/ 0 h 288"/>
              <a:gd name="T4" fmla="*/ 336 w 336"/>
              <a:gd name="T5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6" h="288">
                <a:moveTo>
                  <a:pt x="0" y="0"/>
                </a:moveTo>
                <a:lnTo>
                  <a:pt x="336" y="0"/>
                </a:lnTo>
                <a:lnTo>
                  <a:pt x="336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" name="Group 73">
            <a:extLst>
              <a:ext uri="{FF2B5EF4-FFF2-40B4-BE49-F238E27FC236}">
                <a16:creationId xmlns:a16="http://schemas.microsoft.com/office/drawing/2014/main" id="{BC9E08C1-9797-4D30-AAF3-002963ACB90A}"/>
              </a:ext>
            </a:extLst>
          </p:cNvPr>
          <p:cNvGrpSpPr>
            <a:grpSpLocks/>
          </p:cNvGrpSpPr>
          <p:nvPr/>
        </p:nvGrpSpPr>
        <p:grpSpPr bwMode="auto">
          <a:xfrm>
            <a:off x="3216119" y="3060206"/>
            <a:ext cx="933450" cy="304800"/>
            <a:chOff x="3540" y="1191"/>
            <a:chExt cx="588" cy="192"/>
          </a:xfrm>
        </p:grpSpPr>
        <p:graphicFrame>
          <p:nvGraphicFramePr>
            <p:cNvPr id="28" name="Object 74">
              <a:extLst>
                <a:ext uri="{FF2B5EF4-FFF2-40B4-BE49-F238E27FC236}">
                  <a16:creationId xmlns:a16="http://schemas.microsoft.com/office/drawing/2014/main" id="{9AB2421E-3BC3-4DE6-B335-CC6EE21C2F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0077481"/>
                </p:ext>
              </p:extLst>
            </p:nvPr>
          </p:nvGraphicFramePr>
          <p:xfrm>
            <a:off x="3540" y="1191"/>
            <a:ext cx="4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8" name="Equation" r:id="rId21" imgW="749160" imgH="304560" progId="Equation.DSMT4">
                    <p:embed/>
                  </p:oleObj>
                </mc:Choice>
                <mc:Fallback>
                  <p:oleObj name="Equation" r:id="rId21" imgW="749160" imgH="304560" progId="Equation.DSMT4">
                    <p:embed/>
                    <p:pic>
                      <p:nvPicPr>
                        <p:cNvPr id="113738" name="Object 74">
                          <a:extLst>
                            <a:ext uri="{FF2B5EF4-FFF2-40B4-BE49-F238E27FC236}">
                              <a16:creationId xmlns:a16="http://schemas.microsoft.com/office/drawing/2014/main" id="{C8C96EB9-D8D0-4601-938B-B2CDF0DA74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1191"/>
                          <a:ext cx="47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Oval 75">
              <a:extLst>
                <a:ext uri="{FF2B5EF4-FFF2-40B4-BE49-F238E27FC236}">
                  <a16:creationId xmlns:a16="http://schemas.microsoft.com/office/drawing/2014/main" id="{B142512A-891C-4306-88FE-7BF293280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" y="1314"/>
              <a:ext cx="36" cy="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76">
            <a:extLst>
              <a:ext uri="{FF2B5EF4-FFF2-40B4-BE49-F238E27FC236}">
                <a16:creationId xmlns:a16="http://schemas.microsoft.com/office/drawing/2014/main" id="{3812C607-53EF-4AB5-B0A3-3575CF2FDADD}"/>
              </a:ext>
            </a:extLst>
          </p:cNvPr>
          <p:cNvGrpSpPr>
            <a:grpSpLocks/>
          </p:cNvGrpSpPr>
          <p:nvPr/>
        </p:nvGrpSpPr>
        <p:grpSpPr bwMode="auto">
          <a:xfrm>
            <a:off x="4187669" y="3404693"/>
            <a:ext cx="427038" cy="365125"/>
            <a:chOff x="4128" y="1968"/>
            <a:chExt cx="336" cy="288"/>
          </a:xfrm>
        </p:grpSpPr>
        <p:sp>
          <p:nvSpPr>
            <p:cNvPr id="31" name="Line 77">
              <a:extLst>
                <a:ext uri="{FF2B5EF4-FFF2-40B4-BE49-F238E27FC236}">
                  <a16:creationId xmlns:a16="http://schemas.microsoft.com/office/drawing/2014/main" id="{F0589E31-1E7C-4B9C-9173-04664A5D25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968"/>
              <a:ext cx="96" cy="48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78">
              <a:extLst>
                <a:ext uri="{FF2B5EF4-FFF2-40B4-BE49-F238E27FC236}">
                  <a16:creationId xmlns:a16="http://schemas.microsoft.com/office/drawing/2014/main" id="{77E8B057-933E-4368-A815-58FE2EF9F4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2208"/>
              <a:ext cx="96" cy="48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79">
            <a:extLst>
              <a:ext uri="{FF2B5EF4-FFF2-40B4-BE49-F238E27FC236}">
                <a16:creationId xmlns:a16="http://schemas.microsoft.com/office/drawing/2014/main" id="{6A2AFC85-54AE-4DD3-8515-089229AE1A75}"/>
              </a:ext>
            </a:extLst>
          </p:cNvPr>
          <p:cNvGrpSpPr>
            <a:grpSpLocks/>
          </p:cNvGrpSpPr>
          <p:nvPr/>
        </p:nvGrpSpPr>
        <p:grpSpPr bwMode="auto">
          <a:xfrm>
            <a:off x="4114644" y="3471368"/>
            <a:ext cx="1536700" cy="1152525"/>
            <a:chOff x="4070" y="2069"/>
            <a:chExt cx="1210" cy="907"/>
          </a:xfrm>
        </p:grpSpPr>
        <p:sp>
          <p:nvSpPr>
            <p:cNvPr id="34" name="Freeform 80">
              <a:extLst>
                <a:ext uri="{FF2B5EF4-FFF2-40B4-BE49-F238E27FC236}">
                  <a16:creationId xmlns:a16="http://schemas.microsoft.com/office/drawing/2014/main" id="{830FC152-EBEB-4A20-80F2-F49FE749F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2403"/>
              <a:ext cx="466" cy="573"/>
            </a:xfrm>
            <a:custGeom>
              <a:avLst/>
              <a:gdLst>
                <a:gd name="T0" fmla="*/ 6 w 444"/>
                <a:gd name="T1" fmla="*/ 534 h 546"/>
                <a:gd name="T2" fmla="*/ 12 w 444"/>
                <a:gd name="T3" fmla="*/ 516 h 546"/>
                <a:gd name="T4" fmla="*/ 24 w 444"/>
                <a:gd name="T5" fmla="*/ 492 h 546"/>
                <a:gd name="T6" fmla="*/ 30 w 444"/>
                <a:gd name="T7" fmla="*/ 474 h 546"/>
                <a:gd name="T8" fmla="*/ 42 w 444"/>
                <a:gd name="T9" fmla="*/ 456 h 546"/>
                <a:gd name="T10" fmla="*/ 48 w 444"/>
                <a:gd name="T11" fmla="*/ 438 h 546"/>
                <a:gd name="T12" fmla="*/ 60 w 444"/>
                <a:gd name="T13" fmla="*/ 420 h 546"/>
                <a:gd name="T14" fmla="*/ 66 w 444"/>
                <a:gd name="T15" fmla="*/ 408 h 546"/>
                <a:gd name="T16" fmla="*/ 72 w 444"/>
                <a:gd name="T17" fmla="*/ 390 h 546"/>
                <a:gd name="T18" fmla="*/ 84 w 444"/>
                <a:gd name="T19" fmla="*/ 372 h 546"/>
                <a:gd name="T20" fmla="*/ 90 w 444"/>
                <a:gd name="T21" fmla="*/ 360 h 546"/>
                <a:gd name="T22" fmla="*/ 102 w 444"/>
                <a:gd name="T23" fmla="*/ 348 h 546"/>
                <a:gd name="T24" fmla="*/ 108 w 444"/>
                <a:gd name="T25" fmla="*/ 330 h 546"/>
                <a:gd name="T26" fmla="*/ 120 w 444"/>
                <a:gd name="T27" fmla="*/ 318 h 546"/>
                <a:gd name="T28" fmla="*/ 126 w 444"/>
                <a:gd name="T29" fmla="*/ 306 h 546"/>
                <a:gd name="T30" fmla="*/ 138 w 444"/>
                <a:gd name="T31" fmla="*/ 294 h 546"/>
                <a:gd name="T32" fmla="*/ 144 w 444"/>
                <a:gd name="T33" fmla="*/ 282 h 546"/>
                <a:gd name="T34" fmla="*/ 156 w 444"/>
                <a:gd name="T35" fmla="*/ 270 h 546"/>
                <a:gd name="T36" fmla="*/ 162 w 444"/>
                <a:gd name="T37" fmla="*/ 258 h 546"/>
                <a:gd name="T38" fmla="*/ 168 w 444"/>
                <a:gd name="T39" fmla="*/ 246 h 546"/>
                <a:gd name="T40" fmla="*/ 180 w 444"/>
                <a:gd name="T41" fmla="*/ 240 h 546"/>
                <a:gd name="T42" fmla="*/ 186 w 444"/>
                <a:gd name="T43" fmla="*/ 228 h 546"/>
                <a:gd name="T44" fmla="*/ 198 w 444"/>
                <a:gd name="T45" fmla="*/ 216 h 546"/>
                <a:gd name="T46" fmla="*/ 204 w 444"/>
                <a:gd name="T47" fmla="*/ 210 h 546"/>
                <a:gd name="T48" fmla="*/ 216 w 444"/>
                <a:gd name="T49" fmla="*/ 198 h 546"/>
                <a:gd name="T50" fmla="*/ 222 w 444"/>
                <a:gd name="T51" fmla="*/ 186 h 546"/>
                <a:gd name="T52" fmla="*/ 234 w 444"/>
                <a:gd name="T53" fmla="*/ 180 h 546"/>
                <a:gd name="T54" fmla="*/ 240 w 444"/>
                <a:gd name="T55" fmla="*/ 168 h 546"/>
                <a:gd name="T56" fmla="*/ 252 w 444"/>
                <a:gd name="T57" fmla="*/ 162 h 546"/>
                <a:gd name="T58" fmla="*/ 258 w 444"/>
                <a:gd name="T59" fmla="*/ 150 h 546"/>
                <a:gd name="T60" fmla="*/ 264 w 444"/>
                <a:gd name="T61" fmla="*/ 144 h 546"/>
                <a:gd name="T62" fmla="*/ 276 w 444"/>
                <a:gd name="T63" fmla="*/ 138 h 546"/>
                <a:gd name="T64" fmla="*/ 282 w 444"/>
                <a:gd name="T65" fmla="*/ 126 h 546"/>
                <a:gd name="T66" fmla="*/ 294 w 444"/>
                <a:gd name="T67" fmla="*/ 120 h 546"/>
                <a:gd name="T68" fmla="*/ 300 w 444"/>
                <a:gd name="T69" fmla="*/ 114 h 546"/>
                <a:gd name="T70" fmla="*/ 312 w 444"/>
                <a:gd name="T71" fmla="*/ 102 h 546"/>
                <a:gd name="T72" fmla="*/ 318 w 444"/>
                <a:gd name="T73" fmla="*/ 96 h 546"/>
                <a:gd name="T74" fmla="*/ 330 w 444"/>
                <a:gd name="T75" fmla="*/ 90 h 546"/>
                <a:gd name="T76" fmla="*/ 336 w 444"/>
                <a:gd name="T77" fmla="*/ 84 h 546"/>
                <a:gd name="T78" fmla="*/ 348 w 444"/>
                <a:gd name="T79" fmla="*/ 72 h 546"/>
                <a:gd name="T80" fmla="*/ 354 w 444"/>
                <a:gd name="T81" fmla="*/ 66 h 546"/>
                <a:gd name="T82" fmla="*/ 360 w 444"/>
                <a:gd name="T83" fmla="*/ 60 h 546"/>
                <a:gd name="T84" fmla="*/ 372 w 444"/>
                <a:gd name="T85" fmla="*/ 54 h 546"/>
                <a:gd name="T86" fmla="*/ 378 w 444"/>
                <a:gd name="T87" fmla="*/ 48 h 546"/>
                <a:gd name="T88" fmla="*/ 390 w 444"/>
                <a:gd name="T89" fmla="*/ 42 h 546"/>
                <a:gd name="T90" fmla="*/ 396 w 444"/>
                <a:gd name="T91" fmla="*/ 36 h 546"/>
                <a:gd name="T92" fmla="*/ 408 w 444"/>
                <a:gd name="T93" fmla="*/ 30 h 546"/>
                <a:gd name="T94" fmla="*/ 414 w 444"/>
                <a:gd name="T95" fmla="*/ 24 h 546"/>
                <a:gd name="T96" fmla="*/ 426 w 444"/>
                <a:gd name="T97" fmla="*/ 18 h 546"/>
                <a:gd name="T98" fmla="*/ 432 w 444"/>
                <a:gd name="T99" fmla="*/ 6 h 546"/>
                <a:gd name="T100" fmla="*/ 444 w 444"/>
                <a:gd name="T101" fmla="*/ 0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4" h="546">
                  <a:moveTo>
                    <a:pt x="0" y="546"/>
                  </a:moveTo>
                  <a:lnTo>
                    <a:pt x="0" y="540"/>
                  </a:lnTo>
                  <a:lnTo>
                    <a:pt x="0" y="540"/>
                  </a:lnTo>
                  <a:lnTo>
                    <a:pt x="6" y="540"/>
                  </a:lnTo>
                  <a:lnTo>
                    <a:pt x="6" y="534"/>
                  </a:lnTo>
                  <a:lnTo>
                    <a:pt x="6" y="534"/>
                  </a:lnTo>
                  <a:lnTo>
                    <a:pt x="6" y="528"/>
                  </a:lnTo>
                  <a:lnTo>
                    <a:pt x="12" y="522"/>
                  </a:lnTo>
                  <a:lnTo>
                    <a:pt x="12" y="516"/>
                  </a:lnTo>
                  <a:lnTo>
                    <a:pt x="12" y="516"/>
                  </a:lnTo>
                  <a:lnTo>
                    <a:pt x="18" y="510"/>
                  </a:lnTo>
                  <a:lnTo>
                    <a:pt x="18" y="504"/>
                  </a:lnTo>
                  <a:lnTo>
                    <a:pt x="18" y="504"/>
                  </a:lnTo>
                  <a:lnTo>
                    <a:pt x="18" y="498"/>
                  </a:lnTo>
                  <a:lnTo>
                    <a:pt x="24" y="492"/>
                  </a:lnTo>
                  <a:lnTo>
                    <a:pt x="24" y="492"/>
                  </a:lnTo>
                  <a:lnTo>
                    <a:pt x="24" y="486"/>
                  </a:lnTo>
                  <a:lnTo>
                    <a:pt x="30" y="480"/>
                  </a:lnTo>
                  <a:lnTo>
                    <a:pt x="30" y="480"/>
                  </a:lnTo>
                  <a:lnTo>
                    <a:pt x="30" y="474"/>
                  </a:lnTo>
                  <a:lnTo>
                    <a:pt x="30" y="468"/>
                  </a:lnTo>
                  <a:lnTo>
                    <a:pt x="36" y="468"/>
                  </a:lnTo>
                  <a:lnTo>
                    <a:pt x="36" y="462"/>
                  </a:lnTo>
                  <a:lnTo>
                    <a:pt x="36" y="462"/>
                  </a:lnTo>
                  <a:lnTo>
                    <a:pt x="42" y="456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8" y="444"/>
                  </a:lnTo>
                  <a:lnTo>
                    <a:pt x="48" y="444"/>
                  </a:lnTo>
                  <a:lnTo>
                    <a:pt x="48" y="438"/>
                  </a:lnTo>
                  <a:lnTo>
                    <a:pt x="48" y="432"/>
                  </a:lnTo>
                  <a:lnTo>
                    <a:pt x="54" y="432"/>
                  </a:lnTo>
                  <a:lnTo>
                    <a:pt x="54" y="426"/>
                  </a:lnTo>
                  <a:lnTo>
                    <a:pt x="54" y="426"/>
                  </a:lnTo>
                  <a:lnTo>
                    <a:pt x="60" y="420"/>
                  </a:lnTo>
                  <a:lnTo>
                    <a:pt x="60" y="420"/>
                  </a:lnTo>
                  <a:lnTo>
                    <a:pt x="60" y="414"/>
                  </a:lnTo>
                  <a:lnTo>
                    <a:pt x="60" y="414"/>
                  </a:lnTo>
                  <a:lnTo>
                    <a:pt x="66" y="408"/>
                  </a:lnTo>
                  <a:lnTo>
                    <a:pt x="66" y="408"/>
                  </a:lnTo>
                  <a:lnTo>
                    <a:pt x="66" y="402"/>
                  </a:lnTo>
                  <a:lnTo>
                    <a:pt x="72" y="396"/>
                  </a:lnTo>
                  <a:lnTo>
                    <a:pt x="72" y="396"/>
                  </a:lnTo>
                  <a:lnTo>
                    <a:pt x="72" y="390"/>
                  </a:lnTo>
                  <a:lnTo>
                    <a:pt x="72" y="390"/>
                  </a:lnTo>
                  <a:lnTo>
                    <a:pt x="78" y="384"/>
                  </a:lnTo>
                  <a:lnTo>
                    <a:pt x="78" y="384"/>
                  </a:lnTo>
                  <a:lnTo>
                    <a:pt x="78" y="378"/>
                  </a:lnTo>
                  <a:lnTo>
                    <a:pt x="84" y="378"/>
                  </a:lnTo>
                  <a:lnTo>
                    <a:pt x="84" y="372"/>
                  </a:lnTo>
                  <a:lnTo>
                    <a:pt x="84" y="372"/>
                  </a:lnTo>
                  <a:lnTo>
                    <a:pt x="84" y="366"/>
                  </a:lnTo>
                  <a:lnTo>
                    <a:pt x="90" y="366"/>
                  </a:lnTo>
                  <a:lnTo>
                    <a:pt x="90" y="360"/>
                  </a:lnTo>
                  <a:lnTo>
                    <a:pt x="90" y="360"/>
                  </a:lnTo>
                  <a:lnTo>
                    <a:pt x="96" y="360"/>
                  </a:lnTo>
                  <a:lnTo>
                    <a:pt x="96" y="354"/>
                  </a:lnTo>
                  <a:lnTo>
                    <a:pt x="96" y="354"/>
                  </a:lnTo>
                  <a:lnTo>
                    <a:pt x="102" y="348"/>
                  </a:lnTo>
                  <a:lnTo>
                    <a:pt x="102" y="348"/>
                  </a:lnTo>
                  <a:lnTo>
                    <a:pt x="102" y="342"/>
                  </a:lnTo>
                  <a:lnTo>
                    <a:pt x="102" y="342"/>
                  </a:lnTo>
                  <a:lnTo>
                    <a:pt x="108" y="336"/>
                  </a:lnTo>
                  <a:lnTo>
                    <a:pt x="108" y="336"/>
                  </a:lnTo>
                  <a:lnTo>
                    <a:pt x="108" y="330"/>
                  </a:lnTo>
                  <a:lnTo>
                    <a:pt x="114" y="330"/>
                  </a:lnTo>
                  <a:lnTo>
                    <a:pt x="114" y="330"/>
                  </a:lnTo>
                  <a:lnTo>
                    <a:pt x="114" y="324"/>
                  </a:lnTo>
                  <a:lnTo>
                    <a:pt x="114" y="324"/>
                  </a:lnTo>
                  <a:lnTo>
                    <a:pt x="120" y="318"/>
                  </a:lnTo>
                  <a:lnTo>
                    <a:pt x="120" y="318"/>
                  </a:lnTo>
                  <a:lnTo>
                    <a:pt x="120" y="312"/>
                  </a:lnTo>
                  <a:lnTo>
                    <a:pt x="126" y="312"/>
                  </a:lnTo>
                  <a:lnTo>
                    <a:pt x="126" y="312"/>
                  </a:lnTo>
                  <a:lnTo>
                    <a:pt x="126" y="306"/>
                  </a:lnTo>
                  <a:lnTo>
                    <a:pt x="126" y="306"/>
                  </a:lnTo>
                  <a:lnTo>
                    <a:pt x="132" y="300"/>
                  </a:lnTo>
                  <a:lnTo>
                    <a:pt x="132" y="300"/>
                  </a:lnTo>
                  <a:lnTo>
                    <a:pt x="132" y="294"/>
                  </a:lnTo>
                  <a:lnTo>
                    <a:pt x="138" y="294"/>
                  </a:lnTo>
                  <a:lnTo>
                    <a:pt x="138" y="294"/>
                  </a:lnTo>
                  <a:lnTo>
                    <a:pt x="138" y="288"/>
                  </a:lnTo>
                  <a:lnTo>
                    <a:pt x="144" y="288"/>
                  </a:lnTo>
                  <a:lnTo>
                    <a:pt x="144" y="282"/>
                  </a:lnTo>
                  <a:lnTo>
                    <a:pt x="144" y="282"/>
                  </a:lnTo>
                  <a:lnTo>
                    <a:pt x="144" y="282"/>
                  </a:lnTo>
                  <a:lnTo>
                    <a:pt x="150" y="276"/>
                  </a:lnTo>
                  <a:lnTo>
                    <a:pt x="150" y="276"/>
                  </a:lnTo>
                  <a:lnTo>
                    <a:pt x="150" y="270"/>
                  </a:lnTo>
                  <a:lnTo>
                    <a:pt x="156" y="270"/>
                  </a:lnTo>
                  <a:lnTo>
                    <a:pt x="156" y="270"/>
                  </a:lnTo>
                  <a:lnTo>
                    <a:pt x="156" y="264"/>
                  </a:lnTo>
                  <a:lnTo>
                    <a:pt x="156" y="264"/>
                  </a:lnTo>
                  <a:lnTo>
                    <a:pt x="162" y="264"/>
                  </a:lnTo>
                  <a:lnTo>
                    <a:pt x="162" y="258"/>
                  </a:lnTo>
                  <a:lnTo>
                    <a:pt x="162" y="258"/>
                  </a:lnTo>
                  <a:lnTo>
                    <a:pt x="168" y="252"/>
                  </a:lnTo>
                  <a:lnTo>
                    <a:pt x="168" y="252"/>
                  </a:lnTo>
                  <a:lnTo>
                    <a:pt x="168" y="252"/>
                  </a:lnTo>
                  <a:lnTo>
                    <a:pt x="168" y="246"/>
                  </a:lnTo>
                  <a:lnTo>
                    <a:pt x="174" y="246"/>
                  </a:lnTo>
                  <a:lnTo>
                    <a:pt x="174" y="246"/>
                  </a:lnTo>
                  <a:lnTo>
                    <a:pt x="174" y="240"/>
                  </a:lnTo>
                  <a:lnTo>
                    <a:pt x="180" y="240"/>
                  </a:lnTo>
                  <a:lnTo>
                    <a:pt x="180" y="240"/>
                  </a:lnTo>
                  <a:lnTo>
                    <a:pt x="180" y="234"/>
                  </a:lnTo>
                  <a:lnTo>
                    <a:pt x="180" y="234"/>
                  </a:lnTo>
                  <a:lnTo>
                    <a:pt x="186" y="234"/>
                  </a:lnTo>
                  <a:lnTo>
                    <a:pt x="186" y="228"/>
                  </a:lnTo>
                  <a:lnTo>
                    <a:pt x="186" y="228"/>
                  </a:lnTo>
                  <a:lnTo>
                    <a:pt x="192" y="228"/>
                  </a:lnTo>
                  <a:lnTo>
                    <a:pt x="192" y="222"/>
                  </a:lnTo>
                  <a:lnTo>
                    <a:pt x="192" y="222"/>
                  </a:lnTo>
                  <a:lnTo>
                    <a:pt x="198" y="216"/>
                  </a:lnTo>
                  <a:lnTo>
                    <a:pt x="198" y="216"/>
                  </a:lnTo>
                  <a:lnTo>
                    <a:pt x="198" y="216"/>
                  </a:lnTo>
                  <a:lnTo>
                    <a:pt x="198" y="210"/>
                  </a:lnTo>
                  <a:lnTo>
                    <a:pt x="204" y="210"/>
                  </a:lnTo>
                  <a:lnTo>
                    <a:pt x="204" y="210"/>
                  </a:lnTo>
                  <a:lnTo>
                    <a:pt x="204" y="210"/>
                  </a:lnTo>
                  <a:lnTo>
                    <a:pt x="210" y="204"/>
                  </a:lnTo>
                  <a:lnTo>
                    <a:pt x="210" y="204"/>
                  </a:lnTo>
                  <a:lnTo>
                    <a:pt x="210" y="204"/>
                  </a:lnTo>
                  <a:lnTo>
                    <a:pt x="210" y="198"/>
                  </a:lnTo>
                  <a:lnTo>
                    <a:pt x="216" y="198"/>
                  </a:lnTo>
                  <a:lnTo>
                    <a:pt x="216" y="198"/>
                  </a:lnTo>
                  <a:lnTo>
                    <a:pt x="216" y="192"/>
                  </a:lnTo>
                  <a:lnTo>
                    <a:pt x="222" y="192"/>
                  </a:lnTo>
                  <a:lnTo>
                    <a:pt x="222" y="192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8" y="186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34" y="180"/>
                  </a:lnTo>
                  <a:lnTo>
                    <a:pt x="234" y="174"/>
                  </a:lnTo>
                  <a:lnTo>
                    <a:pt x="234" y="174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68"/>
                  </a:lnTo>
                  <a:lnTo>
                    <a:pt x="240" y="168"/>
                  </a:lnTo>
                  <a:lnTo>
                    <a:pt x="246" y="168"/>
                  </a:lnTo>
                  <a:lnTo>
                    <a:pt x="246" y="162"/>
                  </a:lnTo>
                  <a:lnTo>
                    <a:pt x="246" y="162"/>
                  </a:lnTo>
                  <a:lnTo>
                    <a:pt x="252" y="162"/>
                  </a:lnTo>
                  <a:lnTo>
                    <a:pt x="252" y="156"/>
                  </a:lnTo>
                  <a:lnTo>
                    <a:pt x="252" y="156"/>
                  </a:lnTo>
                  <a:lnTo>
                    <a:pt x="252" y="156"/>
                  </a:lnTo>
                  <a:lnTo>
                    <a:pt x="258" y="156"/>
                  </a:lnTo>
                  <a:lnTo>
                    <a:pt x="258" y="150"/>
                  </a:lnTo>
                  <a:lnTo>
                    <a:pt x="258" y="150"/>
                  </a:lnTo>
                  <a:lnTo>
                    <a:pt x="264" y="150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70" y="144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6" y="138"/>
                  </a:lnTo>
                  <a:lnTo>
                    <a:pt x="276" y="138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32"/>
                  </a:lnTo>
                  <a:lnTo>
                    <a:pt x="282" y="126"/>
                  </a:lnTo>
                  <a:lnTo>
                    <a:pt x="282" y="126"/>
                  </a:lnTo>
                  <a:lnTo>
                    <a:pt x="288" y="126"/>
                  </a:lnTo>
                  <a:lnTo>
                    <a:pt x="288" y="126"/>
                  </a:lnTo>
                  <a:lnTo>
                    <a:pt x="288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20"/>
                  </a:lnTo>
                  <a:lnTo>
                    <a:pt x="294" y="114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0" y="114"/>
                  </a:lnTo>
                  <a:lnTo>
                    <a:pt x="306" y="108"/>
                  </a:lnTo>
                  <a:lnTo>
                    <a:pt x="306" y="108"/>
                  </a:lnTo>
                  <a:lnTo>
                    <a:pt x="306" y="108"/>
                  </a:lnTo>
                  <a:lnTo>
                    <a:pt x="306" y="108"/>
                  </a:lnTo>
                  <a:lnTo>
                    <a:pt x="312" y="102"/>
                  </a:lnTo>
                  <a:lnTo>
                    <a:pt x="312" y="102"/>
                  </a:lnTo>
                  <a:lnTo>
                    <a:pt x="312" y="102"/>
                  </a:lnTo>
                  <a:lnTo>
                    <a:pt x="318" y="102"/>
                  </a:lnTo>
                  <a:lnTo>
                    <a:pt x="318" y="96"/>
                  </a:lnTo>
                  <a:lnTo>
                    <a:pt x="318" y="96"/>
                  </a:lnTo>
                  <a:lnTo>
                    <a:pt x="318" y="96"/>
                  </a:lnTo>
                  <a:lnTo>
                    <a:pt x="324" y="96"/>
                  </a:lnTo>
                  <a:lnTo>
                    <a:pt x="324" y="90"/>
                  </a:lnTo>
                  <a:lnTo>
                    <a:pt x="324" y="90"/>
                  </a:lnTo>
                  <a:lnTo>
                    <a:pt x="330" y="90"/>
                  </a:lnTo>
                  <a:lnTo>
                    <a:pt x="330" y="90"/>
                  </a:lnTo>
                  <a:lnTo>
                    <a:pt x="330" y="84"/>
                  </a:lnTo>
                  <a:lnTo>
                    <a:pt x="336" y="84"/>
                  </a:lnTo>
                  <a:lnTo>
                    <a:pt x="336" y="84"/>
                  </a:lnTo>
                  <a:lnTo>
                    <a:pt x="336" y="84"/>
                  </a:lnTo>
                  <a:lnTo>
                    <a:pt x="336" y="78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8" y="72"/>
                  </a:lnTo>
                  <a:lnTo>
                    <a:pt x="348" y="72"/>
                  </a:lnTo>
                  <a:lnTo>
                    <a:pt x="348" y="72"/>
                  </a:lnTo>
                  <a:lnTo>
                    <a:pt x="348" y="72"/>
                  </a:lnTo>
                  <a:lnTo>
                    <a:pt x="354" y="66"/>
                  </a:lnTo>
                  <a:lnTo>
                    <a:pt x="354" y="66"/>
                  </a:lnTo>
                  <a:lnTo>
                    <a:pt x="354" y="66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60" y="60"/>
                  </a:lnTo>
                  <a:lnTo>
                    <a:pt x="360" y="60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84" y="48"/>
                  </a:lnTo>
                  <a:lnTo>
                    <a:pt x="384" y="42"/>
                  </a:lnTo>
                  <a:lnTo>
                    <a:pt x="384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90" y="36"/>
                  </a:lnTo>
                  <a:lnTo>
                    <a:pt x="396" y="36"/>
                  </a:lnTo>
                  <a:lnTo>
                    <a:pt x="396" y="36"/>
                  </a:lnTo>
                  <a:lnTo>
                    <a:pt x="396" y="36"/>
                  </a:lnTo>
                  <a:lnTo>
                    <a:pt x="402" y="30"/>
                  </a:lnTo>
                  <a:lnTo>
                    <a:pt x="402" y="30"/>
                  </a:lnTo>
                  <a:lnTo>
                    <a:pt x="402" y="30"/>
                  </a:lnTo>
                  <a:lnTo>
                    <a:pt x="402" y="30"/>
                  </a:lnTo>
                  <a:lnTo>
                    <a:pt x="408" y="30"/>
                  </a:lnTo>
                  <a:lnTo>
                    <a:pt x="408" y="24"/>
                  </a:lnTo>
                  <a:lnTo>
                    <a:pt x="408" y="24"/>
                  </a:lnTo>
                  <a:lnTo>
                    <a:pt x="414" y="24"/>
                  </a:lnTo>
                  <a:lnTo>
                    <a:pt x="414" y="24"/>
                  </a:lnTo>
                  <a:lnTo>
                    <a:pt x="414" y="24"/>
                  </a:lnTo>
                  <a:lnTo>
                    <a:pt x="414" y="18"/>
                  </a:lnTo>
                  <a:lnTo>
                    <a:pt x="420" y="18"/>
                  </a:lnTo>
                  <a:lnTo>
                    <a:pt x="420" y="18"/>
                  </a:lnTo>
                  <a:lnTo>
                    <a:pt x="420" y="18"/>
                  </a:lnTo>
                  <a:lnTo>
                    <a:pt x="426" y="18"/>
                  </a:lnTo>
                  <a:lnTo>
                    <a:pt x="426" y="12"/>
                  </a:lnTo>
                  <a:lnTo>
                    <a:pt x="426" y="12"/>
                  </a:lnTo>
                  <a:lnTo>
                    <a:pt x="432" y="12"/>
                  </a:lnTo>
                  <a:lnTo>
                    <a:pt x="432" y="12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8" y="6"/>
                  </a:lnTo>
                  <a:lnTo>
                    <a:pt x="438" y="6"/>
                  </a:lnTo>
                  <a:lnTo>
                    <a:pt x="438" y="6"/>
                  </a:lnTo>
                  <a:lnTo>
                    <a:pt x="444" y="0"/>
                  </a:lnTo>
                  <a:lnTo>
                    <a:pt x="4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81">
              <a:extLst>
                <a:ext uri="{FF2B5EF4-FFF2-40B4-BE49-F238E27FC236}">
                  <a16:creationId xmlns:a16="http://schemas.microsoft.com/office/drawing/2014/main" id="{6D49476A-E003-47A1-AD70-E40D897F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70"/>
              <a:ext cx="467" cy="233"/>
            </a:xfrm>
            <a:custGeom>
              <a:avLst/>
              <a:gdLst>
                <a:gd name="T0" fmla="*/ 6 w 444"/>
                <a:gd name="T1" fmla="*/ 222 h 222"/>
                <a:gd name="T2" fmla="*/ 12 w 444"/>
                <a:gd name="T3" fmla="*/ 216 h 222"/>
                <a:gd name="T4" fmla="*/ 24 w 444"/>
                <a:gd name="T5" fmla="*/ 210 h 222"/>
                <a:gd name="T6" fmla="*/ 30 w 444"/>
                <a:gd name="T7" fmla="*/ 204 h 222"/>
                <a:gd name="T8" fmla="*/ 42 w 444"/>
                <a:gd name="T9" fmla="*/ 198 h 222"/>
                <a:gd name="T10" fmla="*/ 48 w 444"/>
                <a:gd name="T11" fmla="*/ 192 h 222"/>
                <a:gd name="T12" fmla="*/ 60 w 444"/>
                <a:gd name="T13" fmla="*/ 186 h 222"/>
                <a:gd name="T14" fmla="*/ 66 w 444"/>
                <a:gd name="T15" fmla="*/ 180 h 222"/>
                <a:gd name="T16" fmla="*/ 78 w 444"/>
                <a:gd name="T17" fmla="*/ 174 h 222"/>
                <a:gd name="T18" fmla="*/ 84 w 444"/>
                <a:gd name="T19" fmla="*/ 168 h 222"/>
                <a:gd name="T20" fmla="*/ 96 w 444"/>
                <a:gd name="T21" fmla="*/ 162 h 222"/>
                <a:gd name="T22" fmla="*/ 102 w 444"/>
                <a:gd name="T23" fmla="*/ 162 h 222"/>
                <a:gd name="T24" fmla="*/ 108 w 444"/>
                <a:gd name="T25" fmla="*/ 156 h 222"/>
                <a:gd name="T26" fmla="*/ 120 w 444"/>
                <a:gd name="T27" fmla="*/ 150 h 222"/>
                <a:gd name="T28" fmla="*/ 126 w 444"/>
                <a:gd name="T29" fmla="*/ 144 h 222"/>
                <a:gd name="T30" fmla="*/ 138 w 444"/>
                <a:gd name="T31" fmla="*/ 138 h 222"/>
                <a:gd name="T32" fmla="*/ 144 w 444"/>
                <a:gd name="T33" fmla="*/ 132 h 222"/>
                <a:gd name="T34" fmla="*/ 156 w 444"/>
                <a:gd name="T35" fmla="*/ 132 h 222"/>
                <a:gd name="T36" fmla="*/ 162 w 444"/>
                <a:gd name="T37" fmla="*/ 126 h 222"/>
                <a:gd name="T38" fmla="*/ 174 w 444"/>
                <a:gd name="T39" fmla="*/ 120 h 222"/>
                <a:gd name="T40" fmla="*/ 180 w 444"/>
                <a:gd name="T41" fmla="*/ 114 h 222"/>
                <a:gd name="T42" fmla="*/ 192 w 444"/>
                <a:gd name="T43" fmla="*/ 114 h 222"/>
                <a:gd name="T44" fmla="*/ 198 w 444"/>
                <a:gd name="T45" fmla="*/ 108 h 222"/>
                <a:gd name="T46" fmla="*/ 204 w 444"/>
                <a:gd name="T47" fmla="*/ 102 h 222"/>
                <a:gd name="T48" fmla="*/ 216 w 444"/>
                <a:gd name="T49" fmla="*/ 96 h 222"/>
                <a:gd name="T50" fmla="*/ 222 w 444"/>
                <a:gd name="T51" fmla="*/ 96 h 222"/>
                <a:gd name="T52" fmla="*/ 234 w 444"/>
                <a:gd name="T53" fmla="*/ 90 h 222"/>
                <a:gd name="T54" fmla="*/ 240 w 444"/>
                <a:gd name="T55" fmla="*/ 84 h 222"/>
                <a:gd name="T56" fmla="*/ 252 w 444"/>
                <a:gd name="T57" fmla="*/ 84 h 222"/>
                <a:gd name="T58" fmla="*/ 258 w 444"/>
                <a:gd name="T59" fmla="*/ 78 h 222"/>
                <a:gd name="T60" fmla="*/ 270 w 444"/>
                <a:gd name="T61" fmla="*/ 72 h 222"/>
                <a:gd name="T62" fmla="*/ 276 w 444"/>
                <a:gd name="T63" fmla="*/ 66 h 222"/>
                <a:gd name="T64" fmla="*/ 288 w 444"/>
                <a:gd name="T65" fmla="*/ 66 h 222"/>
                <a:gd name="T66" fmla="*/ 294 w 444"/>
                <a:gd name="T67" fmla="*/ 60 h 222"/>
                <a:gd name="T68" fmla="*/ 300 w 444"/>
                <a:gd name="T69" fmla="*/ 54 h 222"/>
                <a:gd name="T70" fmla="*/ 312 w 444"/>
                <a:gd name="T71" fmla="*/ 54 h 222"/>
                <a:gd name="T72" fmla="*/ 318 w 444"/>
                <a:gd name="T73" fmla="*/ 48 h 222"/>
                <a:gd name="T74" fmla="*/ 330 w 444"/>
                <a:gd name="T75" fmla="*/ 48 h 222"/>
                <a:gd name="T76" fmla="*/ 336 w 444"/>
                <a:gd name="T77" fmla="*/ 42 h 222"/>
                <a:gd name="T78" fmla="*/ 348 w 444"/>
                <a:gd name="T79" fmla="*/ 36 h 222"/>
                <a:gd name="T80" fmla="*/ 354 w 444"/>
                <a:gd name="T81" fmla="*/ 36 h 222"/>
                <a:gd name="T82" fmla="*/ 366 w 444"/>
                <a:gd name="T83" fmla="*/ 30 h 222"/>
                <a:gd name="T84" fmla="*/ 372 w 444"/>
                <a:gd name="T85" fmla="*/ 24 h 222"/>
                <a:gd name="T86" fmla="*/ 384 w 444"/>
                <a:gd name="T87" fmla="*/ 24 h 222"/>
                <a:gd name="T88" fmla="*/ 390 w 444"/>
                <a:gd name="T89" fmla="*/ 18 h 222"/>
                <a:gd name="T90" fmla="*/ 396 w 444"/>
                <a:gd name="T91" fmla="*/ 18 h 222"/>
                <a:gd name="T92" fmla="*/ 408 w 444"/>
                <a:gd name="T93" fmla="*/ 12 h 222"/>
                <a:gd name="T94" fmla="*/ 414 w 444"/>
                <a:gd name="T95" fmla="*/ 6 h 222"/>
                <a:gd name="T96" fmla="*/ 426 w 444"/>
                <a:gd name="T97" fmla="*/ 6 h 222"/>
                <a:gd name="T98" fmla="*/ 432 w 444"/>
                <a:gd name="T99" fmla="*/ 0 h 222"/>
                <a:gd name="T100" fmla="*/ 444 w 444"/>
                <a:gd name="T101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4" h="222">
                  <a:moveTo>
                    <a:pt x="0" y="222"/>
                  </a:moveTo>
                  <a:lnTo>
                    <a:pt x="0" y="222"/>
                  </a:lnTo>
                  <a:lnTo>
                    <a:pt x="0" y="222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6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24" y="204"/>
                  </a:lnTo>
                  <a:lnTo>
                    <a:pt x="30" y="204"/>
                  </a:lnTo>
                  <a:lnTo>
                    <a:pt x="30" y="204"/>
                  </a:lnTo>
                  <a:lnTo>
                    <a:pt x="30" y="204"/>
                  </a:lnTo>
                  <a:lnTo>
                    <a:pt x="30" y="204"/>
                  </a:lnTo>
                  <a:lnTo>
                    <a:pt x="36" y="198"/>
                  </a:lnTo>
                  <a:lnTo>
                    <a:pt x="36" y="198"/>
                  </a:lnTo>
                  <a:lnTo>
                    <a:pt x="36" y="198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192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48" y="192"/>
                  </a:lnTo>
                  <a:lnTo>
                    <a:pt x="54" y="192"/>
                  </a:lnTo>
                  <a:lnTo>
                    <a:pt x="54" y="186"/>
                  </a:lnTo>
                  <a:lnTo>
                    <a:pt x="54" y="186"/>
                  </a:lnTo>
                  <a:lnTo>
                    <a:pt x="54" y="186"/>
                  </a:lnTo>
                  <a:lnTo>
                    <a:pt x="60" y="186"/>
                  </a:lnTo>
                  <a:lnTo>
                    <a:pt x="60" y="186"/>
                  </a:lnTo>
                  <a:lnTo>
                    <a:pt x="60" y="186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72" y="180"/>
                  </a:lnTo>
                  <a:lnTo>
                    <a:pt x="72" y="174"/>
                  </a:lnTo>
                  <a:lnTo>
                    <a:pt x="72" y="174"/>
                  </a:lnTo>
                  <a:lnTo>
                    <a:pt x="78" y="174"/>
                  </a:lnTo>
                  <a:lnTo>
                    <a:pt x="78" y="174"/>
                  </a:lnTo>
                  <a:lnTo>
                    <a:pt x="78" y="174"/>
                  </a:lnTo>
                  <a:lnTo>
                    <a:pt x="84" y="174"/>
                  </a:lnTo>
                  <a:lnTo>
                    <a:pt x="84" y="168"/>
                  </a:lnTo>
                  <a:lnTo>
                    <a:pt x="84" y="168"/>
                  </a:lnTo>
                  <a:lnTo>
                    <a:pt x="84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6" y="162"/>
                  </a:lnTo>
                  <a:lnTo>
                    <a:pt x="96" y="162"/>
                  </a:lnTo>
                  <a:lnTo>
                    <a:pt x="96" y="162"/>
                  </a:lnTo>
                  <a:lnTo>
                    <a:pt x="96" y="162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2" y="156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14" y="156"/>
                  </a:lnTo>
                  <a:lnTo>
                    <a:pt x="114" y="150"/>
                  </a:lnTo>
                  <a:lnTo>
                    <a:pt x="114" y="150"/>
                  </a:lnTo>
                  <a:lnTo>
                    <a:pt x="120" y="150"/>
                  </a:lnTo>
                  <a:lnTo>
                    <a:pt x="120" y="150"/>
                  </a:lnTo>
                  <a:lnTo>
                    <a:pt x="120" y="150"/>
                  </a:lnTo>
                  <a:lnTo>
                    <a:pt x="126" y="150"/>
                  </a:lnTo>
                  <a:lnTo>
                    <a:pt x="126" y="144"/>
                  </a:lnTo>
                  <a:lnTo>
                    <a:pt x="126" y="144"/>
                  </a:lnTo>
                  <a:lnTo>
                    <a:pt x="126" y="144"/>
                  </a:lnTo>
                  <a:lnTo>
                    <a:pt x="132" y="144"/>
                  </a:lnTo>
                  <a:lnTo>
                    <a:pt x="132" y="144"/>
                  </a:lnTo>
                  <a:lnTo>
                    <a:pt x="132" y="144"/>
                  </a:lnTo>
                  <a:lnTo>
                    <a:pt x="138" y="138"/>
                  </a:lnTo>
                  <a:lnTo>
                    <a:pt x="138" y="138"/>
                  </a:lnTo>
                  <a:lnTo>
                    <a:pt x="138" y="138"/>
                  </a:lnTo>
                  <a:lnTo>
                    <a:pt x="138" y="138"/>
                  </a:lnTo>
                  <a:lnTo>
                    <a:pt x="144" y="138"/>
                  </a:lnTo>
                  <a:lnTo>
                    <a:pt x="144" y="138"/>
                  </a:lnTo>
                  <a:lnTo>
                    <a:pt x="144" y="132"/>
                  </a:lnTo>
                  <a:lnTo>
                    <a:pt x="150" y="132"/>
                  </a:lnTo>
                  <a:lnTo>
                    <a:pt x="150" y="132"/>
                  </a:lnTo>
                  <a:lnTo>
                    <a:pt x="150" y="132"/>
                  </a:lnTo>
                  <a:lnTo>
                    <a:pt x="150" y="132"/>
                  </a:lnTo>
                  <a:lnTo>
                    <a:pt x="156" y="132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68" y="126"/>
                  </a:lnTo>
                  <a:lnTo>
                    <a:pt x="168" y="120"/>
                  </a:lnTo>
                  <a:lnTo>
                    <a:pt x="168" y="120"/>
                  </a:lnTo>
                  <a:lnTo>
                    <a:pt x="174" y="120"/>
                  </a:lnTo>
                  <a:lnTo>
                    <a:pt x="174" y="120"/>
                  </a:lnTo>
                  <a:lnTo>
                    <a:pt x="174" y="120"/>
                  </a:lnTo>
                  <a:lnTo>
                    <a:pt x="180" y="120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186" y="114"/>
                  </a:lnTo>
                  <a:lnTo>
                    <a:pt x="186" y="114"/>
                  </a:lnTo>
                  <a:lnTo>
                    <a:pt x="186" y="114"/>
                  </a:lnTo>
                  <a:lnTo>
                    <a:pt x="192" y="114"/>
                  </a:lnTo>
                  <a:lnTo>
                    <a:pt x="192" y="108"/>
                  </a:lnTo>
                  <a:lnTo>
                    <a:pt x="192" y="108"/>
                  </a:lnTo>
                  <a:lnTo>
                    <a:pt x="192" y="108"/>
                  </a:lnTo>
                  <a:lnTo>
                    <a:pt x="198" y="108"/>
                  </a:lnTo>
                  <a:lnTo>
                    <a:pt x="198" y="108"/>
                  </a:lnTo>
                  <a:lnTo>
                    <a:pt x="198" y="108"/>
                  </a:lnTo>
                  <a:lnTo>
                    <a:pt x="204" y="108"/>
                  </a:lnTo>
                  <a:lnTo>
                    <a:pt x="204" y="102"/>
                  </a:lnTo>
                  <a:lnTo>
                    <a:pt x="204" y="102"/>
                  </a:lnTo>
                  <a:lnTo>
                    <a:pt x="204" y="102"/>
                  </a:lnTo>
                  <a:lnTo>
                    <a:pt x="210" y="102"/>
                  </a:lnTo>
                  <a:lnTo>
                    <a:pt x="210" y="102"/>
                  </a:lnTo>
                  <a:lnTo>
                    <a:pt x="210" y="102"/>
                  </a:lnTo>
                  <a:lnTo>
                    <a:pt x="216" y="102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22" y="96"/>
                  </a:lnTo>
                  <a:lnTo>
                    <a:pt x="222" y="96"/>
                  </a:lnTo>
                  <a:lnTo>
                    <a:pt x="222" y="96"/>
                  </a:lnTo>
                  <a:lnTo>
                    <a:pt x="222" y="96"/>
                  </a:lnTo>
                  <a:lnTo>
                    <a:pt x="228" y="90"/>
                  </a:lnTo>
                  <a:lnTo>
                    <a:pt x="228" y="90"/>
                  </a:lnTo>
                  <a:lnTo>
                    <a:pt x="228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34" y="90"/>
                  </a:lnTo>
                  <a:lnTo>
                    <a:pt x="240" y="90"/>
                  </a:lnTo>
                  <a:lnTo>
                    <a:pt x="240" y="84"/>
                  </a:lnTo>
                  <a:lnTo>
                    <a:pt x="240" y="84"/>
                  </a:lnTo>
                  <a:lnTo>
                    <a:pt x="246" y="84"/>
                  </a:lnTo>
                  <a:lnTo>
                    <a:pt x="246" y="84"/>
                  </a:lnTo>
                  <a:lnTo>
                    <a:pt x="246" y="84"/>
                  </a:lnTo>
                  <a:lnTo>
                    <a:pt x="246" y="84"/>
                  </a:lnTo>
                  <a:lnTo>
                    <a:pt x="252" y="84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64" y="78"/>
                  </a:lnTo>
                  <a:lnTo>
                    <a:pt x="264" y="78"/>
                  </a:lnTo>
                  <a:lnTo>
                    <a:pt x="264" y="72"/>
                  </a:lnTo>
                  <a:lnTo>
                    <a:pt x="264" y="72"/>
                  </a:lnTo>
                  <a:lnTo>
                    <a:pt x="270" y="72"/>
                  </a:lnTo>
                  <a:lnTo>
                    <a:pt x="270" y="72"/>
                  </a:lnTo>
                  <a:lnTo>
                    <a:pt x="270" y="72"/>
                  </a:lnTo>
                  <a:lnTo>
                    <a:pt x="276" y="72"/>
                  </a:lnTo>
                  <a:lnTo>
                    <a:pt x="276" y="72"/>
                  </a:lnTo>
                  <a:lnTo>
                    <a:pt x="276" y="66"/>
                  </a:lnTo>
                  <a:lnTo>
                    <a:pt x="276" y="66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8" y="60"/>
                  </a:lnTo>
                  <a:lnTo>
                    <a:pt x="294" y="60"/>
                  </a:lnTo>
                  <a:lnTo>
                    <a:pt x="294" y="60"/>
                  </a:lnTo>
                  <a:lnTo>
                    <a:pt x="294" y="60"/>
                  </a:lnTo>
                  <a:lnTo>
                    <a:pt x="300" y="60"/>
                  </a:lnTo>
                  <a:lnTo>
                    <a:pt x="300" y="60"/>
                  </a:lnTo>
                  <a:lnTo>
                    <a:pt x="300" y="60"/>
                  </a:lnTo>
                  <a:lnTo>
                    <a:pt x="300" y="54"/>
                  </a:lnTo>
                  <a:lnTo>
                    <a:pt x="306" y="54"/>
                  </a:lnTo>
                  <a:lnTo>
                    <a:pt x="306" y="54"/>
                  </a:lnTo>
                  <a:lnTo>
                    <a:pt x="306" y="54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8" y="54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30" y="48"/>
                  </a:lnTo>
                  <a:lnTo>
                    <a:pt x="330" y="48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36"/>
                  </a:lnTo>
                  <a:lnTo>
                    <a:pt x="348" y="36"/>
                  </a:lnTo>
                  <a:lnTo>
                    <a:pt x="348" y="36"/>
                  </a:lnTo>
                  <a:lnTo>
                    <a:pt x="348" y="36"/>
                  </a:lnTo>
                  <a:lnTo>
                    <a:pt x="354" y="36"/>
                  </a:lnTo>
                  <a:lnTo>
                    <a:pt x="354" y="36"/>
                  </a:lnTo>
                  <a:lnTo>
                    <a:pt x="354" y="36"/>
                  </a:lnTo>
                  <a:lnTo>
                    <a:pt x="360" y="36"/>
                  </a:lnTo>
                  <a:lnTo>
                    <a:pt x="360" y="30"/>
                  </a:lnTo>
                  <a:lnTo>
                    <a:pt x="360" y="30"/>
                  </a:lnTo>
                  <a:lnTo>
                    <a:pt x="360" y="30"/>
                  </a:lnTo>
                  <a:lnTo>
                    <a:pt x="366" y="30"/>
                  </a:lnTo>
                  <a:lnTo>
                    <a:pt x="366" y="30"/>
                  </a:lnTo>
                  <a:lnTo>
                    <a:pt x="366" y="30"/>
                  </a:lnTo>
                  <a:lnTo>
                    <a:pt x="372" y="30"/>
                  </a:lnTo>
                  <a:lnTo>
                    <a:pt x="372" y="30"/>
                  </a:lnTo>
                  <a:lnTo>
                    <a:pt x="372" y="24"/>
                  </a:lnTo>
                  <a:lnTo>
                    <a:pt x="372" y="24"/>
                  </a:lnTo>
                  <a:lnTo>
                    <a:pt x="378" y="24"/>
                  </a:lnTo>
                  <a:lnTo>
                    <a:pt x="378" y="24"/>
                  </a:lnTo>
                  <a:lnTo>
                    <a:pt x="378" y="24"/>
                  </a:lnTo>
                  <a:lnTo>
                    <a:pt x="384" y="24"/>
                  </a:lnTo>
                  <a:lnTo>
                    <a:pt x="384" y="24"/>
                  </a:lnTo>
                  <a:lnTo>
                    <a:pt x="384" y="24"/>
                  </a:lnTo>
                  <a:lnTo>
                    <a:pt x="384" y="18"/>
                  </a:lnTo>
                  <a:lnTo>
                    <a:pt x="390" y="18"/>
                  </a:lnTo>
                  <a:lnTo>
                    <a:pt x="390" y="18"/>
                  </a:lnTo>
                  <a:lnTo>
                    <a:pt x="390" y="18"/>
                  </a:lnTo>
                  <a:lnTo>
                    <a:pt x="396" y="18"/>
                  </a:lnTo>
                  <a:lnTo>
                    <a:pt x="396" y="18"/>
                  </a:lnTo>
                  <a:lnTo>
                    <a:pt x="396" y="18"/>
                  </a:lnTo>
                  <a:lnTo>
                    <a:pt x="396" y="18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8" y="12"/>
                  </a:lnTo>
                  <a:lnTo>
                    <a:pt x="408" y="12"/>
                  </a:lnTo>
                  <a:lnTo>
                    <a:pt x="408" y="12"/>
                  </a:lnTo>
                  <a:lnTo>
                    <a:pt x="414" y="12"/>
                  </a:lnTo>
                  <a:lnTo>
                    <a:pt x="414" y="12"/>
                  </a:lnTo>
                  <a:lnTo>
                    <a:pt x="414" y="12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82">
              <a:extLst>
                <a:ext uri="{FF2B5EF4-FFF2-40B4-BE49-F238E27FC236}">
                  <a16:creationId xmlns:a16="http://schemas.microsoft.com/office/drawing/2014/main" id="{1F74AB76-F3AA-4C0B-87FC-CA8CEB39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2069"/>
              <a:ext cx="277" cy="101"/>
            </a:xfrm>
            <a:custGeom>
              <a:avLst/>
              <a:gdLst>
                <a:gd name="T0" fmla="*/ 6 w 264"/>
                <a:gd name="T1" fmla="*/ 90 h 96"/>
                <a:gd name="T2" fmla="*/ 12 w 264"/>
                <a:gd name="T3" fmla="*/ 90 h 96"/>
                <a:gd name="T4" fmla="*/ 12 w 264"/>
                <a:gd name="T5" fmla="*/ 90 h 96"/>
                <a:gd name="T6" fmla="*/ 18 w 264"/>
                <a:gd name="T7" fmla="*/ 84 h 96"/>
                <a:gd name="T8" fmla="*/ 24 w 264"/>
                <a:gd name="T9" fmla="*/ 84 h 96"/>
                <a:gd name="T10" fmla="*/ 30 w 264"/>
                <a:gd name="T11" fmla="*/ 84 h 96"/>
                <a:gd name="T12" fmla="*/ 36 w 264"/>
                <a:gd name="T13" fmla="*/ 78 h 96"/>
                <a:gd name="T14" fmla="*/ 42 w 264"/>
                <a:gd name="T15" fmla="*/ 78 h 96"/>
                <a:gd name="T16" fmla="*/ 48 w 264"/>
                <a:gd name="T17" fmla="*/ 78 h 96"/>
                <a:gd name="T18" fmla="*/ 48 w 264"/>
                <a:gd name="T19" fmla="*/ 72 h 96"/>
                <a:gd name="T20" fmla="*/ 54 w 264"/>
                <a:gd name="T21" fmla="*/ 72 h 96"/>
                <a:gd name="T22" fmla="*/ 60 w 264"/>
                <a:gd name="T23" fmla="*/ 72 h 96"/>
                <a:gd name="T24" fmla="*/ 66 w 264"/>
                <a:gd name="T25" fmla="*/ 66 h 96"/>
                <a:gd name="T26" fmla="*/ 72 w 264"/>
                <a:gd name="T27" fmla="*/ 66 h 96"/>
                <a:gd name="T28" fmla="*/ 78 w 264"/>
                <a:gd name="T29" fmla="*/ 66 h 96"/>
                <a:gd name="T30" fmla="*/ 84 w 264"/>
                <a:gd name="T31" fmla="*/ 60 h 96"/>
                <a:gd name="T32" fmla="*/ 90 w 264"/>
                <a:gd name="T33" fmla="*/ 60 h 96"/>
                <a:gd name="T34" fmla="*/ 90 w 264"/>
                <a:gd name="T35" fmla="*/ 60 h 96"/>
                <a:gd name="T36" fmla="*/ 96 w 264"/>
                <a:gd name="T37" fmla="*/ 60 h 96"/>
                <a:gd name="T38" fmla="*/ 102 w 264"/>
                <a:gd name="T39" fmla="*/ 54 h 96"/>
                <a:gd name="T40" fmla="*/ 108 w 264"/>
                <a:gd name="T41" fmla="*/ 54 h 96"/>
                <a:gd name="T42" fmla="*/ 114 w 264"/>
                <a:gd name="T43" fmla="*/ 54 h 96"/>
                <a:gd name="T44" fmla="*/ 120 w 264"/>
                <a:gd name="T45" fmla="*/ 48 h 96"/>
                <a:gd name="T46" fmla="*/ 126 w 264"/>
                <a:gd name="T47" fmla="*/ 48 h 96"/>
                <a:gd name="T48" fmla="*/ 132 w 264"/>
                <a:gd name="T49" fmla="*/ 48 h 96"/>
                <a:gd name="T50" fmla="*/ 132 w 264"/>
                <a:gd name="T51" fmla="*/ 42 h 96"/>
                <a:gd name="T52" fmla="*/ 138 w 264"/>
                <a:gd name="T53" fmla="*/ 42 h 96"/>
                <a:gd name="T54" fmla="*/ 144 w 264"/>
                <a:gd name="T55" fmla="*/ 42 h 96"/>
                <a:gd name="T56" fmla="*/ 150 w 264"/>
                <a:gd name="T57" fmla="*/ 36 h 96"/>
                <a:gd name="T58" fmla="*/ 156 w 264"/>
                <a:gd name="T59" fmla="*/ 36 h 96"/>
                <a:gd name="T60" fmla="*/ 162 w 264"/>
                <a:gd name="T61" fmla="*/ 36 h 96"/>
                <a:gd name="T62" fmla="*/ 168 w 264"/>
                <a:gd name="T63" fmla="*/ 36 h 96"/>
                <a:gd name="T64" fmla="*/ 174 w 264"/>
                <a:gd name="T65" fmla="*/ 30 h 96"/>
                <a:gd name="T66" fmla="*/ 174 w 264"/>
                <a:gd name="T67" fmla="*/ 30 h 96"/>
                <a:gd name="T68" fmla="*/ 180 w 264"/>
                <a:gd name="T69" fmla="*/ 30 h 96"/>
                <a:gd name="T70" fmla="*/ 186 w 264"/>
                <a:gd name="T71" fmla="*/ 24 h 96"/>
                <a:gd name="T72" fmla="*/ 192 w 264"/>
                <a:gd name="T73" fmla="*/ 24 h 96"/>
                <a:gd name="T74" fmla="*/ 198 w 264"/>
                <a:gd name="T75" fmla="*/ 24 h 96"/>
                <a:gd name="T76" fmla="*/ 204 w 264"/>
                <a:gd name="T77" fmla="*/ 24 h 96"/>
                <a:gd name="T78" fmla="*/ 210 w 264"/>
                <a:gd name="T79" fmla="*/ 18 h 96"/>
                <a:gd name="T80" fmla="*/ 216 w 264"/>
                <a:gd name="T81" fmla="*/ 18 h 96"/>
                <a:gd name="T82" fmla="*/ 216 w 264"/>
                <a:gd name="T83" fmla="*/ 18 h 96"/>
                <a:gd name="T84" fmla="*/ 222 w 264"/>
                <a:gd name="T85" fmla="*/ 12 h 96"/>
                <a:gd name="T86" fmla="*/ 228 w 264"/>
                <a:gd name="T87" fmla="*/ 12 h 96"/>
                <a:gd name="T88" fmla="*/ 234 w 264"/>
                <a:gd name="T89" fmla="*/ 12 h 96"/>
                <a:gd name="T90" fmla="*/ 240 w 264"/>
                <a:gd name="T91" fmla="*/ 12 h 96"/>
                <a:gd name="T92" fmla="*/ 246 w 264"/>
                <a:gd name="T93" fmla="*/ 6 h 96"/>
                <a:gd name="T94" fmla="*/ 252 w 264"/>
                <a:gd name="T95" fmla="*/ 6 h 96"/>
                <a:gd name="T96" fmla="*/ 258 w 264"/>
                <a:gd name="T97" fmla="*/ 6 h 96"/>
                <a:gd name="T98" fmla="*/ 258 w 264"/>
                <a:gd name="T99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4" h="96">
                  <a:moveTo>
                    <a:pt x="0" y="96"/>
                  </a:moveTo>
                  <a:lnTo>
                    <a:pt x="0" y="90"/>
                  </a:lnTo>
                  <a:lnTo>
                    <a:pt x="6" y="90"/>
                  </a:lnTo>
                  <a:lnTo>
                    <a:pt x="6" y="90"/>
                  </a:lnTo>
                  <a:lnTo>
                    <a:pt x="6" y="90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8" y="90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24" y="84"/>
                  </a:lnTo>
                  <a:lnTo>
                    <a:pt x="24" y="84"/>
                  </a:lnTo>
                  <a:lnTo>
                    <a:pt x="24" y="84"/>
                  </a:lnTo>
                  <a:lnTo>
                    <a:pt x="24" y="84"/>
                  </a:lnTo>
                  <a:lnTo>
                    <a:pt x="30" y="84"/>
                  </a:lnTo>
                  <a:lnTo>
                    <a:pt x="30" y="84"/>
                  </a:lnTo>
                  <a:lnTo>
                    <a:pt x="30" y="84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48" y="72"/>
                  </a:lnTo>
                  <a:lnTo>
                    <a:pt x="54" y="72"/>
                  </a:lnTo>
                  <a:lnTo>
                    <a:pt x="54" y="72"/>
                  </a:lnTo>
                  <a:lnTo>
                    <a:pt x="54" y="72"/>
                  </a:lnTo>
                  <a:lnTo>
                    <a:pt x="60" y="72"/>
                  </a:lnTo>
                  <a:lnTo>
                    <a:pt x="60" y="72"/>
                  </a:lnTo>
                  <a:lnTo>
                    <a:pt x="60" y="72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66" y="66"/>
                  </a:lnTo>
                  <a:lnTo>
                    <a:pt x="66" y="66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6" y="60"/>
                  </a:lnTo>
                  <a:lnTo>
                    <a:pt x="96" y="60"/>
                  </a:lnTo>
                  <a:lnTo>
                    <a:pt x="96" y="60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48"/>
                  </a:lnTo>
                  <a:lnTo>
                    <a:pt x="120" y="48"/>
                  </a:lnTo>
                  <a:lnTo>
                    <a:pt x="120" y="48"/>
                  </a:lnTo>
                  <a:lnTo>
                    <a:pt x="120" y="48"/>
                  </a:lnTo>
                  <a:lnTo>
                    <a:pt x="120" y="48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38" y="42"/>
                  </a:lnTo>
                  <a:lnTo>
                    <a:pt x="138" y="42"/>
                  </a:lnTo>
                  <a:lnTo>
                    <a:pt x="138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44" y="42"/>
                  </a:lnTo>
                  <a:lnTo>
                    <a:pt x="150" y="42"/>
                  </a:lnTo>
                  <a:lnTo>
                    <a:pt x="150" y="42"/>
                  </a:lnTo>
                  <a:lnTo>
                    <a:pt x="150" y="36"/>
                  </a:lnTo>
                  <a:lnTo>
                    <a:pt x="150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8" y="36"/>
                  </a:lnTo>
                  <a:lnTo>
                    <a:pt x="168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0" y="30"/>
                  </a:lnTo>
                  <a:lnTo>
                    <a:pt x="186" y="30"/>
                  </a:lnTo>
                  <a:lnTo>
                    <a:pt x="186" y="30"/>
                  </a:lnTo>
                  <a:lnTo>
                    <a:pt x="186" y="24"/>
                  </a:lnTo>
                  <a:lnTo>
                    <a:pt x="186" y="24"/>
                  </a:lnTo>
                  <a:lnTo>
                    <a:pt x="192" y="24"/>
                  </a:lnTo>
                  <a:lnTo>
                    <a:pt x="192" y="24"/>
                  </a:lnTo>
                  <a:lnTo>
                    <a:pt x="192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204" y="24"/>
                  </a:lnTo>
                  <a:lnTo>
                    <a:pt x="204" y="24"/>
                  </a:lnTo>
                  <a:lnTo>
                    <a:pt x="204" y="18"/>
                  </a:lnTo>
                  <a:lnTo>
                    <a:pt x="204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2" y="18"/>
                  </a:lnTo>
                  <a:lnTo>
                    <a:pt x="222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34" y="12"/>
                  </a:lnTo>
                  <a:lnTo>
                    <a:pt x="240" y="12"/>
                  </a:lnTo>
                  <a:lnTo>
                    <a:pt x="240" y="12"/>
                  </a:lnTo>
                  <a:lnTo>
                    <a:pt x="240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52" y="6"/>
                  </a:lnTo>
                  <a:lnTo>
                    <a:pt x="252" y="6"/>
                  </a:lnTo>
                  <a:lnTo>
                    <a:pt x="252" y="6"/>
                  </a:lnTo>
                  <a:lnTo>
                    <a:pt x="258" y="6"/>
                  </a:lnTo>
                  <a:lnTo>
                    <a:pt x="258" y="6"/>
                  </a:lnTo>
                  <a:lnTo>
                    <a:pt x="258" y="6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Group 83">
            <a:extLst>
              <a:ext uri="{FF2B5EF4-FFF2-40B4-BE49-F238E27FC236}">
                <a16:creationId xmlns:a16="http://schemas.microsoft.com/office/drawing/2014/main" id="{10FE845B-97DB-4433-A3BB-6B72636BA654}"/>
              </a:ext>
            </a:extLst>
          </p:cNvPr>
          <p:cNvGrpSpPr>
            <a:grpSpLocks/>
          </p:cNvGrpSpPr>
          <p:nvPr/>
        </p:nvGrpSpPr>
        <p:grpSpPr bwMode="auto">
          <a:xfrm>
            <a:off x="4673444" y="3804743"/>
            <a:ext cx="942975" cy="304800"/>
            <a:chOff x="4458" y="1660"/>
            <a:chExt cx="594" cy="192"/>
          </a:xfrm>
        </p:grpSpPr>
        <p:graphicFrame>
          <p:nvGraphicFramePr>
            <p:cNvPr id="38" name="Object 84">
              <a:extLst>
                <a:ext uri="{FF2B5EF4-FFF2-40B4-BE49-F238E27FC236}">
                  <a16:creationId xmlns:a16="http://schemas.microsoft.com/office/drawing/2014/main" id="{47DFB401-32F3-4443-A99A-13052A1D01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5172750"/>
                </p:ext>
              </p:extLst>
            </p:nvPr>
          </p:nvGraphicFramePr>
          <p:xfrm>
            <a:off x="4588" y="1660"/>
            <a:ext cx="46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79" name="Equation" r:id="rId23" imgW="736560" imgH="304560" progId="Equation.DSMT4">
                    <p:embed/>
                  </p:oleObj>
                </mc:Choice>
                <mc:Fallback>
                  <p:oleObj name="Equation" r:id="rId23" imgW="736560" imgH="304560" progId="Equation.DSMT4">
                    <p:embed/>
                    <p:pic>
                      <p:nvPicPr>
                        <p:cNvPr id="113748" name="Object 84">
                          <a:extLst>
                            <a:ext uri="{FF2B5EF4-FFF2-40B4-BE49-F238E27FC236}">
                              <a16:creationId xmlns:a16="http://schemas.microsoft.com/office/drawing/2014/main" id="{C30B13AD-B5E3-4E75-AE03-695AEEE48C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8" y="1660"/>
                          <a:ext cx="46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Oval 85">
              <a:extLst>
                <a:ext uri="{FF2B5EF4-FFF2-40B4-BE49-F238E27FC236}">
                  <a16:creationId xmlns:a16="http://schemas.microsoft.com/office/drawing/2014/main" id="{1B1A3FA1-9C26-485E-BF79-68764BE4B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8" y="1692"/>
              <a:ext cx="36" cy="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" name="Text Box 26">
            <a:extLst>
              <a:ext uri="{FF2B5EF4-FFF2-40B4-BE49-F238E27FC236}">
                <a16:creationId xmlns:a16="http://schemas.microsoft.com/office/drawing/2014/main" id="{DBA66DD6-FE97-441A-B453-75AA7BE93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3" y="339502"/>
            <a:ext cx="6984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 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单调递增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其反函数</a:t>
            </a:r>
          </a:p>
        </p:txBody>
      </p:sp>
      <p:graphicFrame>
        <p:nvGraphicFramePr>
          <p:cNvPr id="41" name="Object 27">
            <a:extLst>
              <a:ext uri="{FF2B5EF4-FFF2-40B4-BE49-F238E27FC236}">
                <a16:creationId xmlns:a16="http://schemas.microsoft.com/office/drawing/2014/main" id="{C7BD7925-5697-40E6-9A47-0382BF9C2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896732"/>
              </p:ext>
            </p:extLst>
          </p:nvPr>
        </p:nvGraphicFramePr>
        <p:xfrm>
          <a:off x="6350513" y="339502"/>
          <a:ext cx="20986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80" name="Equation" r:id="rId25" imgW="2108160" imgH="406080" progId="Equation.DSMT4">
                  <p:embed/>
                </p:oleObj>
              </mc:Choice>
              <mc:Fallback>
                <p:oleObj name="Equation" r:id="rId25" imgW="2108160" imgH="406080" progId="Equation.DSMT4">
                  <p:embed/>
                  <p:pic>
                    <p:nvPicPr>
                      <p:cNvPr id="26" name="Object 27">
                        <a:extLst>
                          <a:ext uri="{FF2B5EF4-FFF2-40B4-BE49-F238E27FC236}">
                            <a16:creationId xmlns:a16="http://schemas.microsoft.com/office/drawing/2014/main" id="{426332B8-D165-45E1-952B-9338DABD2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513" y="339502"/>
                        <a:ext cx="20986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8">
            <a:extLst>
              <a:ext uri="{FF2B5EF4-FFF2-40B4-BE49-F238E27FC236}">
                <a16:creationId xmlns:a16="http://schemas.microsoft.com/office/drawing/2014/main" id="{533A710B-A906-4515-A2E9-8C46F0A66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54" y="974800"/>
            <a:ext cx="27093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且也单调递增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).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" name="Text Box 29">
            <a:extLst>
              <a:ext uri="{FF2B5EF4-FFF2-40B4-BE49-F238E27FC236}">
                <a16:creationId xmlns:a16="http://schemas.microsoft.com/office/drawing/2014/main" id="{0FF16855-B5BF-4FBA-BBFA-D6C4B6516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94" y="364109"/>
            <a:ext cx="8803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性质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4350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2CF462C1-2E53-46AF-936D-7FD41F0A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44" y="28886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例如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CBBE7553-49E8-450A-8B1E-B03F35CDD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927154"/>
              </p:ext>
            </p:extLst>
          </p:nvPr>
        </p:nvGraphicFramePr>
        <p:xfrm>
          <a:off x="3131840" y="339502"/>
          <a:ext cx="269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3" name="Equation" r:id="rId3" imgW="2692080" imgH="406080" progId="Equation.DSMT4">
                  <p:embed/>
                </p:oleObj>
              </mc:Choice>
              <mc:Fallback>
                <p:oleObj name="Equation" r:id="rId3" imgW="2692080" imgH="406080" progId="Equation.DSMT4">
                  <p:embed/>
                  <p:pic>
                    <p:nvPicPr>
                      <p:cNvPr id="113674" name="Object 10">
                        <a:extLst>
                          <a:ext uri="{FF2B5EF4-FFF2-40B4-BE49-F238E27FC236}">
                            <a16:creationId xmlns:a16="http://schemas.microsoft.com/office/drawing/2014/main" id="{501812E1-268C-4C6B-80AB-73746212B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39502"/>
                        <a:ext cx="269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1">
            <a:extLst>
              <a:ext uri="{FF2B5EF4-FFF2-40B4-BE49-F238E27FC236}">
                <a16:creationId xmlns:a16="http://schemas.microsoft.com/office/drawing/2014/main" id="{AE2AE618-C4F6-49EA-9200-86ADD323D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182" y="99179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对数函数</a:t>
            </a:r>
          </a:p>
        </p:txBody>
      </p:sp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5829BC0F-9350-42A2-B28E-CECB60CA4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95684"/>
              </p:ext>
            </p:extLst>
          </p:nvPr>
        </p:nvGraphicFramePr>
        <p:xfrm>
          <a:off x="3237319" y="1065319"/>
          <a:ext cx="270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4" name="Equation" r:id="rId5" imgW="2705040" imgH="342720" progId="Equation.DSMT4">
                  <p:embed/>
                </p:oleObj>
              </mc:Choice>
              <mc:Fallback>
                <p:oleObj name="Equation" r:id="rId5" imgW="2705040" imgH="342720" progId="Equation.DSMT4">
                  <p:embed/>
                  <p:pic>
                    <p:nvPicPr>
                      <p:cNvPr id="113676" name="Object 12">
                        <a:extLst>
                          <a:ext uri="{FF2B5EF4-FFF2-40B4-BE49-F238E27FC236}">
                            <a16:creationId xmlns:a16="http://schemas.microsoft.com/office/drawing/2014/main" id="{AFE88BA2-50FE-4FF3-BB50-8BE6346258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319" y="1065319"/>
                        <a:ext cx="2705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>
            <a:extLst>
              <a:ext uri="{FF2B5EF4-FFF2-40B4-BE49-F238E27FC236}">
                <a16:creationId xmlns:a16="http://schemas.microsoft.com/office/drawing/2014/main" id="{51BBD5EA-D7F4-4055-84DA-CCD25A59A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843" y="626550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互为反函数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,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C0E3F7-C09A-41EE-8784-BF2F76B50254}"/>
              </a:ext>
            </a:extLst>
          </p:cNvPr>
          <p:cNvGrpSpPr/>
          <p:nvPr/>
        </p:nvGrpSpPr>
        <p:grpSpPr>
          <a:xfrm>
            <a:off x="304030" y="1609927"/>
            <a:ext cx="6494226" cy="461970"/>
            <a:chOff x="265772" y="2143695"/>
            <a:chExt cx="6494226" cy="461970"/>
          </a:xfrm>
        </p:grpSpPr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61714DBF-5247-4171-81B2-5B23D7EED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72" y="2143695"/>
              <a:ext cx="249299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它们都单调递增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sp>
          <p:nvSpPr>
            <p:cNvPr id="9" name="Text Box 16">
              <a:extLst>
                <a:ext uri="{FF2B5EF4-FFF2-40B4-BE49-F238E27FC236}">
                  <a16:creationId xmlns:a16="http://schemas.microsoft.com/office/drawing/2014/main" id="{29285C59-2E5D-43C0-AF43-F232D9F76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261" y="2143702"/>
              <a:ext cx="23383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其图形关于直线</a:t>
              </a:r>
            </a:p>
          </p:txBody>
        </p:sp>
        <p:graphicFrame>
          <p:nvGraphicFramePr>
            <p:cNvPr id="10" name="Object 17">
              <a:extLst>
                <a:ext uri="{FF2B5EF4-FFF2-40B4-BE49-F238E27FC236}">
                  <a16:creationId xmlns:a16="http://schemas.microsoft.com/office/drawing/2014/main" id="{EFD7996A-2C70-483B-B58D-E48900FFCC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4477815"/>
                </p:ext>
              </p:extLst>
            </p:nvPr>
          </p:nvGraphicFramePr>
          <p:xfrm>
            <a:off x="5097886" y="2305627"/>
            <a:ext cx="673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25" name="Equation" r:id="rId7" imgW="672840" imgH="266400" progId="Equation.DSMT4">
                    <p:embed/>
                  </p:oleObj>
                </mc:Choice>
                <mc:Fallback>
                  <p:oleObj name="Equation" r:id="rId7" imgW="672840" imgH="266400" progId="Equation.DSMT4">
                    <p:embed/>
                    <p:pic>
                      <p:nvPicPr>
                        <p:cNvPr id="113681" name="Object 17">
                          <a:extLst>
                            <a:ext uri="{FF2B5EF4-FFF2-40B4-BE49-F238E27FC236}">
                              <a16:creationId xmlns:a16="http://schemas.microsoft.com/office/drawing/2014/main" id="{DD4CBF01-7675-4FAA-AE2A-5AB77310FE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7886" y="2305627"/>
                          <a:ext cx="6731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76F055DF-543F-4EAC-A050-BD731E45C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923" y="2143702"/>
              <a:ext cx="11080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对称 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2" name="Text Box 55">
            <a:extLst>
              <a:ext uri="{FF2B5EF4-FFF2-40B4-BE49-F238E27FC236}">
                <a16:creationId xmlns:a16="http://schemas.microsoft.com/office/drawing/2014/main" id="{C977EECC-97C0-4817-B58A-D871C870C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182" y="314581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指数函数</a:t>
            </a:r>
          </a:p>
        </p:txBody>
      </p:sp>
      <p:sp>
        <p:nvSpPr>
          <p:cNvPr id="13" name="AutoShape 56">
            <a:extLst>
              <a:ext uri="{FF2B5EF4-FFF2-40B4-BE49-F238E27FC236}">
                <a16:creationId xmlns:a16="http://schemas.microsoft.com/office/drawing/2014/main" id="{F4AB6340-B0D5-4C26-A9C1-01FDE783E62A}"/>
              </a:ext>
            </a:extLst>
          </p:cNvPr>
          <p:cNvSpPr>
            <a:spLocks/>
          </p:cNvSpPr>
          <p:nvPr/>
        </p:nvSpPr>
        <p:spPr bwMode="auto">
          <a:xfrm>
            <a:off x="5942419" y="493819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50CA952-E120-4088-8800-3F4083F42FC6}"/>
              </a:ext>
            </a:extLst>
          </p:cNvPr>
          <p:cNvGrpSpPr/>
          <p:nvPr/>
        </p:nvGrpSpPr>
        <p:grpSpPr>
          <a:xfrm>
            <a:off x="2133093" y="2255027"/>
            <a:ext cx="3961726" cy="2489378"/>
            <a:chOff x="539552" y="2558623"/>
            <a:chExt cx="3961726" cy="2489378"/>
          </a:xfrm>
        </p:grpSpPr>
        <p:sp>
          <p:nvSpPr>
            <p:cNvPr id="21" name="Line 67">
              <a:extLst>
                <a:ext uri="{FF2B5EF4-FFF2-40B4-BE49-F238E27FC236}">
                  <a16:creationId xmlns:a16="http://schemas.microsoft.com/office/drawing/2014/main" id="{1F68373B-A1A5-4712-80B9-3656AB16B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373" y="2885891"/>
              <a:ext cx="1997958" cy="197242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5" name="Group 57">
              <a:extLst>
                <a:ext uri="{FF2B5EF4-FFF2-40B4-BE49-F238E27FC236}">
                  <a16:creationId xmlns:a16="http://schemas.microsoft.com/office/drawing/2014/main" id="{B8B57892-B1F0-4D82-8B2F-F1A3F6608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552" y="2558623"/>
              <a:ext cx="2952751" cy="2465388"/>
              <a:chOff x="3387" y="678"/>
              <a:chExt cx="1860" cy="1553"/>
            </a:xfrm>
          </p:grpSpPr>
          <p:sp>
            <p:nvSpPr>
              <p:cNvPr id="16" name="Line 58">
                <a:extLst>
                  <a:ext uri="{FF2B5EF4-FFF2-40B4-BE49-F238E27FC236}">
                    <a16:creationId xmlns:a16="http://schemas.microsoft.com/office/drawing/2014/main" id="{8836F321-9A7D-4D4A-B815-5FF0403EE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7" y="1813"/>
                <a:ext cx="1860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59">
                <a:extLst>
                  <a:ext uri="{FF2B5EF4-FFF2-40B4-BE49-F238E27FC236}">
                    <a16:creationId xmlns:a16="http://schemas.microsoft.com/office/drawing/2014/main" id="{9A429390-8A07-4740-9488-D2D6B69C6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678"/>
                <a:ext cx="1" cy="15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" name="Object 60">
                <a:extLst>
                  <a:ext uri="{FF2B5EF4-FFF2-40B4-BE49-F238E27FC236}">
                    <a16:creationId xmlns:a16="http://schemas.microsoft.com/office/drawing/2014/main" id="{AEDDBA69-AA30-4AD9-8EC0-9DD3FD0597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374910"/>
                  </p:ext>
                </p:extLst>
              </p:nvPr>
            </p:nvGraphicFramePr>
            <p:xfrm>
              <a:off x="5135" y="1912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626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14" name="Object 60">
                            <a:extLst>
                              <a:ext uri="{FF2B5EF4-FFF2-40B4-BE49-F238E27FC236}">
                                <a16:creationId xmlns:a16="http://schemas.microsoft.com/office/drawing/2014/main" id="{80EE3A25-7EE1-46B4-9EB5-614B0AB1CA8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5" y="1912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61">
                <a:extLst>
                  <a:ext uri="{FF2B5EF4-FFF2-40B4-BE49-F238E27FC236}">
                    <a16:creationId xmlns:a16="http://schemas.microsoft.com/office/drawing/2014/main" id="{2099EA62-A279-44CD-AB13-81865F9234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4884786"/>
                  </p:ext>
                </p:extLst>
              </p:nvPr>
            </p:nvGraphicFramePr>
            <p:xfrm>
              <a:off x="3800" y="684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627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15" name="Object 61">
                            <a:extLst>
                              <a:ext uri="{FF2B5EF4-FFF2-40B4-BE49-F238E27FC236}">
                                <a16:creationId xmlns:a16="http://schemas.microsoft.com/office/drawing/2014/main" id="{66CA5F10-5C82-4B69-8DA7-803CB14EB6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0" y="684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62">
                <a:extLst>
                  <a:ext uri="{FF2B5EF4-FFF2-40B4-BE49-F238E27FC236}">
                    <a16:creationId xmlns:a16="http://schemas.microsoft.com/office/drawing/2014/main" id="{CC74978E-0C3E-4008-A7E6-94CA0B5118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6041087"/>
                  </p:ext>
                </p:extLst>
              </p:nvPr>
            </p:nvGraphicFramePr>
            <p:xfrm>
              <a:off x="3776" y="183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628" name="Equation" r:id="rId13" imgW="228600" imgH="241200" progId="Equation.DSMT4">
                      <p:embed/>
                    </p:oleObj>
                  </mc:Choice>
                  <mc:Fallback>
                    <p:oleObj name="Equation" r:id="rId13" imgW="228600" imgH="241200" progId="Equation.DSMT4">
                      <p:embed/>
                      <p:pic>
                        <p:nvPicPr>
                          <p:cNvPr id="16" name="Object 62">
                            <a:extLst>
                              <a:ext uri="{FF2B5EF4-FFF2-40B4-BE49-F238E27FC236}">
                                <a16:creationId xmlns:a16="http://schemas.microsoft.com/office/drawing/2014/main" id="{9744386A-1F1E-4AB6-AEC8-7FB1C856AAC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6" y="183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D978D02-3762-4501-A3FC-85A8F30046E3}"/>
                </a:ext>
              </a:extLst>
            </p:cNvPr>
            <p:cNvGrpSpPr/>
            <p:nvPr/>
          </p:nvGrpSpPr>
          <p:grpSpPr>
            <a:xfrm rot="21060000">
              <a:off x="730208" y="2679586"/>
              <a:ext cx="1744582" cy="1519245"/>
              <a:chOff x="881303" y="2262586"/>
              <a:chExt cx="1941072" cy="1822568"/>
            </a:xfrm>
          </p:grpSpPr>
          <p:sp>
            <p:nvSpPr>
              <p:cNvPr id="22" name="Freeform 55">
                <a:extLst>
                  <a:ext uri="{FF2B5EF4-FFF2-40B4-BE49-F238E27FC236}">
                    <a16:creationId xmlns:a16="http://schemas.microsoft.com/office/drawing/2014/main" id="{1796A7FA-A24C-47E0-AD70-AC8AB4F9A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1303" y="4013717"/>
                <a:ext cx="647700" cy="71437"/>
              </a:xfrm>
              <a:custGeom>
                <a:avLst/>
                <a:gdLst>
                  <a:gd name="T0" fmla="*/ 12 w 594"/>
                  <a:gd name="T1" fmla="*/ 66 h 66"/>
                  <a:gd name="T2" fmla="*/ 18 w 594"/>
                  <a:gd name="T3" fmla="*/ 66 h 66"/>
                  <a:gd name="T4" fmla="*/ 30 w 594"/>
                  <a:gd name="T5" fmla="*/ 66 h 66"/>
                  <a:gd name="T6" fmla="*/ 42 w 594"/>
                  <a:gd name="T7" fmla="*/ 60 h 66"/>
                  <a:gd name="T8" fmla="*/ 54 w 594"/>
                  <a:gd name="T9" fmla="*/ 60 h 66"/>
                  <a:gd name="T10" fmla="*/ 66 w 594"/>
                  <a:gd name="T11" fmla="*/ 60 h 66"/>
                  <a:gd name="T12" fmla="*/ 78 w 594"/>
                  <a:gd name="T13" fmla="*/ 60 h 66"/>
                  <a:gd name="T14" fmla="*/ 90 w 594"/>
                  <a:gd name="T15" fmla="*/ 60 h 66"/>
                  <a:gd name="T16" fmla="*/ 102 w 594"/>
                  <a:gd name="T17" fmla="*/ 60 h 66"/>
                  <a:gd name="T18" fmla="*/ 114 w 594"/>
                  <a:gd name="T19" fmla="*/ 60 h 66"/>
                  <a:gd name="T20" fmla="*/ 126 w 594"/>
                  <a:gd name="T21" fmla="*/ 60 h 66"/>
                  <a:gd name="T22" fmla="*/ 138 w 594"/>
                  <a:gd name="T23" fmla="*/ 60 h 66"/>
                  <a:gd name="T24" fmla="*/ 150 w 594"/>
                  <a:gd name="T25" fmla="*/ 54 h 66"/>
                  <a:gd name="T26" fmla="*/ 162 w 594"/>
                  <a:gd name="T27" fmla="*/ 54 h 66"/>
                  <a:gd name="T28" fmla="*/ 174 w 594"/>
                  <a:gd name="T29" fmla="*/ 54 h 66"/>
                  <a:gd name="T30" fmla="*/ 186 w 594"/>
                  <a:gd name="T31" fmla="*/ 54 h 66"/>
                  <a:gd name="T32" fmla="*/ 198 w 594"/>
                  <a:gd name="T33" fmla="*/ 54 h 66"/>
                  <a:gd name="T34" fmla="*/ 204 w 594"/>
                  <a:gd name="T35" fmla="*/ 54 h 66"/>
                  <a:gd name="T36" fmla="*/ 216 w 594"/>
                  <a:gd name="T37" fmla="*/ 54 h 66"/>
                  <a:gd name="T38" fmla="*/ 228 w 594"/>
                  <a:gd name="T39" fmla="*/ 48 h 66"/>
                  <a:gd name="T40" fmla="*/ 240 w 594"/>
                  <a:gd name="T41" fmla="*/ 48 h 66"/>
                  <a:gd name="T42" fmla="*/ 252 w 594"/>
                  <a:gd name="T43" fmla="*/ 48 h 66"/>
                  <a:gd name="T44" fmla="*/ 264 w 594"/>
                  <a:gd name="T45" fmla="*/ 48 h 66"/>
                  <a:gd name="T46" fmla="*/ 276 w 594"/>
                  <a:gd name="T47" fmla="*/ 48 h 66"/>
                  <a:gd name="T48" fmla="*/ 288 w 594"/>
                  <a:gd name="T49" fmla="*/ 48 h 66"/>
                  <a:gd name="T50" fmla="*/ 300 w 594"/>
                  <a:gd name="T51" fmla="*/ 42 h 66"/>
                  <a:gd name="T52" fmla="*/ 312 w 594"/>
                  <a:gd name="T53" fmla="*/ 42 h 66"/>
                  <a:gd name="T54" fmla="*/ 324 w 594"/>
                  <a:gd name="T55" fmla="*/ 42 h 66"/>
                  <a:gd name="T56" fmla="*/ 336 w 594"/>
                  <a:gd name="T57" fmla="*/ 42 h 66"/>
                  <a:gd name="T58" fmla="*/ 348 w 594"/>
                  <a:gd name="T59" fmla="*/ 42 h 66"/>
                  <a:gd name="T60" fmla="*/ 360 w 594"/>
                  <a:gd name="T61" fmla="*/ 36 h 66"/>
                  <a:gd name="T62" fmla="*/ 372 w 594"/>
                  <a:gd name="T63" fmla="*/ 36 h 66"/>
                  <a:gd name="T64" fmla="*/ 378 w 594"/>
                  <a:gd name="T65" fmla="*/ 36 h 66"/>
                  <a:gd name="T66" fmla="*/ 390 w 594"/>
                  <a:gd name="T67" fmla="*/ 36 h 66"/>
                  <a:gd name="T68" fmla="*/ 402 w 594"/>
                  <a:gd name="T69" fmla="*/ 36 h 66"/>
                  <a:gd name="T70" fmla="*/ 414 w 594"/>
                  <a:gd name="T71" fmla="*/ 30 h 66"/>
                  <a:gd name="T72" fmla="*/ 426 w 594"/>
                  <a:gd name="T73" fmla="*/ 30 h 66"/>
                  <a:gd name="T74" fmla="*/ 438 w 594"/>
                  <a:gd name="T75" fmla="*/ 30 h 66"/>
                  <a:gd name="T76" fmla="*/ 450 w 594"/>
                  <a:gd name="T77" fmla="*/ 30 h 66"/>
                  <a:gd name="T78" fmla="*/ 462 w 594"/>
                  <a:gd name="T79" fmla="*/ 24 h 66"/>
                  <a:gd name="T80" fmla="*/ 474 w 594"/>
                  <a:gd name="T81" fmla="*/ 24 h 66"/>
                  <a:gd name="T82" fmla="*/ 486 w 594"/>
                  <a:gd name="T83" fmla="*/ 24 h 66"/>
                  <a:gd name="T84" fmla="*/ 498 w 594"/>
                  <a:gd name="T85" fmla="*/ 18 h 66"/>
                  <a:gd name="T86" fmla="*/ 510 w 594"/>
                  <a:gd name="T87" fmla="*/ 18 h 66"/>
                  <a:gd name="T88" fmla="*/ 522 w 594"/>
                  <a:gd name="T89" fmla="*/ 18 h 66"/>
                  <a:gd name="T90" fmla="*/ 534 w 594"/>
                  <a:gd name="T91" fmla="*/ 12 h 66"/>
                  <a:gd name="T92" fmla="*/ 546 w 594"/>
                  <a:gd name="T93" fmla="*/ 12 h 66"/>
                  <a:gd name="T94" fmla="*/ 552 w 594"/>
                  <a:gd name="T95" fmla="*/ 12 h 66"/>
                  <a:gd name="T96" fmla="*/ 564 w 594"/>
                  <a:gd name="T97" fmla="*/ 6 h 66"/>
                  <a:gd name="T98" fmla="*/ 576 w 594"/>
                  <a:gd name="T99" fmla="*/ 6 h 66"/>
                  <a:gd name="T100" fmla="*/ 588 w 594"/>
                  <a:gd name="T101" fmla="*/ 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94" h="66">
                    <a:moveTo>
                      <a:pt x="0" y="66"/>
                    </a:moveTo>
                    <a:lnTo>
                      <a:pt x="0" y="66"/>
                    </a:lnTo>
                    <a:lnTo>
                      <a:pt x="6" y="66"/>
                    </a:lnTo>
                    <a:lnTo>
                      <a:pt x="6" y="66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8" y="66"/>
                    </a:lnTo>
                    <a:lnTo>
                      <a:pt x="18" y="66"/>
                    </a:lnTo>
                    <a:lnTo>
                      <a:pt x="18" y="66"/>
                    </a:lnTo>
                    <a:lnTo>
                      <a:pt x="24" y="66"/>
                    </a:lnTo>
                    <a:lnTo>
                      <a:pt x="24" y="66"/>
                    </a:lnTo>
                    <a:lnTo>
                      <a:pt x="30" y="66"/>
                    </a:lnTo>
                    <a:lnTo>
                      <a:pt x="30" y="66"/>
                    </a:lnTo>
                    <a:lnTo>
                      <a:pt x="30" y="66"/>
                    </a:lnTo>
                    <a:lnTo>
                      <a:pt x="36" y="66"/>
                    </a:lnTo>
                    <a:lnTo>
                      <a:pt x="36" y="66"/>
                    </a:lnTo>
                    <a:lnTo>
                      <a:pt x="42" y="66"/>
                    </a:lnTo>
                    <a:lnTo>
                      <a:pt x="42" y="60"/>
                    </a:lnTo>
                    <a:lnTo>
                      <a:pt x="42" y="60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60" y="60"/>
                    </a:lnTo>
                    <a:lnTo>
                      <a:pt x="60" y="60"/>
                    </a:lnTo>
                    <a:lnTo>
                      <a:pt x="60" y="60"/>
                    </a:lnTo>
                    <a:lnTo>
                      <a:pt x="66" y="60"/>
                    </a:lnTo>
                    <a:lnTo>
                      <a:pt x="66" y="60"/>
                    </a:lnTo>
                    <a:lnTo>
                      <a:pt x="72" y="60"/>
                    </a:lnTo>
                    <a:lnTo>
                      <a:pt x="72" y="60"/>
                    </a:lnTo>
                    <a:lnTo>
                      <a:pt x="72" y="60"/>
                    </a:lnTo>
                    <a:lnTo>
                      <a:pt x="78" y="60"/>
                    </a:lnTo>
                    <a:lnTo>
                      <a:pt x="78" y="60"/>
                    </a:lnTo>
                    <a:lnTo>
                      <a:pt x="84" y="60"/>
                    </a:lnTo>
                    <a:lnTo>
                      <a:pt x="84" y="60"/>
                    </a:lnTo>
                    <a:lnTo>
                      <a:pt x="84" y="60"/>
                    </a:lnTo>
                    <a:lnTo>
                      <a:pt x="90" y="60"/>
                    </a:lnTo>
                    <a:lnTo>
                      <a:pt x="90" y="60"/>
                    </a:lnTo>
                    <a:lnTo>
                      <a:pt x="90" y="60"/>
                    </a:lnTo>
                    <a:lnTo>
                      <a:pt x="96" y="60"/>
                    </a:lnTo>
                    <a:lnTo>
                      <a:pt x="96" y="60"/>
                    </a:lnTo>
                    <a:lnTo>
                      <a:pt x="102" y="60"/>
                    </a:lnTo>
                    <a:lnTo>
                      <a:pt x="102" y="60"/>
                    </a:lnTo>
                    <a:lnTo>
                      <a:pt x="102" y="60"/>
                    </a:lnTo>
                    <a:lnTo>
                      <a:pt x="108" y="60"/>
                    </a:lnTo>
                    <a:lnTo>
                      <a:pt x="108" y="60"/>
                    </a:lnTo>
                    <a:lnTo>
                      <a:pt x="114" y="60"/>
                    </a:lnTo>
                    <a:lnTo>
                      <a:pt x="114" y="60"/>
                    </a:lnTo>
                    <a:lnTo>
                      <a:pt x="114" y="60"/>
                    </a:lnTo>
                    <a:lnTo>
                      <a:pt x="120" y="60"/>
                    </a:lnTo>
                    <a:lnTo>
                      <a:pt x="120" y="60"/>
                    </a:lnTo>
                    <a:lnTo>
                      <a:pt x="126" y="60"/>
                    </a:lnTo>
                    <a:lnTo>
                      <a:pt x="126" y="60"/>
                    </a:lnTo>
                    <a:lnTo>
                      <a:pt x="126" y="60"/>
                    </a:lnTo>
                    <a:lnTo>
                      <a:pt x="132" y="60"/>
                    </a:lnTo>
                    <a:lnTo>
                      <a:pt x="132" y="60"/>
                    </a:lnTo>
                    <a:lnTo>
                      <a:pt x="132" y="60"/>
                    </a:lnTo>
                    <a:lnTo>
                      <a:pt x="138" y="60"/>
                    </a:lnTo>
                    <a:lnTo>
                      <a:pt x="138" y="60"/>
                    </a:lnTo>
                    <a:lnTo>
                      <a:pt x="144" y="60"/>
                    </a:lnTo>
                    <a:lnTo>
                      <a:pt x="144" y="60"/>
                    </a:lnTo>
                    <a:lnTo>
                      <a:pt x="144" y="60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6" y="54"/>
                    </a:lnTo>
                    <a:lnTo>
                      <a:pt x="216" y="54"/>
                    </a:lnTo>
                    <a:lnTo>
                      <a:pt x="216" y="54"/>
                    </a:lnTo>
                    <a:lnTo>
                      <a:pt x="222" y="54"/>
                    </a:lnTo>
                    <a:lnTo>
                      <a:pt x="222" y="54"/>
                    </a:lnTo>
                    <a:lnTo>
                      <a:pt x="228" y="54"/>
                    </a:lnTo>
                    <a:lnTo>
                      <a:pt x="228" y="54"/>
                    </a:lnTo>
                    <a:lnTo>
                      <a:pt x="228" y="48"/>
                    </a:lnTo>
                    <a:lnTo>
                      <a:pt x="234" y="48"/>
                    </a:lnTo>
                    <a:lnTo>
                      <a:pt x="234" y="48"/>
                    </a:lnTo>
                    <a:lnTo>
                      <a:pt x="234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6" y="48"/>
                    </a:lnTo>
                    <a:lnTo>
                      <a:pt x="246" y="48"/>
                    </a:lnTo>
                    <a:lnTo>
                      <a:pt x="246" y="48"/>
                    </a:lnTo>
                    <a:lnTo>
                      <a:pt x="252" y="48"/>
                    </a:lnTo>
                    <a:lnTo>
                      <a:pt x="252" y="48"/>
                    </a:lnTo>
                    <a:lnTo>
                      <a:pt x="258" y="48"/>
                    </a:lnTo>
                    <a:lnTo>
                      <a:pt x="258" y="48"/>
                    </a:lnTo>
                    <a:lnTo>
                      <a:pt x="258" y="48"/>
                    </a:lnTo>
                    <a:lnTo>
                      <a:pt x="264" y="48"/>
                    </a:lnTo>
                    <a:lnTo>
                      <a:pt x="264" y="48"/>
                    </a:lnTo>
                    <a:lnTo>
                      <a:pt x="270" y="48"/>
                    </a:lnTo>
                    <a:lnTo>
                      <a:pt x="270" y="48"/>
                    </a:lnTo>
                    <a:lnTo>
                      <a:pt x="270" y="48"/>
                    </a:lnTo>
                    <a:lnTo>
                      <a:pt x="276" y="48"/>
                    </a:lnTo>
                    <a:lnTo>
                      <a:pt x="276" y="48"/>
                    </a:lnTo>
                    <a:lnTo>
                      <a:pt x="276" y="48"/>
                    </a:lnTo>
                    <a:lnTo>
                      <a:pt x="282" y="48"/>
                    </a:lnTo>
                    <a:lnTo>
                      <a:pt x="282" y="48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94" y="48"/>
                    </a:lnTo>
                    <a:lnTo>
                      <a:pt x="294" y="48"/>
                    </a:lnTo>
                    <a:lnTo>
                      <a:pt x="300" y="48"/>
                    </a:lnTo>
                    <a:lnTo>
                      <a:pt x="300" y="42"/>
                    </a:lnTo>
                    <a:lnTo>
                      <a:pt x="300" y="42"/>
                    </a:lnTo>
                    <a:lnTo>
                      <a:pt x="306" y="42"/>
                    </a:lnTo>
                    <a:lnTo>
                      <a:pt x="306" y="42"/>
                    </a:lnTo>
                    <a:lnTo>
                      <a:pt x="306" y="42"/>
                    </a:lnTo>
                    <a:lnTo>
                      <a:pt x="312" y="42"/>
                    </a:lnTo>
                    <a:lnTo>
                      <a:pt x="312" y="42"/>
                    </a:lnTo>
                    <a:lnTo>
                      <a:pt x="318" y="42"/>
                    </a:lnTo>
                    <a:lnTo>
                      <a:pt x="318" y="42"/>
                    </a:lnTo>
                    <a:lnTo>
                      <a:pt x="318" y="42"/>
                    </a:lnTo>
                    <a:lnTo>
                      <a:pt x="324" y="42"/>
                    </a:lnTo>
                    <a:lnTo>
                      <a:pt x="324" y="42"/>
                    </a:lnTo>
                    <a:lnTo>
                      <a:pt x="330" y="42"/>
                    </a:lnTo>
                    <a:lnTo>
                      <a:pt x="330" y="42"/>
                    </a:lnTo>
                    <a:lnTo>
                      <a:pt x="330" y="42"/>
                    </a:lnTo>
                    <a:lnTo>
                      <a:pt x="336" y="42"/>
                    </a:lnTo>
                    <a:lnTo>
                      <a:pt x="336" y="42"/>
                    </a:lnTo>
                    <a:lnTo>
                      <a:pt x="342" y="42"/>
                    </a:lnTo>
                    <a:lnTo>
                      <a:pt x="342" y="42"/>
                    </a:lnTo>
                    <a:lnTo>
                      <a:pt x="342" y="42"/>
                    </a:lnTo>
                    <a:lnTo>
                      <a:pt x="348" y="42"/>
                    </a:lnTo>
                    <a:lnTo>
                      <a:pt x="348" y="42"/>
                    </a:lnTo>
                    <a:lnTo>
                      <a:pt x="348" y="42"/>
                    </a:lnTo>
                    <a:lnTo>
                      <a:pt x="354" y="42"/>
                    </a:lnTo>
                    <a:lnTo>
                      <a:pt x="354" y="42"/>
                    </a:lnTo>
                    <a:lnTo>
                      <a:pt x="360" y="36"/>
                    </a:lnTo>
                    <a:lnTo>
                      <a:pt x="360" y="36"/>
                    </a:lnTo>
                    <a:lnTo>
                      <a:pt x="360" y="36"/>
                    </a:lnTo>
                    <a:lnTo>
                      <a:pt x="366" y="36"/>
                    </a:lnTo>
                    <a:lnTo>
                      <a:pt x="366" y="36"/>
                    </a:lnTo>
                    <a:lnTo>
                      <a:pt x="372" y="36"/>
                    </a:lnTo>
                    <a:lnTo>
                      <a:pt x="372" y="36"/>
                    </a:lnTo>
                    <a:lnTo>
                      <a:pt x="372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84" y="36"/>
                    </a:lnTo>
                    <a:lnTo>
                      <a:pt x="390" y="36"/>
                    </a:lnTo>
                    <a:lnTo>
                      <a:pt x="390" y="36"/>
                    </a:lnTo>
                    <a:lnTo>
                      <a:pt x="390" y="36"/>
                    </a:lnTo>
                    <a:lnTo>
                      <a:pt x="396" y="36"/>
                    </a:lnTo>
                    <a:lnTo>
                      <a:pt x="396" y="36"/>
                    </a:lnTo>
                    <a:lnTo>
                      <a:pt x="402" y="36"/>
                    </a:lnTo>
                    <a:lnTo>
                      <a:pt x="402" y="36"/>
                    </a:lnTo>
                    <a:lnTo>
                      <a:pt x="402" y="36"/>
                    </a:lnTo>
                    <a:lnTo>
                      <a:pt x="408" y="36"/>
                    </a:lnTo>
                    <a:lnTo>
                      <a:pt x="408" y="30"/>
                    </a:lnTo>
                    <a:lnTo>
                      <a:pt x="408" y="30"/>
                    </a:lnTo>
                    <a:lnTo>
                      <a:pt x="414" y="30"/>
                    </a:lnTo>
                    <a:lnTo>
                      <a:pt x="414" y="30"/>
                    </a:lnTo>
                    <a:lnTo>
                      <a:pt x="420" y="30"/>
                    </a:lnTo>
                    <a:lnTo>
                      <a:pt x="420" y="30"/>
                    </a:lnTo>
                    <a:lnTo>
                      <a:pt x="420" y="30"/>
                    </a:lnTo>
                    <a:lnTo>
                      <a:pt x="426" y="30"/>
                    </a:lnTo>
                    <a:lnTo>
                      <a:pt x="426" y="30"/>
                    </a:lnTo>
                    <a:lnTo>
                      <a:pt x="432" y="30"/>
                    </a:lnTo>
                    <a:lnTo>
                      <a:pt x="432" y="30"/>
                    </a:lnTo>
                    <a:lnTo>
                      <a:pt x="432" y="30"/>
                    </a:lnTo>
                    <a:lnTo>
                      <a:pt x="438" y="30"/>
                    </a:lnTo>
                    <a:lnTo>
                      <a:pt x="438" y="30"/>
                    </a:lnTo>
                    <a:lnTo>
                      <a:pt x="444" y="30"/>
                    </a:lnTo>
                    <a:lnTo>
                      <a:pt x="444" y="30"/>
                    </a:lnTo>
                    <a:lnTo>
                      <a:pt x="444" y="30"/>
                    </a:lnTo>
                    <a:lnTo>
                      <a:pt x="450" y="30"/>
                    </a:lnTo>
                    <a:lnTo>
                      <a:pt x="450" y="30"/>
                    </a:lnTo>
                    <a:lnTo>
                      <a:pt x="450" y="24"/>
                    </a:lnTo>
                    <a:lnTo>
                      <a:pt x="456" y="24"/>
                    </a:lnTo>
                    <a:lnTo>
                      <a:pt x="456" y="24"/>
                    </a:lnTo>
                    <a:lnTo>
                      <a:pt x="462" y="24"/>
                    </a:lnTo>
                    <a:lnTo>
                      <a:pt x="462" y="24"/>
                    </a:lnTo>
                    <a:lnTo>
                      <a:pt x="462" y="24"/>
                    </a:lnTo>
                    <a:lnTo>
                      <a:pt x="468" y="24"/>
                    </a:lnTo>
                    <a:lnTo>
                      <a:pt x="468" y="24"/>
                    </a:lnTo>
                    <a:lnTo>
                      <a:pt x="474" y="24"/>
                    </a:lnTo>
                    <a:lnTo>
                      <a:pt x="474" y="24"/>
                    </a:lnTo>
                    <a:lnTo>
                      <a:pt x="474" y="24"/>
                    </a:lnTo>
                    <a:lnTo>
                      <a:pt x="480" y="24"/>
                    </a:lnTo>
                    <a:lnTo>
                      <a:pt x="480" y="24"/>
                    </a:lnTo>
                    <a:lnTo>
                      <a:pt x="480" y="24"/>
                    </a:lnTo>
                    <a:lnTo>
                      <a:pt x="486" y="24"/>
                    </a:lnTo>
                    <a:lnTo>
                      <a:pt x="486" y="24"/>
                    </a:lnTo>
                    <a:lnTo>
                      <a:pt x="492" y="24"/>
                    </a:lnTo>
                    <a:lnTo>
                      <a:pt x="492" y="18"/>
                    </a:lnTo>
                    <a:lnTo>
                      <a:pt x="492" y="18"/>
                    </a:lnTo>
                    <a:lnTo>
                      <a:pt x="498" y="18"/>
                    </a:lnTo>
                    <a:lnTo>
                      <a:pt x="498" y="18"/>
                    </a:lnTo>
                    <a:lnTo>
                      <a:pt x="504" y="18"/>
                    </a:lnTo>
                    <a:lnTo>
                      <a:pt x="504" y="18"/>
                    </a:lnTo>
                    <a:lnTo>
                      <a:pt x="504" y="18"/>
                    </a:lnTo>
                    <a:lnTo>
                      <a:pt x="510" y="18"/>
                    </a:lnTo>
                    <a:lnTo>
                      <a:pt x="510" y="18"/>
                    </a:lnTo>
                    <a:lnTo>
                      <a:pt x="516" y="18"/>
                    </a:lnTo>
                    <a:lnTo>
                      <a:pt x="516" y="18"/>
                    </a:lnTo>
                    <a:lnTo>
                      <a:pt x="516" y="18"/>
                    </a:lnTo>
                    <a:lnTo>
                      <a:pt x="522" y="18"/>
                    </a:lnTo>
                    <a:lnTo>
                      <a:pt x="522" y="18"/>
                    </a:lnTo>
                    <a:lnTo>
                      <a:pt x="522" y="18"/>
                    </a:lnTo>
                    <a:lnTo>
                      <a:pt x="528" y="18"/>
                    </a:lnTo>
                    <a:lnTo>
                      <a:pt x="528" y="12"/>
                    </a:lnTo>
                    <a:lnTo>
                      <a:pt x="534" y="12"/>
                    </a:lnTo>
                    <a:lnTo>
                      <a:pt x="534" y="12"/>
                    </a:lnTo>
                    <a:lnTo>
                      <a:pt x="534" y="12"/>
                    </a:lnTo>
                    <a:lnTo>
                      <a:pt x="540" y="12"/>
                    </a:lnTo>
                    <a:lnTo>
                      <a:pt x="540" y="12"/>
                    </a:lnTo>
                    <a:lnTo>
                      <a:pt x="546" y="12"/>
                    </a:lnTo>
                    <a:lnTo>
                      <a:pt x="546" y="12"/>
                    </a:lnTo>
                    <a:lnTo>
                      <a:pt x="546" y="12"/>
                    </a:lnTo>
                    <a:lnTo>
                      <a:pt x="552" y="12"/>
                    </a:lnTo>
                    <a:lnTo>
                      <a:pt x="552" y="12"/>
                    </a:lnTo>
                    <a:lnTo>
                      <a:pt x="552" y="12"/>
                    </a:lnTo>
                    <a:lnTo>
                      <a:pt x="558" y="12"/>
                    </a:lnTo>
                    <a:lnTo>
                      <a:pt x="558" y="12"/>
                    </a:lnTo>
                    <a:lnTo>
                      <a:pt x="564" y="6"/>
                    </a:lnTo>
                    <a:lnTo>
                      <a:pt x="564" y="6"/>
                    </a:lnTo>
                    <a:lnTo>
                      <a:pt x="564" y="6"/>
                    </a:lnTo>
                    <a:lnTo>
                      <a:pt x="570" y="6"/>
                    </a:lnTo>
                    <a:lnTo>
                      <a:pt x="570" y="6"/>
                    </a:lnTo>
                    <a:lnTo>
                      <a:pt x="576" y="6"/>
                    </a:lnTo>
                    <a:lnTo>
                      <a:pt x="576" y="6"/>
                    </a:lnTo>
                    <a:lnTo>
                      <a:pt x="576" y="6"/>
                    </a:lnTo>
                    <a:lnTo>
                      <a:pt x="582" y="6"/>
                    </a:lnTo>
                    <a:lnTo>
                      <a:pt x="582" y="6"/>
                    </a:lnTo>
                    <a:lnTo>
                      <a:pt x="588" y="6"/>
                    </a:lnTo>
                    <a:lnTo>
                      <a:pt x="588" y="6"/>
                    </a:lnTo>
                    <a:lnTo>
                      <a:pt x="588" y="6"/>
                    </a:lnTo>
                    <a:lnTo>
                      <a:pt x="594" y="0"/>
                    </a:lnTo>
                  </a:path>
                </a:pathLst>
              </a:custGeom>
              <a:noFill/>
              <a:ln w="19050" cap="flat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  <p:sp>
            <p:nvSpPr>
              <p:cNvPr id="23" name="Freeform 56">
                <a:extLst>
                  <a:ext uri="{FF2B5EF4-FFF2-40B4-BE49-F238E27FC236}">
                    <a16:creationId xmlns:a16="http://schemas.microsoft.com/office/drawing/2014/main" id="{3203EFC9-260A-4B10-B1FF-05F28879A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003" y="3705742"/>
                <a:ext cx="642937" cy="307975"/>
              </a:xfrm>
              <a:custGeom>
                <a:avLst/>
                <a:gdLst>
                  <a:gd name="T0" fmla="*/ 6 w 588"/>
                  <a:gd name="T1" fmla="*/ 282 h 282"/>
                  <a:gd name="T2" fmla="*/ 18 w 588"/>
                  <a:gd name="T3" fmla="*/ 282 h 282"/>
                  <a:gd name="T4" fmla="*/ 30 w 588"/>
                  <a:gd name="T5" fmla="*/ 276 h 282"/>
                  <a:gd name="T6" fmla="*/ 42 w 588"/>
                  <a:gd name="T7" fmla="*/ 276 h 282"/>
                  <a:gd name="T8" fmla="*/ 54 w 588"/>
                  <a:gd name="T9" fmla="*/ 270 h 282"/>
                  <a:gd name="T10" fmla="*/ 66 w 588"/>
                  <a:gd name="T11" fmla="*/ 270 h 282"/>
                  <a:gd name="T12" fmla="*/ 78 w 588"/>
                  <a:gd name="T13" fmla="*/ 270 h 282"/>
                  <a:gd name="T14" fmla="*/ 90 w 588"/>
                  <a:gd name="T15" fmla="*/ 264 h 282"/>
                  <a:gd name="T16" fmla="*/ 102 w 588"/>
                  <a:gd name="T17" fmla="*/ 264 h 282"/>
                  <a:gd name="T18" fmla="*/ 114 w 588"/>
                  <a:gd name="T19" fmla="*/ 258 h 282"/>
                  <a:gd name="T20" fmla="*/ 126 w 588"/>
                  <a:gd name="T21" fmla="*/ 252 h 282"/>
                  <a:gd name="T22" fmla="*/ 138 w 588"/>
                  <a:gd name="T23" fmla="*/ 252 h 282"/>
                  <a:gd name="T24" fmla="*/ 144 w 588"/>
                  <a:gd name="T25" fmla="*/ 246 h 282"/>
                  <a:gd name="T26" fmla="*/ 156 w 588"/>
                  <a:gd name="T27" fmla="*/ 246 h 282"/>
                  <a:gd name="T28" fmla="*/ 168 w 588"/>
                  <a:gd name="T29" fmla="*/ 240 h 282"/>
                  <a:gd name="T30" fmla="*/ 180 w 588"/>
                  <a:gd name="T31" fmla="*/ 234 h 282"/>
                  <a:gd name="T32" fmla="*/ 192 w 588"/>
                  <a:gd name="T33" fmla="*/ 234 h 282"/>
                  <a:gd name="T34" fmla="*/ 204 w 588"/>
                  <a:gd name="T35" fmla="*/ 228 h 282"/>
                  <a:gd name="T36" fmla="*/ 216 w 588"/>
                  <a:gd name="T37" fmla="*/ 222 h 282"/>
                  <a:gd name="T38" fmla="*/ 228 w 588"/>
                  <a:gd name="T39" fmla="*/ 222 h 282"/>
                  <a:gd name="T40" fmla="*/ 240 w 588"/>
                  <a:gd name="T41" fmla="*/ 216 h 282"/>
                  <a:gd name="T42" fmla="*/ 252 w 588"/>
                  <a:gd name="T43" fmla="*/ 210 h 282"/>
                  <a:gd name="T44" fmla="*/ 264 w 588"/>
                  <a:gd name="T45" fmla="*/ 210 h 282"/>
                  <a:gd name="T46" fmla="*/ 276 w 588"/>
                  <a:gd name="T47" fmla="*/ 204 h 282"/>
                  <a:gd name="T48" fmla="*/ 288 w 588"/>
                  <a:gd name="T49" fmla="*/ 198 h 282"/>
                  <a:gd name="T50" fmla="*/ 300 w 588"/>
                  <a:gd name="T51" fmla="*/ 192 h 282"/>
                  <a:gd name="T52" fmla="*/ 312 w 588"/>
                  <a:gd name="T53" fmla="*/ 186 h 282"/>
                  <a:gd name="T54" fmla="*/ 318 w 588"/>
                  <a:gd name="T55" fmla="*/ 180 h 282"/>
                  <a:gd name="T56" fmla="*/ 330 w 588"/>
                  <a:gd name="T57" fmla="*/ 174 h 282"/>
                  <a:gd name="T58" fmla="*/ 342 w 588"/>
                  <a:gd name="T59" fmla="*/ 168 h 282"/>
                  <a:gd name="T60" fmla="*/ 354 w 588"/>
                  <a:gd name="T61" fmla="*/ 162 h 282"/>
                  <a:gd name="T62" fmla="*/ 366 w 588"/>
                  <a:gd name="T63" fmla="*/ 156 h 282"/>
                  <a:gd name="T64" fmla="*/ 378 w 588"/>
                  <a:gd name="T65" fmla="*/ 150 h 282"/>
                  <a:gd name="T66" fmla="*/ 390 w 588"/>
                  <a:gd name="T67" fmla="*/ 144 h 282"/>
                  <a:gd name="T68" fmla="*/ 402 w 588"/>
                  <a:gd name="T69" fmla="*/ 138 h 282"/>
                  <a:gd name="T70" fmla="*/ 414 w 588"/>
                  <a:gd name="T71" fmla="*/ 132 h 282"/>
                  <a:gd name="T72" fmla="*/ 426 w 588"/>
                  <a:gd name="T73" fmla="*/ 126 h 282"/>
                  <a:gd name="T74" fmla="*/ 438 w 588"/>
                  <a:gd name="T75" fmla="*/ 120 h 282"/>
                  <a:gd name="T76" fmla="*/ 450 w 588"/>
                  <a:gd name="T77" fmla="*/ 108 h 282"/>
                  <a:gd name="T78" fmla="*/ 462 w 588"/>
                  <a:gd name="T79" fmla="*/ 102 h 282"/>
                  <a:gd name="T80" fmla="*/ 474 w 588"/>
                  <a:gd name="T81" fmla="*/ 96 h 282"/>
                  <a:gd name="T82" fmla="*/ 486 w 588"/>
                  <a:gd name="T83" fmla="*/ 84 h 282"/>
                  <a:gd name="T84" fmla="*/ 498 w 588"/>
                  <a:gd name="T85" fmla="*/ 78 h 282"/>
                  <a:gd name="T86" fmla="*/ 504 w 588"/>
                  <a:gd name="T87" fmla="*/ 72 h 282"/>
                  <a:gd name="T88" fmla="*/ 516 w 588"/>
                  <a:gd name="T89" fmla="*/ 60 h 282"/>
                  <a:gd name="T90" fmla="*/ 528 w 588"/>
                  <a:gd name="T91" fmla="*/ 54 h 282"/>
                  <a:gd name="T92" fmla="*/ 540 w 588"/>
                  <a:gd name="T93" fmla="*/ 42 h 282"/>
                  <a:gd name="T94" fmla="*/ 552 w 588"/>
                  <a:gd name="T95" fmla="*/ 30 h 282"/>
                  <a:gd name="T96" fmla="*/ 564 w 588"/>
                  <a:gd name="T97" fmla="*/ 24 h 282"/>
                  <a:gd name="T98" fmla="*/ 576 w 588"/>
                  <a:gd name="T99" fmla="*/ 12 h 282"/>
                  <a:gd name="T100" fmla="*/ 588 w 588"/>
                  <a:gd name="T101" fmla="*/ 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88" h="282">
                    <a:moveTo>
                      <a:pt x="0" y="282"/>
                    </a:moveTo>
                    <a:lnTo>
                      <a:pt x="0" y="282"/>
                    </a:lnTo>
                    <a:lnTo>
                      <a:pt x="0" y="282"/>
                    </a:lnTo>
                    <a:lnTo>
                      <a:pt x="6" y="282"/>
                    </a:lnTo>
                    <a:lnTo>
                      <a:pt x="6" y="282"/>
                    </a:lnTo>
                    <a:lnTo>
                      <a:pt x="12" y="282"/>
                    </a:lnTo>
                    <a:lnTo>
                      <a:pt x="12" y="282"/>
                    </a:lnTo>
                    <a:lnTo>
                      <a:pt x="12" y="282"/>
                    </a:lnTo>
                    <a:lnTo>
                      <a:pt x="18" y="282"/>
                    </a:lnTo>
                    <a:lnTo>
                      <a:pt x="18" y="282"/>
                    </a:lnTo>
                    <a:lnTo>
                      <a:pt x="24" y="282"/>
                    </a:lnTo>
                    <a:lnTo>
                      <a:pt x="24" y="282"/>
                    </a:lnTo>
                    <a:lnTo>
                      <a:pt x="24" y="282"/>
                    </a:lnTo>
                    <a:lnTo>
                      <a:pt x="30" y="276"/>
                    </a:lnTo>
                    <a:lnTo>
                      <a:pt x="30" y="276"/>
                    </a:lnTo>
                    <a:lnTo>
                      <a:pt x="30" y="276"/>
                    </a:lnTo>
                    <a:lnTo>
                      <a:pt x="36" y="276"/>
                    </a:lnTo>
                    <a:lnTo>
                      <a:pt x="36" y="276"/>
                    </a:lnTo>
                    <a:lnTo>
                      <a:pt x="42" y="276"/>
                    </a:lnTo>
                    <a:lnTo>
                      <a:pt x="42" y="276"/>
                    </a:lnTo>
                    <a:lnTo>
                      <a:pt x="42" y="276"/>
                    </a:lnTo>
                    <a:lnTo>
                      <a:pt x="48" y="276"/>
                    </a:lnTo>
                    <a:lnTo>
                      <a:pt x="48" y="276"/>
                    </a:lnTo>
                    <a:lnTo>
                      <a:pt x="54" y="276"/>
                    </a:lnTo>
                    <a:lnTo>
                      <a:pt x="54" y="270"/>
                    </a:lnTo>
                    <a:lnTo>
                      <a:pt x="54" y="270"/>
                    </a:lnTo>
                    <a:lnTo>
                      <a:pt x="60" y="270"/>
                    </a:lnTo>
                    <a:lnTo>
                      <a:pt x="60" y="270"/>
                    </a:lnTo>
                    <a:lnTo>
                      <a:pt x="66" y="270"/>
                    </a:lnTo>
                    <a:lnTo>
                      <a:pt x="66" y="270"/>
                    </a:lnTo>
                    <a:lnTo>
                      <a:pt x="66" y="270"/>
                    </a:lnTo>
                    <a:lnTo>
                      <a:pt x="72" y="270"/>
                    </a:lnTo>
                    <a:lnTo>
                      <a:pt x="72" y="270"/>
                    </a:lnTo>
                    <a:lnTo>
                      <a:pt x="72" y="270"/>
                    </a:lnTo>
                    <a:lnTo>
                      <a:pt x="78" y="270"/>
                    </a:lnTo>
                    <a:lnTo>
                      <a:pt x="78" y="264"/>
                    </a:lnTo>
                    <a:lnTo>
                      <a:pt x="84" y="264"/>
                    </a:lnTo>
                    <a:lnTo>
                      <a:pt x="84" y="264"/>
                    </a:lnTo>
                    <a:lnTo>
                      <a:pt x="84" y="264"/>
                    </a:lnTo>
                    <a:lnTo>
                      <a:pt x="90" y="264"/>
                    </a:lnTo>
                    <a:lnTo>
                      <a:pt x="90" y="264"/>
                    </a:lnTo>
                    <a:lnTo>
                      <a:pt x="96" y="264"/>
                    </a:lnTo>
                    <a:lnTo>
                      <a:pt x="96" y="264"/>
                    </a:lnTo>
                    <a:lnTo>
                      <a:pt x="96" y="264"/>
                    </a:lnTo>
                    <a:lnTo>
                      <a:pt x="102" y="264"/>
                    </a:lnTo>
                    <a:lnTo>
                      <a:pt x="102" y="258"/>
                    </a:lnTo>
                    <a:lnTo>
                      <a:pt x="102" y="258"/>
                    </a:lnTo>
                    <a:lnTo>
                      <a:pt x="108" y="258"/>
                    </a:lnTo>
                    <a:lnTo>
                      <a:pt x="108" y="258"/>
                    </a:lnTo>
                    <a:lnTo>
                      <a:pt x="114" y="258"/>
                    </a:lnTo>
                    <a:lnTo>
                      <a:pt x="114" y="258"/>
                    </a:lnTo>
                    <a:lnTo>
                      <a:pt x="114" y="258"/>
                    </a:lnTo>
                    <a:lnTo>
                      <a:pt x="120" y="258"/>
                    </a:lnTo>
                    <a:lnTo>
                      <a:pt x="120" y="258"/>
                    </a:lnTo>
                    <a:lnTo>
                      <a:pt x="126" y="252"/>
                    </a:lnTo>
                    <a:lnTo>
                      <a:pt x="126" y="252"/>
                    </a:lnTo>
                    <a:lnTo>
                      <a:pt x="126" y="252"/>
                    </a:lnTo>
                    <a:lnTo>
                      <a:pt x="132" y="252"/>
                    </a:lnTo>
                    <a:lnTo>
                      <a:pt x="132" y="252"/>
                    </a:lnTo>
                    <a:lnTo>
                      <a:pt x="138" y="252"/>
                    </a:lnTo>
                    <a:lnTo>
                      <a:pt x="138" y="252"/>
                    </a:lnTo>
                    <a:lnTo>
                      <a:pt x="138" y="252"/>
                    </a:lnTo>
                    <a:lnTo>
                      <a:pt x="144" y="252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50" y="246"/>
                    </a:lnTo>
                    <a:lnTo>
                      <a:pt x="150" y="246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62" y="246"/>
                    </a:lnTo>
                    <a:lnTo>
                      <a:pt x="162" y="240"/>
                    </a:lnTo>
                    <a:lnTo>
                      <a:pt x="168" y="240"/>
                    </a:lnTo>
                    <a:lnTo>
                      <a:pt x="168" y="240"/>
                    </a:lnTo>
                    <a:lnTo>
                      <a:pt x="168" y="240"/>
                    </a:lnTo>
                    <a:lnTo>
                      <a:pt x="174" y="240"/>
                    </a:lnTo>
                    <a:lnTo>
                      <a:pt x="174" y="240"/>
                    </a:lnTo>
                    <a:lnTo>
                      <a:pt x="174" y="240"/>
                    </a:lnTo>
                    <a:lnTo>
                      <a:pt x="180" y="240"/>
                    </a:lnTo>
                    <a:lnTo>
                      <a:pt x="180" y="234"/>
                    </a:lnTo>
                    <a:lnTo>
                      <a:pt x="186" y="234"/>
                    </a:lnTo>
                    <a:lnTo>
                      <a:pt x="186" y="234"/>
                    </a:lnTo>
                    <a:lnTo>
                      <a:pt x="186" y="234"/>
                    </a:lnTo>
                    <a:lnTo>
                      <a:pt x="192" y="234"/>
                    </a:lnTo>
                    <a:lnTo>
                      <a:pt x="192" y="234"/>
                    </a:lnTo>
                    <a:lnTo>
                      <a:pt x="198" y="234"/>
                    </a:lnTo>
                    <a:lnTo>
                      <a:pt x="198" y="234"/>
                    </a:lnTo>
                    <a:lnTo>
                      <a:pt x="198" y="228"/>
                    </a:lnTo>
                    <a:lnTo>
                      <a:pt x="204" y="228"/>
                    </a:lnTo>
                    <a:lnTo>
                      <a:pt x="204" y="228"/>
                    </a:lnTo>
                    <a:lnTo>
                      <a:pt x="210" y="228"/>
                    </a:lnTo>
                    <a:lnTo>
                      <a:pt x="210" y="228"/>
                    </a:lnTo>
                    <a:lnTo>
                      <a:pt x="210" y="228"/>
                    </a:lnTo>
                    <a:lnTo>
                      <a:pt x="216" y="228"/>
                    </a:lnTo>
                    <a:lnTo>
                      <a:pt x="216" y="222"/>
                    </a:lnTo>
                    <a:lnTo>
                      <a:pt x="216" y="222"/>
                    </a:lnTo>
                    <a:lnTo>
                      <a:pt x="222" y="222"/>
                    </a:lnTo>
                    <a:lnTo>
                      <a:pt x="222" y="222"/>
                    </a:lnTo>
                    <a:lnTo>
                      <a:pt x="228" y="222"/>
                    </a:lnTo>
                    <a:lnTo>
                      <a:pt x="228" y="222"/>
                    </a:lnTo>
                    <a:lnTo>
                      <a:pt x="228" y="222"/>
                    </a:lnTo>
                    <a:lnTo>
                      <a:pt x="234" y="222"/>
                    </a:lnTo>
                    <a:lnTo>
                      <a:pt x="234" y="216"/>
                    </a:lnTo>
                    <a:lnTo>
                      <a:pt x="240" y="216"/>
                    </a:lnTo>
                    <a:lnTo>
                      <a:pt x="240" y="216"/>
                    </a:lnTo>
                    <a:lnTo>
                      <a:pt x="240" y="216"/>
                    </a:lnTo>
                    <a:lnTo>
                      <a:pt x="246" y="216"/>
                    </a:lnTo>
                    <a:lnTo>
                      <a:pt x="246" y="216"/>
                    </a:lnTo>
                    <a:lnTo>
                      <a:pt x="246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8" y="210"/>
                    </a:lnTo>
                    <a:lnTo>
                      <a:pt x="258" y="210"/>
                    </a:lnTo>
                    <a:lnTo>
                      <a:pt x="258" y="210"/>
                    </a:lnTo>
                    <a:lnTo>
                      <a:pt x="264" y="210"/>
                    </a:lnTo>
                    <a:lnTo>
                      <a:pt x="264" y="204"/>
                    </a:lnTo>
                    <a:lnTo>
                      <a:pt x="270" y="204"/>
                    </a:lnTo>
                    <a:lnTo>
                      <a:pt x="270" y="204"/>
                    </a:lnTo>
                    <a:lnTo>
                      <a:pt x="270" y="204"/>
                    </a:lnTo>
                    <a:lnTo>
                      <a:pt x="276" y="204"/>
                    </a:lnTo>
                    <a:lnTo>
                      <a:pt x="276" y="204"/>
                    </a:lnTo>
                    <a:lnTo>
                      <a:pt x="282" y="198"/>
                    </a:lnTo>
                    <a:lnTo>
                      <a:pt x="282" y="198"/>
                    </a:lnTo>
                    <a:lnTo>
                      <a:pt x="282" y="198"/>
                    </a:lnTo>
                    <a:lnTo>
                      <a:pt x="288" y="198"/>
                    </a:lnTo>
                    <a:lnTo>
                      <a:pt x="288" y="198"/>
                    </a:lnTo>
                    <a:lnTo>
                      <a:pt x="288" y="198"/>
                    </a:lnTo>
                    <a:lnTo>
                      <a:pt x="294" y="192"/>
                    </a:lnTo>
                    <a:lnTo>
                      <a:pt x="294" y="192"/>
                    </a:lnTo>
                    <a:lnTo>
                      <a:pt x="300" y="192"/>
                    </a:lnTo>
                    <a:lnTo>
                      <a:pt x="300" y="192"/>
                    </a:lnTo>
                    <a:lnTo>
                      <a:pt x="300" y="192"/>
                    </a:lnTo>
                    <a:lnTo>
                      <a:pt x="306" y="192"/>
                    </a:lnTo>
                    <a:lnTo>
                      <a:pt x="306" y="186"/>
                    </a:lnTo>
                    <a:lnTo>
                      <a:pt x="312" y="186"/>
                    </a:lnTo>
                    <a:lnTo>
                      <a:pt x="312" y="186"/>
                    </a:lnTo>
                    <a:lnTo>
                      <a:pt x="312" y="186"/>
                    </a:lnTo>
                    <a:lnTo>
                      <a:pt x="318" y="186"/>
                    </a:lnTo>
                    <a:lnTo>
                      <a:pt x="318" y="180"/>
                    </a:lnTo>
                    <a:lnTo>
                      <a:pt x="318" y="180"/>
                    </a:lnTo>
                    <a:lnTo>
                      <a:pt x="324" y="180"/>
                    </a:lnTo>
                    <a:lnTo>
                      <a:pt x="324" y="180"/>
                    </a:lnTo>
                    <a:lnTo>
                      <a:pt x="330" y="180"/>
                    </a:lnTo>
                    <a:lnTo>
                      <a:pt x="330" y="180"/>
                    </a:lnTo>
                    <a:lnTo>
                      <a:pt x="330" y="174"/>
                    </a:lnTo>
                    <a:lnTo>
                      <a:pt x="336" y="174"/>
                    </a:lnTo>
                    <a:lnTo>
                      <a:pt x="336" y="174"/>
                    </a:lnTo>
                    <a:lnTo>
                      <a:pt x="342" y="174"/>
                    </a:lnTo>
                    <a:lnTo>
                      <a:pt x="342" y="174"/>
                    </a:lnTo>
                    <a:lnTo>
                      <a:pt x="342" y="168"/>
                    </a:lnTo>
                    <a:lnTo>
                      <a:pt x="348" y="168"/>
                    </a:lnTo>
                    <a:lnTo>
                      <a:pt x="348" y="168"/>
                    </a:lnTo>
                    <a:lnTo>
                      <a:pt x="354" y="168"/>
                    </a:lnTo>
                    <a:lnTo>
                      <a:pt x="354" y="168"/>
                    </a:lnTo>
                    <a:lnTo>
                      <a:pt x="354" y="162"/>
                    </a:lnTo>
                    <a:lnTo>
                      <a:pt x="360" y="162"/>
                    </a:lnTo>
                    <a:lnTo>
                      <a:pt x="360" y="162"/>
                    </a:lnTo>
                    <a:lnTo>
                      <a:pt x="360" y="162"/>
                    </a:lnTo>
                    <a:lnTo>
                      <a:pt x="366" y="162"/>
                    </a:lnTo>
                    <a:lnTo>
                      <a:pt x="366" y="156"/>
                    </a:lnTo>
                    <a:lnTo>
                      <a:pt x="372" y="156"/>
                    </a:lnTo>
                    <a:lnTo>
                      <a:pt x="372" y="156"/>
                    </a:lnTo>
                    <a:lnTo>
                      <a:pt x="372" y="156"/>
                    </a:lnTo>
                    <a:lnTo>
                      <a:pt x="378" y="156"/>
                    </a:lnTo>
                    <a:lnTo>
                      <a:pt x="378" y="150"/>
                    </a:lnTo>
                    <a:lnTo>
                      <a:pt x="384" y="150"/>
                    </a:lnTo>
                    <a:lnTo>
                      <a:pt x="384" y="150"/>
                    </a:lnTo>
                    <a:lnTo>
                      <a:pt x="384" y="150"/>
                    </a:lnTo>
                    <a:lnTo>
                      <a:pt x="390" y="150"/>
                    </a:lnTo>
                    <a:lnTo>
                      <a:pt x="390" y="144"/>
                    </a:lnTo>
                    <a:lnTo>
                      <a:pt x="390" y="144"/>
                    </a:lnTo>
                    <a:lnTo>
                      <a:pt x="396" y="144"/>
                    </a:lnTo>
                    <a:lnTo>
                      <a:pt x="396" y="144"/>
                    </a:lnTo>
                    <a:lnTo>
                      <a:pt x="402" y="138"/>
                    </a:lnTo>
                    <a:lnTo>
                      <a:pt x="402" y="138"/>
                    </a:lnTo>
                    <a:lnTo>
                      <a:pt x="402" y="138"/>
                    </a:lnTo>
                    <a:lnTo>
                      <a:pt x="408" y="138"/>
                    </a:lnTo>
                    <a:lnTo>
                      <a:pt x="408" y="138"/>
                    </a:lnTo>
                    <a:lnTo>
                      <a:pt x="414" y="132"/>
                    </a:lnTo>
                    <a:lnTo>
                      <a:pt x="414" y="132"/>
                    </a:lnTo>
                    <a:lnTo>
                      <a:pt x="414" y="132"/>
                    </a:lnTo>
                    <a:lnTo>
                      <a:pt x="420" y="132"/>
                    </a:lnTo>
                    <a:lnTo>
                      <a:pt x="420" y="126"/>
                    </a:lnTo>
                    <a:lnTo>
                      <a:pt x="426" y="126"/>
                    </a:lnTo>
                    <a:lnTo>
                      <a:pt x="426" y="126"/>
                    </a:lnTo>
                    <a:lnTo>
                      <a:pt x="426" y="126"/>
                    </a:lnTo>
                    <a:lnTo>
                      <a:pt x="432" y="120"/>
                    </a:lnTo>
                    <a:lnTo>
                      <a:pt x="432" y="120"/>
                    </a:lnTo>
                    <a:lnTo>
                      <a:pt x="432" y="120"/>
                    </a:lnTo>
                    <a:lnTo>
                      <a:pt x="438" y="120"/>
                    </a:lnTo>
                    <a:lnTo>
                      <a:pt x="438" y="114"/>
                    </a:lnTo>
                    <a:lnTo>
                      <a:pt x="444" y="114"/>
                    </a:lnTo>
                    <a:lnTo>
                      <a:pt x="444" y="114"/>
                    </a:lnTo>
                    <a:lnTo>
                      <a:pt x="444" y="114"/>
                    </a:lnTo>
                    <a:lnTo>
                      <a:pt x="450" y="108"/>
                    </a:lnTo>
                    <a:lnTo>
                      <a:pt x="450" y="108"/>
                    </a:lnTo>
                    <a:lnTo>
                      <a:pt x="456" y="108"/>
                    </a:lnTo>
                    <a:lnTo>
                      <a:pt x="456" y="108"/>
                    </a:lnTo>
                    <a:lnTo>
                      <a:pt x="456" y="102"/>
                    </a:lnTo>
                    <a:lnTo>
                      <a:pt x="462" y="102"/>
                    </a:lnTo>
                    <a:lnTo>
                      <a:pt x="462" y="102"/>
                    </a:lnTo>
                    <a:lnTo>
                      <a:pt x="462" y="102"/>
                    </a:lnTo>
                    <a:lnTo>
                      <a:pt x="468" y="96"/>
                    </a:lnTo>
                    <a:lnTo>
                      <a:pt x="468" y="96"/>
                    </a:lnTo>
                    <a:lnTo>
                      <a:pt x="474" y="96"/>
                    </a:lnTo>
                    <a:lnTo>
                      <a:pt x="474" y="96"/>
                    </a:lnTo>
                    <a:lnTo>
                      <a:pt x="474" y="90"/>
                    </a:lnTo>
                    <a:lnTo>
                      <a:pt x="480" y="90"/>
                    </a:lnTo>
                    <a:lnTo>
                      <a:pt x="480" y="90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92" y="84"/>
                    </a:lnTo>
                    <a:lnTo>
                      <a:pt x="492" y="78"/>
                    </a:lnTo>
                    <a:lnTo>
                      <a:pt x="498" y="78"/>
                    </a:lnTo>
                    <a:lnTo>
                      <a:pt x="498" y="78"/>
                    </a:lnTo>
                    <a:lnTo>
                      <a:pt x="498" y="72"/>
                    </a:lnTo>
                    <a:lnTo>
                      <a:pt x="504" y="72"/>
                    </a:lnTo>
                    <a:lnTo>
                      <a:pt x="504" y="72"/>
                    </a:lnTo>
                    <a:lnTo>
                      <a:pt x="504" y="72"/>
                    </a:lnTo>
                    <a:lnTo>
                      <a:pt x="510" y="66"/>
                    </a:lnTo>
                    <a:lnTo>
                      <a:pt x="510" y="66"/>
                    </a:lnTo>
                    <a:lnTo>
                      <a:pt x="516" y="66"/>
                    </a:lnTo>
                    <a:lnTo>
                      <a:pt x="516" y="60"/>
                    </a:lnTo>
                    <a:lnTo>
                      <a:pt x="516" y="60"/>
                    </a:lnTo>
                    <a:lnTo>
                      <a:pt x="522" y="60"/>
                    </a:lnTo>
                    <a:lnTo>
                      <a:pt x="522" y="60"/>
                    </a:lnTo>
                    <a:lnTo>
                      <a:pt x="528" y="54"/>
                    </a:lnTo>
                    <a:lnTo>
                      <a:pt x="528" y="54"/>
                    </a:lnTo>
                    <a:lnTo>
                      <a:pt x="528" y="54"/>
                    </a:lnTo>
                    <a:lnTo>
                      <a:pt x="534" y="48"/>
                    </a:lnTo>
                    <a:lnTo>
                      <a:pt x="534" y="48"/>
                    </a:lnTo>
                    <a:lnTo>
                      <a:pt x="534" y="48"/>
                    </a:lnTo>
                    <a:lnTo>
                      <a:pt x="540" y="42"/>
                    </a:lnTo>
                    <a:lnTo>
                      <a:pt x="540" y="42"/>
                    </a:lnTo>
                    <a:lnTo>
                      <a:pt x="546" y="42"/>
                    </a:lnTo>
                    <a:lnTo>
                      <a:pt x="546" y="36"/>
                    </a:lnTo>
                    <a:lnTo>
                      <a:pt x="546" y="36"/>
                    </a:lnTo>
                    <a:lnTo>
                      <a:pt x="552" y="36"/>
                    </a:lnTo>
                    <a:lnTo>
                      <a:pt x="552" y="30"/>
                    </a:lnTo>
                    <a:lnTo>
                      <a:pt x="558" y="30"/>
                    </a:lnTo>
                    <a:lnTo>
                      <a:pt x="558" y="30"/>
                    </a:lnTo>
                    <a:lnTo>
                      <a:pt x="558" y="24"/>
                    </a:lnTo>
                    <a:lnTo>
                      <a:pt x="564" y="24"/>
                    </a:lnTo>
                    <a:lnTo>
                      <a:pt x="564" y="24"/>
                    </a:lnTo>
                    <a:lnTo>
                      <a:pt x="570" y="18"/>
                    </a:lnTo>
                    <a:lnTo>
                      <a:pt x="570" y="18"/>
                    </a:lnTo>
                    <a:lnTo>
                      <a:pt x="570" y="18"/>
                    </a:lnTo>
                    <a:lnTo>
                      <a:pt x="576" y="12"/>
                    </a:lnTo>
                    <a:lnTo>
                      <a:pt x="576" y="12"/>
                    </a:lnTo>
                    <a:lnTo>
                      <a:pt x="576" y="12"/>
                    </a:lnTo>
                    <a:lnTo>
                      <a:pt x="582" y="6"/>
                    </a:lnTo>
                    <a:lnTo>
                      <a:pt x="582" y="6"/>
                    </a:lnTo>
                    <a:lnTo>
                      <a:pt x="588" y="6"/>
                    </a:lnTo>
                    <a:lnTo>
                      <a:pt x="588" y="0"/>
                    </a:lnTo>
                    <a:lnTo>
                      <a:pt x="588" y="0"/>
                    </a:lnTo>
                  </a:path>
                </a:pathLst>
              </a:custGeom>
              <a:noFill/>
              <a:ln w="19050" cap="flat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16DDC508-2E85-4B4F-9949-1FC732EE9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940" y="2262586"/>
                <a:ext cx="650435" cy="1443156"/>
              </a:xfrm>
              <a:custGeom>
                <a:avLst/>
                <a:gdLst>
                  <a:gd name="T0" fmla="*/ 12 w 594"/>
                  <a:gd name="T1" fmla="*/ 1308 h 1320"/>
                  <a:gd name="T2" fmla="*/ 24 w 594"/>
                  <a:gd name="T3" fmla="*/ 1296 h 1320"/>
                  <a:gd name="T4" fmla="*/ 36 w 594"/>
                  <a:gd name="T5" fmla="*/ 1284 h 1320"/>
                  <a:gd name="T6" fmla="*/ 48 w 594"/>
                  <a:gd name="T7" fmla="*/ 1272 h 1320"/>
                  <a:gd name="T8" fmla="*/ 60 w 594"/>
                  <a:gd name="T9" fmla="*/ 1260 h 1320"/>
                  <a:gd name="T10" fmla="*/ 72 w 594"/>
                  <a:gd name="T11" fmla="*/ 1248 h 1320"/>
                  <a:gd name="T12" fmla="*/ 84 w 594"/>
                  <a:gd name="T13" fmla="*/ 1236 h 1320"/>
                  <a:gd name="T14" fmla="*/ 90 w 594"/>
                  <a:gd name="T15" fmla="*/ 1224 h 1320"/>
                  <a:gd name="T16" fmla="*/ 102 w 594"/>
                  <a:gd name="T17" fmla="*/ 1206 h 1320"/>
                  <a:gd name="T18" fmla="*/ 114 w 594"/>
                  <a:gd name="T19" fmla="*/ 1194 h 1320"/>
                  <a:gd name="T20" fmla="*/ 126 w 594"/>
                  <a:gd name="T21" fmla="*/ 1176 h 1320"/>
                  <a:gd name="T22" fmla="*/ 138 w 594"/>
                  <a:gd name="T23" fmla="*/ 1164 h 1320"/>
                  <a:gd name="T24" fmla="*/ 150 w 594"/>
                  <a:gd name="T25" fmla="*/ 1146 h 1320"/>
                  <a:gd name="T26" fmla="*/ 162 w 594"/>
                  <a:gd name="T27" fmla="*/ 1134 h 1320"/>
                  <a:gd name="T28" fmla="*/ 174 w 594"/>
                  <a:gd name="T29" fmla="*/ 1116 h 1320"/>
                  <a:gd name="T30" fmla="*/ 186 w 594"/>
                  <a:gd name="T31" fmla="*/ 1098 h 1320"/>
                  <a:gd name="T32" fmla="*/ 198 w 594"/>
                  <a:gd name="T33" fmla="*/ 1080 h 1320"/>
                  <a:gd name="T34" fmla="*/ 210 w 594"/>
                  <a:gd name="T35" fmla="*/ 1062 h 1320"/>
                  <a:gd name="T36" fmla="*/ 222 w 594"/>
                  <a:gd name="T37" fmla="*/ 1044 h 1320"/>
                  <a:gd name="T38" fmla="*/ 234 w 594"/>
                  <a:gd name="T39" fmla="*/ 1020 h 1320"/>
                  <a:gd name="T40" fmla="*/ 246 w 594"/>
                  <a:gd name="T41" fmla="*/ 1002 h 1320"/>
                  <a:gd name="T42" fmla="*/ 258 w 594"/>
                  <a:gd name="T43" fmla="*/ 984 h 1320"/>
                  <a:gd name="T44" fmla="*/ 264 w 594"/>
                  <a:gd name="T45" fmla="*/ 960 h 1320"/>
                  <a:gd name="T46" fmla="*/ 276 w 594"/>
                  <a:gd name="T47" fmla="*/ 936 h 1320"/>
                  <a:gd name="T48" fmla="*/ 288 w 594"/>
                  <a:gd name="T49" fmla="*/ 918 h 1320"/>
                  <a:gd name="T50" fmla="*/ 300 w 594"/>
                  <a:gd name="T51" fmla="*/ 894 h 1320"/>
                  <a:gd name="T52" fmla="*/ 312 w 594"/>
                  <a:gd name="T53" fmla="*/ 870 h 1320"/>
                  <a:gd name="T54" fmla="*/ 324 w 594"/>
                  <a:gd name="T55" fmla="*/ 840 h 1320"/>
                  <a:gd name="T56" fmla="*/ 336 w 594"/>
                  <a:gd name="T57" fmla="*/ 816 h 1320"/>
                  <a:gd name="T58" fmla="*/ 348 w 594"/>
                  <a:gd name="T59" fmla="*/ 792 h 1320"/>
                  <a:gd name="T60" fmla="*/ 360 w 594"/>
                  <a:gd name="T61" fmla="*/ 762 h 1320"/>
                  <a:gd name="T62" fmla="*/ 372 w 594"/>
                  <a:gd name="T63" fmla="*/ 738 h 1320"/>
                  <a:gd name="T64" fmla="*/ 384 w 594"/>
                  <a:gd name="T65" fmla="*/ 708 h 1320"/>
                  <a:gd name="T66" fmla="*/ 396 w 594"/>
                  <a:gd name="T67" fmla="*/ 678 h 1320"/>
                  <a:gd name="T68" fmla="*/ 408 w 594"/>
                  <a:gd name="T69" fmla="*/ 648 h 1320"/>
                  <a:gd name="T70" fmla="*/ 420 w 594"/>
                  <a:gd name="T71" fmla="*/ 612 h 1320"/>
                  <a:gd name="T72" fmla="*/ 432 w 594"/>
                  <a:gd name="T73" fmla="*/ 582 h 1320"/>
                  <a:gd name="T74" fmla="*/ 444 w 594"/>
                  <a:gd name="T75" fmla="*/ 546 h 1320"/>
                  <a:gd name="T76" fmla="*/ 450 w 594"/>
                  <a:gd name="T77" fmla="*/ 516 h 1320"/>
                  <a:gd name="T78" fmla="*/ 462 w 594"/>
                  <a:gd name="T79" fmla="*/ 480 h 1320"/>
                  <a:gd name="T80" fmla="*/ 474 w 594"/>
                  <a:gd name="T81" fmla="*/ 444 h 1320"/>
                  <a:gd name="T82" fmla="*/ 486 w 594"/>
                  <a:gd name="T83" fmla="*/ 402 h 1320"/>
                  <a:gd name="T84" fmla="*/ 498 w 594"/>
                  <a:gd name="T85" fmla="*/ 366 h 1320"/>
                  <a:gd name="T86" fmla="*/ 510 w 594"/>
                  <a:gd name="T87" fmla="*/ 324 h 1320"/>
                  <a:gd name="T88" fmla="*/ 522 w 594"/>
                  <a:gd name="T89" fmla="*/ 282 h 1320"/>
                  <a:gd name="T90" fmla="*/ 534 w 594"/>
                  <a:gd name="T91" fmla="*/ 240 h 1320"/>
                  <a:gd name="T92" fmla="*/ 546 w 594"/>
                  <a:gd name="T93" fmla="*/ 198 h 1320"/>
                  <a:gd name="T94" fmla="*/ 558 w 594"/>
                  <a:gd name="T95" fmla="*/ 150 h 1320"/>
                  <a:gd name="T96" fmla="*/ 570 w 594"/>
                  <a:gd name="T97" fmla="*/ 102 h 1320"/>
                  <a:gd name="T98" fmla="*/ 582 w 594"/>
                  <a:gd name="T99" fmla="*/ 54 h 1320"/>
                  <a:gd name="T100" fmla="*/ 594 w 594"/>
                  <a:gd name="T101" fmla="*/ 6 h 1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94" h="1320">
                    <a:moveTo>
                      <a:pt x="0" y="1320"/>
                    </a:moveTo>
                    <a:lnTo>
                      <a:pt x="6" y="1314"/>
                    </a:lnTo>
                    <a:lnTo>
                      <a:pt x="6" y="1314"/>
                    </a:lnTo>
                    <a:lnTo>
                      <a:pt x="12" y="1314"/>
                    </a:lnTo>
                    <a:lnTo>
                      <a:pt x="12" y="1308"/>
                    </a:lnTo>
                    <a:lnTo>
                      <a:pt x="12" y="1308"/>
                    </a:lnTo>
                    <a:lnTo>
                      <a:pt x="18" y="1308"/>
                    </a:lnTo>
                    <a:lnTo>
                      <a:pt x="18" y="1302"/>
                    </a:lnTo>
                    <a:lnTo>
                      <a:pt x="18" y="1302"/>
                    </a:lnTo>
                    <a:lnTo>
                      <a:pt x="24" y="1296"/>
                    </a:lnTo>
                    <a:lnTo>
                      <a:pt x="24" y="1296"/>
                    </a:lnTo>
                    <a:lnTo>
                      <a:pt x="30" y="1296"/>
                    </a:lnTo>
                    <a:lnTo>
                      <a:pt x="30" y="1290"/>
                    </a:lnTo>
                    <a:lnTo>
                      <a:pt x="30" y="1290"/>
                    </a:lnTo>
                    <a:lnTo>
                      <a:pt x="36" y="1284"/>
                    </a:lnTo>
                    <a:lnTo>
                      <a:pt x="36" y="1284"/>
                    </a:lnTo>
                    <a:lnTo>
                      <a:pt x="42" y="1284"/>
                    </a:lnTo>
                    <a:lnTo>
                      <a:pt x="42" y="1278"/>
                    </a:lnTo>
                    <a:lnTo>
                      <a:pt x="42" y="1278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54" y="1266"/>
                    </a:lnTo>
                    <a:lnTo>
                      <a:pt x="54" y="1266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6" y="1254"/>
                    </a:lnTo>
                    <a:lnTo>
                      <a:pt x="66" y="1254"/>
                    </a:lnTo>
                    <a:lnTo>
                      <a:pt x="72" y="1248"/>
                    </a:lnTo>
                    <a:lnTo>
                      <a:pt x="72" y="1248"/>
                    </a:lnTo>
                    <a:lnTo>
                      <a:pt x="72" y="1242"/>
                    </a:lnTo>
                    <a:lnTo>
                      <a:pt x="78" y="1242"/>
                    </a:lnTo>
                    <a:lnTo>
                      <a:pt x="78" y="1236"/>
                    </a:lnTo>
                    <a:lnTo>
                      <a:pt x="84" y="1236"/>
                    </a:lnTo>
                    <a:lnTo>
                      <a:pt x="84" y="1236"/>
                    </a:lnTo>
                    <a:lnTo>
                      <a:pt x="84" y="1230"/>
                    </a:lnTo>
                    <a:lnTo>
                      <a:pt x="90" y="1230"/>
                    </a:lnTo>
                    <a:lnTo>
                      <a:pt x="90" y="1224"/>
                    </a:lnTo>
                    <a:lnTo>
                      <a:pt x="90" y="1224"/>
                    </a:lnTo>
                    <a:lnTo>
                      <a:pt x="96" y="1218"/>
                    </a:lnTo>
                    <a:lnTo>
                      <a:pt x="96" y="1218"/>
                    </a:lnTo>
                    <a:lnTo>
                      <a:pt x="102" y="1212"/>
                    </a:lnTo>
                    <a:lnTo>
                      <a:pt x="102" y="1212"/>
                    </a:lnTo>
                    <a:lnTo>
                      <a:pt x="102" y="1206"/>
                    </a:lnTo>
                    <a:lnTo>
                      <a:pt x="108" y="1206"/>
                    </a:lnTo>
                    <a:lnTo>
                      <a:pt x="108" y="1200"/>
                    </a:lnTo>
                    <a:lnTo>
                      <a:pt x="114" y="1200"/>
                    </a:lnTo>
                    <a:lnTo>
                      <a:pt x="114" y="1194"/>
                    </a:lnTo>
                    <a:lnTo>
                      <a:pt x="114" y="1194"/>
                    </a:lnTo>
                    <a:lnTo>
                      <a:pt x="120" y="1188"/>
                    </a:lnTo>
                    <a:lnTo>
                      <a:pt x="120" y="1188"/>
                    </a:lnTo>
                    <a:lnTo>
                      <a:pt x="120" y="1182"/>
                    </a:lnTo>
                    <a:lnTo>
                      <a:pt x="126" y="1182"/>
                    </a:lnTo>
                    <a:lnTo>
                      <a:pt x="126" y="1176"/>
                    </a:lnTo>
                    <a:lnTo>
                      <a:pt x="132" y="1176"/>
                    </a:lnTo>
                    <a:lnTo>
                      <a:pt x="132" y="1170"/>
                    </a:lnTo>
                    <a:lnTo>
                      <a:pt x="132" y="1170"/>
                    </a:lnTo>
                    <a:lnTo>
                      <a:pt x="138" y="1164"/>
                    </a:lnTo>
                    <a:lnTo>
                      <a:pt x="138" y="1164"/>
                    </a:lnTo>
                    <a:lnTo>
                      <a:pt x="144" y="1158"/>
                    </a:lnTo>
                    <a:lnTo>
                      <a:pt x="144" y="1158"/>
                    </a:lnTo>
                    <a:lnTo>
                      <a:pt x="144" y="1152"/>
                    </a:lnTo>
                    <a:lnTo>
                      <a:pt x="150" y="1152"/>
                    </a:lnTo>
                    <a:lnTo>
                      <a:pt x="150" y="1146"/>
                    </a:lnTo>
                    <a:lnTo>
                      <a:pt x="156" y="1146"/>
                    </a:lnTo>
                    <a:lnTo>
                      <a:pt x="156" y="1140"/>
                    </a:lnTo>
                    <a:lnTo>
                      <a:pt x="156" y="1140"/>
                    </a:lnTo>
                    <a:lnTo>
                      <a:pt x="162" y="1134"/>
                    </a:lnTo>
                    <a:lnTo>
                      <a:pt x="162" y="1134"/>
                    </a:lnTo>
                    <a:lnTo>
                      <a:pt x="162" y="1128"/>
                    </a:lnTo>
                    <a:lnTo>
                      <a:pt x="168" y="1122"/>
                    </a:lnTo>
                    <a:lnTo>
                      <a:pt x="168" y="1122"/>
                    </a:lnTo>
                    <a:lnTo>
                      <a:pt x="174" y="1116"/>
                    </a:lnTo>
                    <a:lnTo>
                      <a:pt x="174" y="1116"/>
                    </a:lnTo>
                    <a:lnTo>
                      <a:pt x="174" y="1110"/>
                    </a:lnTo>
                    <a:lnTo>
                      <a:pt x="180" y="1110"/>
                    </a:lnTo>
                    <a:lnTo>
                      <a:pt x="180" y="1104"/>
                    </a:lnTo>
                    <a:lnTo>
                      <a:pt x="186" y="1098"/>
                    </a:lnTo>
                    <a:lnTo>
                      <a:pt x="186" y="1098"/>
                    </a:lnTo>
                    <a:lnTo>
                      <a:pt x="186" y="1092"/>
                    </a:lnTo>
                    <a:lnTo>
                      <a:pt x="192" y="1092"/>
                    </a:lnTo>
                    <a:lnTo>
                      <a:pt x="192" y="1086"/>
                    </a:lnTo>
                    <a:lnTo>
                      <a:pt x="192" y="1080"/>
                    </a:lnTo>
                    <a:lnTo>
                      <a:pt x="198" y="1080"/>
                    </a:lnTo>
                    <a:lnTo>
                      <a:pt x="198" y="1074"/>
                    </a:lnTo>
                    <a:lnTo>
                      <a:pt x="204" y="1074"/>
                    </a:lnTo>
                    <a:lnTo>
                      <a:pt x="204" y="1068"/>
                    </a:lnTo>
                    <a:lnTo>
                      <a:pt x="204" y="1062"/>
                    </a:lnTo>
                    <a:lnTo>
                      <a:pt x="210" y="1062"/>
                    </a:lnTo>
                    <a:lnTo>
                      <a:pt x="210" y="1056"/>
                    </a:lnTo>
                    <a:lnTo>
                      <a:pt x="216" y="1056"/>
                    </a:lnTo>
                    <a:lnTo>
                      <a:pt x="216" y="1050"/>
                    </a:lnTo>
                    <a:lnTo>
                      <a:pt x="216" y="1044"/>
                    </a:lnTo>
                    <a:lnTo>
                      <a:pt x="222" y="1044"/>
                    </a:lnTo>
                    <a:lnTo>
                      <a:pt x="222" y="1038"/>
                    </a:lnTo>
                    <a:lnTo>
                      <a:pt x="228" y="1032"/>
                    </a:lnTo>
                    <a:lnTo>
                      <a:pt x="228" y="1032"/>
                    </a:lnTo>
                    <a:lnTo>
                      <a:pt x="228" y="1026"/>
                    </a:lnTo>
                    <a:lnTo>
                      <a:pt x="234" y="1020"/>
                    </a:lnTo>
                    <a:lnTo>
                      <a:pt x="234" y="1020"/>
                    </a:lnTo>
                    <a:lnTo>
                      <a:pt x="234" y="1014"/>
                    </a:lnTo>
                    <a:lnTo>
                      <a:pt x="240" y="1008"/>
                    </a:lnTo>
                    <a:lnTo>
                      <a:pt x="240" y="1008"/>
                    </a:lnTo>
                    <a:lnTo>
                      <a:pt x="246" y="1002"/>
                    </a:lnTo>
                    <a:lnTo>
                      <a:pt x="246" y="996"/>
                    </a:lnTo>
                    <a:lnTo>
                      <a:pt x="246" y="996"/>
                    </a:lnTo>
                    <a:lnTo>
                      <a:pt x="252" y="990"/>
                    </a:lnTo>
                    <a:lnTo>
                      <a:pt x="252" y="984"/>
                    </a:lnTo>
                    <a:lnTo>
                      <a:pt x="258" y="984"/>
                    </a:lnTo>
                    <a:lnTo>
                      <a:pt x="258" y="978"/>
                    </a:lnTo>
                    <a:lnTo>
                      <a:pt x="258" y="972"/>
                    </a:lnTo>
                    <a:lnTo>
                      <a:pt x="264" y="966"/>
                    </a:lnTo>
                    <a:lnTo>
                      <a:pt x="264" y="966"/>
                    </a:lnTo>
                    <a:lnTo>
                      <a:pt x="264" y="960"/>
                    </a:lnTo>
                    <a:lnTo>
                      <a:pt x="270" y="954"/>
                    </a:lnTo>
                    <a:lnTo>
                      <a:pt x="270" y="954"/>
                    </a:lnTo>
                    <a:lnTo>
                      <a:pt x="276" y="948"/>
                    </a:lnTo>
                    <a:lnTo>
                      <a:pt x="276" y="942"/>
                    </a:lnTo>
                    <a:lnTo>
                      <a:pt x="276" y="936"/>
                    </a:lnTo>
                    <a:lnTo>
                      <a:pt x="282" y="936"/>
                    </a:lnTo>
                    <a:lnTo>
                      <a:pt x="282" y="930"/>
                    </a:lnTo>
                    <a:lnTo>
                      <a:pt x="288" y="924"/>
                    </a:lnTo>
                    <a:lnTo>
                      <a:pt x="288" y="918"/>
                    </a:lnTo>
                    <a:lnTo>
                      <a:pt x="288" y="918"/>
                    </a:lnTo>
                    <a:lnTo>
                      <a:pt x="294" y="912"/>
                    </a:lnTo>
                    <a:lnTo>
                      <a:pt x="294" y="906"/>
                    </a:lnTo>
                    <a:lnTo>
                      <a:pt x="300" y="900"/>
                    </a:lnTo>
                    <a:lnTo>
                      <a:pt x="300" y="894"/>
                    </a:lnTo>
                    <a:lnTo>
                      <a:pt x="300" y="894"/>
                    </a:lnTo>
                    <a:lnTo>
                      <a:pt x="306" y="888"/>
                    </a:lnTo>
                    <a:lnTo>
                      <a:pt x="306" y="882"/>
                    </a:lnTo>
                    <a:lnTo>
                      <a:pt x="306" y="876"/>
                    </a:lnTo>
                    <a:lnTo>
                      <a:pt x="312" y="870"/>
                    </a:lnTo>
                    <a:lnTo>
                      <a:pt x="312" y="870"/>
                    </a:lnTo>
                    <a:lnTo>
                      <a:pt x="318" y="864"/>
                    </a:lnTo>
                    <a:lnTo>
                      <a:pt x="318" y="858"/>
                    </a:lnTo>
                    <a:lnTo>
                      <a:pt x="318" y="852"/>
                    </a:lnTo>
                    <a:lnTo>
                      <a:pt x="324" y="846"/>
                    </a:lnTo>
                    <a:lnTo>
                      <a:pt x="324" y="840"/>
                    </a:lnTo>
                    <a:lnTo>
                      <a:pt x="330" y="840"/>
                    </a:lnTo>
                    <a:lnTo>
                      <a:pt x="330" y="834"/>
                    </a:lnTo>
                    <a:lnTo>
                      <a:pt x="330" y="828"/>
                    </a:lnTo>
                    <a:lnTo>
                      <a:pt x="336" y="822"/>
                    </a:lnTo>
                    <a:lnTo>
                      <a:pt x="336" y="816"/>
                    </a:lnTo>
                    <a:lnTo>
                      <a:pt x="336" y="810"/>
                    </a:lnTo>
                    <a:lnTo>
                      <a:pt x="342" y="804"/>
                    </a:lnTo>
                    <a:lnTo>
                      <a:pt x="342" y="804"/>
                    </a:lnTo>
                    <a:lnTo>
                      <a:pt x="348" y="798"/>
                    </a:lnTo>
                    <a:lnTo>
                      <a:pt x="348" y="792"/>
                    </a:lnTo>
                    <a:lnTo>
                      <a:pt x="348" y="786"/>
                    </a:lnTo>
                    <a:lnTo>
                      <a:pt x="354" y="780"/>
                    </a:lnTo>
                    <a:lnTo>
                      <a:pt x="354" y="774"/>
                    </a:lnTo>
                    <a:lnTo>
                      <a:pt x="360" y="768"/>
                    </a:lnTo>
                    <a:lnTo>
                      <a:pt x="360" y="762"/>
                    </a:lnTo>
                    <a:lnTo>
                      <a:pt x="360" y="756"/>
                    </a:lnTo>
                    <a:lnTo>
                      <a:pt x="366" y="750"/>
                    </a:lnTo>
                    <a:lnTo>
                      <a:pt x="366" y="750"/>
                    </a:lnTo>
                    <a:lnTo>
                      <a:pt x="372" y="744"/>
                    </a:lnTo>
                    <a:lnTo>
                      <a:pt x="372" y="738"/>
                    </a:lnTo>
                    <a:lnTo>
                      <a:pt x="372" y="732"/>
                    </a:lnTo>
                    <a:lnTo>
                      <a:pt x="378" y="726"/>
                    </a:lnTo>
                    <a:lnTo>
                      <a:pt x="378" y="720"/>
                    </a:lnTo>
                    <a:lnTo>
                      <a:pt x="378" y="714"/>
                    </a:lnTo>
                    <a:lnTo>
                      <a:pt x="384" y="708"/>
                    </a:lnTo>
                    <a:lnTo>
                      <a:pt x="384" y="702"/>
                    </a:lnTo>
                    <a:lnTo>
                      <a:pt x="390" y="696"/>
                    </a:lnTo>
                    <a:lnTo>
                      <a:pt x="390" y="690"/>
                    </a:lnTo>
                    <a:lnTo>
                      <a:pt x="390" y="684"/>
                    </a:lnTo>
                    <a:lnTo>
                      <a:pt x="396" y="678"/>
                    </a:lnTo>
                    <a:lnTo>
                      <a:pt x="396" y="672"/>
                    </a:lnTo>
                    <a:lnTo>
                      <a:pt x="402" y="666"/>
                    </a:lnTo>
                    <a:lnTo>
                      <a:pt x="402" y="660"/>
                    </a:lnTo>
                    <a:lnTo>
                      <a:pt x="402" y="654"/>
                    </a:lnTo>
                    <a:lnTo>
                      <a:pt x="408" y="648"/>
                    </a:lnTo>
                    <a:lnTo>
                      <a:pt x="408" y="642"/>
                    </a:lnTo>
                    <a:lnTo>
                      <a:pt x="408" y="636"/>
                    </a:lnTo>
                    <a:lnTo>
                      <a:pt x="414" y="630"/>
                    </a:lnTo>
                    <a:lnTo>
                      <a:pt x="414" y="624"/>
                    </a:lnTo>
                    <a:lnTo>
                      <a:pt x="420" y="612"/>
                    </a:lnTo>
                    <a:lnTo>
                      <a:pt x="420" y="606"/>
                    </a:lnTo>
                    <a:lnTo>
                      <a:pt x="420" y="600"/>
                    </a:lnTo>
                    <a:lnTo>
                      <a:pt x="426" y="594"/>
                    </a:lnTo>
                    <a:lnTo>
                      <a:pt x="426" y="588"/>
                    </a:lnTo>
                    <a:lnTo>
                      <a:pt x="432" y="582"/>
                    </a:lnTo>
                    <a:lnTo>
                      <a:pt x="432" y="576"/>
                    </a:lnTo>
                    <a:lnTo>
                      <a:pt x="432" y="570"/>
                    </a:lnTo>
                    <a:lnTo>
                      <a:pt x="438" y="564"/>
                    </a:lnTo>
                    <a:lnTo>
                      <a:pt x="438" y="558"/>
                    </a:lnTo>
                    <a:lnTo>
                      <a:pt x="444" y="546"/>
                    </a:lnTo>
                    <a:lnTo>
                      <a:pt x="444" y="540"/>
                    </a:lnTo>
                    <a:lnTo>
                      <a:pt x="444" y="534"/>
                    </a:lnTo>
                    <a:lnTo>
                      <a:pt x="450" y="528"/>
                    </a:lnTo>
                    <a:lnTo>
                      <a:pt x="450" y="522"/>
                    </a:lnTo>
                    <a:lnTo>
                      <a:pt x="450" y="516"/>
                    </a:lnTo>
                    <a:lnTo>
                      <a:pt x="456" y="510"/>
                    </a:lnTo>
                    <a:lnTo>
                      <a:pt x="456" y="498"/>
                    </a:lnTo>
                    <a:lnTo>
                      <a:pt x="462" y="492"/>
                    </a:lnTo>
                    <a:lnTo>
                      <a:pt x="462" y="486"/>
                    </a:lnTo>
                    <a:lnTo>
                      <a:pt x="462" y="480"/>
                    </a:lnTo>
                    <a:lnTo>
                      <a:pt x="468" y="474"/>
                    </a:lnTo>
                    <a:lnTo>
                      <a:pt x="468" y="462"/>
                    </a:lnTo>
                    <a:lnTo>
                      <a:pt x="474" y="456"/>
                    </a:lnTo>
                    <a:lnTo>
                      <a:pt x="474" y="450"/>
                    </a:lnTo>
                    <a:lnTo>
                      <a:pt x="474" y="444"/>
                    </a:lnTo>
                    <a:lnTo>
                      <a:pt x="480" y="432"/>
                    </a:lnTo>
                    <a:lnTo>
                      <a:pt x="480" y="426"/>
                    </a:lnTo>
                    <a:lnTo>
                      <a:pt x="480" y="420"/>
                    </a:lnTo>
                    <a:lnTo>
                      <a:pt x="486" y="414"/>
                    </a:lnTo>
                    <a:lnTo>
                      <a:pt x="486" y="402"/>
                    </a:lnTo>
                    <a:lnTo>
                      <a:pt x="492" y="396"/>
                    </a:lnTo>
                    <a:lnTo>
                      <a:pt x="492" y="390"/>
                    </a:lnTo>
                    <a:lnTo>
                      <a:pt x="492" y="378"/>
                    </a:lnTo>
                    <a:lnTo>
                      <a:pt x="498" y="372"/>
                    </a:lnTo>
                    <a:lnTo>
                      <a:pt x="498" y="366"/>
                    </a:lnTo>
                    <a:lnTo>
                      <a:pt x="504" y="360"/>
                    </a:lnTo>
                    <a:lnTo>
                      <a:pt x="504" y="348"/>
                    </a:lnTo>
                    <a:lnTo>
                      <a:pt x="504" y="342"/>
                    </a:lnTo>
                    <a:lnTo>
                      <a:pt x="510" y="330"/>
                    </a:lnTo>
                    <a:lnTo>
                      <a:pt x="510" y="324"/>
                    </a:lnTo>
                    <a:lnTo>
                      <a:pt x="516" y="318"/>
                    </a:lnTo>
                    <a:lnTo>
                      <a:pt x="516" y="306"/>
                    </a:lnTo>
                    <a:lnTo>
                      <a:pt x="516" y="300"/>
                    </a:lnTo>
                    <a:lnTo>
                      <a:pt x="522" y="294"/>
                    </a:lnTo>
                    <a:lnTo>
                      <a:pt x="522" y="282"/>
                    </a:lnTo>
                    <a:lnTo>
                      <a:pt x="522" y="276"/>
                    </a:lnTo>
                    <a:lnTo>
                      <a:pt x="528" y="264"/>
                    </a:lnTo>
                    <a:lnTo>
                      <a:pt x="528" y="258"/>
                    </a:lnTo>
                    <a:lnTo>
                      <a:pt x="534" y="252"/>
                    </a:lnTo>
                    <a:lnTo>
                      <a:pt x="534" y="240"/>
                    </a:lnTo>
                    <a:lnTo>
                      <a:pt x="534" y="234"/>
                    </a:lnTo>
                    <a:lnTo>
                      <a:pt x="540" y="222"/>
                    </a:lnTo>
                    <a:lnTo>
                      <a:pt x="540" y="216"/>
                    </a:lnTo>
                    <a:lnTo>
                      <a:pt x="546" y="204"/>
                    </a:lnTo>
                    <a:lnTo>
                      <a:pt x="546" y="198"/>
                    </a:lnTo>
                    <a:lnTo>
                      <a:pt x="546" y="186"/>
                    </a:lnTo>
                    <a:lnTo>
                      <a:pt x="552" y="180"/>
                    </a:lnTo>
                    <a:lnTo>
                      <a:pt x="552" y="168"/>
                    </a:lnTo>
                    <a:lnTo>
                      <a:pt x="552" y="162"/>
                    </a:lnTo>
                    <a:lnTo>
                      <a:pt x="558" y="150"/>
                    </a:lnTo>
                    <a:lnTo>
                      <a:pt x="558" y="144"/>
                    </a:lnTo>
                    <a:lnTo>
                      <a:pt x="564" y="132"/>
                    </a:lnTo>
                    <a:lnTo>
                      <a:pt x="564" y="126"/>
                    </a:lnTo>
                    <a:lnTo>
                      <a:pt x="564" y="114"/>
                    </a:lnTo>
                    <a:lnTo>
                      <a:pt x="570" y="102"/>
                    </a:lnTo>
                    <a:lnTo>
                      <a:pt x="570" y="96"/>
                    </a:lnTo>
                    <a:lnTo>
                      <a:pt x="576" y="84"/>
                    </a:lnTo>
                    <a:lnTo>
                      <a:pt x="576" y="78"/>
                    </a:lnTo>
                    <a:lnTo>
                      <a:pt x="576" y="66"/>
                    </a:lnTo>
                    <a:lnTo>
                      <a:pt x="582" y="54"/>
                    </a:lnTo>
                    <a:lnTo>
                      <a:pt x="582" y="48"/>
                    </a:lnTo>
                    <a:lnTo>
                      <a:pt x="588" y="36"/>
                    </a:lnTo>
                    <a:lnTo>
                      <a:pt x="588" y="30"/>
                    </a:lnTo>
                    <a:lnTo>
                      <a:pt x="588" y="18"/>
                    </a:lnTo>
                    <a:lnTo>
                      <a:pt x="594" y="6"/>
                    </a:lnTo>
                    <a:lnTo>
                      <a:pt x="594" y="0"/>
                    </a:lnTo>
                  </a:path>
                </a:pathLst>
              </a:custGeom>
              <a:noFill/>
              <a:ln w="19050" cap="flat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0702B09-E14C-4055-9FCC-F61879FBA358}"/>
                </a:ext>
              </a:extLst>
            </p:cNvPr>
            <p:cNvGrpSpPr/>
            <p:nvPr/>
          </p:nvGrpSpPr>
          <p:grpSpPr>
            <a:xfrm rot="10800000">
              <a:off x="1655276" y="3528756"/>
              <a:ext cx="1744582" cy="1519245"/>
              <a:chOff x="881303" y="2262586"/>
              <a:chExt cx="1941072" cy="1822568"/>
            </a:xfrm>
          </p:grpSpPr>
          <p:sp>
            <p:nvSpPr>
              <p:cNvPr id="27" name="Freeform 55">
                <a:extLst>
                  <a:ext uri="{FF2B5EF4-FFF2-40B4-BE49-F238E27FC236}">
                    <a16:creationId xmlns:a16="http://schemas.microsoft.com/office/drawing/2014/main" id="{B7C628BC-62E2-4355-966D-CCAAF62FA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1303" y="4013717"/>
                <a:ext cx="647700" cy="71437"/>
              </a:xfrm>
              <a:custGeom>
                <a:avLst/>
                <a:gdLst>
                  <a:gd name="T0" fmla="*/ 12 w 594"/>
                  <a:gd name="T1" fmla="*/ 66 h 66"/>
                  <a:gd name="T2" fmla="*/ 18 w 594"/>
                  <a:gd name="T3" fmla="*/ 66 h 66"/>
                  <a:gd name="T4" fmla="*/ 30 w 594"/>
                  <a:gd name="T5" fmla="*/ 66 h 66"/>
                  <a:gd name="T6" fmla="*/ 42 w 594"/>
                  <a:gd name="T7" fmla="*/ 60 h 66"/>
                  <a:gd name="T8" fmla="*/ 54 w 594"/>
                  <a:gd name="T9" fmla="*/ 60 h 66"/>
                  <a:gd name="T10" fmla="*/ 66 w 594"/>
                  <a:gd name="T11" fmla="*/ 60 h 66"/>
                  <a:gd name="T12" fmla="*/ 78 w 594"/>
                  <a:gd name="T13" fmla="*/ 60 h 66"/>
                  <a:gd name="T14" fmla="*/ 90 w 594"/>
                  <a:gd name="T15" fmla="*/ 60 h 66"/>
                  <a:gd name="T16" fmla="*/ 102 w 594"/>
                  <a:gd name="T17" fmla="*/ 60 h 66"/>
                  <a:gd name="T18" fmla="*/ 114 w 594"/>
                  <a:gd name="T19" fmla="*/ 60 h 66"/>
                  <a:gd name="T20" fmla="*/ 126 w 594"/>
                  <a:gd name="T21" fmla="*/ 60 h 66"/>
                  <a:gd name="T22" fmla="*/ 138 w 594"/>
                  <a:gd name="T23" fmla="*/ 60 h 66"/>
                  <a:gd name="T24" fmla="*/ 150 w 594"/>
                  <a:gd name="T25" fmla="*/ 54 h 66"/>
                  <a:gd name="T26" fmla="*/ 162 w 594"/>
                  <a:gd name="T27" fmla="*/ 54 h 66"/>
                  <a:gd name="T28" fmla="*/ 174 w 594"/>
                  <a:gd name="T29" fmla="*/ 54 h 66"/>
                  <a:gd name="T30" fmla="*/ 186 w 594"/>
                  <a:gd name="T31" fmla="*/ 54 h 66"/>
                  <a:gd name="T32" fmla="*/ 198 w 594"/>
                  <a:gd name="T33" fmla="*/ 54 h 66"/>
                  <a:gd name="T34" fmla="*/ 204 w 594"/>
                  <a:gd name="T35" fmla="*/ 54 h 66"/>
                  <a:gd name="T36" fmla="*/ 216 w 594"/>
                  <a:gd name="T37" fmla="*/ 54 h 66"/>
                  <a:gd name="T38" fmla="*/ 228 w 594"/>
                  <a:gd name="T39" fmla="*/ 48 h 66"/>
                  <a:gd name="T40" fmla="*/ 240 w 594"/>
                  <a:gd name="T41" fmla="*/ 48 h 66"/>
                  <a:gd name="T42" fmla="*/ 252 w 594"/>
                  <a:gd name="T43" fmla="*/ 48 h 66"/>
                  <a:gd name="T44" fmla="*/ 264 w 594"/>
                  <a:gd name="T45" fmla="*/ 48 h 66"/>
                  <a:gd name="T46" fmla="*/ 276 w 594"/>
                  <a:gd name="T47" fmla="*/ 48 h 66"/>
                  <a:gd name="T48" fmla="*/ 288 w 594"/>
                  <a:gd name="T49" fmla="*/ 48 h 66"/>
                  <a:gd name="T50" fmla="*/ 300 w 594"/>
                  <a:gd name="T51" fmla="*/ 42 h 66"/>
                  <a:gd name="T52" fmla="*/ 312 w 594"/>
                  <a:gd name="T53" fmla="*/ 42 h 66"/>
                  <a:gd name="T54" fmla="*/ 324 w 594"/>
                  <a:gd name="T55" fmla="*/ 42 h 66"/>
                  <a:gd name="T56" fmla="*/ 336 w 594"/>
                  <a:gd name="T57" fmla="*/ 42 h 66"/>
                  <a:gd name="T58" fmla="*/ 348 w 594"/>
                  <a:gd name="T59" fmla="*/ 42 h 66"/>
                  <a:gd name="T60" fmla="*/ 360 w 594"/>
                  <a:gd name="T61" fmla="*/ 36 h 66"/>
                  <a:gd name="T62" fmla="*/ 372 w 594"/>
                  <a:gd name="T63" fmla="*/ 36 h 66"/>
                  <a:gd name="T64" fmla="*/ 378 w 594"/>
                  <a:gd name="T65" fmla="*/ 36 h 66"/>
                  <a:gd name="T66" fmla="*/ 390 w 594"/>
                  <a:gd name="T67" fmla="*/ 36 h 66"/>
                  <a:gd name="T68" fmla="*/ 402 w 594"/>
                  <a:gd name="T69" fmla="*/ 36 h 66"/>
                  <a:gd name="T70" fmla="*/ 414 w 594"/>
                  <a:gd name="T71" fmla="*/ 30 h 66"/>
                  <a:gd name="T72" fmla="*/ 426 w 594"/>
                  <a:gd name="T73" fmla="*/ 30 h 66"/>
                  <a:gd name="T74" fmla="*/ 438 w 594"/>
                  <a:gd name="T75" fmla="*/ 30 h 66"/>
                  <a:gd name="T76" fmla="*/ 450 w 594"/>
                  <a:gd name="T77" fmla="*/ 30 h 66"/>
                  <a:gd name="T78" fmla="*/ 462 w 594"/>
                  <a:gd name="T79" fmla="*/ 24 h 66"/>
                  <a:gd name="T80" fmla="*/ 474 w 594"/>
                  <a:gd name="T81" fmla="*/ 24 h 66"/>
                  <a:gd name="T82" fmla="*/ 486 w 594"/>
                  <a:gd name="T83" fmla="*/ 24 h 66"/>
                  <a:gd name="T84" fmla="*/ 498 w 594"/>
                  <a:gd name="T85" fmla="*/ 18 h 66"/>
                  <a:gd name="T86" fmla="*/ 510 w 594"/>
                  <a:gd name="T87" fmla="*/ 18 h 66"/>
                  <a:gd name="T88" fmla="*/ 522 w 594"/>
                  <a:gd name="T89" fmla="*/ 18 h 66"/>
                  <a:gd name="T90" fmla="*/ 534 w 594"/>
                  <a:gd name="T91" fmla="*/ 12 h 66"/>
                  <a:gd name="T92" fmla="*/ 546 w 594"/>
                  <a:gd name="T93" fmla="*/ 12 h 66"/>
                  <a:gd name="T94" fmla="*/ 552 w 594"/>
                  <a:gd name="T95" fmla="*/ 12 h 66"/>
                  <a:gd name="T96" fmla="*/ 564 w 594"/>
                  <a:gd name="T97" fmla="*/ 6 h 66"/>
                  <a:gd name="T98" fmla="*/ 576 w 594"/>
                  <a:gd name="T99" fmla="*/ 6 h 66"/>
                  <a:gd name="T100" fmla="*/ 588 w 594"/>
                  <a:gd name="T101" fmla="*/ 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94" h="66">
                    <a:moveTo>
                      <a:pt x="0" y="66"/>
                    </a:moveTo>
                    <a:lnTo>
                      <a:pt x="0" y="66"/>
                    </a:lnTo>
                    <a:lnTo>
                      <a:pt x="6" y="66"/>
                    </a:lnTo>
                    <a:lnTo>
                      <a:pt x="6" y="66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8" y="66"/>
                    </a:lnTo>
                    <a:lnTo>
                      <a:pt x="18" y="66"/>
                    </a:lnTo>
                    <a:lnTo>
                      <a:pt x="18" y="66"/>
                    </a:lnTo>
                    <a:lnTo>
                      <a:pt x="24" y="66"/>
                    </a:lnTo>
                    <a:lnTo>
                      <a:pt x="24" y="66"/>
                    </a:lnTo>
                    <a:lnTo>
                      <a:pt x="30" y="66"/>
                    </a:lnTo>
                    <a:lnTo>
                      <a:pt x="30" y="66"/>
                    </a:lnTo>
                    <a:lnTo>
                      <a:pt x="30" y="66"/>
                    </a:lnTo>
                    <a:lnTo>
                      <a:pt x="36" y="66"/>
                    </a:lnTo>
                    <a:lnTo>
                      <a:pt x="36" y="66"/>
                    </a:lnTo>
                    <a:lnTo>
                      <a:pt x="42" y="66"/>
                    </a:lnTo>
                    <a:lnTo>
                      <a:pt x="42" y="60"/>
                    </a:lnTo>
                    <a:lnTo>
                      <a:pt x="42" y="60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60" y="60"/>
                    </a:lnTo>
                    <a:lnTo>
                      <a:pt x="60" y="60"/>
                    </a:lnTo>
                    <a:lnTo>
                      <a:pt x="60" y="60"/>
                    </a:lnTo>
                    <a:lnTo>
                      <a:pt x="66" y="60"/>
                    </a:lnTo>
                    <a:lnTo>
                      <a:pt x="66" y="60"/>
                    </a:lnTo>
                    <a:lnTo>
                      <a:pt x="72" y="60"/>
                    </a:lnTo>
                    <a:lnTo>
                      <a:pt x="72" y="60"/>
                    </a:lnTo>
                    <a:lnTo>
                      <a:pt x="72" y="60"/>
                    </a:lnTo>
                    <a:lnTo>
                      <a:pt x="78" y="60"/>
                    </a:lnTo>
                    <a:lnTo>
                      <a:pt x="78" y="60"/>
                    </a:lnTo>
                    <a:lnTo>
                      <a:pt x="84" y="60"/>
                    </a:lnTo>
                    <a:lnTo>
                      <a:pt x="84" y="60"/>
                    </a:lnTo>
                    <a:lnTo>
                      <a:pt x="84" y="60"/>
                    </a:lnTo>
                    <a:lnTo>
                      <a:pt x="90" y="60"/>
                    </a:lnTo>
                    <a:lnTo>
                      <a:pt x="90" y="60"/>
                    </a:lnTo>
                    <a:lnTo>
                      <a:pt x="90" y="60"/>
                    </a:lnTo>
                    <a:lnTo>
                      <a:pt x="96" y="60"/>
                    </a:lnTo>
                    <a:lnTo>
                      <a:pt x="96" y="60"/>
                    </a:lnTo>
                    <a:lnTo>
                      <a:pt x="102" y="60"/>
                    </a:lnTo>
                    <a:lnTo>
                      <a:pt x="102" y="60"/>
                    </a:lnTo>
                    <a:lnTo>
                      <a:pt x="102" y="60"/>
                    </a:lnTo>
                    <a:lnTo>
                      <a:pt x="108" y="60"/>
                    </a:lnTo>
                    <a:lnTo>
                      <a:pt x="108" y="60"/>
                    </a:lnTo>
                    <a:lnTo>
                      <a:pt x="114" y="60"/>
                    </a:lnTo>
                    <a:lnTo>
                      <a:pt x="114" y="60"/>
                    </a:lnTo>
                    <a:lnTo>
                      <a:pt x="114" y="60"/>
                    </a:lnTo>
                    <a:lnTo>
                      <a:pt x="120" y="60"/>
                    </a:lnTo>
                    <a:lnTo>
                      <a:pt x="120" y="60"/>
                    </a:lnTo>
                    <a:lnTo>
                      <a:pt x="126" y="60"/>
                    </a:lnTo>
                    <a:lnTo>
                      <a:pt x="126" y="60"/>
                    </a:lnTo>
                    <a:lnTo>
                      <a:pt x="126" y="60"/>
                    </a:lnTo>
                    <a:lnTo>
                      <a:pt x="132" y="60"/>
                    </a:lnTo>
                    <a:lnTo>
                      <a:pt x="132" y="60"/>
                    </a:lnTo>
                    <a:lnTo>
                      <a:pt x="132" y="60"/>
                    </a:lnTo>
                    <a:lnTo>
                      <a:pt x="138" y="60"/>
                    </a:lnTo>
                    <a:lnTo>
                      <a:pt x="138" y="60"/>
                    </a:lnTo>
                    <a:lnTo>
                      <a:pt x="144" y="60"/>
                    </a:lnTo>
                    <a:lnTo>
                      <a:pt x="144" y="60"/>
                    </a:lnTo>
                    <a:lnTo>
                      <a:pt x="144" y="60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6" y="54"/>
                    </a:lnTo>
                    <a:lnTo>
                      <a:pt x="216" y="54"/>
                    </a:lnTo>
                    <a:lnTo>
                      <a:pt x="216" y="54"/>
                    </a:lnTo>
                    <a:lnTo>
                      <a:pt x="222" y="54"/>
                    </a:lnTo>
                    <a:lnTo>
                      <a:pt x="222" y="54"/>
                    </a:lnTo>
                    <a:lnTo>
                      <a:pt x="228" y="54"/>
                    </a:lnTo>
                    <a:lnTo>
                      <a:pt x="228" y="54"/>
                    </a:lnTo>
                    <a:lnTo>
                      <a:pt x="228" y="48"/>
                    </a:lnTo>
                    <a:lnTo>
                      <a:pt x="234" y="48"/>
                    </a:lnTo>
                    <a:lnTo>
                      <a:pt x="234" y="48"/>
                    </a:lnTo>
                    <a:lnTo>
                      <a:pt x="234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6" y="48"/>
                    </a:lnTo>
                    <a:lnTo>
                      <a:pt x="246" y="48"/>
                    </a:lnTo>
                    <a:lnTo>
                      <a:pt x="246" y="48"/>
                    </a:lnTo>
                    <a:lnTo>
                      <a:pt x="252" y="48"/>
                    </a:lnTo>
                    <a:lnTo>
                      <a:pt x="252" y="48"/>
                    </a:lnTo>
                    <a:lnTo>
                      <a:pt x="258" y="48"/>
                    </a:lnTo>
                    <a:lnTo>
                      <a:pt x="258" y="48"/>
                    </a:lnTo>
                    <a:lnTo>
                      <a:pt x="258" y="48"/>
                    </a:lnTo>
                    <a:lnTo>
                      <a:pt x="264" y="48"/>
                    </a:lnTo>
                    <a:lnTo>
                      <a:pt x="264" y="48"/>
                    </a:lnTo>
                    <a:lnTo>
                      <a:pt x="270" y="48"/>
                    </a:lnTo>
                    <a:lnTo>
                      <a:pt x="270" y="48"/>
                    </a:lnTo>
                    <a:lnTo>
                      <a:pt x="270" y="48"/>
                    </a:lnTo>
                    <a:lnTo>
                      <a:pt x="276" y="48"/>
                    </a:lnTo>
                    <a:lnTo>
                      <a:pt x="276" y="48"/>
                    </a:lnTo>
                    <a:lnTo>
                      <a:pt x="276" y="48"/>
                    </a:lnTo>
                    <a:lnTo>
                      <a:pt x="282" y="48"/>
                    </a:lnTo>
                    <a:lnTo>
                      <a:pt x="282" y="48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294" y="48"/>
                    </a:lnTo>
                    <a:lnTo>
                      <a:pt x="294" y="48"/>
                    </a:lnTo>
                    <a:lnTo>
                      <a:pt x="300" y="48"/>
                    </a:lnTo>
                    <a:lnTo>
                      <a:pt x="300" y="42"/>
                    </a:lnTo>
                    <a:lnTo>
                      <a:pt x="300" y="42"/>
                    </a:lnTo>
                    <a:lnTo>
                      <a:pt x="306" y="42"/>
                    </a:lnTo>
                    <a:lnTo>
                      <a:pt x="306" y="42"/>
                    </a:lnTo>
                    <a:lnTo>
                      <a:pt x="306" y="42"/>
                    </a:lnTo>
                    <a:lnTo>
                      <a:pt x="312" y="42"/>
                    </a:lnTo>
                    <a:lnTo>
                      <a:pt x="312" y="42"/>
                    </a:lnTo>
                    <a:lnTo>
                      <a:pt x="318" y="42"/>
                    </a:lnTo>
                    <a:lnTo>
                      <a:pt x="318" y="42"/>
                    </a:lnTo>
                    <a:lnTo>
                      <a:pt x="318" y="42"/>
                    </a:lnTo>
                    <a:lnTo>
                      <a:pt x="324" y="42"/>
                    </a:lnTo>
                    <a:lnTo>
                      <a:pt x="324" y="42"/>
                    </a:lnTo>
                    <a:lnTo>
                      <a:pt x="330" y="42"/>
                    </a:lnTo>
                    <a:lnTo>
                      <a:pt x="330" y="42"/>
                    </a:lnTo>
                    <a:lnTo>
                      <a:pt x="330" y="42"/>
                    </a:lnTo>
                    <a:lnTo>
                      <a:pt x="336" y="42"/>
                    </a:lnTo>
                    <a:lnTo>
                      <a:pt x="336" y="42"/>
                    </a:lnTo>
                    <a:lnTo>
                      <a:pt x="342" y="42"/>
                    </a:lnTo>
                    <a:lnTo>
                      <a:pt x="342" y="42"/>
                    </a:lnTo>
                    <a:lnTo>
                      <a:pt x="342" y="42"/>
                    </a:lnTo>
                    <a:lnTo>
                      <a:pt x="348" y="42"/>
                    </a:lnTo>
                    <a:lnTo>
                      <a:pt x="348" y="42"/>
                    </a:lnTo>
                    <a:lnTo>
                      <a:pt x="348" y="42"/>
                    </a:lnTo>
                    <a:lnTo>
                      <a:pt x="354" y="42"/>
                    </a:lnTo>
                    <a:lnTo>
                      <a:pt x="354" y="42"/>
                    </a:lnTo>
                    <a:lnTo>
                      <a:pt x="360" y="36"/>
                    </a:lnTo>
                    <a:lnTo>
                      <a:pt x="360" y="36"/>
                    </a:lnTo>
                    <a:lnTo>
                      <a:pt x="360" y="36"/>
                    </a:lnTo>
                    <a:lnTo>
                      <a:pt x="366" y="36"/>
                    </a:lnTo>
                    <a:lnTo>
                      <a:pt x="366" y="36"/>
                    </a:lnTo>
                    <a:lnTo>
                      <a:pt x="372" y="36"/>
                    </a:lnTo>
                    <a:lnTo>
                      <a:pt x="372" y="36"/>
                    </a:lnTo>
                    <a:lnTo>
                      <a:pt x="372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84" y="36"/>
                    </a:lnTo>
                    <a:lnTo>
                      <a:pt x="390" y="36"/>
                    </a:lnTo>
                    <a:lnTo>
                      <a:pt x="390" y="36"/>
                    </a:lnTo>
                    <a:lnTo>
                      <a:pt x="390" y="36"/>
                    </a:lnTo>
                    <a:lnTo>
                      <a:pt x="396" y="36"/>
                    </a:lnTo>
                    <a:lnTo>
                      <a:pt x="396" y="36"/>
                    </a:lnTo>
                    <a:lnTo>
                      <a:pt x="402" y="36"/>
                    </a:lnTo>
                    <a:lnTo>
                      <a:pt x="402" y="36"/>
                    </a:lnTo>
                    <a:lnTo>
                      <a:pt x="402" y="36"/>
                    </a:lnTo>
                    <a:lnTo>
                      <a:pt x="408" y="36"/>
                    </a:lnTo>
                    <a:lnTo>
                      <a:pt x="408" y="30"/>
                    </a:lnTo>
                    <a:lnTo>
                      <a:pt x="408" y="30"/>
                    </a:lnTo>
                    <a:lnTo>
                      <a:pt x="414" y="30"/>
                    </a:lnTo>
                    <a:lnTo>
                      <a:pt x="414" y="30"/>
                    </a:lnTo>
                    <a:lnTo>
                      <a:pt x="420" y="30"/>
                    </a:lnTo>
                    <a:lnTo>
                      <a:pt x="420" y="30"/>
                    </a:lnTo>
                    <a:lnTo>
                      <a:pt x="420" y="30"/>
                    </a:lnTo>
                    <a:lnTo>
                      <a:pt x="426" y="30"/>
                    </a:lnTo>
                    <a:lnTo>
                      <a:pt x="426" y="30"/>
                    </a:lnTo>
                    <a:lnTo>
                      <a:pt x="432" y="30"/>
                    </a:lnTo>
                    <a:lnTo>
                      <a:pt x="432" y="30"/>
                    </a:lnTo>
                    <a:lnTo>
                      <a:pt x="432" y="30"/>
                    </a:lnTo>
                    <a:lnTo>
                      <a:pt x="438" y="30"/>
                    </a:lnTo>
                    <a:lnTo>
                      <a:pt x="438" y="30"/>
                    </a:lnTo>
                    <a:lnTo>
                      <a:pt x="444" y="30"/>
                    </a:lnTo>
                    <a:lnTo>
                      <a:pt x="444" y="30"/>
                    </a:lnTo>
                    <a:lnTo>
                      <a:pt x="444" y="30"/>
                    </a:lnTo>
                    <a:lnTo>
                      <a:pt x="450" y="30"/>
                    </a:lnTo>
                    <a:lnTo>
                      <a:pt x="450" y="30"/>
                    </a:lnTo>
                    <a:lnTo>
                      <a:pt x="450" y="24"/>
                    </a:lnTo>
                    <a:lnTo>
                      <a:pt x="456" y="24"/>
                    </a:lnTo>
                    <a:lnTo>
                      <a:pt x="456" y="24"/>
                    </a:lnTo>
                    <a:lnTo>
                      <a:pt x="462" y="24"/>
                    </a:lnTo>
                    <a:lnTo>
                      <a:pt x="462" y="24"/>
                    </a:lnTo>
                    <a:lnTo>
                      <a:pt x="462" y="24"/>
                    </a:lnTo>
                    <a:lnTo>
                      <a:pt x="468" y="24"/>
                    </a:lnTo>
                    <a:lnTo>
                      <a:pt x="468" y="24"/>
                    </a:lnTo>
                    <a:lnTo>
                      <a:pt x="474" y="24"/>
                    </a:lnTo>
                    <a:lnTo>
                      <a:pt x="474" y="24"/>
                    </a:lnTo>
                    <a:lnTo>
                      <a:pt x="474" y="24"/>
                    </a:lnTo>
                    <a:lnTo>
                      <a:pt x="480" y="24"/>
                    </a:lnTo>
                    <a:lnTo>
                      <a:pt x="480" y="24"/>
                    </a:lnTo>
                    <a:lnTo>
                      <a:pt x="480" y="24"/>
                    </a:lnTo>
                    <a:lnTo>
                      <a:pt x="486" y="24"/>
                    </a:lnTo>
                    <a:lnTo>
                      <a:pt x="486" y="24"/>
                    </a:lnTo>
                    <a:lnTo>
                      <a:pt x="492" y="24"/>
                    </a:lnTo>
                    <a:lnTo>
                      <a:pt x="492" y="18"/>
                    </a:lnTo>
                    <a:lnTo>
                      <a:pt x="492" y="18"/>
                    </a:lnTo>
                    <a:lnTo>
                      <a:pt x="498" y="18"/>
                    </a:lnTo>
                    <a:lnTo>
                      <a:pt x="498" y="18"/>
                    </a:lnTo>
                    <a:lnTo>
                      <a:pt x="504" y="18"/>
                    </a:lnTo>
                    <a:lnTo>
                      <a:pt x="504" y="18"/>
                    </a:lnTo>
                    <a:lnTo>
                      <a:pt x="504" y="18"/>
                    </a:lnTo>
                    <a:lnTo>
                      <a:pt x="510" y="18"/>
                    </a:lnTo>
                    <a:lnTo>
                      <a:pt x="510" y="18"/>
                    </a:lnTo>
                    <a:lnTo>
                      <a:pt x="516" y="18"/>
                    </a:lnTo>
                    <a:lnTo>
                      <a:pt x="516" y="18"/>
                    </a:lnTo>
                    <a:lnTo>
                      <a:pt x="516" y="18"/>
                    </a:lnTo>
                    <a:lnTo>
                      <a:pt x="522" y="18"/>
                    </a:lnTo>
                    <a:lnTo>
                      <a:pt x="522" y="18"/>
                    </a:lnTo>
                    <a:lnTo>
                      <a:pt x="522" y="18"/>
                    </a:lnTo>
                    <a:lnTo>
                      <a:pt x="528" y="18"/>
                    </a:lnTo>
                    <a:lnTo>
                      <a:pt x="528" y="12"/>
                    </a:lnTo>
                    <a:lnTo>
                      <a:pt x="534" y="12"/>
                    </a:lnTo>
                    <a:lnTo>
                      <a:pt x="534" y="12"/>
                    </a:lnTo>
                    <a:lnTo>
                      <a:pt x="534" y="12"/>
                    </a:lnTo>
                    <a:lnTo>
                      <a:pt x="540" y="12"/>
                    </a:lnTo>
                    <a:lnTo>
                      <a:pt x="540" y="12"/>
                    </a:lnTo>
                    <a:lnTo>
                      <a:pt x="546" y="12"/>
                    </a:lnTo>
                    <a:lnTo>
                      <a:pt x="546" y="12"/>
                    </a:lnTo>
                    <a:lnTo>
                      <a:pt x="546" y="12"/>
                    </a:lnTo>
                    <a:lnTo>
                      <a:pt x="552" y="12"/>
                    </a:lnTo>
                    <a:lnTo>
                      <a:pt x="552" y="12"/>
                    </a:lnTo>
                    <a:lnTo>
                      <a:pt x="552" y="12"/>
                    </a:lnTo>
                    <a:lnTo>
                      <a:pt x="558" y="12"/>
                    </a:lnTo>
                    <a:lnTo>
                      <a:pt x="558" y="12"/>
                    </a:lnTo>
                    <a:lnTo>
                      <a:pt x="564" y="6"/>
                    </a:lnTo>
                    <a:lnTo>
                      <a:pt x="564" y="6"/>
                    </a:lnTo>
                    <a:lnTo>
                      <a:pt x="564" y="6"/>
                    </a:lnTo>
                    <a:lnTo>
                      <a:pt x="570" y="6"/>
                    </a:lnTo>
                    <a:lnTo>
                      <a:pt x="570" y="6"/>
                    </a:lnTo>
                    <a:lnTo>
                      <a:pt x="576" y="6"/>
                    </a:lnTo>
                    <a:lnTo>
                      <a:pt x="576" y="6"/>
                    </a:lnTo>
                    <a:lnTo>
                      <a:pt x="576" y="6"/>
                    </a:lnTo>
                    <a:lnTo>
                      <a:pt x="582" y="6"/>
                    </a:lnTo>
                    <a:lnTo>
                      <a:pt x="582" y="6"/>
                    </a:lnTo>
                    <a:lnTo>
                      <a:pt x="588" y="6"/>
                    </a:lnTo>
                    <a:lnTo>
                      <a:pt x="588" y="6"/>
                    </a:lnTo>
                    <a:lnTo>
                      <a:pt x="588" y="6"/>
                    </a:lnTo>
                    <a:lnTo>
                      <a:pt x="594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  <p:sp>
            <p:nvSpPr>
              <p:cNvPr id="28" name="Freeform 56">
                <a:extLst>
                  <a:ext uri="{FF2B5EF4-FFF2-40B4-BE49-F238E27FC236}">
                    <a16:creationId xmlns:a16="http://schemas.microsoft.com/office/drawing/2014/main" id="{E736A59C-66EC-4E18-8FF1-CB5B374BE4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003" y="3705742"/>
                <a:ext cx="642937" cy="307975"/>
              </a:xfrm>
              <a:custGeom>
                <a:avLst/>
                <a:gdLst>
                  <a:gd name="T0" fmla="*/ 6 w 588"/>
                  <a:gd name="T1" fmla="*/ 282 h 282"/>
                  <a:gd name="T2" fmla="*/ 18 w 588"/>
                  <a:gd name="T3" fmla="*/ 282 h 282"/>
                  <a:gd name="T4" fmla="*/ 30 w 588"/>
                  <a:gd name="T5" fmla="*/ 276 h 282"/>
                  <a:gd name="T6" fmla="*/ 42 w 588"/>
                  <a:gd name="T7" fmla="*/ 276 h 282"/>
                  <a:gd name="T8" fmla="*/ 54 w 588"/>
                  <a:gd name="T9" fmla="*/ 270 h 282"/>
                  <a:gd name="T10" fmla="*/ 66 w 588"/>
                  <a:gd name="T11" fmla="*/ 270 h 282"/>
                  <a:gd name="T12" fmla="*/ 78 w 588"/>
                  <a:gd name="T13" fmla="*/ 270 h 282"/>
                  <a:gd name="T14" fmla="*/ 90 w 588"/>
                  <a:gd name="T15" fmla="*/ 264 h 282"/>
                  <a:gd name="T16" fmla="*/ 102 w 588"/>
                  <a:gd name="T17" fmla="*/ 264 h 282"/>
                  <a:gd name="T18" fmla="*/ 114 w 588"/>
                  <a:gd name="T19" fmla="*/ 258 h 282"/>
                  <a:gd name="T20" fmla="*/ 126 w 588"/>
                  <a:gd name="T21" fmla="*/ 252 h 282"/>
                  <a:gd name="T22" fmla="*/ 138 w 588"/>
                  <a:gd name="T23" fmla="*/ 252 h 282"/>
                  <a:gd name="T24" fmla="*/ 144 w 588"/>
                  <a:gd name="T25" fmla="*/ 246 h 282"/>
                  <a:gd name="T26" fmla="*/ 156 w 588"/>
                  <a:gd name="T27" fmla="*/ 246 h 282"/>
                  <a:gd name="T28" fmla="*/ 168 w 588"/>
                  <a:gd name="T29" fmla="*/ 240 h 282"/>
                  <a:gd name="T30" fmla="*/ 180 w 588"/>
                  <a:gd name="T31" fmla="*/ 234 h 282"/>
                  <a:gd name="T32" fmla="*/ 192 w 588"/>
                  <a:gd name="T33" fmla="*/ 234 h 282"/>
                  <a:gd name="T34" fmla="*/ 204 w 588"/>
                  <a:gd name="T35" fmla="*/ 228 h 282"/>
                  <a:gd name="T36" fmla="*/ 216 w 588"/>
                  <a:gd name="T37" fmla="*/ 222 h 282"/>
                  <a:gd name="T38" fmla="*/ 228 w 588"/>
                  <a:gd name="T39" fmla="*/ 222 h 282"/>
                  <a:gd name="T40" fmla="*/ 240 w 588"/>
                  <a:gd name="T41" fmla="*/ 216 h 282"/>
                  <a:gd name="T42" fmla="*/ 252 w 588"/>
                  <a:gd name="T43" fmla="*/ 210 h 282"/>
                  <a:gd name="T44" fmla="*/ 264 w 588"/>
                  <a:gd name="T45" fmla="*/ 210 h 282"/>
                  <a:gd name="T46" fmla="*/ 276 w 588"/>
                  <a:gd name="T47" fmla="*/ 204 h 282"/>
                  <a:gd name="T48" fmla="*/ 288 w 588"/>
                  <a:gd name="T49" fmla="*/ 198 h 282"/>
                  <a:gd name="T50" fmla="*/ 300 w 588"/>
                  <a:gd name="T51" fmla="*/ 192 h 282"/>
                  <a:gd name="T52" fmla="*/ 312 w 588"/>
                  <a:gd name="T53" fmla="*/ 186 h 282"/>
                  <a:gd name="T54" fmla="*/ 318 w 588"/>
                  <a:gd name="T55" fmla="*/ 180 h 282"/>
                  <a:gd name="T56" fmla="*/ 330 w 588"/>
                  <a:gd name="T57" fmla="*/ 174 h 282"/>
                  <a:gd name="T58" fmla="*/ 342 w 588"/>
                  <a:gd name="T59" fmla="*/ 168 h 282"/>
                  <a:gd name="T60" fmla="*/ 354 w 588"/>
                  <a:gd name="T61" fmla="*/ 162 h 282"/>
                  <a:gd name="T62" fmla="*/ 366 w 588"/>
                  <a:gd name="T63" fmla="*/ 156 h 282"/>
                  <a:gd name="T64" fmla="*/ 378 w 588"/>
                  <a:gd name="T65" fmla="*/ 150 h 282"/>
                  <a:gd name="T66" fmla="*/ 390 w 588"/>
                  <a:gd name="T67" fmla="*/ 144 h 282"/>
                  <a:gd name="T68" fmla="*/ 402 w 588"/>
                  <a:gd name="T69" fmla="*/ 138 h 282"/>
                  <a:gd name="T70" fmla="*/ 414 w 588"/>
                  <a:gd name="T71" fmla="*/ 132 h 282"/>
                  <a:gd name="T72" fmla="*/ 426 w 588"/>
                  <a:gd name="T73" fmla="*/ 126 h 282"/>
                  <a:gd name="T74" fmla="*/ 438 w 588"/>
                  <a:gd name="T75" fmla="*/ 120 h 282"/>
                  <a:gd name="T76" fmla="*/ 450 w 588"/>
                  <a:gd name="T77" fmla="*/ 108 h 282"/>
                  <a:gd name="T78" fmla="*/ 462 w 588"/>
                  <a:gd name="T79" fmla="*/ 102 h 282"/>
                  <a:gd name="T80" fmla="*/ 474 w 588"/>
                  <a:gd name="T81" fmla="*/ 96 h 282"/>
                  <a:gd name="T82" fmla="*/ 486 w 588"/>
                  <a:gd name="T83" fmla="*/ 84 h 282"/>
                  <a:gd name="T84" fmla="*/ 498 w 588"/>
                  <a:gd name="T85" fmla="*/ 78 h 282"/>
                  <a:gd name="T86" fmla="*/ 504 w 588"/>
                  <a:gd name="T87" fmla="*/ 72 h 282"/>
                  <a:gd name="T88" fmla="*/ 516 w 588"/>
                  <a:gd name="T89" fmla="*/ 60 h 282"/>
                  <a:gd name="T90" fmla="*/ 528 w 588"/>
                  <a:gd name="T91" fmla="*/ 54 h 282"/>
                  <a:gd name="T92" fmla="*/ 540 w 588"/>
                  <a:gd name="T93" fmla="*/ 42 h 282"/>
                  <a:gd name="T94" fmla="*/ 552 w 588"/>
                  <a:gd name="T95" fmla="*/ 30 h 282"/>
                  <a:gd name="T96" fmla="*/ 564 w 588"/>
                  <a:gd name="T97" fmla="*/ 24 h 282"/>
                  <a:gd name="T98" fmla="*/ 576 w 588"/>
                  <a:gd name="T99" fmla="*/ 12 h 282"/>
                  <a:gd name="T100" fmla="*/ 588 w 588"/>
                  <a:gd name="T101" fmla="*/ 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88" h="282">
                    <a:moveTo>
                      <a:pt x="0" y="282"/>
                    </a:moveTo>
                    <a:lnTo>
                      <a:pt x="0" y="282"/>
                    </a:lnTo>
                    <a:lnTo>
                      <a:pt x="0" y="282"/>
                    </a:lnTo>
                    <a:lnTo>
                      <a:pt x="6" y="282"/>
                    </a:lnTo>
                    <a:lnTo>
                      <a:pt x="6" y="282"/>
                    </a:lnTo>
                    <a:lnTo>
                      <a:pt x="12" y="282"/>
                    </a:lnTo>
                    <a:lnTo>
                      <a:pt x="12" y="282"/>
                    </a:lnTo>
                    <a:lnTo>
                      <a:pt x="12" y="282"/>
                    </a:lnTo>
                    <a:lnTo>
                      <a:pt x="18" y="282"/>
                    </a:lnTo>
                    <a:lnTo>
                      <a:pt x="18" y="282"/>
                    </a:lnTo>
                    <a:lnTo>
                      <a:pt x="24" y="282"/>
                    </a:lnTo>
                    <a:lnTo>
                      <a:pt x="24" y="282"/>
                    </a:lnTo>
                    <a:lnTo>
                      <a:pt x="24" y="282"/>
                    </a:lnTo>
                    <a:lnTo>
                      <a:pt x="30" y="276"/>
                    </a:lnTo>
                    <a:lnTo>
                      <a:pt x="30" y="276"/>
                    </a:lnTo>
                    <a:lnTo>
                      <a:pt x="30" y="276"/>
                    </a:lnTo>
                    <a:lnTo>
                      <a:pt x="36" y="276"/>
                    </a:lnTo>
                    <a:lnTo>
                      <a:pt x="36" y="276"/>
                    </a:lnTo>
                    <a:lnTo>
                      <a:pt x="42" y="276"/>
                    </a:lnTo>
                    <a:lnTo>
                      <a:pt x="42" y="276"/>
                    </a:lnTo>
                    <a:lnTo>
                      <a:pt x="42" y="276"/>
                    </a:lnTo>
                    <a:lnTo>
                      <a:pt x="48" y="276"/>
                    </a:lnTo>
                    <a:lnTo>
                      <a:pt x="48" y="276"/>
                    </a:lnTo>
                    <a:lnTo>
                      <a:pt x="54" y="276"/>
                    </a:lnTo>
                    <a:lnTo>
                      <a:pt x="54" y="270"/>
                    </a:lnTo>
                    <a:lnTo>
                      <a:pt x="54" y="270"/>
                    </a:lnTo>
                    <a:lnTo>
                      <a:pt x="60" y="270"/>
                    </a:lnTo>
                    <a:lnTo>
                      <a:pt x="60" y="270"/>
                    </a:lnTo>
                    <a:lnTo>
                      <a:pt x="66" y="270"/>
                    </a:lnTo>
                    <a:lnTo>
                      <a:pt x="66" y="270"/>
                    </a:lnTo>
                    <a:lnTo>
                      <a:pt x="66" y="270"/>
                    </a:lnTo>
                    <a:lnTo>
                      <a:pt x="72" y="270"/>
                    </a:lnTo>
                    <a:lnTo>
                      <a:pt x="72" y="270"/>
                    </a:lnTo>
                    <a:lnTo>
                      <a:pt x="72" y="270"/>
                    </a:lnTo>
                    <a:lnTo>
                      <a:pt x="78" y="270"/>
                    </a:lnTo>
                    <a:lnTo>
                      <a:pt x="78" y="264"/>
                    </a:lnTo>
                    <a:lnTo>
                      <a:pt x="84" y="264"/>
                    </a:lnTo>
                    <a:lnTo>
                      <a:pt x="84" y="264"/>
                    </a:lnTo>
                    <a:lnTo>
                      <a:pt x="84" y="264"/>
                    </a:lnTo>
                    <a:lnTo>
                      <a:pt x="90" y="264"/>
                    </a:lnTo>
                    <a:lnTo>
                      <a:pt x="90" y="264"/>
                    </a:lnTo>
                    <a:lnTo>
                      <a:pt x="96" y="264"/>
                    </a:lnTo>
                    <a:lnTo>
                      <a:pt x="96" y="264"/>
                    </a:lnTo>
                    <a:lnTo>
                      <a:pt x="96" y="264"/>
                    </a:lnTo>
                    <a:lnTo>
                      <a:pt x="102" y="264"/>
                    </a:lnTo>
                    <a:lnTo>
                      <a:pt x="102" y="258"/>
                    </a:lnTo>
                    <a:lnTo>
                      <a:pt x="102" y="258"/>
                    </a:lnTo>
                    <a:lnTo>
                      <a:pt x="108" y="258"/>
                    </a:lnTo>
                    <a:lnTo>
                      <a:pt x="108" y="258"/>
                    </a:lnTo>
                    <a:lnTo>
                      <a:pt x="114" y="258"/>
                    </a:lnTo>
                    <a:lnTo>
                      <a:pt x="114" y="258"/>
                    </a:lnTo>
                    <a:lnTo>
                      <a:pt x="114" y="258"/>
                    </a:lnTo>
                    <a:lnTo>
                      <a:pt x="120" y="258"/>
                    </a:lnTo>
                    <a:lnTo>
                      <a:pt x="120" y="258"/>
                    </a:lnTo>
                    <a:lnTo>
                      <a:pt x="126" y="252"/>
                    </a:lnTo>
                    <a:lnTo>
                      <a:pt x="126" y="252"/>
                    </a:lnTo>
                    <a:lnTo>
                      <a:pt x="126" y="252"/>
                    </a:lnTo>
                    <a:lnTo>
                      <a:pt x="132" y="252"/>
                    </a:lnTo>
                    <a:lnTo>
                      <a:pt x="132" y="252"/>
                    </a:lnTo>
                    <a:lnTo>
                      <a:pt x="138" y="252"/>
                    </a:lnTo>
                    <a:lnTo>
                      <a:pt x="138" y="252"/>
                    </a:lnTo>
                    <a:lnTo>
                      <a:pt x="138" y="252"/>
                    </a:lnTo>
                    <a:lnTo>
                      <a:pt x="144" y="252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50" y="246"/>
                    </a:lnTo>
                    <a:lnTo>
                      <a:pt x="150" y="246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62" y="246"/>
                    </a:lnTo>
                    <a:lnTo>
                      <a:pt x="162" y="240"/>
                    </a:lnTo>
                    <a:lnTo>
                      <a:pt x="168" y="240"/>
                    </a:lnTo>
                    <a:lnTo>
                      <a:pt x="168" y="240"/>
                    </a:lnTo>
                    <a:lnTo>
                      <a:pt x="168" y="240"/>
                    </a:lnTo>
                    <a:lnTo>
                      <a:pt x="174" y="240"/>
                    </a:lnTo>
                    <a:lnTo>
                      <a:pt x="174" y="240"/>
                    </a:lnTo>
                    <a:lnTo>
                      <a:pt x="174" y="240"/>
                    </a:lnTo>
                    <a:lnTo>
                      <a:pt x="180" y="240"/>
                    </a:lnTo>
                    <a:lnTo>
                      <a:pt x="180" y="234"/>
                    </a:lnTo>
                    <a:lnTo>
                      <a:pt x="186" y="234"/>
                    </a:lnTo>
                    <a:lnTo>
                      <a:pt x="186" y="234"/>
                    </a:lnTo>
                    <a:lnTo>
                      <a:pt x="186" y="234"/>
                    </a:lnTo>
                    <a:lnTo>
                      <a:pt x="192" y="234"/>
                    </a:lnTo>
                    <a:lnTo>
                      <a:pt x="192" y="234"/>
                    </a:lnTo>
                    <a:lnTo>
                      <a:pt x="198" y="234"/>
                    </a:lnTo>
                    <a:lnTo>
                      <a:pt x="198" y="234"/>
                    </a:lnTo>
                    <a:lnTo>
                      <a:pt x="198" y="228"/>
                    </a:lnTo>
                    <a:lnTo>
                      <a:pt x="204" y="228"/>
                    </a:lnTo>
                    <a:lnTo>
                      <a:pt x="204" y="228"/>
                    </a:lnTo>
                    <a:lnTo>
                      <a:pt x="210" y="228"/>
                    </a:lnTo>
                    <a:lnTo>
                      <a:pt x="210" y="228"/>
                    </a:lnTo>
                    <a:lnTo>
                      <a:pt x="210" y="228"/>
                    </a:lnTo>
                    <a:lnTo>
                      <a:pt x="216" y="228"/>
                    </a:lnTo>
                    <a:lnTo>
                      <a:pt x="216" y="222"/>
                    </a:lnTo>
                    <a:lnTo>
                      <a:pt x="216" y="222"/>
                    </a:lnTo>
                    <a:lnTo>
                      <a:pt x="222" y="222"/>
                    </a:lnTo>
                    <a:lnTo>
                      <a:pt x="222" y="222"/>
                    </a:lnTo>
                    <a:lnTo>
                      <a:pt x="228" y="222"/>
                    </a:lnTo>
                    <a:lnTo>
                      <a:pt x="228" y="222"/>
                    </a:lnTo>
                    <a:lnTo>
                      <a:pt x="228" y="222"/>
                    </a:lnTo>
                    <a:lnTo>
                      <a:pt x="234" y="222"/>
                    </a:lnTo>
                    <a:lnTo>
                      <a:pt x="234" y="216"/>
                    </a:lnTo>
                    <a:lnTo>
                      <a:pt x="240" y="216"/>
                    </a:lnTo>
                    <a:lnTo>
                      <a:pt x="240" y="216"/>
                    </a:lnTo>
                    <a:lnTo>
                      <a:pt x="240" y="216"/>
                    </a:lnTo>
                    <a:lnTo>
                      <a:pt x="246" y="216"/>
                    </a:lnTo>
                    <a:lnTo>
                      <a:pt x="246" y="216"/>
                    </a:lnTo>
                    <a:lnTo>
                      <a:pt x="246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8" y="210"/>
                    </a:lnTo>
                    <a:lnTo>
                      <a:pt x="258" y="210"/>
                    </a:lnTo>
                    <a:lnTo>
                      <a:pt x="258" y="210"/>
                    </a:lnTo>
                    <a:lnTo>
                      <a:pt x="264" y="210"/>
                    </a:lnTo>
                    <a:lnTo>
                      <a:pt x="264" y="204"/>
                    </a:lnTo>
                    <a:lnTo>
                      <a:pt x="270" y="204"/>
                    </a:lnTo>
                    <a:lnTo>
                      <a:pt x="270" y="204"/>
                    </a:lnTo>
                    <a:lnTo>
                      <a:pt x="270" y="204"/>
                    </a:lnTo>
                    <a:lnTo>
                      <a:pt x="276" y="204"/>
                    </a:lnTo>
                    <a:lnTo>
                      <a:pt x="276" y="204"/>
                    </a:lnTo>
                    <a:lnTo>
                      <a:pt x="282" y="198"/>
                    </a:lnTo>
                    <a:lnTo>
                      <a:pt x="282" y="198"/>
                    </a:lnTo>
                    <a:lnTo>
                      <a:pt x="282" y="198"/>
                    </a:lnTo>
                    <a:lnTo>
                      <a:pt x="288" y="198"/>
                    </a:lnTo>
                    <a:lnTo>
                      <a:pt x="288" y="198"/>
                    </a:lnTo>
                    <a:lnTo>
                      <a:pt x="288" y="198"/>
                    </a:lnTo>
                    <a:lnTo>
                      <a:pt x="294" y="192"/>
                    </a:lnTo>
                    <a:lnTo>
                      <a:pt x="294" y="192"/>
                    </a:lnTo>
                    <a:lnTo>
                      <a:pt x="300" y="192"/>
                    </a:lnTo>
                    <a:lnTo>
                      <a:pt x="300" y="192"/>
                    </a:lnTo>
                    <a:lnTo>
                      <a:pt x="300" y="192"/>
                    </a:lnTo>
                    <a:lnTo>
                      <a:pt x="306" y="192"/>
                    </a:lnTo>
                    <a:lnTo>
                      <a:pt x="306" y="186"/>
                    </a:lnTo>
                    <a:lnTo>
                      <a:pt x="312" y="186"/>
                    </a:lnTo>
                    <a:lnTo>
                      <a:pt x="312" y="186"/>
                    </a:lnTo>
                    <a:lnTo>
                      <a:pt x="312" y="186"/>
                    </a:lnTo>
                    <a:lnTo>
                      <a:pt x="318" y="186"/>
                    </a:lnTo>
                    <a:lnTo>
                      <a:pt x="318" y="180"/>
                    </a:lnTo>
                    <a:lnTo>
                      <a:pt x="318" y="180"/>
                    </a:lnTo>
                    <a:lnTo>
                      <a:pt x="324" y="180"/>
                    </a:lnTo>
                    <a:lnTo>
                      <a:pt x="324" y="180"/>
                    </a:lnTo>
                    <a:lnTo>
                      <a:pt x="330" y="180"/>
                    </a:lnTo>
                    <a:lnTo>
                      <a:pt x="330" y="180"/>
                    </a:lnTo>
                    <a:lnTo>
                      <a:pt x="330" y="174"/>
                    </a:lnTo>
                    <a:lnTo>
                      <a:pt x="336" y="174"/>
                    </a:lnTo>
                    <a:lnTo>
                      <a:pt x="336" y="174"/>
                    </a:lnTo>
                    <a:lnTo>
                      <a:pt x="342" y="174"/>
                    </a:lnTo>
                    <a:lnTo>
                      <a:pt x="342" y="174"/>
                    </a:lnTo>
                    <a:lnTo>
                      <a:pt x="342" y="168"/>
                    </a:lnTo>
                    <a:lnTo>
                      <a:pt x="348" y="168"/>
                    </a:lnTo>
                    <a:lnTo>
                      <a:pt x="348" y="168"/>
                    </a:lnTo>
                    <a:lnTo>
                      <a:pt x="354" y="168"/>
                    </a:lnTo>
                    <a:lnTo>
                      <a:pt x="354" y="168"/>
                    </a:lnTo>
                    <a:lnTo>
                      <a:pt x="354" y="162"/>
                    </a:lnTo>
                    <a:lnTo>
                      <a:pt x="360" y="162"/>
                    </a:lnTo>
                    <a:lnTo>
                      <a:pt x="360" y="162"/>
                    </a:lnTo>
                    <a:lnTo>
                      <a:pt x="360" y="162"/>
                    </a:lnTo>
                    <a:lnTo>
                      <a:pt x="366" y="162"/>
                    </a:lnTo>
                    <a:lnTo>
                      <a:pt x="366" y="156"/>
                    </a:lnTo>
                    <a:lnTo>
                      <a:pt x="372" y="156"/>
                    </a:lnTo>
                    <a:lnTo>
                      <a:pt x="372" y="156"/>
                    </a:lnTo>
                    <a:lnTo>
                      <a:pt x="372" y="156"/>
                    </a:lnTo>
                    <a:lnTo>
                      <a:pt x="378" y="156"/>
                    </a:lnTo>
                    <a:lnTo>
                      <a:pt x="378" y="150"/>
                    </a:lnTo>
                    <a:lnTo>
                      <a:pt x="384" y="150"/>
                    </a:lnTo>
                    <a:lnTo>
                      <a:pt x="384" y="150"/>
                    </a:lnTo>
                    <a:lnTo>
                      <a:pt x="384" y="150"/>
                    </a:lnTo>
                    <a:lnTo>
                      <a:pt x="390" y="150"/>
                    </a:lnTo>
                    <a:lnTo>
                      <a:pt x="390" y="144"/>
                    </a:lnTo>
                    <a:lnTo>
                      <a:pt x="390" y="144"/>
                    </a:lnTo>
                    <a:lnTo>
                      <a:pt x="396" y="144"/>
                    </a:lnTo>
                    <a:lnTo>
                      <a:pt x="396" y="144"/>
                    </a:lnTo>
                    <a:lnTo>
                      <a:pt x="402" y="138"/>
                    </a:lnTo>
                    <a:lnTo>
                      <a:pt x="402" y="138"/>
                    </a:lnTo>
                    <a:lnTo>
                      <a:pt x="402" y="138"/>
                    </a:lnTo>
                    <a:lnTo>
                      <a:pt x="408" y="138"/>
                    </a:lnTo>
                    <a:lnTo>
                      <a:pt x="408" y="138"/>
                    </a:lnTo>
                    <a:lnTo>
                      <a:pt x="414" y="132"/>
                    </a:lnTo>
                    <a:lnTo>
                      <a:pt x="414" y="132"/>
                    </a:lnTo>
                    <a:lnTo>
                      <a:pt x="414" y="132"/>
                    </a:lnTo>
                    <a:lnTo>
                      <a:pt x="420" y="132"/>
                    </a:lnTo>
                    <a:lnTo>
                      <a:pt x="420" y="126"/>
                    </a:lnTo>
                    <a:lnTo>
                      <a:pt x="426" y="126"/>
                    </a:lnTo>
                    <a:lnTo>
                      <a:pt x="426" y="126"/>
                    </a:lnTo>
                    <a:lnTo>
                      <a:pt x="426" y="126"/>
                    </a:lnTo>
                    <a:lnTo>
                      <a:pt x="432" y="120"/>
                    </a:lnTo>
                    <a:lnTo>
                      <a:pt x="432" y="120"/>
                    </a:lnTo>
                    <a:lnTo>
                      <a:pt x="432" y="120"/>
                    </a:lnTo>
                    <a:lnTo>
                      <a:pt x="438" y="120"/>
                    </a:lnTo>
                    <a:lnTo>
                      <a:pt x="438" y="114"/>
                    </a:lnTo>
                    <a:lnTo>
                      <a:pt x="444" y="114"/>
                    </a:lnTo>
                    <a:lnTo>
                      <a:pt x="444" y="114"/>
                    </a:lnTo>
                    <a:lnTo>
                      <a:pt x="444" y="114"/>
                    </a:lnTo>
                    <a:lnTo>
                      <a:pt x="450" y="108"/>
                    </a:lnTo>
                    <a:lnTo>
                      <a:pt x="450" y="108"/>
                    </a:lnTo>
                    <a:lnTo>
                      <a:pt x="456" y="108"/>
                    </a:lnTo>
                    <a:lnTo>
                      <a:pt x="456" y="108"/>
                    </a:lnTo>
                    <a:lnTo>
                      <a:pt x="456" y="102"/>
                    </a:lnTo>
                    <a:lnTo>
                      <a:pt x="462" y="102"/>
                    </a:lnTo>
                    <a:lnTo>
                      <a:pt x="462" y="102"/>
                    </a:lnTo>
                    <a:lnTo>
                      <a:pt x="462" y="102"/>
                    </a:lnTo>
                    <a:lnTo>
                      <a:pt x="468" y="96"/>
                    </a:lnTo>
                    <a:lnTo>
                      <a:pt x="468" y="96"/>
                    </a:lnTo>
                    <a:lnTo>
                      <a:pt x="474" y="96"/>
                    </a:lnTo>
                    <a:lnTo>
                      <a:pt x="474" y="96"/>
                    </a:lnTo>
                    <a:lnTo>
                      <a:pt x="474" y="90"/>
                    </a:lnTo>
                    <a:lnTo>
                      <a:pt x="480" y="90"/>
                    </a:lnTo>
                    <a:lnTo>
                      <a:pt x="480" y="90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92" y="84"/>
                    </a:lnTo>
                    <a:lnTo>
                      <a:pt x="492" y="78"/>
                    </a:lnTo>
                    <a:lnTo>
                      <a:pt x="498" y="78"/>
                    </a:lnTo>
                    <a:lnTo>
                      <a:pt x="498" y="78"/>
                    </a:lnTo>
                    <a:lnTo>
                      <a:pt x="498" y="72"/>
                    </a:lnTo>
                    <a:lnTo>
                      <a:pt x="504" y="72"/>
                    </a:lnTo>
                    <a:lnTo>
                      <a:pt x="504" y="72"/>
                    </a:lnTo>
                    <a:lnTo>
                      <a:pt x="504" y="72"/>
                    </a:lnTo>
                    <a:lnTo>
                      <a:pt x="510" y="66"/>
                    </a:lnTo>
                    <a:lnTo>
                      <a:pt x="510" y="66"/>
                    </a:lnTo>
                    <a:lnTo>
                      <a:pt x="516" y="66"/>
                    </a:lnTo>
                    <a:lnTo>
                      <a:pt x="516" y="60"/>
                    </a:lnTo>
                    <a:lnTo>
                      <a:pt x="516" y="60"/>
                    </a:lnTo>
                    <a:lnTo>
                      <a:pt x="522" y="60"/>
                    </a:lnTo>
                    <a:lnTo>
                      <a:pt x="522" y="60"/>
                    </a:lnTo>
                    <a:lnTo>
                      <a:pt x="528" y="54"/>
                    </a:lnTo>
                    <a:lnTo>
                      <a:pt x="528" y="54"/>
                    </a:lnTo>
                    <a:lnTo>
                      <a:pt x="528" y="54"/>
                    </a:lnTo>
                    <a:lnTo>
                      <a:pt x="534" y="48"/>
                    </a:lnTo>
                    <a:lnTo>
                      <a:pt x="534" y="48"/>
                    </a:lnTo>
                    <a:lnTo>
                      <a:pt x="534" y="48"/>
                    </a:lnTo>
                    <a:lnTo>
                      <a:pt x="540" y="42"/>
                    </a:lnTo>
                    <a:lnTo>
                      <a:pt x="540" y="42"/>
                    </a:lnTo>
                    <a:lnTo>
                      <a:pt x="546" y="42"/>
                    </a:lnTo>
                    <a:lnTo>
                      <a:pt x="546" y="36"/>
                    </a:lnTo>
                    <a:lnTo>
                      <a:pt x="546" y="36"/>
                    </a:lnTo>
                    <a:lnTo>
                      <a:pt x="552" y="36"/>
                    </a:lnTo>
                    <a:lnTo>
                      <a:pt x="552" y="30"/>
                    </a:lnTo>
                    <a:lnTo>
                      <a:pt x="558" y="30"/>
                    </a:lnTo>
                    <a:lnTo>
                      <a:pt x="558" y="30"/>
                    </a:lnTo>
                    <a:lnTo>
                      <a:pt x="558" y="24"/>
                    </a:lnTo>
                    <a:lnTo>
                      <a:pt x="564" y="24"/>
                    </a:lnTo>
                    <a:lnTo>
                      <a:pt x="564" y="24"/>
                    </a:lnTo>
                    <a:lnTo>
                      <a:pt x="570" y="18"/>
                    </a:lnTo>
                    <a:lnTo>
                      <a:pt x="570" y="18"/>
                    </a:lnTo>
                    <a:lnTo>
                      <a:pt x="570" y="18"/>
                    </a:lnTo>
                    <a:lnTo>
                      <a:pt x="576" y="12"/>
                    </a:lnTo>
                    <a:lnTo>
                      <a:pt x="576" y="12"/>
                    </a:lnTo>
                    <a:lnTo>
                      <a:pt x="576" y="12"/>
                    </a:lnTo>
                    <a:lnTo>
                      <a:pt x="582" y="6"/>
                    </a:lnTo>
                    <a:lnTo>
                      <a:pt x="582" y="6"/>
                    </a:lnTo>
                    <a:lnTo>
                      <a:pt x="588" y="6"/>
                    </a:lnTo>
                    <a:lnTo>
                      <a:pt x="588" y="0"/>
                    </a:lnTo>
                    <a:lnTo>
                      <a:pt x="588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4FF2DA7D-F40C-4F11-851E-DB648F5C3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940" y="2262586"/>
                <a:ext cx="650435" cy="1443156"/>
              </a:xfrm>
              <a:custGeom>
                <a:avLst/>
                <a:gdLst>
                  <a:gd name="T0" fmla="*/ 12 w 594"/>
                  <a:gd name="T1" fmla="*/ 1308 h 1320"/>
                  <a:gd name="T2" fmla="*/ 24 w 594"/>
                  <a:gd name="T3" fmla="*/ 1296 h 1320"/>
                  <a:gd name="T4" fmla="*/ 36 w 594"/>
                  <a:gd name="T5" fmla="*/ 1284 h 1320"/>
                  <a:gd name="T6" fmla="*/ 48 w 594"/>
                  <a:gd name="T7" fmla="*/ 1272 h 1320"/>
                  <a:gd name="T8" fmla="*/ 60 w 594"/>
                  <a:gd name="T9" fmla="*/ 1260 h 1320"/>
                  <a:gd name="T10" fmla="*/ 72 w 594"/>
                  <a:gd name="T11" fmla="*/ 1248 h 1320"/>
                  <a:gd name="T12" fmla="*/ 84 w 594"/>
                  <a:gd name="T13" fmla="*/ 1236 h 1320"/>
                  <a:gd name="T14" fmla="*/ 90 w 594"/>
                  <a:gd name="T15" fmla="*/ 1224 h 1320"/>
                  <a:gd name="T16" fmla="*/ 102 w 594"/>
                  <a:gd name="T17" fmla="*/ 1206 h 1320"/>
                  <a:gd name="T18" fmla="*/ 114 w 594"/>
                  <a:gd name="T19" fmla="*/ 1194 h 1320"/>
                  <a:gd name="T20" fmla="*/ 126 w 594"/>
                  <a:gd name="T21" fmla="*/ 1176 h 1320"/>
                  <a:gd name="T22" fmla="*/ 138 w 594"/>
                  <a:gd name="T23" fmla="*/ 1164 h 1320"/>
                  <a:gd name="T24" fmla="*/ 150 w 594"/>
                  <a:gd name="T25" fmla="*/ 1146 h 1320"/>
                  <a:gd name="T26" fmla="*/ 162 w 594"/>
                  <a:gd name="T27" fmla="*/ 1134 h 1320"/>
                  <a:gd name="T28" fmla="*/ 174 w 594"/>
                  <a:gd name="T29" fmla="*/ 1116 h 1320"/>
                  <a:gd name="T30" fmla="*/ 186 w 594"/>
                  <a:gd name="T31" fmla="*/ 1098 h 1320"/>
                  <a:gd name="T32" fmla="*/ 198 w 594"/>
                  <a:gd name="T33" fmla="*/ 1080 h 1320"/>
                  <a:gd name="T34" fmla="*/ 210 w 594"/>
                  <a:gd name="T35" fmla="*/ 1062 h 1320"/>
                  <a:gd name="T36" fmla="*/ 222 w 594"/>
                  <a:gd name="T37" fmla="*/ 1044 h 1320"/>
                  <a:gd name="T38" fmla="*/ 234 w 594"/>
                  <a:gd name="T39" fmla="*/ 1020 h 1320"/>
                  <a:gd name="T40" fmla="*/ 246 w 594"/>
                  <a:gd name="T41" fmla="*/ 1002 h 1320"/>
                  <a:gd name="T42" fmla="*/ 258 w 594"/>
                  <a:gd name="T43" fmla="*/ 984 h 1320"/>
                  <a:gd name="T44" fmla="*/ 264 w 594"/>
                  <a:gd name="T45" fmla="*/ 960 h 1320"/>
                  <a:gd name="T46" fmla="*/ 276 w 594"/>
                  <a:gd name="T47" fmla="*/ 936 h 1320"/>
                  <a:gd name="T48" fmla="*/ 288 w 594"/>
                  <a:gd name="T49" fmla="*/ 918 h 1320"/>
                  <a:gd name="T50" fmla="*/ 300 w 594"/>
                  <a:gd name="T51" fmla="*/ 894 h 1320"/>
                  <a:gd name="T52" fmla="*/ 312 w 594"/>
                  <a:gd name="T53" fmla="*/ 870 h 1320"/>
                  <a:gd name="T54" fmla="*/ 324 w 594"/>
                  <a:gd name="T55" fmla="*/ 840 h 1320"/>
                  <a:gd name="T56" fmla="*/ 336 w 594"/>
                  <a:gd name="T57" fmla="*/ 816 h 1320"/>
                  <a:gd name="T58" fmla="*/ 348 w 594"/>
                  <a:gd name="T59" fmla="*/ 792 h 1320"/>
                  <a:gd name="T60" fmla="*/ 360 w 594"/>
                  <a:gd name="T61" fmla="*/ 762 h 1320"/>
                  <a:gd name="T62" fmla="*/ 372 w 594"/>
                  <a:gd name="T63" fmla="*/ 738 h 1320"/>
                  <a:gd name="T64" fmla="*/ 384 w 594"/>
                  <a:gd name="T65" fmla="*/ 708 h 1320"/>
                  <a:gd name="T66" fmla="*/ 396 w 594"/>
                  <a:gd name="T67" fmla="*/ 678 h 1320"/>
                  <a:gd name="T68" fmla="*/ 408 w 594"/>
                  <a:gd name="T69" fmla="*/ 648 h 1320"/>
                  <a:gd name="T70" fmla="*/ 420 w 594"/>
                  <a:gd name="T71" fmla="*/ 612 h 1320"/>
                  <a:gd name="T72" fmla="*/ 432 w 594"/>
                  <a:gd name="T73" fmla="*/ 582 h 1320"/>
                  <a:gd name="T74" fmla="*/ 444 w 594"/>
                  <a:gd name="T75" fmla="*/ 546 h 1320"/>
                  <a:gd name="T76" fmla="*/ 450 w 594"/>
                  <a:gd name="T77" fmla="*/ 516 h 1320"/>
                  <a:gd name="T78" fmla="*/ 462 w 594"/>
                  <a:gd name="T79" fmla="*/ 480 h 1320"/>
                  <a:gd name="T80" fmla="*/ 474 w 594"/>
                  <a:gd name="T81" fmla="*/ 444 h 1320"/>
                  <a:gd name="T82" fmla="*/ 486 w 594"/>
                  <a:gd name="T83" fmla="*/ 402 h 1320"/>
                  <a:gd name="T84" fmla="*/ 498 w 594"/>
                  <a:gd name="T85" fmla="*/ 366 h 1320"/>
                  <a:gd name="T86" fmla="*/ 510 w 594"/>
                  <a:gd name="T87" fmla="*/ 324 h 1320"/>
                  <a:gd name="T88" fmla="*/ 522 w 594"/>
                  <a:gd name="T89" fmla="*/ 282 h 1320"/>
                  <a:gd name="T90" fmla="*/ 534 w 594"/>
                  <a:gd name="T91" fmla="*/ 240 h 1320"/>
                  <a:gd name="T92" fmla="*/ 546 w 594"/>
                  <a:gd name="T93" fmla="*/ 198 h 1320"/>
                  <a:gd name="T94" fmla="*/ 558 w 594"/>
                  <a:gd name="T95" fmla="*/ 150 h 1320"/>
                  <a:gd name="T96" fmla="*/ 570 w 594"/>
                  <a:gd name="T97" fmla="*/ 102 h 1320"/>
                  <a:gd name="T98" fmla="*/ 582 w 594"/>
                  <a:gd name="T99" fmla="*/ 54 h 1320"/>
                  <a:gd name="T100" fmla="*/ 594 w 594"/>
                  <a:gd name="T101" fmla="*/ 6 h 1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94" h="1320">
                    <a:moveTo>
                      <a:pt x="0" y="1320"/>
                    </a:moveTo>
                    <a:lnTo>
                      <a:pt x="6" y="1314"/>
                    </a:lnTo>
                    <a:lnTo>
                      <a:pt x="6" y="1314"/>
                    </a:lnTo>
                    <a:lnTo>
                      <a:pt x="12" y="1314"/>
                    </a:lnTo>
                    <a:lnTo>
                      <a:pt x="12" y="1308"/>
                    </a:lnTo>
                    <a:lnTo>
                      <a:pt x="12" y="1308"/>
                    </a:lnTo>
                    <a:lnTo>
                      <a:pt x="18" y="1308"/>
                    </a:lnTo>
                    <a:lnTo>
                      <a:pt x="18" y="1302"/>
                    </a:lnTo>
                    <a:lnTo>
                      <a:pt x="18" y="1302"/>
                    </a:lnTo>
                    <a:lnTo>
                      <a:pt x="24" y="1296"/>
                    </a:lnTo>
                    <a:lnTo>
                      <a:pt x="24" y="1296"/>
                    </a:lnTo>
                    <a:lnTo>
                      <a:pt x="30" y="1296"/>
                    </a:lnTo>
                    <a:lnTo>
                      <a:pt x="30" y="1290"/>
                    </a:lnTo>
                    <a:lnTo>
                      <a:pt x="30" y="1290"/>
                    </a:lnTo>
                    <a:lnTo>
                      <a:pt x="36" y="1284"/>
                    </a:lnTo>
                    <a:lnTo>
                      <a:pt x="36" y="1284"/>
                    </a:lnTo>
                    <a:lnTo>
                      <a:pt x="42" y="1284"/>
                    </a:lnTo>
                    <a:lnTo>
                      <a:pt x="42" y="1278"/>
                    </a:lnTo>
                    <a:lnTo>
                      <a:pt x="42" y="1278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48" y="1272"/>
                    </a:lnTo>
                    <a:lnTo>
                      <a:pt x="54" y="1266"/>
                    </a:lnTo>
                    <a:lnTo>
                      <a:pt x="54" y="1266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0" y="1260"/>
                    </a:lnTo>
                    <a:lnTo>
                      <a:pt x="66" y="1254"/>
                    </a:lnTo>
                    <a:lnTo>
                      <a:pt x="66" y="1254"/>
                    </a:lnTo>
                    <a:lnTo>
                      <a:pt x="72" y="1248"/>
                    </a:lnTo>
                    <a:lnTo>
                      <a:pt x="72" y="1248"/>
                    </a:lnTo>
                    <a:lnTo>
                      <a:pt x="72" y="1242"/>
                    </a:lnTo>
                    <a:lnTo>
                      <a:pt x="78" y="1242"/>
                    </a:lnTo>
                    <a:lnTo>
                      <a:pt x="78" y="1236"/>
                    </a:lnTo>
                    <a:lnTo>
                      <a:pt x="84" y="1236"/>
                    </a:lnTo>
                    <a:lnTo>
                      <a:pt x="84" y="1236"/>
                    </a:lnTo>
                    <a:lnTo>
                      <a:pt x="84" y="1230"/>
                    </a:lnTo>
                    <a:lnTo>
                      <a:pt x="90" y="1230"/>
                    </a:lnTo>
                    <a:lnTo>
                      <a:pt x="90" y="1224"/>
                    </a:lnTo>
                    <a:lnTo>
                      <a:pt x="90" y="1224"/>
                    </a:lnTo>
                    <a:lnTo>
                      <a:pt x="96" y="1218"/>
                    </a:lnTo>
                    <a:lnTo>
                      <a:pt x="96" y="1218"/>
                    </a:lnTo>
                    <a:lnTo>
                      <a:pt x="102" y="1212"/>
                    </a:lnTo>
                    <a:lnTo>
                      <a:pt x="102" y="1212"/>
                    </a:lnTo>
                    <a:lnTo>
                      <a:pt x="102" y="1206"/>
                    </a:lnTo>
                    <a:lnTo>
                      <a:pt x="108" y="1206"/>
                    </a:lnTo>
                    <a:lnTo>
                      <a:pt x="108" y="1200"/>
                    </a:lnTo>
                    <a:lnTo>
                      <a:pt x="114" y="1200"/>
                    </a:lnTo>
                    <a:lnTo>
                      <a:pt x="114" y="1194"/>
                    </a:lnTo>
                    <a:lnTo>
                      <a:pt x="114" y="1194"/>
                    </a:lnTo>
                    <a:lnTo>
                      <a:pt x="120" y="1188"/>
                    </a:lnTo>
                    <a:lnTo>
                      <a:pt x="120" y="1188"/>
                    </a:lnTo>
                    <a:lnTo>
                      <a:pt x="120" y="1182"/>
                    </a:lnTo>
                    <a:lnTo>
                      <a:pt x="126" y="1182"/>
                    </a:lnTo>
                    <a:lnTo>
                      <a:pt x="126" y="1176"/>
                    </a:lnTo>
                    <a:lnTo>
                      <a:pt x="132" y="1176"/>
                    </a:lnTo>
                    <a:lnTo>
                      <a:pt x="132" y="1170"/>
                    </a:lnTo>
                    <a:lnTo>
                      <a:pt x="132" y="1170"/>
                    </a:lnTo>
                    <a:lnTo>
                      <a:pt x="138" y="1164"/>
                    </a:lnTo>
                    <a:lnTo>
                      <a:pt x="138" y="1164"/>
                    </a:lnTo>
                    <a:lnTo>
                      <a:pt x="144" y="1158"/>
                    </a:lnTo>
                    <a:lnTo>
                      <a:pt x="144" y="1158"/>
                    </a:lnTo>
                    <a:lnTo>
                      <a:pt x="144" y="1152"/>
                    </a:lnTo>
                    <a:lnTo>
                      <a:pt x="150" y="1152"/>
                    </a:lnTo>
                    <a:lnTo>
                      <a:pt x="150" y="1146"/>
                    </a:lnTo>
                    <a:lnTo>
                      <a:pt x="156" y="1146"/>
                    </a:lnTo>
                    <a:lnTo>
                      <a:pt x="156" y="1140"/>
                    </a:lnTo>
                    <a:lnTo>
                      <a:pt x="156" y="1140"/>
                    </a:lnTo>
                    <a:lnTo>
                      <a:pt x="162" y="1134"/>
                    </a:lnTo>
                    <a:lnTo>
                      <a:pt x="162" y="1134"/>
                    </a:lnTo>
                    <a:lnTo>
                      <a:pt x="162" y="1128"/>
                    </a:lnTo>
                    <a:lnTo>
                      <a:pt x="168" y="1122"/>
                    </a:lnTo>
                    <a:lnTo>
                      <a:pt x="168" y="1122"/>
                    </a:lnTo>
                    <a:lnTo>
                      <a:pt x="174" y="1116"/>
                    </a:lnTo>
                    <a:lnTo>
                      <a:pt x="174" y="1116"/>
                    </a:lnTo>
                    <a:lnTo>
                      <a:pt x="174" y="1110"/>
                    </a:lnTo>
                    <a:lnTo>
                      <a:pt x="180" y="1110"/>
                    </a:lnTo>
                    <a:lnTo>
                      <a:pt x="180" y="1104"/>
                    </a:lnTo>
                    <a:lnTo>
                      <a:pt x="186" y="1098"/>
                    </a:lnTo>
                    <a:lnTo>
                      <a:pt x="186" y="1098"/>
                    </a:lnTo>
                    <a:lnTo>
                      <a:pt x="186" y="1092"/>
                    </a:lnTo>
                    <a:lnTo>
                      <a:pt x="192" y="1092"/>
                    </a:lnTo>
                    <a:lnTo>
                      <a:pt x="192" y="1086"/>
                    </a:lnTo>
                    <a:lnTo>
                      <a:pt x="192" y="1080"/>
                    </a:lnTo>
                    <a:lnTo>
                      <a:pt x="198" y="1080"/>
                    </a:lnTo>
                    <a:lnTo>
                      <a:pt x="198" y="1074"/>
                    </a:lnTo>
                    <a:lnTo>
                      <a:pt x="204" y="1074"/>
                    </a:lnTo>
                    <a:lnTo>
                      <a:pt x="204" y="1068"/>
                    </a:lnTo>
                    <a:lnTo>
                      <a:pt x="204" y="1062"/>
                    </a:lnTo>
                    <a:lnTo>
                      <a:pt x="210" y="1062"/>
                    </a:lnTo>
                    <a:lnTo>
                      <a:pt x="210" y="1056"/>
                    </a:lnTo>
                    <a:lnTo>
                      <a:pt x="216" y="1056"/>
                    </a:lnTo>
                    <a:lnTo>
                      <a:pt x="216" y="1050"/>
                    </a:lnTo>
                    <a:lnTo>
                      <a:pt x="216" y="1044"/>
                    </a:lnTo>
                    <a:lnTo>
                      <a:pt x="222" y="1044"/>
                    </a:lnTo>
                    <a:lnTo>
                      <a:pt x="222" y="1038"/>
                    </a:lnTo>
                    <a:lnTo>
                      <a:pt x="228" y="1032"/>
                    </a:lnTo>
                    <a:lnTo>
                      <a:pt x="228" y="1032"/>
                    </a:lnTo>
                    <a:lnTo>
                      <a:pt x="228" y="1026"/>
                    </a:lnTo>
                    <a:lnTo>
                      <a:pt x="234" y="1020"/>
                    </a:lnTo>
                    <a:lnTo>
                      <a:pt x="234" y="1020"/>
                    </a:lnTo>
                    <a:lnTo>
                      <a:pt x="234" y="1014"/>
                    </a:lnTo>
                    <a:lnTo>
                      <a:pt x="240" y="1008"/>
                    </a:lnTo>
                    <a:lnTo>
                      <a:pt x="240" y="1008"/>
                    </a:lnTo>
                    <a:lnTo>
                      <a:pt x="246" y="1002"/>
                    </a:lnTo>
                    <a:lnTo>
                      <a:pt x="246" y="996"/>
                    </a:lnTo>
                    <a:lnTo>
                      <a:pt x="246" y="996"/>
                    </a:lnTo>
                    <a:lnTo>
                      <a:pt x="252" y="990"/>
                    </a:lnTo>
                    <a:lnTo>
                      <a:pt x="252" y="984"/>
                    </a:lnTo>
                    <a:lnTo>
                      <a:pt x="258" y="984"/>
                    </a:lnTo>
                    <a:lnTo>
                      <a:pt x="258" y="978"/>
                    </a:lnTo>
                    <a:lnTo>
                      <a:pt x="258" y="972"/>
                    </a:lnTo>
                    <a:lnTo>
                      <a:pt x="264" y="966"/>
                    </a:lnTo>
                    <a:lnTo>
                      <a:pt x="264" y="966"/>
                    </a:lnTo>
                    <a:lnTo>
                      <a:pt x="264" y="960"/>
                    </a:lnTo>
                    <a:lnTo>
                      <a:pt x="270" y="954"/>
                    </a:lnTo>
                    <a:lnTo>
                      <a:pt x="270" y="954"/>
                    </a:lnTo>
                    <a:lnTo>
                      <a:pt x="276" y="948"/>
                    </a:lnTo>
                    <a:lnTo>
                      <a:pt x="276" y="942"/>
                    </a:lnTo>
                    <a:lnTo>
                      <a:pt x="276" y="936"/>
                    </a:lnTo>
                    <a:lnTo>
                      <a:pt x="282" y="936"/>
                    </a:lnTo>
                    <a:lnTo>
                      <a:pt x="282" y="930"/>
                    </a:lnTo>
                    <a:lnTo>
                      <a:pt x="288" y="924"/>
                    </a:lnTo>
                    <a:lnTo>
                      <a:pt x="288" y="918"/>
                    </a:lnTo>
                    <a:lnTo>
                      <a:pt x="288" y="918"/>
                    </a:lnTo>
                    <a:lnTo>
                      <a:pt x="294" y="912"/>
                    </a:lnTo>
                    <a:lnTo>
                      <a:pt x="294" y="906"/>
                    </a:lnTo>
                    <a:lnTo>
                      <a:pt x="300" y="900"/>
                    </a:lnTo>
                    <a:lnTo>
                      <a:pt x="300" y="894"/>
                    </a:lnTo>
                    <a:lnTo>
                      <a:pt x="300" y="894"/>
                    </a:lnTo>
                    <a:lnTo>
                      <a:pt x="306" y="888"/>
                    </a:lnTo>
                    <a:lnTo>
                      <a:pt x="306" y="882"/>
                    </a:lnTo>
                    <a:lnTo>
                      <a:pt x="306" y="876"/>
                    </a:lnTo>
                    <a:lnTo>
                      <a:pt x="312" y="870"/>
                    </a:lnTo>
                    <a:lnTo>
                      <a:pt x="312" y="870"/>
                    </a:lnTo>
                    <a:lnTo>
                      <a:pt x="318" y="864"/>
                    </a:lnTo>
                    <a:lnTo>
                      <a:pt x="318" y="858"/>
                    </a:lnTo>
                    <a:lnTo>
                      <a:pt x="318" y="852"/>
                    </a:lnTo>
                    <a:lnTo>
                      <a:pt x="324" y="846"/>
                    </a:lnTo>
                    <a:lnTo>
                      <a:pt x="324" y="840"/>
                    </a:lnTo>
                    <a:lnTo>
                      <a:pt x="330" y="840"/>
                    </a:lnTo>
                    <a:lnTo>
                      <a:pt x="330" y="834"/>
                    </a:lnTo>
                    <a:lnTo>
                      <a:pt x="330" y="828"/>
                    </a:lnTo>
                    <a:lnTo>
                      <a:pt x="336" y="822"/>
                    </a:lnTo>
                    <a:lnTo>
                      <a:pt x="336" y="816"/>
                    </a:lnTo>
                    <a:lnTo>
                      <a:pt x="336" y="810"/>
                    </a:lnTo>
                    <a:lnTo>
                      <a:pt x="342" y="804"/>
                    </a:lnTo>
                    <a:lnTo>
                      <a:pt x="342" y="804"/>
                    </a:lnTo>
                    <a:lnTo>
                      <a:pt x="348" y="798"/>
                    </a:lnTo>
                    <a:lnTo>
                      <a:pt x="348" y="792"/>
                    </a:lnTo>
                    <a:lnTo>
                      <a:pt x="348" y="786"/>
                    </a:lnTo>
                    <a:lnTo>
                      <a:pt x="354" y="780"/>
                    </a:lnTo>
                    <a:lnTo>
                      <a:pt x="354" y="774"/>
                    </a:lnTo>
                    <a:lnTo>
                      <a:pt x="360" y="768"/>
                    </a:lnTo>
                    <a:lnTo>
                      <a:pt x="360" y="762"/>
                    </a:lnTo>
                    <a:lnTo>
                      <a:pt x="360" y="756"/>
                    </a:lnTo>
                    <a:lnTo>
                      <a:pt x="366" y="750"/>
                    </a:lnTo>
                    <a:lnTo>
                      <a:pt x="366" y="750"/>
                    </a:lnTo>
                    <a:lnTo>
                      <a:pt x="372" y="744"/>
                    </a:lnTo>
                    <a:lnTo>
                      <a:pt x="372" y="738"/>
                    </a:lnTo>
                    <a:lnTo>
                      <a:pt x="372" y="732"/>
                    </a:lnTo>
                    <a:lnTo>
                      <a:pt x="378" y="726"/>
                    </a:lnTo>
                    <a:lnTo>
                      <a:pt x="378" y="720"/>
                    </a:lnTo>
                    <a:lnTo>
                      <a:pt x="378" y="714"/>
                    </a:lnTo>
                    <a:lnTo>
                      <a:pt x="384" y="708"/>
                    </a:lnTo>
                    <a:lnTo>
                      <a:pt x="384" y="702"/>
                    </a:lnTo>
                    <a:lnTo>
                      <a:pt x="390" y="696"/>
                    </a:lnTo>
                    <a:lnTo>
                      <a:pt x="390" y="690"/>
                    </a:lnTo>
                    <a:lnTo>
                      <a:pt x="390" y="684"/>
                    </a:lnTo>
                    <a:lnTo>
                      <a:pt x="396" y="678"/>
                    </a:lnTo>
                    <a:lnTo>
                      <a:pt x="396" y="672"/>
                    </a:lnTo>
                    <a:lnTo>
                      <a:pt x="402" y="666"/>
                    </a:lnTo>
                    <a:lnTo>
                      <a:pt x="402" y="660"/>
                    </a:lnTo>
                    <a:lnTo>
                      <a:pt x="402" y="654"/>
                    </a:lnTo>
                    <a:lnTo>
                      <a:pt x="408" y="648"/>
                    </a:lnTo>
                    <a:lnTo>
                      <a:pt x="408" y="642"/>
                    </a:lnTo>
                    <a:lnTo>
                      <a:pt x="408" y="636"/>
                    </a:lnTo>
                    <a:lnTo>
                      <a:pt x="414" y="630"/>
                    </a:lnTo>
                    <a:lnTo>
                      <a:pt x="414" y="624"/>
                    </a:lnTo>
                    <a:lnTo>
                      <a:pt x="420" y="612"/>
                    </a:lnTo>
                    <a:lnTo>
                      <a:pt x="420" y="606"/>
                    </a:lnTo>
                    <a:lnTo>
                      <a:pt x="420" y="600"/>
                    </a:lnTo>
                    <a:lnTo>
                      <a:pt x="426" y="594"/>
                    </a:lnTo>
                    <a:lnTo>
                      <a:pt x="426" y="588"/>
                    </a:lnTo>
                    <a:lnTo>
                      <a:pt x="432" y="582"/>
                    </a:lnTo>
                    <a:lnTo>
                      <a:pt x="432" y="576"/>
                    </a:lnTo>
                    <a:lnTo>
                      <a:pt x="432" y="570"/>
                    </a:lnTo>
                    <a:lnTo>
                      <a:pt x="438" y="564"/>
                    </a:lnTo>
                    <a:lnTo>
                      <a:pt x="438" y="558"/>
                    </a:lnTo>
                    <a:lnTo>
                      <a:pt x="444" y="546"/>
                    </a:lnTo>
                    <a:lnTo>
                      <a:pt x="444" y="540"/>
                    </a:lnTo>
                    <a:lnTo>
                      <a:pt x="444" y="534"/>
                    </a:lnTo>
                    <a:lnTo>
                      <a:pt x="450" y="528"/>
                    </a:lnTo>
                    <a:lnTo>
                      <a:pt x="450" y="522"/>
                    </a:lnTo>
                    <a:lnTo>
                      <a:pt x="450" y="516"/>
                    </a:lnTo>
                    <a:lnTo>
                      <a:pt x="456" y="510"/>
                    </a:lnTo>
                    <a:lnTo>
                      <a:pt x="456" y="498"/>
                    </a:lnTo>
                    <a:lnTo>
                      <a:pt x="462" y="492"/>
                    </a:lnTo>
                    <a:lnTo>
                      <a:pt x="462" y="486"/>
                    </a:lnTo>
                    <a:lnTo>
                      <a:pt x="462" y="480"/>
                    </a:lnTo>
                    <a:lnTo>
                      <a:pt x="468" y="474"/>
                    </a:lnTo>
                    <a:lnTo>
                      <a:pt x="468" y="462"/>
                    </a:lnTo>
                    <a:lnTo>
                      <a:pt x="474" y="456"/>
                    </a:lnTo>
                    <a:lnTo>
                      <a:pt x="474" y="450"/>
                    </a:lnTo>
                    <a:lnTo>
                      <a:pt x="474" y="444"/>
                    </a:lnTo>
                    <a:lnTo>
                      <a:pt x="480" y="432"/>
                    </a:lnTo>
                    <a:lnTo>
                      <a:pt x="480" y="426"/>
                    </a:lnTo>
                    <a:lnTo>
                      <a:pt x="480" y="420"/>
                    </a:lnTo>
                    <a:lnTo>
                      <a:pt x="486" y="414"/>
                    </a:lnTo>
                    <a:lnTo>
                      <a:pt x="486" y="402"/>
                    </a:lnTo>
                    <a:lnTo>
                      <a:pt x="492" y="396"/>
                    </a:lnTo>
                    <a:lnTo>
                      <a:pt x="492" y="390"/>
                    </a:lnTo>
                    <a:lnTo>
                      <a:pt x="492" y="378"/>
                    </a:lnTo>
                    <a:lnTo>
                      <a:pt x="498" y="372"/>
                    </a:lnTo>
                    <a:lnTo>
                      <a:pt x="498" y="366"/>
                    </a:lnTo>
                    <a:lnTo>
                      <a:pt x="504" y="360"/>
                    </a:lnTo>
                    <a:lnTo>
                      <a:pt x="504" y="348"/>
                    </a:lnTo>
                    <a:lnTo>
                      <a:pt x="504" y="342"/>
                    </a:lnTo>
                    <a:lnTo>
                      <a:pt x="510" y="330"/>
                    </a:lnTo>
                    <a:lnTo>
                      <a:pt x="510" y="324"/>
                    </a:lnTo>
                    <a:lnTo>
                      <a:pt x="516" y="318"/>
                    </a:lnTo>
                    <a:lnTo>
                      <a:pt x="516" y="306"/>
                    </a:lnTo>
                    <a:lnTo>
                      <a:pt x="516" y="300"/>
                    </a:lnTo>
                    <a:lnTo>
                      <a:pt x="522" y="294"/>
                    </a:lnTo>
                    <a:lnTo>
                      <a:pt x="522" y="282"/>
                    </a:lnTo>
                    <a:lnTo>
                      <a:pt x="522" y="276"/>
                    </a:lnTo>
                    <a:lnTo>
                      <a:pt x="528" y="264"/>
                    </a:lnTo>
                    <a:lnTo>
                      <a:pt x="528" y="258"/>
                    </a:lnTo>
                    <a:lnTo>
                      <a:pt x="534" y="252"/>
                    </a:lnTo>
                    <a:lnTo>
                      <a:pt x="534" y="240"/>
                    </a:lnTo>
                    <a:lnTo>
                      <a:pt x="534" y="234"/>
                    </a:lnTo>
                    <a:lnTo>
                      <a:pt x="540" y="222"/>
                    </a:lnTo>
                    <a:lnTo>
                      <a:pt x="540" y="216"/>
                    </a:lnTo>
                    <a:lnTo>
                      <a:pt x="546" y="204"/>
                    </a:lnTo>
                    <a:lnTo>
                      <a:pt x="546" y="198"/>
                    </a:lnTo>
                    <a:lnTo>
                      <a:pt x="546" y="186"/>
                    </a:lnTo>
                    <a:lnTo>
                      <a:pt x="552" y="180"/>
                    </a:lnTo>
                    <a:lnTo>
                      <a:pt x="552" y="168"/>
                    </a:lnTo>
                    <a:lnTo>
                      <a:pt x="552" y="162"/>
                    </a:lnTo>
                    <a:lnTo>
                      <a:pt x="558" y="150"/>
                    </a:lnTo>
                    <a:lnTo>
                      <a:pt x="558" y="144"/>
                    </a:lnTo>
                    <a:lnTo>
                      <a:pt x="564" y="132"/>
                    </a:lnTo>
                    <a:lnTo>
                      <a:pt x="564" y="126"/>
                    </a:lnTo>
                    <a:lnTo>
                      <a:pt x="564" y="114"/>
                    </a:lnTo>
                    <a:lnTo>
                      <a:pt x="570" y="102"/>
                    </a:lnTo>
                    <a:lnTo>
                      <a:pt x="570" y="96"/>
                    </a:lnTo>
                    <a:lnTo>
                      <a:pt x="576" y="84"/>
                    </a:lnTo>
                    <a:lnTo>
                      <a:pt x="576" y="78"/>
                    </a:lnTo>
                    <a:lnTo>
                      <a:pt x="576" y="66"/>
                    </a:lnTo>
                    <a:lnTo>
                      <a:pt x="582" y="54"/>
                    </a:lnTo>
                    <a:lnTo>
                      <a:pt x="582" y="48"/>
                    </a:lnTo>
                    <a:lnTo>
                      <a:pt x="588" y="36"/>
                    </a:lnTo>
                    <a:lnTo>
                      <a:pt x="588" y="30"/>
                    </a:lnTo>
                    <a:lnTo>
                      <a:pt x="588" y="18"/>
                    </a:lnTo>
                    <a:lnTo>
                      <a:pt x="594" y="6"/>
                    </a:lnTo>
                    <a:lnTo>
                      <a:pt x="594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2D04DA"/>
                  </a:solidFill>
                </a:endParaRPr>
              </a:p>
            </p:txBody>
          </p:sp>
        </p:grp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A38113DA-05B5-44C5-B402-A194D2136B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8233427"/>
                </p:ext>
              </p:extLst>
            </p:nvPr>
          </p:nvGraphicFramePr>
          <p:xfrm>
            <a:off x="1582183" y="2759897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29" name="Equation" r:id="rId15" imgW="660240" imgH="342720" progId="Equation.DSMT4">
                    <p:embed/>
                  </p:oleObj>
                </mc:Choice>
                <mc:Fallback>
                  <p:oleObj name="Equation" r:id="rId15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82183" y="2759897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94CE0DB7-88FF-48E7-B10B-892DF5A43F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255311"/>
                </p:ext>
              </p:extLst>
            </p:nvPr>
          </p:nvGraphicFramePr>
          <p:xfrm>
            <a:off x="3140779" y="2709985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30" name="Equation" r:id="rId17" imgW="571320" imgH="241200" progId="Equation.DSMT4">
                    <p:embed/>
                  </p:oleObj>
                </mc:Choice>
                <mc:Fallback>
                  <p:oleObj name="Equation" r:id="rId17" imgW="5713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140779" y="2709985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B9B914F-994F-4BB6-A2BC-3E23F4F05F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549206"/>
                </p:ext>
              </p:extLst>
            </p:nvPr>
          </p:nvGraphicFramePr>
          <p:xfrm>
            <a:off x="1497138" y="3090067"/>
            <a:ext cx="685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31" name="Equation" r:id="rId19" imgW="685800" imgH="304560" progId="Equation.DSMT4">
                    <p:embed/>
                  </p:oleObj>
                </mc:Choice>
                <mc:Fallback>
                  <p:oleObj name="Equation" r:id="rId19" imgW="68580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97138" y="3090067"/>
                          <a:ext cx="685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94AA5371-0325-4F9C-BF63-F463406887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926961"/>
                </p:ext>
              </p:extLst>
            </p:nvPr>
          </p:nvGraphicFramePr>
          <p:xfrm>
            <a:off x="3459878" y="3317977"/>
            <a:ext cx="1041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32" name="Equation" r:id="rId21" imgW="1041120" imgH="330120" progId="Equation.DSMT4">
                    <p:embed/>
                  </p:oleObj>
                </mc:Choice>
                <mc:Fallback>
                  <p:oleObj name="Equation" r:id="rId21" imgW="10411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459878" y="3317977"/>
                          <a:ext cx="1041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6E725955-F4EA-4886-8BB7-CB43B0F9BB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578674"/>
                </p:ext>
              </p:extLst>
            </p:nvPr>
          </p:nvGraphicFramePr>
          <p:xfrm>
            <a:off x="3712279" y="3679699"/>
            <a:ext cx="685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33" name="Equation" r:id="rId23" imgW="685800" imgH="304560" progId="Equation.DSMT4">
                    <p:embed/>
                  </p:oleObj>
                </mc:Choice>
                <mc:Fallback>
                  <p:oleObj name="Equation" r:id="rId23" imgW="685800" imgH="30456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4B9B914F-994F-4BB6-A2BC-3E23F4F05F5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12279" y="3679699"/>
                          <a:ext cx="685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90179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ine 67">
            <a:extLst>
              <a:ext uri="{FF2B5EF4-FFF2-40B4-BE49-F238E27FC236}">
                <a16:creationId xmlns:a16="http://schemas.microsoft.com/office/drawing/2014/main" id="{15493891-711B-40AA-9726-9CAF123EED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7179" y="1180732"/>
            <a:ext cx="2091686" cy="2053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grpSp>
        <p:nvGrpSpPr>
          <p:cNvPr id="81" name="Group 57">
            <a:extLst>
              <a:ext uri="{FF2B5EF4-FFF2-40B4-BE49-F238E27FC236}">
                <a16:creationId xmlns:a16="http://schemas.microsoft.com/office/drawing/2014/main" id="{0DE04880-69B2-445A-8C82-C2F298777445}"/>
              </a:ext>
            </a:extLst>
          </p:cNvPr>
          <p:cNvGrpSpPr>
            <a:grpSpLocks/>
          </p:cNvGrpSpPr>
          <p:nvPr/>
        </p:nvGrpSpPr>
        <p:grpSpPr bwMode="auto">
          <a:xfrm>
            <a:off x="5148064" y="859406"/>
            <a:ext cx="3443288" cy="2791033"/>
            <a:chOff x="3011" y="958"/>
            <a:chExt cx="2169" cy="1273"/>
          </a:xfrm>
        </p:grpSpPr>
        <p:sp>
          <p:nvSpPr>
            <p:cNvPr id="95" name="Line 58">
              <a:extLst>
                <a:ext uri="{FF2B5EF4-FFF2-40B4-BE49-F238E27FC236}">
                  <a16:creationId xmlns:a16="http://schemas.microsoft.com/office/drawing/2014/main" id="{BF7C5AEB-B35C-4DB1-81CB-662228AA8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1" y="1657"/>
              <a:ext cx="21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59">
              <a:extLst>
                <a:ext uri="{FF2B5EF4-FFF2-40B4-BE49-F238E27FC236}">
                  <a16:creationId xmlns:a16="http://schemas.microsoft.com/office/drawing/2014/main" id="{1BCA4C8B-E816-41ED-9560-247D6432FA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0" y="958"/>
              <a:ext cx="14" cy="1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7" name="Object 60">
              <a:extLst>
                <a:ext uri="{FF2B5EF4-FFF2-40B4-BE49-F238E27FC236}">
                  <a16:creationId xmlns:a16="http://schemas.microsoft.com/office/drawing/2014/main" id="{E488D32E-B857-45AE-B3A9-55FFF17C96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5482234"/>
                </p:ext>
              </p:extLst>
            </p:nvPr>
          </p:nvGraphicFramePr>
          <p:xfrm>
            <a:off x="5040" y="1677"/>
            <a:ext cx="112" cy="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0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18" name="Object 60">
                          <a:extLst>
                            <a:ext uri="{FF2B5EF4-FFF2-40B4-BE49-F238E27FC236}">
                              <a16:creationId xmlns:a16="http://schemas.microsoft.com/office/drawing/2014/main" id="{AEDDBA69-AA30-4AD9-8EC0-9DD3FD0597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77"/>
                          <a:ext cx="112" cy="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61">
              <a:extLst>
                <a:ext uri="{FF2B5EF4-FFF2-40B4-BE49-F238E27FC236}">
                  <a16:creationId xmlns:a16="http://schemas.microsoft.com/office/drawing/2014/main" id="{2A456875-6E69-4615-A5DA-D528041DA3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0890444"/>
                </p:ext>
              </p:extLst>
            </p:nvPr>
          </p:nvGraphicFramePr>
          <p:xfrm>
            <a:off x="3819" y="1030"/>
            <a:ext cx="120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1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19" name="Object 61">
                          <a:extLst>
                            <a:ext uri="{FF2B5EF4-FFF2-40B4-BE49-F238E27FC236}">
                              <a16:creationId xmlns:a16="http://schemas.microsoft.com/office/drawing/2014/main" id="{2099EA62-A279-44CD-AB13-81865F9234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9" y="1030"/>
                          <a:ext cx="120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62">
              <a:extLst>
                <a:ext uri="{FF2B5EF4-FFF2-40B4-BE49-F238E27FC236}">
                  <a16:creationId xmlns:a16="http://schemas.microsoft.com/office/drawing/2014/main" id="{B4CDE5F4-6B8C-4C03-8B98-B31E27EFE6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3713887"/>
                </p:ext>
              </p:extLst>
            </p:nvPr>
          </p:nvGraphicFramePr>
          <p:xfrm>
            <a:off x="3853" y="1675"/>
            <a:ext cx="144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2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20" name="Object 62">
                          <a:extLst>
                            <a:ext uri="{FF2B5EF4-FFF2-40B4-BE49-F238E27FC236}">
                              <a16:creationId xmlns:a16="http://schemas.microsoft.com/office/drawing/2014/main" id="{CC74978E-0C3E-4008-A7E6-94CA0B5118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1675"/>
                          <a:ext cx="144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ABE05A3C-BF5C-42AB-98E0-3DF360C8192A}"/>
              </a:ext>
            </a:extLst>
          </p:cNvPr>
          <p:cNvGrpSpPr/>
          <p:nvPr/>
        </p:nvGrpSpPr>
        <p:grpSpPr>
          <a:xfrm>
            <a:off x="5435793" y="1954552"/>
            <a:ext cx="2464464" cy="841373"/>
            <a:chOff x="2063348" y="2832396"/>
            <a:chExt cx="2464464" cy="841373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316E21BF-7EF1-4DDC-BF62-51A83F11C794}"/>
                </a:ext>
              </a:extLst>
            </p:cNvPr>
            <p:cNvGrpSpPr/>
            <p:nvPr/>
          </p:nvGrpSpPr>
          <p:grpSpPr>
            <a:xfrm>
              <a:off x="2063348" y="3251946"/>
              <a:ext cx="1288482" cy="421823"/>
              <a:chOff x="2063348" y="3251946"/>
              <a:chExt cx="1288482" cy="421823"/>
            </a:xfrm>
          </p:grpSpPr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9812E625-DB72-444E-81E0-6F8AA4A6B3AA}"/>
                  </a:ext>
                </a:extLst>
              </p:cNvPr>
              <p:cNvSpPr/>
              <p:nvPr/>
            </p:nvSpPr>
            <p:spPr>
              <a:xfrm rot="16200000">
                <a:off x="2775522" y="3097461"/>
                <a:ext cx="421823" cy="730793"/>
              </a:xfrm>
              <a:custGeom>
                <a:avLst/>
                <a:gdLst>
                  <a:gd name="connsiteX0" fmla="*/ 37462 w 649251"/>
                  <a:gd name="connsiteY0" fmla="*/ 0 h 1210327"/>
                  <a:gd name="connsiteX1" fmla="*/ 59584 w 649251"/>
                  <a:gd name="connsiteY1" fmla="*/ 353962 h 1210327"/>
                  <a:gd name="connsiteX2" fmla="*/ 597900 w 649251"/>
                  <a:gd name="connsiteY2" fmla="*/ 1120878 h 1210327"/>
                  <a:gd name="connsiteX3" fmla="*/ 627397 w 649251"/>
                  <a:gd name="connsiteY3" fmla="*/ 1194620 h 1210327"/>
                  <a:gd name="connsiteX4" fmla="*/ 627397 w 649251"/>
                  <a:gd name="connsiteY4" fmla="*/ 1194620 h 12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251" h="1210327">
                    <a:moveTo>
                      <a:pt x="37462" y="0"/>
                    </a:moveTo>
                    <a:cubicBezTo>
                      <a:pt x="1820" y="83574"/>
                      <a:pt x="-33822" y="167149"/>
                      <a:pt x="59584" y="353962"/>
                    </a:cubicBezTo>
                    <a:cubicBezTo>
                      <a:pt x="152990" y="540775"/>
                      <a:pt x="503265" y="980768"/>
                      <a:pt x="597900" y="1120878"/>
                    </a:cubicBezTo>
                    <a:cubicBezTo>
                      <a:pt x="692536" y="1260988"/>
                      <a:pt x="627397" y="1194620"/>
                      <a:pt x="627397" y="1194620"/>
                    </a:cubicBezTo>
                    <a:lnTo>
                      <a:pt x="627397" y="1194620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CCBA44B1-C1A4-4FCD-B8C3-B64735B0428E}"/>
                  </a:ext>
                </a:extLst>
              </p:cNvPr>
              <p:cNvSpPr/>
              <p:nvPr/>
            </p:nvSpPr>
            <p:spPr>
              <a:xfrm rot="7714739">
                <a:off x="2362225" y="3114498"/>
                <a:ext cx="45719" cy="643474"/>
              </a:xfrm>
              <a:custGeom>
                <a:avLst/>
                <a:gdLst>
                  <a:gd name="connsiteX0" fmla="*/ 37462 w 649251"/>
                  <a:gd name="connsiteY0" fmla="*/ 0 h 1210327"/>
                  <a:gd name="connsiteX1" fmla="*/ 59584 w 649251"/>
                  <a:gd name="connsiteY1" fmla="*/ 353962 h 1210327"/>
                  <a:gd name="connsiteX2" fmla="*/ 597900 w 649251"/>
                  <a:gd name="connsiteY2" fmla="*/ 1120878 h 1210327"/>
                  <a:gd name="connsiteX3" fmla="*/ 627397 w 649251"/>
                  <a:gd name="connsiteY3" fmla="*/ 1194620 h 1210327"/>
                  <a:gd name="connsiteX4" fmla="*/ 627397 w 649251"/>
                  <a:gd name="connsiteY4" fmla="*/ 1194620 h 12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251" h="1210327">
                    <a:moveTo>
                      <a:pt x="37462" y="0"/>
                    </a:moveTo>
                    <a:cubicBezTo>
                      <a:pt x="1820" y="83574"/>
                      <a:pt x="-33822" y="167149"/>
                      <a:pt x="59584" y="353962"/>
                    </a:cubicBezTo>
                    <a:cubicBezTo>
                      <a:pt x="152990" y="540775"/>
                      <a:pt x="503265" y="980768"/>
                      <a:pt x="597900" y="1120878"/>
                    </a:cubicBezTo>
                    <a:cubicBezTo>
                      <a:pt x="692536" y="1260988"/>
                      <a:pt x="627397" y="1194620"/>
                      <a:pt x="627397" y="1194620"/>
                    </a:cubicBezTo>
                    <a:lnTo>
                      <a:pt x="627397" y="1194620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  <a:prstDash val="dash"/>
              </a:ln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B451AB50-1908-48DB-82A6-0688CD74902D}"/>
                </a:ext>
              </a:extLst>
            </p:cNvPr>
            <p:cNvGrpSpPr/>
            <p:nvPr/>
          </p:nvGrpSpPr>
          <p:grpSpPr>
            <a:xfrm rot="10800000">
              <a:off x="3354524" y="2832396"/>
              <a:ext cx="1173288" cy="421824"/>
              <a:chOff x="2178542" y="3251945"/>
              <a:chExt cx="1173288" cy="421824"/>
            </a:xfrm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C6AA8607-AB45-458B-838D-08C8FA1457F0}"/>
                  </a:ext>
                </a:extLst>
              </p:cNvPr>
              <p:cNvSpPr/>
              <p:nvPr/>
            </p:nvSpPr>
            <p:spPr>
              <a:xfrm rot="16200000">
                <a:off x="2802095" y="3124034"/>
                <a:ext cx="421824" cy="677646"/>
              </a:xfrm>
              <a:custGeom>
                <a:avLst/>
                <a:gdLst>
                  <a:gd name="connsiteX0" fmla="*/ 37462 w 649251"/>
                  <a:gd name="connsiteY0" fmla="*/ 0 h 1210327"/>
                  <a:gd name="connsiteX1" fmla="*/ 59584 w 649251"/>
                  <a:gd name="connsiteY1" fmla="*/ 353962 h 1210327"/>
                  <a:gd name="connsiteX2" fmla="*/ 597900 w 649251"/>
                  <a:gd name="connsiteY2" fmla="*/ 1120878 h 1210327"/>
                  <a:gd name="connsiteX3" fmla="*/ 627397 w 649251"/>
                  <a:gd name="connsiteY3" fmla="*/ 1194620 h 1210327"/>
                  <a:gd name="connsiteX4" fmla="*/ 627397 w 649251"/>
                  <a:gd name="connsiteY4" fmla="*/ 1194620 h 12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251" h="1210327">
                    <a:moveTo>
                      <a:pt x="37462" y="0"/>
                    </a:moveTo>
                    <a:cubicBezTo>
                      <a:pt x="1820" y="83574"/>
                      <a:pt x="-33822" y="167149"/>
                      <a:pt x="59584" y="353962"/>
                    </a:cubicBezTo>
                    <a:cubicBezTo>
                      <a:pt x="152990" y="540775"/>
                      <a:pt x="503265" y="980768"/>
                      <a:pt x="597900" y="1120878"/>
                    </a:cubicBezTo>
                    <a:cubicBezTo>
                      <a:pt x="692536" y="1260988"/>
                      <a:pt x="627397" y="1194620"/>
                      <a:pt x="627397" y="1194620"/>
                    </a:cubicBezTo>
                    <a:lnTo>
                      <a:pt x="627397" y="1194620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37BF17FF-0D1D-4768-8F2B-CCB15845EAB3}"/>
                  </a:ext>
                </a:extLst>
              </p:cNvPr>
              <p:cNvSpPr/>
              <p:nvPr/>
            </p:nvSpPr>
            <p:spPr>
              <a:xfrm rot="7714739">
                <a:off x="2437567" y="3178613"/>
                <a:ext cx="45719" cy="563769"/>
              </a:xfrm>
              <a:custGeom>
                <a:avLst/>
                <a:gdLst>
                  <a:gd name="connsiteX0" fmla="*/ 37462 w 649251"/>
                  <a:gd name="connsiteY0" fmla="*/ 0 h 1210327"/>
                  <a:gd name="connsiteX1" fmla="*/ 59584 w 649251"/>
                  <a:gd name="connsiteY1" fmla="*/ 353962 h 1210327"/>
                  <a:gd name="connsiteX2" fmla="*/ 597900 w 649251"/>
                  <a:gd name="connsiteY2" fmla="*/ 1120878 h 1210327"/>
                  <a:gd name="connsiteX3" fmla="*/ 627397 w 649251"/>
                  <a:gd name="connsiteY3" fmla="*/ 1194620 h 1210327"/>
                  <a:gd name="connsiteX4" fmla="*/ 627397 w 649251"/>
                  <a:gd name="connsiteY4" fmla="*/ 1194620 h 12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251" h="1210327">
                    <a:moveTo>
                      <a:pt x="37462" y="0"/>
                    </a:moveTo>
                    <a:cubicBezTo>
                      <a:pt x="1820" y="83574"/>
                      <a:pt x="-33822" y="167149"/>
                      <a:pt x="59584" y="353962"/>
                    </a:cubicBezTo>
                    <a:cubicBezTo>
                      <a:pt x="152990" y="540775"/>
                      <a:pt x="503265" y="980768"/>
                      <a:pt x="597900" y="1120878"/>
                    </a:cubicBezTo>
                    <a:cubicBezTo>
                      <a:pt x="692536" y="1260988"/>
                      <a:pt x="627397" y="1194620"/>
                      <a:pt x="627397" y="1194620"/>
                    </a:cubicBezTo>
                    <a:lnTo>
                      <a:pt x="627397" y="1194620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  <a:prstDash val="dash"/>
              </a:ln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C5FFFE38-FF12-437A-B3AE-DB1878932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77090"/>
              </p:ext>
            </p:extLst>
          </p:nvPr>
        </p:nvGraphicFramePr>
        <p:xfrm>
          <a:off x="7250708" y="2441619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3" name="Equation" r:id="rId9" imgW="152280" imgH="393480" progId="Equation.DSMT4">
                  <p:embed/>
                </p:oleObj>
              </mc:Choice>
              <mc:Fallback>
                <p:oleObj name="Equation" r:id="rId9" imgW="152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50708" y="2441619"/>
                        <a:ext cx="152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C24540AF-BF67-4516-9F0C-1620865D4B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581586"/>
              </p:ext>
            </p:extLst>
          </p:nvPr>
        </p:nvGraphicFramePr>
        <p:xfrm>
          <a:off x="7744420" y="2398756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4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44420" y="2398756"/>
                        <a:ext cx="1270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FD591106-2D86-476B-B583-93FA2C368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143651"/>
              </p:ext>
            </p:extLst>
          </p:nvPr>
        </p:nvGraphicFramePr>
        <p:xfrm>
          <a:off x="5891878" y="1928895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5" name="Equation" r:id="rId13" imgW="241200" imgH="393480" progId="Equation.DSMT4">
                  <p:embed/>
                </p:oleObj>
              </mc:Choice>
              <mc:Fallback>
                <p:oleObj name="Equation" r:id="rId13" imgW="241200" imgH="3934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C5FFFE38-FF12-437A-B3AE-DB1878932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91878" y="1928895"/>
                        <a:ext cx="24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52A6C31F-1BB6-4DF0-9297-05A44D9E8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767143"/>
              </p:ext>
            </p:extLst>
          </p:nvPr>
        </p:nvGraphicFramePr>
        <p:xfrm>
          <a:off x="5317133" y="2481306"/>
          <a:ext cx="2159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6" name="Equation" r:id="rId15" imgW="215640" imgH="139680" progId="Equation.DSMT4">
                  <p:embed/>
                </p:oleObj>
              </mc:Choice>
              <mc:Fallback>
                <p:oleObj name="Equation" r:id="rId15" imgW="215640" imgH="139680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C24540AF-BF67-4516-9F0C-1620865D4B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17133" y="2481306"/>
                        <a:ext cx="2159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C6B87131-CB7E-4404-AC77-72C6DA752EB1}"/>
              </a:ext>
            </a:extLst>
          </p:cNvPr>
          <p:cNvCxnSpPr>
            <a:cxnSpLocks/>
          </p:cNvCxnSpPr>
          <p:nvPr/>
        </p:nvCxnSpPr>
        <p:spPr>
          <a:xfrm>
            <a:off x="6046205" y="2391953"/>
            <a:ext cx="0" cy="3849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783727E0-C0BF-4BF5-A19E-457BA477479E}"/>
              </a:ext>
            </a:extLst>
          </p:cNvPr>
          <p:cNvCxnSpPr>
            <a:cxnSpLocks/>
          </p:cNvCxnSpPr>
          <p:nvPr/>
        </p:nvCxnSpPr>
        <p:spPr>
          <a:xfrm flipH="1">
            <a:off x="7333537" y="1933085"/>
            <a:ext cx="10728" cy="4737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46637DFE-9211-499F-A8FA-A781714E9F6E}"/>
              </a:ext>
            </a:extLst>
          </p:cNvPr>
          <p:cNvGrpSpPr/>
          <p:nvPr/>
        </p:nvGrpSpPr>
        <p:grpSpPr>
          <a:xfrm rot="4961491">
            <a:off x="9724220" y="962209"/>
            <a:ext cx="1186210" cy="421824"/>
            <a:chOff x="2165620" y="3251945"/>
            <a:chExt cx="1186210" cy="421824"/>
          </a:xfrm>
          <a:scene3d>
            <a:camera prst="orthographicFront">
              <a:rot lat="0" lon="5400000" rev="0"/>
            </a:camera>
            <a:lightRig rig="threePt" dir="t"/>
          </a:scene3d>
        </p:grpSpPr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319F0ED7-6323-4CDF-8755-AB60382745E0}"/>
                </a:ext>
              </a:extLst>
            </p:cNvPr>
            <p:cNvSpPr/>
            <p:nvPr/>
          </p:nvSpPr>
          <p:spPr>
            <a:xfrm rot="16200000">
              <a:off x="2802095" y="3124034"/>
              <a:ext cx="421824" cy="677646"/>
            </a:xfrm>
            <a:custGeom>
              <a:avLst/>
              <a:gdLst>
                <a:gd name="connsiteX0" fmla="*/ 37462 w 649251"/>
                <a:gd name="connsiteY0" fmla="*/ 0 h 1210327"/>
                <a:gd name="connsiteX1" fmla="*/ 59584 w 649251"/>
                <a:gd name="connsiteY1" fmla="*/ 353962 h 1210327"/>
                <a:gd name="connsiteX2" fmla="*/ 597900 w 649251"/>
                <a:gd name="connsiteY2" fmla="*/ 1120878 h 1210327"/>
                <a:gd name="connsiteX3" fmla="*/ 627397 w 649251"/>
                <a:gd name="connsiteY3" fmla="*/ 1194620 h 1210327"/>
                <a:gd name="connsiteX4" fmla="*/ 627397 w 649251"/>
                <a:gd name="connsiteY4" fmla="*/ 1194620 h 121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251" h="1210327">
                  <a:moveTo>
                    <a:pt x="37462" y="0"/>
                  </a:moveTo>
                  <a:cubicBezTo>
                    <a:pt x="1820" y="83574"/>
                    <a:pt x="-33822" y="167149"/>
                    <a:pt x="59584" y="353962"/>
                  </a:cubicBezTo>
                  <a:cubicBezTo>
                    <a:pt x="152990" y="540775"/>
                    <a:pt x="503265" y="980768"/>
                    <a:pt x="597900" y="1120878"/>
                  </a:cubicBezTo>
                  <a:cubicBezTo>
                    <a:pt x="692536" y="1260988"/>
                    <a:pt x="627397" y="1194620"/>
                    <a:pt x="627397" y="1194620"/>
                  </a:cubicBezTo>
                  <a:lnTo>
                    <a:pt x="627397" y="1194620"/>
                  </a:ln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C9E31AF1-CBC9-43F2-9BCE-F7C52830F4A4}"/>
                </a:ext>
              </a:extLst>
            </p:cNvPr>
            <p:cNvSpPr/>
            <p:nvPr/>
          </p:nvSpPr>
          <p:spPr>
            <a:xfrm rot="7714739">
              <a:off x="2435538" y="3151312"/>
              <a:ext cx="55677" cy="595513"/>
            </a:xfrm>
            <a:custGeom>
              <a:avLst/>
              <a:gdLst>
                <a:gd name="connsiteX0" fmla="*/ 37462 w 649251"/>
                <a:gd name="connsiteY0" fmla="*/ 0 h 1210327"/>
                <a:gd name="connsiteX1" fmla="*/ 59584 w 649251"/>
                <a:gd name="connsiteY1" fmla="*/ 353962 h 1210327"/>
                <a:gd name="connsiteX2" fmla="*/ 597900 w 649251"/>
                <a:gd name="connsiteY2" fmla="*/ 1120878 h 1210327"/>
                <a:gd name="connsiteX3" fmla="*/ 627397 w 649251"/>
                <a:gd name="connsiteY3" fmla="*/ 1194620 h 1210327"/>
                <a:gd name="connsiteX4" fmla="*/ 627397 w 649251"/>
                <a:gd name="connsiteY4" fmla="*/ 1194620 h 121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251" h="1210327">
                  <a:moveTo>
                    <a:pt x="37462" y="0"/>
                  </a:moveTo>
                  <a:cubicBezTo>
                    <a:pt x="1820" y="83574"/>
                    <a:pt x="-33822" y="167149"/>
                    <a:pt x="59584" y="353962"/>
                  </a:cubicBezTo>
                  <a:cubicBezTo>
                    <a:pt x="152990" y="540775"/>
                    <a:pt x="503265" y="980768"/>
                    <a:pt x="597900" y="1120878"/>
                  </a:cubicBezTo>
                  <a:cubicBezTo>
                    <a:pt x="692536" y="1260988"/>
                    <a:pt x="627397" y="1194620"/>
                    <a:pt x="627397" y="1194620"/>
                  </a:cubicBezTo>
                  <a:lnTo>
                    <a:pt x="627397" y="119462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4A61E06D-61A4-487D-B4FB-A0A618313047}"/>
              </a:ext>
            </a:extLst>
          </p:cNvPr>
          <p:cNvGrpSpPr/>
          <p:nvPr/>
        </p:nvGrpSpPr>
        <p:grpSpPr>
          <a:xfrm rot="16200000">
            <a:off x="6002562" y="1948309"/>
            <a:ext cx="1411133" cy="841374"/>
            <a:chOff x="2621037" y="2832396"/>
            <a:chExt cx="1411133" cy="841374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0C1B3DBC-84FA-48A0-8E93-A7CD59585C1C}"/>
                </a:ext>
              </a:extLst>
            </p:cNvPr>
            <p:cNvSpPr/>
            <p:nvPr/>
          </p:nvSpPr>
          <p:spPr>
            <a:xfrm rot="16200000">
              <a:off x="2775522" y="3097462"/>
              <a:ext cx="421823" cy="730793"/>
            </a:xfrm>
            <a:custGeom>
              <a:avLst/>
              <a:gdLst>
                <a:gd name="connsiteX0" fmla="*/ 37462 w 649251"/>
                <a:gd name="connsiteY0" fmla="*/ 0 h 1210327"/>
                <a:gd name="connsiteX1" fmla="*/ 59584 w 649251"/>
                <a:gd name="connsiteY1" fmla="*/ 353962 h 1210327"/>
                <a:gd name="connsiteX2" fmla="*/ 597900 w 649251"/>
                <a:gd name="connsiteY2" fmla="*/ 1120878 h 1210327"/>
                <a:gd name="connsiteX3" fmla="*/ 627397 w 649251"/>
                <a:gd name="connsiteY3" fmla="*/ 1194620 h 1210327"/>
                <a:gd name="connsiteX4" fmla="*/ 627397 w 649251"/>
                <a:gd name="connsiteY4" fmla="*/ 1194620 h 121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251" h="1210327">
                  <a:moveTo>
                    <a:pt x="37462" y="0"/>
                  </a:moveTo>
                  <a:cubicBezTo>
                    <a:pt x="1820" y="83574"/>
                    <a:pt x="-33822" y="167149"/>
                    <a:pt x="59584" y="353962"/>
                  </a:cubicBezTo>
                  <a:cubicBezTo>
                    <a:pt x="152990" y="540775"/>
                    <a:pt x="503265" y="980768"/>
                    <a:pt x="597900" y="1120878"/>
                  </a:cubicBezTo>
                  <a:cubicBezTo>
                    <a:pt x="692536" y="1260988"/>
                    <a:pt x="627397" y="1194620"/>
                    <a:pt x="627397" y="1194620"/>
                  </a:cubicBezTo>
                  <a:lnTo>
                    <a:pt x="627397" y="1194620"/>
                  </a:lnTo>
                </a:path>
              </a:pathLst>
            </a:cu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BD07EAFA-AE8C-4B92-B3FA-701490BBD58E}"/>
                </a:ext>
              </a:extLst>
            </p:cNvPr>
            <p:cNvSpPr/>
            <p:nvPr/>
          </p:nvSpPr>
          <p:spPr>
            <a:xfrm rot="5400000">
              <a:off x="3482435" y="2704485"/>
              <a:ext cx="421824" cy="677646"/>
            </a:xfrm>
            <a:custGeom>
              <a:avLst/>
              <a:gdLst>
                <a:gd name="connsiteX0" fmla="*/ 37462 w 649251"/>
                <a:gd name="connsiteY0" fmla="*/ 0 h 1210327"/>
                <a:gd name="connsiteX1" fmla="*/ 59584 w 649251"/>
                <a:gd name="connsiteY1" fmla="*/ 353962 h 1210327"/>
                <a:gd name="connsiteX2" fmla="*/ 597900 w 649251"/>
                <a:gd name="connsiteY2" fmla="*/ 1120878 h 1210327"/>
                <a:gd name="connsiteX3" fmla="*/ 627397 w 649251"/>
                <a:gd name="connsiteY3" fmla="*/ 1194620 h 1210327"/>
                <a:gd name="connsiteX4" fmla="*/ 627397 w 649251"/>
                <a:gd name="connsiteY4" fmla="*/ 1194620 h 121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251" h="1210327">
                  <a:moveTo>
                    <a:pt x="37462" y="0"/>
                  </a:moveTo>
                  <a:cubicBezTo>
                    <a:pt x="1820" y="83574"/>
                    <a:pt x="-33822" y="167149"/>
                    <a:pt x="59584" y="353962"/>
                  </a:cubicBezTo>
                  <a:cubicBezTo>
                    <a:pt x="152990" y="540775"/>
                    <a:pt x="503265" y="980768"/>
                    <a:pt x="597900" y="1120878"/>
                  </a:cubicBezTo>
                  <a:cubicBezTo>
                    <a:pt x="692536" y="1260988"/>
                    <a:pt x="627397" y="1194620"/>
                    <a:pt x="627397" y="1194620"/>
                  </a:cubicBezTo>
                  <a:lnTo>
                    <a:pt x="627397" y="1194620"/>
                  </a:lnTo>
                </a:path>
              </a:pathLst>
            </a:cu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DF7890E6-6A20-49E1-A349-6A717097AFE3}"/>
              </a:ext>
            </a:extLst>
          </p:cNvPr>
          <p:cNvSpPr/>
          <p:nvPr/>
        </p:nvSpPr>
        <p:spPr>
          <a:xfrm rot="7714739">
            <a:off x="6549605" y="3025873"/>
            <a:ext cx="45719" cy="643474"/>
          </a:xfrm>
          <a:custGeom>
            <a:avLst/>
            <a:gdLst>
              <a:gd name="connsiteX0" fmla="*/ 37462 w 649251"/>
              <a:gd name="connsiteY0" fmla="*/ 0 h 1210327"/>
              <a:gd name="connsiteX1" fmla="*/ 59584 w 649251"/>
              <a:gd name="connsiteY1" fmla="*/ 353962 h 1210327"/>
              <a:gd name="connsiteX2" fmla="*/ 597900 w 649251"/>
              <a:gd name="connsiteY2" fmla="*/ 1120878 h 1210327"/>
              <a:gd name="connsiteX3" fmla="*/ 627397 w 649251"/>
              <a:gd name="connsiteY3" fmla="*/ 1194620 h 1210327"/>
              <a:gd name="connsiteX4" fmla="*/ 627397 w 649251"/>
              <a:gd name="connsiteY4" fmla="*/ 1194620 h 121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251" h="1210327">
                <a:moveTo>
                  <a:pt x="37462" y="0"/>
                </a:moveTo>
                <a:cubicBezTo>
                  <a:pt x="1820" y="83574"/>
                  <a:pt x="-33822" y="167149"/>
                  <a:pt x="59584" y="353962"/>
                </a:cubicBezTo>
                <a:cubicBezTo>
                  <a:pt x="152990" y="540775"/>
                  <a:pt x="503265" y="980768"/>
                  <a:pt x="597900" y="1120878"/>
                </a:cubicBezTo>
                <a:cubicBezTo>
                  <a:pt x="692536" y="1260988"/>
                  <a:pt x="627397" y="1194620"/>
                  <a:pt x="627397" y="1194620"/>
                </a:cubicBezTo>
                <a:lnTo>
                  <a:pt x="627397" y="1194620"/>
                </a:lnTo>
              </a:path>
            </a:pathLst>
          </a:custGeom>
          <a:noFill/>
          <a:ln w="12700">
            <a:solidFill>
              <a:srgbClr val="0064FF"/>
            </a:solidFill>
            <a:prstDash val="dashDot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DAF68CEF-EAEC-4187-83E9-80BA4B6D5B17}"/>
              </a:ext>
            </a:extLst>
          </p:cNvPr>
          <p:cNvSpPr/>
          <p:nvPr/>
        </p:nvSpPr>
        <p:spPr>
          <a:xfrm>
            <a:off x="6673428" y="1180732"/>
            <a:ext cx="432678" cy="487642"/>
          </a:xfrm>
          <a:custGeom>
            <a:avLst/>
            <a:gdLst>
              <a:gd name="connsiteX0" fmla="*/ 353962 w 353962"/>
              <a:gd name="connsiteY0" fmla="*/ 457200 h 457200"/>
              <a:gd name="connsiteX1" fmla="*/ 250723 w 353962"/>
              <a:gd name="connsiteY1" fmla="*/ 228600 h 457200"/>
              <a:gd name="connsiteX2" fmla="*/ 0 w 353962"/>
              <a:gd name="connsiteY2" fmla="*/ 0 h 457200"/>
              <a:gd name="connsiteX3" fmla="*/ 0 w 353962"/>
              <a:gd name="connsiteY3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962" h="457200">
                <a:moveTo>
                  <a:pt x="353962" y="457200"/>
                </a:moveTo>
                <a:cubicBezTo>
                  <a:pt x="331839" y="381000"/>
                  <a:pt x="309717" y="304800"/>
                  <a:pt x="250723" y="228600"/>
                </a:cubicBezTo>
                <a:cubicBezTo>
                  <a:pt x="191729" y="152400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15875">
            <a:solidFill>
              <a:srgbClr val="0064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9" name="对象 168">
            <a:extLst>
              <a:ext uri="{FF2B5EF4-FFF2-40B4-BE49-F238E27FC236}">
                <a16:creationId xmlns:a16="http://schemas.microsoft.com/office/drawing/2014/main" id="{113356DA-F43A-4217-AA7B-9085751FF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977262"/>
              </p:ext>
            </p:extLst>
          </p:nvPr>
        </p:nvGraphicFramePr>
        <p:xfrm>
          <a:off x="6504583" y="1533569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7" name="Equation" r:id="rId17" imgW="152280" imgH="393480" progId="Equation.DSMT4">
                  <p:embed/>
                </p:oleObj>
              </mc:Choice>
              <mc:Fallback>
                <p:oleObj name="Equation" r:id="rId17" imgW="152280" imgH="3934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C5FFFE38-FF12-437A-B3AE-DB1878932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04583" y="1533569"/>
                        <a:ext cx="152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B411CF1-3E3B-44CD-9020-FDDD97D83EB5}"/>
              </a:ext>
            </a:extLst>
          </p:cNvPr>
          <p:cNvCxnSpPr>
            <a:cxnSpLocks/>
          </p:cNvCxnSpPr>
          <p:nvPr/>
        </p:nvCxnSpPr>
        <p:spPr>
          <a:xfrm flipV="1">
            <a:off x="6692702" y="1711860"/>
            <a:ext cx="413404" cy="11058"/>
          </a:xfrm>
          <a:prstGeom prst="line">
            <a:avLst/>
          </a:prstGeom>
          <a:ln>
            <a:solidFill>
              <a:srgbClr val="0064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E7E3C896-6537-4C5B-9E6C-40E7583FE20A}"/>
              </a:ext>
            </a:extLst>
          </p:cNvPr>
          <p:cNvCxnSpPr>
            <a:cxnSpLocks/>
          </p:cNvCxnSpPr>
          <p:nvPr/>
        </p:nvCxnSpPr>
        <p:spPr>
          <a:xfrm>
            <a:off x="6310554" y="3022899"/>
            <a:ext cx="359923" cy="168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5" name="对象 174">
            <a:extLst>
              <a:ext uri="{FF2B5EF4-FFF2-40B4-BE49-F238E27FC236}">
                <a16:creationId xmlns:a16="http://schemas.microsoft.com/office/drawing/2014/main" id="{6A788E13-9A9B-444E-B5AE-177BA047D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56317"/>
              </p:ext>
            </p:extLst>
          </p:nvPr>
        </p:nvGraphicFramePr>
        <p:xfrm>
          <a:off x="6869708" y="2863894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8" name="Equation" r:id="rId19" imgW="241200" imgH="393480" progId="Equation.DSMT4">
                  <p:embed/>
                </p:oleObj>
              </mc:Choice>
              <mc:Fallback>
                <p:oleObj name="Equation" r:id="rId19" imgW="241200" imgH="393480" progId="Equation.DSMT4">
                  <p:embed/>
                  <p:pic>
                    <p:nvPicPr>
                      <p:cNvPr id="116" name="对象 115">
                        <a:extLst>
                          <a:ext uri="{FF2B5EF4-FFF2-40B4-BE49-F238E27FC236}">
                            <a16:creationId xmlns:a16="http://schemas.microsoft.com/office/drawing/2014/main" id="{FD591106-2D86-476B-B583-93FA2C3684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69708" y="2863894"/>
                        <a:ext cx="24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对象 175">
            <a:extLst>
              <a:ext uri="{FF2B5EF4-FFF2-40B4-BE49-F238E27FC236}">
                <a16:creationId xmlns:a16="http://schemas.microsoft.com/office/drawing/2014/main" id="{91F676E8-02FB-4F97-B462-4184200C5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314076"/>
              </p:ext>
            </p:extLst>
          </p:nvPr>
        </p:nvGraphicFramePr>
        <p:xfrm>
          <a:off x="7672086" y="1903652"/>
          <a:ext cx="901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9" name="Equation" r:id="rId21" imgW="901440" imgH="304560" progId="Equation.DSMT4">
                  <p:embed/>
                </p:oleObj>
              </mc:Choice>
              <mc:Fallback>
                <p:oleObj name="Equation" r:id="rId21" imgW="90144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72086" y="1903652"/>
                        <a:ext cx="901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对象 177">
            <a:extLst>
              <a:ext uri="{FF2B5EF4-FFF2-40B4-BE49-F238E27FC236}">
                <a16:creationId xmlns:a16="http://schemas.microsoft.com/office/drawing/2014/main" id="{D8C59599-3BE1-4658-8728-5CF5E8F5ED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926134"/>
              </p:ext>
            </p:extLst>
          </p:nvPr>
        </p:nvGraphicFramePr>
        <p:xfrm>
          <a:off x="5421212" y="3291625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0" name="Equation" r:id="rId23" imgW="571320" imgH="241200" progId="Equation.DSMT4">
                  <p:embed/>
                </p:oleObj>
              </mc:Choice>
              <mc:Fallback>
                <p:oleObj name="Equation" r:id="rId23" imgW="5713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21212" y="3291625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Text Box 11">
            <a:extLst>
              <a:ext uri="{FF2B5EF4-FFF2-40B4-BE49-F238E27FC236}">
                <a16:creationId xmlns:a16="http://schemas.microsoft.com/office/drawing/2014/main" id="{95C6F7BF-1744-448C-89FE-8053F53CB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67" y="960115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直接函数</a:t>
            </a:r>
          </a:p>
        </p:txBody>
      </p:sp>
      <p:graphicFrame>
        <p:nvGraphicFramePr>
          <p:cNvPr id="181" name="对象 180">
            <a:extLst>
              <a:ext uri="{FF2B5EF4-FFF2-40B4-BE49-F238E27FC236}">
                <a16:creationId xmlns:a16="http://schemas.microsoft.com/office/drawing/2014/main" id="{F189E5F7-49B9-4944-970D-DDF2E72AE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315127"/>
              </p:ext>
            </p:extLst>
          </p:nvPr>
        </p:nvGraphicFramePr>
        <p:xfrm>
          <a:off x="2044700" y="106362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1" name="Equation" r:id="rId25" imgW="1143000" imgH="342720" progId="Equation.DSMT4">
                  <p:embed/>
                </p:oleObj>
              </mc:Choice>
              <mc:Fallback>
                <p:oleObj name="Equation" r:id="rId2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44700" y="106362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对象 181">
            <a:extLst>
              <a:ext uri="{FF2B5EF4-FFF2-40B4-BE49-F238E27FC236}">
                <a16:creationId xmlns:a16="http://schemas.microsoft.com/office/drawing/2014/main" id="{B9802B83-855E-4844-A56E-83FD95B44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431632"/>
              </p:ext>
            </p:extLst>
          </p:nvPr>
        </p:nvGraphicFramePr>
        <p:xfrm>
          <a:off x="3338324" y="856380"/>
          <a:ext cx="149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2" name="Equation" r:id="rId27" imgW="1498320" imgH="723600" progId="Equation.DSMT4">
                  <p:embed/>
                </p:oleObj>
              </mc:Choice>
              <mc:Fallback>
                <p:oleObj name="Equation" r:id="rId27" imgW="1498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338324" y="856380"/>
                        <a:ext cx="1498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Text Box 11">
            <a:extLst>
              <a:ext uri="{FF2B5EF4-FFF2-40B4-BE49-F238E27FC236}">
                <a16:creationId xmlns:a16="http://schemas.microsoft.com/office/drawing/2014/main" id="{11E9DC44-784F-4991-927A-E53920ABD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24" y="2608571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</a:p>
        </p:txBody>
      </p:sp>
      <p:graphicFrame>
        <p:nvGraphicFramePr>
          <p:cNvPr id="184" name="对象 183">
            <a:extLst>
              <a:ext uri="{FF2B5EF4-FFF2-40B4-BE49-F238E27FC236}">
                <a16:creationId xmlns:a16="http://schemas.microsoft.com/office/drawing/2014/main" id="{E0DF36BC-5C07-4007-8E3F-903E98695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005222"/>
              </p:ext>
            </p:extLst>
          </p:nvPr>
        </p:nvGraphicFramePr>
        <p:xfrm>
          <a:off x="1795463" y="2711450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3" name="Equation" r:id="rId29" imgW="1511280" imgH="342720" progId="Equation.DSMT4">
                  <p:embed/>
                </p:oleObj>
              </mc:Choice>
              <mc:Fallback>
                <p:oleObj name="Equation" r:id="rId29" imgW="1511280" imgH="342720" progId="Equation.DSMT4">
                  <p:embed/>
                  <p:pic>
                    <p:nvPicPr>
                      <p:cNvPr id="181" name="对象 180">
                        <a:extLst>
                          <a:ext uri="{FF2B5EF4-FFF2-40B4-BE49-F238E27FC236}">
                            <a16:creationId xmlns:a16="http://schemas.microsoft.com/office/drawing/2014/main" id="{F189E5F7-49B9-4944-970D-DDF2E72A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95463" y="2711450"/>
                        <a:ext cx="151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>
            <a:extLst>
              <a:ext uri="{FF2B5EF4-FFF2-40B4-BE49-F238E27FC236}">
                <a16:creationId xmlns:a16="http://schemas.microsoft.com/office/drawing/2014/main" id="{C5520E61-9879-43ED-8DC8-D59AB7DCB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46022"/>
              </p:ext>
            </p:extLst>
          </p:nvPr>
        </p:nvGraphicFramePr>
        <p:xfrm>
          <a:off x="3625850" y="2743200"/>
          <a:ext cx="1231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4" name="Equation" r:id="rId31" imgW="1231560" imgH="330120" progId="Equation.DSMT4">
                  <p:embed/>
                </p:oleObj>
              </mc:Choice>
              <mc:Fallback>
                <p:oleObj name="Equation" r:id="rId31" imgW="1231560" imgH="330120" progId="Equation.DSMT4">
                  <p:embed/>
                  <p:pic>
                    <p:nvPicPr>
                      <p:cNvPr id="182" name="对象 181">
                        <a:extLst>
                          <a:ext uri="{FF2B5EF4-FFF2-40B4-BE49-F238E27FC236}">
                            <a16:creationId xmlns:a16="http://schemas.microsoft.com/office/drawing/2014/main" id="{B9802B83-855E-4844-A56E-83FD95B44B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625850" y="2743200"/>
                        <a:ext cx="1231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91599FE7-8860-4B05-ADDF-FF6019701F96}"/>
              </a:ext>
            </a:extLst>
          </p:cNvPr>
          <p:cNvCxnSpPr>
            <a:cxnSpLocks/>
          </p:cNvCxnSpPr>
          <p:nvPr/>
        </p:nvCxnSpPr>
        <p:spPr>
          <a:xfrm flipH="1">
            <a:off x="7114265" y="1739973"/>
            <a:ext cx="12774" cy="6423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DBBE975D-7563-481C-9594-1C5F36658D7C}"/>
              </a:ext>
            </a:extLst>
          </p:cNvPr>
          <p:cNvCxnSpPr>
            <a:cxnSpLocks/>
          </p:cNvCxnSpPr>
          <p:nvPr/>
        </p:nvCxnSpPr>
        <p:spPr>
          <a:xfrm flipH="1">
            <a:off x="6257073" y="2356019"/>
            <a:ext cx="12774" cy="6423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4" name="对象 193">
            <a:extLst>
              <a:ext uri="{FF2B5EF4-FFF2-40B4-BE49-F238E27FC236}">
                <a16:creationId xmlns:a16="http://schemas.microsoft.com/office/drawing/2014/main" id="{2BDEF472-4987-4C9F-806B-C02B985808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909176"/>
              </p:ext>
            </p:extLst>
          </p:nvPr>
        </p:nvGraphicFramePr>
        <p:xfrm>
          <a:off x="7027048" y="2464590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5" name="Equation" r:id="rId33" imgW="114120" imgH="228600" progId="Equation.DSMT4">
                  <p:embed/>
                </p:oleObj>
              </mc:Choice>
              <mc:Fallback>
                <p:oleObj name="Equation" r:id="rId33" imgW="114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027048" y="2464590"/>
                        <a:ext cx="114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对象 194">
            <a:extLst>
              <a:ext uri="{FF2B5EF4-FFF2-40B4-BE49-F238E27FC236}">
                <a16:creationId xmlns:a16="http://schemas.microsoft.com/office/drawing/2014/main" id="{F556C088-5153-4E76-B296-20AC2278D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53362"/>
              </p:ext>
            </p:extLst>
          </p:nvPr>
        </p:nvGraphicFramePr>
        <p:xfrm>
          <a:off x="6175309" y="2115228"/>
          <a:ext cx="292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6" name="Equation" r:id="rId35" imgW="291960" imgH="228600" progId="Equation.DSMT4">
                  <p:embed/>
                </p:oleObj>
              </mc:Choice>
              <mc:Fallback>
                <p:oleObj name="Equation" r:id="rId35" imgW="291960" imgH="228600" progId="Equation.DSMT4">
                  <p:embed/>
                  <p:pic>
                    <p:nvPicPr>
                      <p:cNvPr id="194" name="对象 193">
                        <a:extLst>
                          <a:ext uri="{FF2B5EF4-FFF2-40B4-BE49-F238E27FC236}">
                            <a16:creationId xmlns:a16="http://schemas.microsoft.com/office/drawing/2014/main" id="{2BDEF472-4987-4C9F-806B-C02B985808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175309" y="2115228"/>
                        <a:ext cx="292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" name="Text Box 11">
            <a:extLst>
              <a:ext uri="{FF2B5EF4-FFF2-40B4-BE49-F238E27FC236}">
                <a16:creationId xmlns:a16="http://schemas.microsoft.com/office/drawing/2014/main" id="{EC1CABD3-2970-4739-8712-E5ABA7D79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336" y="1619951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反正弦函数的主值</a:t>
            </a:r>
          </a:p>
        </p:txBody>
      </p:sp>
      <p:graphicFrame>
        <p:nvGraphicFramePr>
          <p:cNvPr id="177" name="对象 176">
            <a:extLst>
              <a:ext uri="{FF2B5EF4-FFF2-40B4-BE49-F238E27FC236}">
                <a16:creationId xmlns:a16="http://schemas.microsoft.com/office/drawing/2014/main" id="{60B11961-6F7E-4E9E-98D9-7B8444F70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176510"/>
              </p:ext>
            </p:extLst>
          </p:nvPr>
        </p:nvGraphicFramePr>
        <p:xfrm>
          <a:off x="7115841" y="1609981"/>
          <a:ext cx="1206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7" name="Equation" r:id="rId37" imgW="1206360" imgH="304560" progId="Equation.DSMT4">
                  <p:embed/>
                </p:oleObj>
              </mc:Choice>
              <mc:Fallback>
                <p:oleObj name="Equation" r:id="rId37" imgW="12063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115841" y="1609981"/>
                        <a:ext cx="1206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星形: 五角 47">
            <a:extLst>
              <a:ext uri="{FF2B5EF4-FFF2-40B4-BE49-F238E27FC236}">
                <a16:creationId xmlns:a16="http://schemas.microsoft.com/office/drawing/2014/main" id="{9DC33DE2-8A9C-4707-B78B-E88DFA251436}"/>
              </a:ext>
            </a:extLst>
          </p:cNvPr>
          <p:cNvSpPr/>
          <p:nvPr/>
        </p:nvSpPr>
        <p:spPr>
          <a:xfrm>
            <a:off x="683568" y="394087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886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A0B375FA-75A5-45D9-9E6C-A3C94950F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93" y="1054100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直接函数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D733DB3-622C-4826-8886-0BBF1C280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629447"/>
              </p:ext>
            </p:extLst>
          </p:nvPr>
        </p:nvGraphicFramePr>
        <p:xfrm>
          <a:off x="2086796" y="1245658"/>
          <a:ext cx="990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18" name="Equation" r:id="rId3" imgW="990360" imgH="241200" progId="Equation.DSMT4">
                  <p:embed/>
                </p:oleObj>
              </mc:Choice>
              <mc:Fallback>
                <p:oleObj name="Equation" r:id="rId3" imgW="990360" imgH="241200" progId="Equation.DSMT4">
                  <p:embed/>
                  <p:pic>
                    <p:nvPicPr>
                      <p:cNvPr id="181" name="对象 180">
                        <a:extLst>
                          <a:ext uri="{FF2B5EF4-FFF2-40B4-BE49-F238E27FC236}">
                            <a16:creationId xmlns:a16="http://schemas.microsoft.com/office/drawing/2014/main" id="{F189E5F7-49B9-4944-970D-DDF2E72A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6796" y="1245658"/>
                        <a:ext cx="990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A855642-4FB4-4950-8150-DDE1A0E24C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71641"/>
              </p:ext>
            </p:extLst>
          </p:nvPr>
        </p:nvGraphicFramePr>
        <p:xfrm>
          <a:off x="3278129" y="1201051"/>
          <a:ext cx="965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19" name="Equation" r:id="rId5" imgW="965160" imgH="291960" progId="Equation.DSMT4">
                  <p:embed/>
                </p:oleObj>
              </mc:Choice>
              <mc:Fallback>
                <p:oleObj name="Equation" r:id="rId5" imgW="965160" imgH="291960" progId="Equation.DSMT4">
                  <p:embed/>
                  <p:pic>
                    <p:nvPicPr>
                      <p:cNvPr id="182" name="对象 181">
                        <a:extLst>
                          <a:ext uri="{FF2B5EF4-FFF2-40B4-BE49-F238E27FC236}">
                            <a16:creationId xmlns:a16="http://schemas.microsoft.com/office/drawing/2014/main" id="{B9802B83-855E-4844-A56E-83FD95B44B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8129" y="1201051"/>
                        <a:ext cx="9652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1">
            <a:extLst>
              <a:ext uri="{FF2B5EF4-FFF2-40B4-BE49-F238E27FC236}">
                <a16:creationId xmlns:a16="http://schemas.microsoft.com/office/drawing/2014/main" id="{F8BE45D5-00B4-4F6D-88AC-C48A10816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93" y="1974452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C11A6021-BDD3-465D-9615-04BF035AF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580328"/>
              </p:ext>
            </p:extLst>
          </p:nvPr>
        </p:nvGraphicFramePr>
        <p:xfrm>
          <a:off x="1997413" y="2106315"/>
          <a:ext cx="1333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0" name="Equation" r:id="rId7" imgW="1333440" imgH="241200" progId="Equation.DSMT4">
                  <p:embed/>
                </p:oleObj>
              </mc:Choice>
              <mc:Fallback>
                <p:oleObj name="Equation" r:id="rId7" imgW="1333440" imgH="241200" progId="Equation.DSMT4">
                  <p:embed/>
                  <p:pic>
                    <p:nvPicPr>
                      <p:cNvPr id="184" name="对象 183">
                        <a:extLst>
                          <a:ext uri="{FF2B5EF4-FFF2-40B4-BE49-F238E27FC236}">
                            <a16:creationId xmlns:a16="http://schemas.microsoft.com/office/drawing/2014/main" id="{E0DF36BC-5C07-4007-8E3F-903E98695C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97413" y="2106315"/>
                        <a:ext cx="1333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1B87862F-03D3-4B71-A55A-728C93612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529607"/>
              </p:ext>
            </p:extLst>
          </p:nvPr>
        </p:nvGraphicFramePr>
        <p:xfrm>
          <a:off x="3513162" y="2055515"/>
          <a:ext cx="1028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1" name="Equation" r:id="rId9" imgW="1028520" imgH="291960" progId="Equation.DSMT4">
                  <p:embed/>
                </p:oleObj>
              </mc:Choice>
              <mc:Fallback>
                <p:oleObj name="Equation" r:id="rId9" imgW="1028520" imgH="291960" progId="Equation.DSMT4">
                  <p:embed/>
                  <p:pic>
                    <p:nvPicPr>
                      <p:cNvPr id="185" name="对象 184">
                        <a:extLst>
                          <a:ext uri="{FF2B5EF4-FFF2-40B4-BE49-F238E27FC236}">
                            <a16:creationId xmlns:a16="http://schemas.microsoft.com/office/drawing/2014/main" id="{C5520E61-9879-43ED-8DC8-D59AB7DCB9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13162" y="2055515"/>
                        <a:ext cx="10287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11">
            <a:extLst>
              <a:ext uri="{FF2B5EF4-FFF2-40B4-BE49-F238E27FC236}">
                <a16:creationId xmlns:a16="http://schemas.microsoft.com/office/drawing/2014/main" id="{E4CFD414-D212-4D7F-B780-92F39E5B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729" y="2663971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反余弦函数的主值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169B85D-0000-4033-8727-255533C3EB4E}"/>
              </a:ext>
            </a:extLst>
          </p:cNvPr>
          <p:cNvCxnSpPr/>
          <p:nvPr/>
        </p:nvCxnSpPr>
        <p:spPr>
          <a:xfrm>
            <a:off x="4571006" y="169751"/>
            <a:ext cx="0" cy="4803998"/>
          </a:xfrm>
          <a:prstGeom prst="line">
            <a:avLst/>
          </a:prstGeom>
          <a:ln w="127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11">
            <a:extLst>
              <a:ext uri="{FF2B5EF4-FFF2-40B4-BE49-F238E27FC236}">
                <a16:creationId xmlns:a16="http://schemas.microsoft.com/office/drawing/2014/main" id="{7A860A72-74D0-4A3D-BCA7-13BBA6F7A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413" y="1054100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直接函数</a:t>
            </a:r>
          </a:p>
        </p:txBody>
      </p:sp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5741BBFE-DC03-430E-BA5F-07ED8F40A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119909"/>
              </p:ext>
            </p:extLst>
          </p:nvPr>
        </p:nvGraphicFramePr>
        <p:xfrm>
          <a:off x="6228184" y="1180173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2" name="Equation" r:id="rId11" imgW="990360" imgH="279360" progId="Equation.DSMT4">
                  <p:embed/>
                </p:oleObj>
              </mc:Choice>
              <mc:Fallback>
                <p:oleObj name="Equation" r:id="rId11" imgW="99036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D733DB3-622C-4826-8886-0BBF1C280E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28184" y="1180173"/>
                        <a:ext cx="990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46B083C5-2107-4C0F-BC89-B21F1CACC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89412"/>
              </p:ext>
            </p:extLst>
          </p:nvPr>
        </p:nvGraphicFramePr>
        <p:xfrm>
          <a:off x="7467600" y="1036638"/>
          <a:ext cx="1270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3" name="Equation" r:id="rId13" imgW="1269720" imgH="609480" progId="Equation.DSMT4">
                  <p:embed/>
                </p:oleObj>
              </mc:Choice>
              <mc:Fallback>
                <p:oleObj name="Equation" r:id="rId13" imgW="1269720" imgH="609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A855642-4FB4-4950-8150-DDE1A0E24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67600" y="1036638"/>
                        <a:ext cx="12700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11">
            <a:extLst>
              <a:ext uri="{FF2B5EF4-FFF2-40B4-BE49-F238E27FC236}">
                <a16:creationId xmlns:a16="http://schemas.microsoft.com/office/drawing/2014/main" id="{6FF74435-09C3-4BC5-8018-3594602C9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413" y="1962427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</a:p>
        </p:txBody>
      </p:sp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3667521A-2D64-421F-89F4-7B76D1A4F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622256"/>
              </p:ext>
            </p:extLst>
          </p:nvPr>
        </p:nvGraphicFramePr>
        <p:xfrm>
          <a:off x="6170191" y="2076363"/>
          <a:ext cx="1282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4" name="Equation" r:id="rId15" imgW="1282680" imgH="279360" progId="Equation.DSMT4">
                  <p:embed/>
                </p:oleObj>
              </mc:Choice>
              <mc:Fallback>
                <p:oleObj name="Equation" r:id="rId15" imgW="1282680" imgH="27936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C11A6021-BDD3-465D-9615-04BF035AFE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70191" y="2076363"/>
                        <a:ext cx="1282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D45DCDFF-2377-426C-A16B-A80EDFA554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500607"/>
              </p:ext>
            </p:extLst>
          </p:nvPr>
        </p:nvGraphicFramePr>
        <p:xfrm>
          <a:off x="7613650" y="2036763"/>
          <a:ext cx="1333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5" name="Equation" r:id="rId17" imgW="1333440" imgH="304560" progId="Equation.DSMT4">
                  <p:embed/>
                </p:oleObj>
              </mc:Choice>
              <mc:Fallback>
                <p:oleObj name="Equation" r:id="rId17" imgW="1333440" imgH="30456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1B87862F-03D3-4B71-A55A-728C93612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13650" y="2036763"/>
                        <a:ext cx="1333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1">
            <a:extLst>
              <a:ext uri="{FF2B5EF4-FFF2-40B4-BE49-F238E27FC236}">
                <a16:creationId xmlns:a16="http://schemas.microsoft.com/office/drawing/2014/main" id="{CFFB81C5-497F-49B1-8632-454759CA6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849" y="265194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反正切函数的主值</a:t>
            </a:r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BE1DB4ED-3515-4531-86AB-959F9D2BEAF6}"/>
              </a:ext>
            </a:extLst>
          </p:cNvPr>
          <p:cNvSpPr/>
          <p:nvPr/>
        </p:nvSpPr>
        <p:spPr>
          <a:xfrm>
            <a:off x="611560" y="483518"/>
            <a:ext cx="410989" cy="43075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275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72A774E-92FD-4CC2-AE28-9C96E2087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83518"/>
            <a:ext cx="2044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(2)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复合函数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F9F90DD-8515-436E-9DB1-EEB246B0F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402886"/>
              </p:ext>
            </p:extLst>
          </p:nvPr>
        </p:nvGraphicFramePr>
        <p:xfrm>
          <a:off x="876300" y="1498600"/>
          <a:ext cx="220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30" name="Equation" r:id="rId3" imgW="2209680" imgH="419040" progId="Equation.DSMT4">
                  <p:embed/>
                </p:oleObj>
              </mc:Choice>
              <mc:Fallback>
                <p:oleObj name="Equation" r:id="rId3" imgW="2209680" imgH="419040" progId="Equation.DSMT4">
                  <p:embed/>
                  <p:pic>
                    <p:nvPicPr>
                      <p:cNvPr id="135174" name="Object 6">
                        <a:extLst>
                          <a:ext uri="{FF2B5EF4-FFF2-40B4-BE49-F238E27FC236}">
                            <a16:creationId xmlns:a16="http://schemas.microsoft.com/office/drawing/2014/main" id="{7F686077-246A-4379-863D-E7A31C85F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498600"/>
                        <a:ext cx="220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778910A-6B0D-4DD3-A436-633EE6873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966043"/>
              </p:ext>
            </p:extLst>
          </p:nvPr>
        </p:nvGraphicFramePr>
        <p:xfrm>
          <a:off x="829761" y="2019624"/>
          <a:ext cx="204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31" name="Equation" r:id="rId5" imgW="2044440" imgH="342720" progId="Equation.DSMT4">
                  <p:embed/>
                </p:oleObj>
              </mc:Choice>
              <mc:Fallback>
                <p:oleObj name="Equation" r:id="rId5" imgW="2044440" imgH="342720" progId="Equation.DSMT4">
                  <p:embed/>
                  <p:pic>
                    <p:nvPicPr>
                      <p:cNvPr id="135175" name="Object 7">
                        <a:extLst>
                          <a:ext uri="{FF2B5EF4-FFF2-40B4-BE49-F238E27FC236}">
                            <a16:creationId xmlns:a16="http://schemas.microsoft.com/office/drawing/2014/main" id="{8D8ED19D-C353-4AAF-9BD8-871E5B8A8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761" y="2019624"/>
                        <a:ext cx="2044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F353C3B-1895-4953-BBA8-FE2239FE7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308380"/>
              </p:ext>
            </p:extLst>
          </p:nvPr>
        </p:nvGraphicFramePr>
        <p:xfrm>
          <a:off x="2994028" y="2016000"/>
          <a:ext cx="154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32" name="Equation" r:id="rId7" imgW="1549080" imgH="419040" progId="Equation.DSMT4">
                  <p:embed/>
                </p:oleObj>
              </mc:Choice>
              <mc:Fallback>
                <p:oleObj name="Equation" r:id="rId7" imgW="1549080" imgH="419040" progId="Equation.DSMT4">
                  <p:embed/>
                  <p:pic>
                    <p:nvPicPr>
                      <p:cNvPr id="135176" name="Object 8">
                        <a:extLst>
                          <a:ext uri="{FF2B5EF4-FFF2-40B4-BE49-F238E27FC236}">
                            <a16:creationId xmlns:a16="http://schemas.microsoft.com/office/drawing/2014/main" id="{16D41203-E8F4-40AC-B9D8-467BED85D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8" y="2016000"/>
                        <a:ext cx="1549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7A125FA8-C045-4FF5-BF33-EFEC19468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67" y="274316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则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831DD62-16E5-455D-8E93-81CC58E74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208460"/>
              </p:ext>
            </p:extLst>
          </p:nvPr>
        </p:nvGraphicFramePr>
        <p:xfrm>
          <a:off x="1296273" y="2780976"/>
          <a:ext cx="25003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33" name="Equation" r:id="rId9" imgW="2501640" imgH="342720" progId="Equation.DSMT4">
                  <p:embed/>
                </p:oleObj>
              </mc:Choice>
              <mc:Fallback>
                <p:oleObj name="Equation" r:id="rId9" imgW="2501640" imgH="342720" progId="Equation.DSMT4">
                  <p:embed/>
                  <p:pic>
                    <p:nvPicPr>
                      <p:cNvPr id="135178" name="Object 10">
                        <a:extLst>
                          <a:ext uri="{FF2B5EF4-FFF2-40B4-BE49-F238E27FC236}">
                            <a16:creationId xmlns:a16="http://schemas.microsoft.com/office/drawing/2014/main" id="{80DF127A-465A-4A76-985D-641AAF043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273" y="2780976"/>
                        <a:ext cx="25003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72F130EB-CF18-4721-A92B-15B7FE95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7" y="1015975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设有函数链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DDF867D7-F382-4A20-8DC1-5D90BF4E6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502158"/>
            <a:ext cx="4493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称为由①</a:t>
            </a:r>
            <a:r>
              <a:rPr lang="en-US" altLang="zh-CN" sz="2400" b="1" dirty="0">
                <a:latin typeface="+mj-ea"/>
                <a:ea typeface="+mj-ea"/>
              </a:rPr>
              <a:t>, ②</a:t>
            </a:r>
            <a:r>
              <a:rPr lang="zh-CN" altLang="en-US" sz="2400" b="1" dirty="0">
                <a:latin typeface="+mj-ea"/>
                <a:ea typeface="+mj-ea"/>
              </a:rPr>
              <a:t>确定的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复合函数</a:t>
            </a:r>
            <a:r>
              <a:rPr lang="zh-CN" altLang="en-US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BBC4CBBA-5109-47AF-9C04-7061714D3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13698"/>
            <a:ext cx="2443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称为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中间变量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</a:p>
        </p:txBody>
      </p:sp>
      <p:grpSp>
        <p:nvGrpSpPr>
          <p:cNvPr id="66" name="Group 54">
            <a:extLst>
              <a:ext uri="{FF2B5EF4-FFF2-40B4-BE49-F238E27FC236}">
                <a16:creationId xmlns:a16="http://schemas.microsoft.com/office/drawing/2014/main" id="{31987F84-7DF6-4FE4-95D0-1665A2B844AF}"/>
              </a:ext>
            </a:extLst>
          </p:cNvPr>
          <p:cNvGrpSpPr>
            <a:grpSpLocks/>
          </p:cNvGrpSpPr>
          <p:nvPr/>
        </p:nvGrpSpPr>
        <p:grpSpPr bwMode="auto">
          <a:xfrm>
            <a:off x="5812600" y="1320537"/>
            <a:ext cx="685800" cy="685800"/>
            <a:chOff x="3552" y="192"/>
            <a:chExt cx="432" cy="432"/>
          </a:xfrm>
          <a:solidFill>
            <a:schemeClr val="tx2">
              <a:lumMod val="60000"/>
              <a:lumOff val="40000"/>
              <a:alpha val="59000"/>
            </a:schemeClr>
          </a:solidFill>
        </p:grpSpPr>
        <p:sp>
          <p:nvSpPr>
            <p:cNvPr id="67" name="Oval 3" descr="10%">
              <a:extLst>
                <a:ext uri="{FF2B5EF4-FFF2-40B4-BE49-F238E27FC236}">
                  <a16:creationId xmlns:a16="http://schemas.microsoft.com/office/drawing/2014/main" id="{E868E91D-2271-47CC-B110-DF2F2ADAA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92"/>
              <a:ext cx="432" cy="43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8" name="Object 4">
              <a:extLst>
                <a:ext uri="{FF2B5EF4-FFF2-40B4-BE49-F238E27FC236}">
                  <a16:creationId xmlns:a16="http://schemas.microsoft.com/office/drawing/2014/main" id="{2E700FE0-6B8E-4EBD-99D4-1DBFCEAAD4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9488581"/>
                </p:ext>
              </p:extLst>
            </p:nvPr>
          </p:nvGraphicFramePr>
          <p:xfrm>
            <a:off x="3677" y="412"/>
            <a:ext cx="159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4" name="Equation" r:id="rId11" imgW="317160" imgH="355320" progId="Equation.DSMT4">
                    <p:embed/>
                  </p:oleObj>
                </mc:Choice>
                <mc:Fallback>
                  <p:oleObj name="Equation" r:id="rId11" imgW="317160" imgH="355320" progId="Equation.DSMT4">
                    <p:embed/>
                    <p:pic>
                      <p:nvPicPr>
                        <p:cNvPr id="17" name="Object 4">
                          <a:extLst>
                            <a:ext uri="{FF2B5EF4-FFF2-40B4-BE49-F238E27FC236}">
                              <a16:creationId xmlns:a16="http://schemas.microsoft.com/office/drawing/2014/main" id="{F7B2ADE2-FF5E-47DF-B8C0-B790C31D89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7" y="412"/>
                          <a:ext cx="159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Group 62">
            <a:extLst>
              <a:ext uri="{FF2B5EF4-FFF2-40B4-BE49-F238E27FC236}">
                <a16:creationId xmlns:a16="http://schemas.microsoft.com/office/drawing/2014/main" id="{54ED253C-4B53-4EA6-B40D-DDCDE48DF547}"/>
              </a:ext>
            </a:extLst>
          </p:cNvPr>
          <p:cNvGrpSpPr>
            <a:grpSpLocks/>
          </p:cNvGrpSpPr>
          <p:nvPr/>
        </p:nvGrpSpPr>
        <p:grpSpPr bwMode="auto">
          <a:xfrm>
            <a:off x="4517200" y="1320537"/>
            <a:ext cx="685800" cy="685800"/>
            <a:chOff x="2736" y="192"/>
            <a:chExt cx="432" cy="432"/>
          </a:xfrm>
        </p:grpSpPr>
        <p:sp>
          <p:nvSpPr>
            <p:cNvPr id="70" name="Oval 34">
              <a:extLst>
                <a:ext uri="{FF2B5EF4-FFF2-40B4-BE49-F238E27FC236}">
                  <a16:creationId xmlns:a16="http://schemas.microsoft.com/office/drawing/2014/main" id="{949C87B4-D429-432C-9FA6-217448643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92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" name="Object 35">
              <a:extLst>
                <a:ext uri="{FF2B5EF4-FFF2-40B4-BE49-F238E27FC236}">
                  <a16:creationId xmlns:a16="http://schemas.microsoft.com/office/drawing/2014/main" id="{0A5ABAB9-00DA-4BF5-81D9-BFAA9A37EE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9344204"/>
                </p:ext>
              </p:extLst>
            </p:nvPr>
          </p:nvGraphicFramePr>
          <p:xfrm>
            <a:off x="2803" y="349"/>
            <a:ext cx="122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5" name="Equation" r:id="rId13" imgW="241200" imgH="228600" progId="Equation.DSMT4">
                    <p:embed/>
                  </p:oleObj>
                </mc:Choice>
                <mc:Fallback>
                  <p:oleObj name="Equation" r:id="rId13" imgW="241200" imgH="228600" progId="Equation.DSMT4">
                    <p:embed/>
                    <p:pic>
                      <p:nvPicPr>
                        <p:cNvPr id="20" name="Object 35">
                          <a:extLst>
                            <a:ext uri="{FF2B5EF4-FFF2-40B4-BE49-F238E27FC236}">
                              <a16:creationId xmlns:a16="http://schemas.microsoft.com/office/drawing/2014/main" id="{77C102CD-75DE-4C32-A7B4-6C3275D2A6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" y="349"/>
                          <a:ext cx="122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" name="Group 55">
            <a:extLst>
              <a:ext uri="{FF2B5EF4-FFF2-40B4-BE49-F238E27FC236}">
                <a16:creationId xmlns:a16="http://schemas.microsoft.com/office/drawing/2014/main" id="{FA9F0303-6129-4FD2-B11E-AE719A2C78E5}"/>
              </a:ext>
            </a:extLst>
          </p:cNvPr>
          <p:cNvGrpSpPr>
            <a:grpSpLocks/>
          </p:cNvGrpSpPr>
          <p:nvPr/>
        </p:nvGrpSpPr>
        <p:grpSpPr bwMode="auto">
          <a:xfrm>
            <a:off x="4974400" y="1407850"/>
            <a:ext cx="1235075" cy="244475"/>
            <a:chOff x="3024" y="247"/>
            <a:chExt cx="778" cy="154"/>
          </a:xfrm>
        </p:grpSpPr>
        <p:sp>
          <p:nvSpPr>
            <p:cNvPr id="73" name="Line 37">
              <a:extLst>
                <a:ext uri="{FF2B5EF4-FFF2-40B4-BE49-F238E27FC236}">
                  <a16:creationId xmlns:a16="http://schemas.microsoft.com/office/drawing/2014/main" id="{CEAC2821-83BE-4BC9-8564-E96997504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58"/>
              <a:ext cx="778" cy="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4" name="Object 38">
              <a:extLst>
                <a:ext uri="{FF2B5EF4-FFF2-40B4-BE49-F238E27FC236}">
                  <a16:creationId xmlns:a16="http://schemas.microsoft.com/office/drawing/2014/main" id="{2171CFDD-89E0-4B1B-987E-BC6B5F4E50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3091848"/>
                </p:ext>
              </p:extLst>
            </p:nvPr>
          </p:nvGraphicFramePr>
          <p:xfrm>
            <a:off x="3245" y="247"/>
            <a:ext cx="102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6" name="Equation" r:id="rId15" imgW="203040" imgH="241200" progId="Equation.DSMT4">
                    <p:embed/>
                  </p:oleObj>
                </mc:Choice>
                <mc:Fallback>
                  <p:oleObj name="Equation" r:id="rId15" imgW="203040" imgH="241200" progId="Equation.DSMT4">
                    <p:embed/>
                    <p:pic>
                      <p:nvPicPr>
                        <p:cNvPr id="23" name="Object 38">
                          <a:extLst>
                            <a:ext uri="{FF2B5EF4-FFF2-40B4-BE49-F238E27FC236}">
                              <a16:creationId xmlns:a16="http://schemas.microsoft.com/office/drawing/2014/main" id="{6458200B-A29E-4B7E-A459-4EE6D852B2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5" y="247"/>
                          <a:ext cx="102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Group 39">
            <a:extLst>
              <a:ext uri="{FF2B5EF4-FFF2-40B4-BE49-F238E27FC236}">
                <a16:creationId xmlns:a16="http://schemas.microsoft.com/office/drawing/2014/main" id="{FADA7C9E-29F8-40A2-8B1F-AA358DD63468}"/>
              </a:ext>
            </a:extLst>
          </p:cNvPr>
          <p:cNvGrpSpPr>
            <a:grpSpLocks/>
          </p:cNvGrpSpPr>
          <p:nvPr/>
        </p:nvGrpSpPr>
        <p:grpSpPr bwMode="auto">
          <a:xfrm>
            <a:off x="5584000" y="1168137"/>
            <a:ext cx="1447800" cy="990600"/>
            <a:chOff x="3408" y="96"/>
            <a:chExt cx="912" cy="624"/>
          </a:xfrm>
        </p:grpSpPr>
        <p:sp>
          <p:nvSpPr>
            <p:cNvPr id="76" name="Oval 40">
              <a:extLst>
                <a:ext uri="{FF2B5EF4-FFF2-40B4-BE49-F238E27FC236}">
                  <a16:creationId xmlns:a16="http://schemas.microsoft.com/office/drawing/2014/main" id="{3990F6B2-87EB-418A-B23D-91F8FBE8C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96"/>
              <a:ext cx="912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7" name="Object 41">
              <a:extLst>
                <a:ext uri="{FF2B5EF4-FFF2-40B4-BE49-F238E27FC236}">
                  <a16:creationId xmlns:a16="http://schemas.microsoft.com/office/drawing/2014/main" id="{ECC21E0D-24A0-4709-9897-65FA179C8E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1887908"/>
                </p:ext>
              </p:extLst>
            </p:nvPr>
          </p:nvGraphicFramePr>
          <p:xfrm>
            <a:off x="4019" y="416"/>
            <a:ext cx="178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7" name="Equation" r:id="rId17" imgW="355320" imgH="355320" progId="Equation.DSMT4">
                    <p:embed/>
                  </p:oleObj>
                </mc:Choice>
                <mc:Fallback>
                  <p:oleObj name="Equation" r:id="rId17" imgW="355320" imgH="355320" progId="Equation.DSMT4">
                    <p:embed/>
                    <p:pic>
                      <p:nvPicPr>
                        <p:cNvPr id="26" name="Object 41">
                          <a:extLst>
                            <a:ext uri="{FF2B5EF4-FFF2-40B4-BE49-F238E27FC236}">
                              <a16:creationId xmlns:a16="http://schemas.microsoft.com/office/drawing/2014/main" id="{027D5CEB-17B3-4CC6-85F2-58536113DF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9" y="416"/>
                          <a:ext cx="178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" name="Group 64">
            <a:extLst>
              <a:ext uri="{FF2B5EF4-FFF2-40B4-BE49-F238E27FC236}">
                <a16:creationId xmlns:a16="http://schemas.microsoft.com/office/drawing/2014/main" id="{32FE228D-2E0B-41DB-9E52-DD0A14ECF9FF}"/>
              </a:ext>
            </a:extLst>
          </p:cNvPr>
          <p:cNvGrpSpPr>
            <a:grpSpLocks/>
          </p:cNvGrpSpPr>
          <p:nvPr/>
        </p:nvGrpSpPr>
        <p:grpSpPr bwMode="auto">
          <a:xfrm>
            <a:off x="6269800" y="1279262"/>
            <a:ext cx="1592263" cy="311150"/>
            <a:chOff x="3840" y="166"/>
            <a:chExt cx="1003" cy="196"/>
          </a:xfrm>
        </p:grpSpPr>
        <p:sp>
          <p:nvSpPr>
            <p:cNvPr id="79" name="Line 43">
              <a:extLst>
                <a:ext uri="{FF2B5EF4-FFF2-40B4-BE49-F238E27FC236}">
                  <a16:creationId xmlns:a16="http://schemas.microsoft.com/office/drawing/2014/main" id="{BB4D5D99-6795-4FDC-9E9E-F33AC5820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362"/>
              <a:ext cx="10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0" name="Object 44">
              <a:extLst>
                <a:ext uri="{FF2B5EF4-FFF2-40B4-BE49-F238E27FC236}">
                  <a16:creationId xmlns:a16="http://schemas.microsoft.com/office/drawing/2014/main" id="{F0D78D78-2DC0-45CE-873D-7D45A95CBD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3127931"/>
                </p:ext>
              </p:extLst>
            </p:nvPr>
          </p:nvGraphicFramePr>
          <p:xfrm>
            <a:off x="4387" y="166"/>
            <a:ext cx="109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8" name="Equation" r:id="rId19" imgW="215640" imgH="304560" progId="Equation.DSMT4">
                    <p:embed/>
                  </p:oleObj>
                </mc:Choice>
                <mc:Fallback>
                  <p:oleObj name="Equation" r:id="rId19" imgW="215640" imgH="304560" progId="Equation.DSMT4">
                    <p:embed/>
                    <p:pic>
                      <p:nvPicPr>
                        <p:cNvPr id="29" name="Object 44">
                          <a:extLst>
                            <a:ext uri="{FF2B5EF4-FFF2-40B4-BE49-F238E27FC236}">
                              <a16:creationId xmlns:a16="http://schemas.microsoft.com/office/drawing/2014/main" id="{5A139812-6EB2-4B06-9EF1-89B0C4399A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166"/>
                          <a:ext cx="109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" name="Group 52">
            <a:extLst>
              <a:ext uri="{FF2B5EF4-FFF2-40B4-BE49-F238E27FC236}">
                <a16:creationId xmlns:a16="http://schemas.microsoft.com/office/drawing/2014/main" id="{D991E334-AEAB-47DA-BA3A-B9303BD2253E}"/>
              </a:ext>
            </a:extLst>
          </p:cNvPr>
          <p:cNvGrpSpPr>
            <a:grpSpLocks/>
          </p:cNvGrpSpPr>
          <p:nvPr/>
        </p:nvGrpSpPr>
        <p:grpSpPr bwMode="auto">
          <a:xfrm>
            <a:off x="7565200" y="1320537"/>
            <a:ext cx="990600" cy="685800"/>
            <a:chOff x="4656" y="192"/>
            <a:chExt cx="624" cy="432"/>
          </a:xfrm>
        </p:grpSpPr>
        <p:sp>
          <p:nvSpPr>
            <p:cNvPr id="82" name="Oval 31">
              <a:extLst>
                <a:ext uri="{FF2B5EF4-FFF2-40B4-BE49-F238E27FC236}">
                  <a16:creationId xmlns:a16="http://schemas.microsoft.com/office/drawing/2014/main" id="{0E0C015E-1F52-493B-AA1B-117F0FF16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2"/>
              <a:ext cx="624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" name="Object 32">
              <a:extLst>
                <a:ext uri="{FF2B5EF4-FFF2-40B4-BE49-F238E27FC236}">
                  <a16:creationId xmlns:a16="http://schemas.microsoft.com/office/drawing/2014/main" id="{B67D9F73-FA29-4711-92D3-640C498207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5664499"/>
                </p:ext>
              </p:extLst>
            </p:nvPr>
          </p:nvGraphicFramePr>
          <p:xfrm>
            <a:off x="4957" y="304"/>
            <a:ext cx="96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9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32" name="Object 32">
                          <a:extLst>
                            <a:ext uri="{FF2B5EF4-FFF2-40B4-BE49-F238E27FC236}">
                              <a16:creationId xmlns:a16="http://schemas.microsoft.com/office/drawing/2014/main" id="{1383CF4D-1AB7-40CF-BB89-864B8A07D9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304"/>
                          <a:ext cx="96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" name="Oval 46">
              <a:extLst>
                <a:ext uri="{FF2B5EF4-FFF2-40B4-BE49-F238E27FC236}">
                  <a16:creationId xmlns:a16="http://schemas.microsoft.com/office/drawing/2014/main" id="{E2A340B5-495B-45D6-A4E6-8767430A7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" y="336"/>
              <a:ext cx="50" cy="5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5" name="Group 53">
            <a:extLst>
              <a:ext uri="{FF2B5EF4-FFF2-40B4-BE49-F238E27FC236}">
                <a16:creationId xmlns:a16="http://schemas.microsoft.com/office/drawing/2014/main" id="{D8E8EA0A-E454-482B-8975-98AC5DE45FAF}"/>
              </a:ext>
            </a:extLst>
          </p:cNvPr>
          <p:cNvGrpSpPr>
            <a:grpSpLocks/>
          </p:cNvGrpSpPr>
          <p:nvPr/>
        </p:nvGrpSpPr>
        <p:grpSpPr bwMode="auto">
          <a:xfrm>
            <a:off x="6172945" y="1380862"/>
            <a:ext cx="142875" cy="244475"/>
            <a:chOff x="3779" y="230"/>
            <a:chExt cx="90" cy="154"/>
          </a:xfrm>
        </p:grpSpPr>
        <p:graphicFrame>
          <p:nvGraphicFramePr>
            <p:cNvPr id="86" name="Object 50">
              <a:extLst>
                <a:ext uri="{FF2B5EF4-FFF2-40B4-BE49-F238E27FC236}">
                  <a16:creationId xmlns:a16="http://schemas.microsoft.com/office/drawing/2014/main" id="{638F035C-6297-4250-BB55-B605E46774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8402970"/>
                </p:ext>
              </p:extLst>
            </p:nvPr>
          </p:nvGraphicFramePr>
          <p:xfrm>
            <a:off x="3779" y="230"/>
            <a:ext cx="90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40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35" name="Object 50">
                          <a:extLst>
                            <a:ext uri="{FF2B5EF4-FFF2-40B4-BE49-F238E27FC236}">
                              <a16:creationId xmlns:a16="http://schemas.microsoft.com/office/drawing/2014/main" id="{42A9B63D-E59A-4F4B-9283-88C0E3C2D5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230"/>
                          <a:ext cx="90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Oval 51">
              <a:extLst>
                <a:ext uri="{FF2B5EF4-FFF2-40B4-BE49-F238E27FC236}">
                  <a16:creationId xmlns:a16="http://schemas.microsoft.com/office/drawing/2014/main" id="{F7255E89-DC6E-46F2-9364-7BE71D590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34"/>
              <a:ext cx="50" cy="5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8" name="Group 61">
            <a:extLst>
              <a:ext uri="{FF2B5EF4-FFF2-40B4-BE49-F238E27FC236}">
                <a16:creationId xmlns:a16="http://schemas.microsoft.com/office/drawing/2014/main" id="{78AC7063-00A9-4C3B-BFBE-235E83D55BF8}"/>
              </a:ext>
            </a:extLst>
          </p:cNvPr>
          <p:cNvGrpSpPr>
            <a:grpSpLocks/>
          </p:cNvGrpSpPr>
          <p:nvPr/>
        </p:nvGrpSpPr>
        <p:grpSpPr bwMode="auto">
          <a:xfrm>
            <a:off x="4866464" y="1411025"/>
            <a:ext cx="142875" cy="290513"/>
            <a:chOff x="2956" y="249"/>
            <a:chExt cx="90" cy="183"/>
          </a:xfrm>
        </p:grpSpPr>
        <p:sp>
          <p:nvSpPr>
            <p:cNvPr id="89" name="Oval 49">
              <a:extLst>
                <a:ext uri="{FF2B5EF4-FFF2-40B4-BE49-F238E27FC236}">
                  <a16:creationId xmlns:a16="http://schemas.microsoft.com/office/drawing/2014/main" id="{4BD596B8-B571-462A-A093-6B3DE5C40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4" y="382"/>
              <a:ext cx="50" cy="5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0" name="Object 60">
              <a:extLst>
                <a:ext uri="{FF2B5EF4-FFF2-40B4-BE49-F238E27FC236}">
                  <a16:creationId xmlns:a16="http://schemas.microsoft.com/office/drawing/2014/main" id="{32E0A681-AF73-49E4-96AC-BB832D456A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696974"/>
                </p:ext>
              </p:extLst>
            </p:nvPr>
          </p:nvGraphicFramePr>
          <p:xfrm>
            <a:off x="2956" y="249"/>
            <a:ext cx="90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41" name="Equation" r:id="rId25" imgW="177480" imgH="190440" progId="Equation.DSMT4">
                    <p:embed/>
                  </p:oleObj>
                </mc:Choice>
                <mc:Fallback>
                  <p:oleObj name="Equation" r:id="rId25" imgW="177480" imgH="190440" progId="Equation.DSMT4">
                    <p:embed/>
                    <p:pic>
                      <p:nvPicPr>
                        <p:cNvPr id="39" name="Object 60">
                          <a:extLst>
                            <a:ext uri="{FF2B5EF4-FFF2-40B4-BE49-F238E27FC236}">
                              <a16:creationId xmlns:a16="http://schemas.microsoft.com/office/drawing/2014/main" id="{CA7128BA-8128-48F0-BFDA-9EA367240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6" y="249"/>
                          <a:ext cx="90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" name="Freeform 63">
            <a:extLst>
              <a:ext uri="{FF2B5EF4-FFF2-40B4-BE49-F238E27FC236}">
                <a16:creationId xmlns:a16="http://schemas.microsoft.com/office/drawing/2014/main" id="{4D32158E-6017-48BC-95BD-A633255E9D69}"/>
              </a:ext>
            </a:extLst>
          </p:cNvPr>
          <p:cNvSpPr>
            <a:spLocks/>
          </p:cNvSpPr>
          <p:nvPr/>
        </p:nvSpPr>
        <p:spPr bwMode="auto">
          <a:xfrm>
            <a:off x="4974400" y="1625337"/>
            <a:ext cx="2895600" cy="698500"/>
          </a:xfrm>
          <a:custGeom>
            <a:avLst/>
            <a:gdLst>
              <a:gd name="T0" fmla="*/ 0 w 1824"/>
              <a:gd name="T1" fmla="*/ 48 h 440"/>
              <a:gd name="T2" fmla="*/ 816 w 1824"/>
              <a:gd name="T3" fmla="*/ 432 h 440"/>
              <a:gd name="T4" fmla="*/ 1824 w 1824"/>
              <a:gd name="T5" fmla="*/ 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4" h="440">
                <a:moveTo>
                  <a:pt x="0" y="48"/>
                </a:moveTo>
                <a:cubicBezTo>
                  <a:pt x="256" y="244"/>
                  <a:pt x="512" y="440"/>
                  <a:pt x="816" y="432"/>
                </a:cubicBezTo>
                <a:cubicBezTo>
                  <a:pt x="1120" y="424"/>
                  <a:pt x="1472" y="212"/>
                  <a:pt x="1824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54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549BCDE8-465A-43AB-BCD2-FE3F78905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699542"/>
            <a:ext cx="40318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注意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构成复合函数的条件 </a:t>
            </a:r>
          </a:p>
        </p:txBody>
      </p:sp>
      <p:graphicFrame>
        <p:nvGraphicFramePr>
          <p:cNvPr id="3" name="Object 17">
            <a:extLst>
              <a:ext uri="{FF2B5EF4-FFF2-40B4-BE49-F238E27FC236}">
                <a16:creationId xmlns:a16="http://schemas.microsoft.com/office/drawing/2014/main" id="{96743755-2E1A-479A-9981-FC9769D80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61273"/>
              </p:ext>
            </p:extLst>
          </p:nvPr>
        </p:nvGraphicFramePr>
        <p:xfrm>
          <a:off x="4446960" y="769392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4" name="Equation" r:id="rId3" imgW="1091880" imgH="419040" progId="Equation.DSMT4">
                  <p:embed/>
                </p:oleObj>
              </mc:Choice>
              <mc:Fallback>
                <p:oleObj name="Equation" r:id="rId3" imgW="1091880" imgH="419040" progId="Equation.DSMT4">
                  <p:embed/>
                  <p:pic>
                    <p:nvPicPr>
                      <p:cNvPr id="135185" name="Object 17">
                        <a:extLst>
                          <a:ext uri="{FF2B5EF4-FFF2-40B4-BE49-F238E27FC236}">
                            <a16:creationId xmlns:a16="http://schemas.microsoft.com/office/drawing/2014/main" id="{B567CC98-207B-45AB-BFF7-8ED31D44C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960" y="769392"/>
                        <a:ext cx="109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8">
            <a:extLst>
              <a:ext uri="{FF2B5EF4-FFF2-40B4-BE49-F238E27FC236}">
                <a16:creationId xmlns:a16="http://schemas.microsoft.com/office/drawing/2014/main" id="{692653A4-C538-4F5A-A0B7-DE108B686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074" y="662634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不可少</a:t>
            </a:r>
            <a:r>
              <a:rPr lang="en-US" altLang="zh-CN" sz="2400" b="1" dirty="0">
                <a:latin typeface="+mj-ea"/>
                <a:ea typeface="+mj-ea"/>
              </a:rPr>
              <a:t>. 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8556F81-D5C7-4FE2-84DD-49B6FBCC3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73" y="1188492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64FF"/>
                </a:solidFill>
                <a:latin typeface="+mj-ea"/>
                <a:ea typeface="+mj-ea"/>
              </a:rPr>
              <a:t>例如</a:t>
            </a:r>
            <a:r>
              <a:rPr lang="en-US" altLang="zh-CN" b="1" dirty="0">
                <a:solidFill>
                  <a:srgbClr val="0064FF"/>
                </a:solidFill>
                <a:latin typeface="+mj-ea"/>
                <a:ea typeface="+mj-ea"/>
              </a:rPr>
              <a:t>, </a:t>
            </a:r>
            <a:r>
              <a:rPr lang="zh-CN" altLang="en-US" b="1" dirty="0">
                <a:latin typeface="+mj-ea"/>
                <a:ea typeface="+mj-ea"/>
              </a:rPr>
              <a:t>函数链 </a:t>
            </a:r>
            <a:r>
              <a:rPr lang="en-US" altLang="zh-CN" b="1" dirty="0">
                <a:latin typeface="+mj-ea"/>
                <a:ea typeface="+mj-ea"/>
              </a:rPr>
              <a:t>:</a:t>
            </a:r>
          </a:p>
        </p:txBody>
      </p:sp>
      <p:graphicFrame>
        <p:nvGraphicFramePr>
          <p:cNvPr id="6" name="Object 20">
            <a:extLst>
              <a:ext uri="{FF2B5EF4-FFF2-40B4-BE49-F238E27FC236}">
                <a16:creationId xmlns:a16="http://schemas.microsoft.com/office/drawing/2014/main" id="{F1F11AD3-33AC-4EAC-BECD-56F5D3B73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703386"/>
              </p:ext>
            </p:extLst>
          </p:nvPr>
        </p:nvGraphicFramePr>
        <p:xfrm>
          <a:off x="3016250" y="1331913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5" name="Equation" r:id="rId5" imgW="1574640" imgH="342720" progId="Equation.DSMT4">
                  <p:embed/>
                </p:oleObj>
              </mc:Choice>
              <mc:Fallback>
                <p:oleObj name="Equation" r:id="rId5" imgW="1574640" imgH="342720" progId="Equation.DSMT4">
                  <p:embed/>
                  <p:pic>
                    <p:nvPicPr>
                      <p:cNvPr id="135188" name="Object 20">
                        <a:extLst>
                          <a:ext uri="{FF2B5EF4-FFF2-40B4-BE49-F238E27FC236}">
                            <a16:creationId xmlns:a16="http://schemas.microsoft.com/office/drawing/2014/main" id="{30401050-7802-43AC-8F31-AB43DB5D66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1331913"/>
                        <a:ext cx="157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>
            <a:extLst>
              <a:ext uri="{FF2B5EF4-FFF2-40B4-BE49-F238E27FC236}">
                <a16:creationId xmlns:a16="http://schemas.microsoft.com/office/drawing/2014/main" id="{6A872C9F-0A8C-49F0-BBE7-C9CC8ED84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150678"/>
              </p:ext>
            </p:extLst>
          </p:nvPr>
        </p:nvGraphicFramePr>
        <p:xfrm>
          <a:off x="4809283" y="1385443"/>
          <a:ext cx="1193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6" name="Equation" r:id="rId7" imgW="1193760" imgH="279360" progId="Equation.DSMT4">
                  <p:embed/>
                </p:oleObj>
              </mc:Choice>
              <mc:Fallback>
                <p:oleObj name="Equation" r:id="rId7" imgW="1193760" imgH="279360" progId="Equation.DSMT4">
                  <p:embed/>
                  <p:pic>
                    <p:nvPicPr>
                      <p:cNvPr id="135189" name="Object 21">
                        <a:extLst>
                          <a:ext uri="{FF2B5EF4-FFF2-40B4-BE49-F238E27FC236}">
                            <a16:creationId xmlns:a16="http://schemas.microsoft.com/office/drawing/2014/main" id="{7AA6243B-A48C-4244-902A-3F2C5D92D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9283" y="1385443"/>
                        <a:ext cx="1193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>
            <a:extLst>
              <a:ext uri="{FF2B5EF4-FFF2-40B4-BE49-F238E27FC236}">
                <a16:creationId xmlns:a16="http://schemas.microsoft.com/office/drawing/2014/main" id="{8B5D9E48-3938-4E7F-8210-AF95A204C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37087"/>
              </p:ext>
            </p:extLst>
          </p:nvPr>
        </p:nvGraphicFramePr>
        <p:xfrm>
          <a:off x="3049588" y="1838325"/>
          <a:ext cx="19542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7" name="Equation" r:id="rId9" imgW="1955520" imgH="342720" progId="Equation.DSMT4">
                  <p:embed/>
                </p:oleObj>
              </mc:Choice>
              <mc:Fallback>
                <p:oleObj name="Equation" r:id="rId9" imgW="1955520" imgH="342720" progId="Equation.DSMT4">
                  <p:embed/>
                  <p:pic>
                    <p:nvPicPr>
                      <p:cNvPr id="135190" name="Object 22">
                        <a:extLst>
                          <a:ext uri="{FF2B5EF4-FFF2-40B4-BE49-F238E27FC236}">
                            <a16:creationId xmlns:a16="http://schemas.microsoft.com/office/drawing/2014/main" id="{8736FC99-30C4-4C55-98D6-9F6358555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1838325"/>
                        <a:ext cx="19542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AED4F5F2-923B-48C7-933F-E82CA8424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229324"/>
              </p:ext>
            </p:extLst>
          </p:nvPr>
        </p:nvGraphicFramePr>
        <p:xfrm>
          <a:off x="5310188" y="1844675"/>
          <a:ext cx="762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8" name="Equation" r:id="rId11" imgW="761760" imgH="279360" progId="Equation.DSMT4">
                  <p:embed/>
                </p:oleObj>
              </mc:Choice>
              <mc:Fallback>
                <p:oleObj name="Equation" r:id="rId11" imgW="761760" imgH="279360" progId="Equation.DSMT4">
                  <p:embed/>
                  <p:pic>
                    <p:nvPicPr>
                      <p:cNvPr id="135191" name="Object 23">
                        <a:extLst>
                          <a:ext uri="{FF2B5EF4-FFF2-40B4-BE49-F238E27FC236}">
                            <a16:creationId xmlns:a16="http://schemas.microsoft.com/office/drawing/2014/main" id="{83462AB9-CBC1-4DCB-9A11-543600E79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1844675"/>
                        <a:ext cx="762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4">
            <a:extLst>
              <a:ext uri="{FF2B5EF4-FFF2-40B4-BE49-F238E27FC236}">
                <a16:creationId xmlns:a16="http://schemas.microsoft.com/office/drawing/2014/main" id="{4D889B87-1CDA-4BA3-BF47-4C048E33D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91" y="2962011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但可定义复合函数</a:t>
            </a:r>
          </a:p>
        </p:txBody>
      </p:sp>
      <p:graphicFrame>
        <p:nvGraphicFramePr>
          <p:cNvPr id="11" name="Object 25">
            <a:extLst>
              <a:ext uri="{FF2B5EF4-FFF2-40B4-BE49-F238E27FC236}">
                <a16:creationId xmlns:a16="http://schemas.microsoft.com/office/drawing/2014/main" id="{7BCC79C4-0289-405D-9209-DED0157BA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440588"/>
              </p:ext>
            </p:extLst>
          </p:nvPr>
        </p:nvGraphicFramePr>
        <p:xfrm>
          <a:off x="1408380" y="2309813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9" name="Equation" r:id="rId13" imgW="1206360" imgH="406080" progId="Equation.DSMT4">
                  <p:embed/>
                </p:oleObj>
              </mc:Choice>
              <mc:Fallback>
                <p:oleObj name="Equation" r:id="rId13" imgW="1206360" imgH="406080" progId="Equation.DSMT4">
                  <p:embed/>
                  <p:pic>
                    <p:nvPicPr>
                      <p:cNvPr id="135193" name="Object 25">
                        <a:extLst>
                          <a:ext uri="{FF2B5EF4-FFF2-40B4-BE49-F238E27FC236}">
                            <a16:creationId xmlns:a16="http://schemas.microsoft.com/office/drawing/2014/main" id="{9C83F496-2BE2-40D6-9FA6-333436DAA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380" y="2309813"/>
                        <a:ext cx="120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6">
            <a:extLst>
              <a:ext uri="{FF2B5EF4-FFF2-40B4-BE49-F238E27FC236}">
                <a16:creationId xmlns:a16="http://schemas.microsoft.com/office/drawing/2014/main" id="{1A47E795-4B77-4401-BB48-159B3F200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894" y="2278524"/>
            <a:ext cx="56701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时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虽不能在自然域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+mj-ea"/>
                <a:ea typeface="+mj-ea"/>
              </a:rPr>
              <a:t>下构成复合函数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3" name="Text Box 27">
            <a:extLst>
              <a:ext uri="{FF2B5EF4-FFF2-40B4-BE49-F238E27FC236}">
                <a16:creationId xmlns:a16="http://schemas.microsoft.com/office/drawing/2014/main" id="{BE226A02-285C-4E6F-81D7-DAD6C939C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0360" y="1202780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可定义复合函数</a:t>
            </a:r>
          </a:p>
        </p:txBody>
      </p:sp>
      <p:graphicFrame>
        <p:nvGraphicFramePr>
          <p:cNvPr id="14" name="Object 28">
            <a:extLst>
              <a:ext uri="{FF2B5EF4-FFF2-40B4-BE49-F238E27FC236}">
                <a16:creationId xmlns:a16="http://schemas.microsoft.com/office/drawing/2014/main" id="{970C6E38-2273-4A89-97B2-EF84CAAE21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872714"/>
              </p:ext>
            </p:extLst>
          </p:nvPr>
        </p:nvGraphicFramePr>
        <p:xfrm>
          <a:off x="2124075" y="3738563"/>
          <a:ext cx="412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00" name="Equation" r:id="rId15" imgW="4127400" imgH="431640" progId="Equation.DSMT4">
                  <p:embed/>
                </p:oleObj>
              </mc:Choice>
              <mc:Fallback>
                <p:oleObj name="Equation" r:id="rId15" imgW="4127400" imgH="431640" progId="Equation.DSMT4">
                  <p:embed/>
                  <p:pic>
                    <p:nvPicPr>
                      <p:cNvPr id="135196" name="Object 28">
                        <a:extLst>
                          <a:ext uri="{FF2B5EF4-FFF2-40B4-BE49-F238E27FC236}">
                            <a16:creationId xmlns:a16="http://schemas.microsoft.com/office/drawing/2014/main" id="{1ED48C6A-F38A-4F04-A373-5ED07B9E8D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738563"/>
                        <a:ext cx="412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9">
            <a:extLst>
              <a:ext uri="{FF2B5EF4-FFF2-40B4-BE49-F238E27FC236}">
                <a16:creationId xmlns:a16="http://schemas.microsoft.com/office/drawing/2014/main" id="{656B20E1-9109-4D7F-8A0F-0796F2A76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269580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当改</a:t>
            </a:r>
          </a:p>
        </p:txBody>
      </p:sp>
    </p:spTree>
    <p:extLst>
      <p:ext uri="{BB962C8B-B14F-4D97-AF65-F5344CB8AC3E}">
        <p14:creationId xmlns:p14="http://schemas.microsoft.com/office/powerpoint/2010/main" val="1114072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FED87A5F-D00E-4477-BFF8-30C4523743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94497">
            <a:off x="5983085" y="627188"/>
            <a:ext cx="2934957" cy="2451459"/>
          </a:xfrm>
          <a:prstGeom prst="rect">
            <a:avLst/>
          </a:prstGeom>
        </p:spPr>
      </p:pic>
      <p:sp>
        <p:nvSpPr>
          <p:cNvPr id="2" name="Text Box 1026">
            <a:extLst>
              <a:ext uri="{FF2B5EF4-FFF2-40B4-BE49-F238E27FC236}">
                <a16:creationId xmlns:a16="http://schemas.microsoft.com/office/drawing/2014/main" id="{FCCBC723-1C9D-4532-B4F8-69CAA2849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836" y="103592"/>
            <a:ext cx="4647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两个以上函数也可构成复合函数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37BDA455-AFCF-4C3B-A9C0-0AF21B982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810" y="79546"/>
            <a:ext cx="9541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例如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</p:txBody>
      </p:sp>
      <p:graphicFrame>
        <p:nvGraphicFramePr>
          <p:cNvPr id="4" name="Object 1028">
            <a:extLst>
              <a:ext uri="{FF2B5EF4-FFF2-40B4-BE49-F238E27FC236}">
                <a16:creationId xmlns:a16="http://schemas.microsoft.com/office/drawing/2014/main" id="{97190A54-9F78-4530-BE8E-6AB53FF6A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655091"/>
              </p:ext>
            </p:extLst>
          </p:nvPr>
        </p:nvGraphicFramePr>
        <p:xfrm>
          <a:off x="1050737" y="597613"/>
          <a:ext cx="1928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39" name="Equation" r:id="rId4" imgW="1930320" imgH="457200" progId="Equation.DSMT4">
                  <p:embed/>
                </p:oleObj>
              </mc:Choice>
              <mc:Fallback>
                <p:oleObj name="Equation" r:id="rId4" imgW="1930320" imgH="457200" progId="Equation.DSMT4">
                  <p:embed/>
                  <p:pic>
                    <p:nvPicPr>
                      <p:cNvPr id="124932" name="Object 1028">
                        <a:extLst>
                          <a:ext uri="{FF2B5EF4-FFF2-40B4-BE49-F238E27FC236}">
                            <a16:creationId xmlns:a16="http://schemas.microsoft.com/office/drawing/2014/main" id="{471C279F-3E1D-4B65-AF69-0DC78F4C9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737" y="597613"/>
                        <a:ext cx="19288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29">
            <a:extLst>
              <a:ext uri="{FF2B5EF4-FFF2-40B4-BE49-F238E27FC236}">
                <a16:creationId xmlns:a16="http://schemas.microsoft.com/office/drawing/2014/main" id="{24F088B0-D68E-4F45-971C-BA65E8942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82" y="1946448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可定义复合函数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7" name="Object 1031">
            <a:extLst>
              <a:ext uri="{FF2B5EF4-FFF2-40B4-BE49-F238E27FC236}">
                <a16:creationId xmlns:a16="http://schemas.microsoft.com/office/drawing/2014/main" id="{B7D7F2B5-56CA-442C-B1BA-B87907660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098096"/>
              </p:ext>
            </p:extLst>
          </p:nvPr>
        </p:nvGraphicFramePr>
        <p:xfrm>
          <a:off x="4249549" y="2412627"/>
          <a:ext cx="26527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0" name="Equation" r:id="rId6" imgW="2654280" imgH="342720" progId="Equation.DSMT4">
                  <p:embed/>
                </p:oleObj>
              </mc:Choice>
              <mc:Fallback>
                <p:oleObj name="Equation" r:id="rId6" imgW="2654280" imgH="342720" progId="Equation.DSMT4">
                  <p:embed/>
                  <p:pic>
                    <p:nvPicPr>
                      <p:cNvPr id="124935" name="Object 1031">
                        <a:extLst>
                          <a:ext uri="{FF2B5EF4-FFF2-40B4-BE49-F238E27FC236}">
                            <a16:creationId xmlns:a16="http://schemas.microsoft.com/office/drawing/2014/main" id="{C232D330-DCCD-4F9C-82A6-674D27FFD7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549" y="2412627"/>
                        <a:ext cx="26527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2">
            <a:extLst>
              <a:ext uri="{FF2B5EF4-FFF2-40B4-BE49-F238E27FC236}">
                <a16:creationId xmlns:a16="http://schemas.microsoft.com/office/drawing/2014/main" id="{72E06FD2-1410-424A-A144-19EA32B19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670200"/>
              </p:ext>
            </p:extLst>
          </p:nvPr>
        </p:nvGraphicFramePr>
        <p:xfrm>
          <a:off x="7031464" y="3535027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1" name="Equation" r:id="rId8" imgW="838080" imgH="330120" progId="Equation.3">
                  <p:embed/>
                </p:oleObj>
              </mc:Choice>
              <mc:Fallback>
                <p:oleObj name="Equation" r:id="rId8" imgW="838080" imgH="330120" progId="Equation.3">
                  <p:embed/>
                  <p:pic>
                    <p:nvPicPr>
                      <p:cNvPr id="124936" name="Object 1032">
                        <a:extLst>
                          <a:ext uri="{FF2B5EF4-FFF2-40B4-BE49-F238E27FC236}">
                            <a16:creationId xmlns:a16="http://schemas.microsoft.com/office/drawing/2014/main" id="{EFA7B8D7-4708-4AB0-9F3D-0111B0D43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1464" y="3535027"/>
                        <a:ext cx="838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3">
            <a:extLst>
              <a:ext uri="{FF2B5EF4-FFF2-40B4-BE49-F238E27FC236}">
                <a16:creationId xmlns:a16="http://schemas.microsoft.com/office/drawing/2014/main" id="{876B9202-7DBC-42C5-AF12-F7B8DDE4D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320653"/>
              </p:ext>
            </p:extLst>
          </p:nvPr>
        </p:nvGraphicFramePr>
        <p:xfrm>
          <a:off x="2208639" y="4152235"/>
          <a:ext cx="37814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2" name="Equation" r:id="rId10" imgW="3784320" imgH="723600" progId="Equation.DSMT4">
                  <p:embed/>
                </p:oleObj>
              </mc:Choice>
              <mc:Fallback>
                <p:oleObj name="Equation" r:id="rId10" imgW="3784320" imgH="723600" progId="Equation.DSMT4">
                  <p:embed/>
                  <p:pic>
                    <p:nvPicPr>
                      <p:cNvPr id="124937" name="Object 1033">
                        <a:extLst>
                          <a:ext uri="{FF2B5EF4-FFF2-40B4-BE49-F238E27FC236}">
                            <a16:creationId xmlns:a16="http://schemas.microsoft.com/office/drawing/2014/main" id="{B0760D65-8E39-4D79-BDCA-884CA2F5A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639" y="4152235"/>
                        <a:ext cx="37814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5">
            <a:extLst>
              <a:ext uri="{FF2B5EF4-FFF2-40B4-BE49-F238E27FC236}">
                <a16:creationId xmlns:a16="http://schemas.microsoft.com/office/drawing/2014/main" id="{4E300B67-F66D-4C54-8BEF-503A48CFB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60852"/>
              </p:ext>
            </p:extLst>
          </p:nvPr>
        </p:nvGraphicFramePr>
        <p:xfrm>
          <a:off x="3134010" y="669484"/>
          <a:ext cx="441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3" name="Equation" r:id="rId12" imgW="4419360" imgH="342720" progId="Equation.DSMT4">
                  <p:embed/>
                </p:oleObj>
              </mc:Choice>
              <mc:Fallback>
                <p:oleObj name="Equation" r:id="rId12" imgW="4419360" imgH="342720" progId="Equation.DSMT4">
                  <p:embed/>
                  <p:pic>
                    <p:nvPicPr>
                      <p:cNvPr id="124939" name="Object 1035">
                        <a:extLst>
                          <a:ext uri="{FF2B5EF4-FFF2-40B4-BE49-F238E27FC236}">
                            <a16:creationId xmlns:a16="http://schemas.microsoft.com/office/drawing/2014/main" id="{56FA3338-DA0C-4CF1-BF4C-CE82A456E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010" y="669484"/>
                        <a:ext cx="441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6">
            <a:extLst>
              <a:ext uri="{FF2B5EF4-FFF2-40B4-BE49-F238E27FC236}">
                <a16:creationId xmlns:a16="http://schemas.microsoft.com/office/drawing/2014/main" id="{40BFE2E4-18D5-4FE6-93D9-2D310F1E5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564541"/>
              </p:ext>
            </p:extLst>
          </p:nvPr>
        </p:nvGraphicFramePr>
        <p:xfrm>
          <a:off x="2979549" y="1211832"/>
          <a:ext cx="2540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4" name="Equation" r:id="rId14" imgW="2539800" imgH="723600" progId="Equation.DSMT4">
                  <p:embed/>
                </p:oleObj>
              </mc:Choice>
              <mc:Fallback>
                <p:oleObj name="Equation" r:id="rId14" imgW="2539800" imgH="723600" progId="Equation.DSMT4">
                  <p:embed/>
                  <p:pic>
                    <p:nvPicPr>
                      <p:cNvPr id="124940" name="Object 1036">
                        <a:extLst>
                          <a:ext uri="{FF2B5EF4-FFF2-40B4-BE49-F238E27FC236}">
                            <a16:creationId xmlns:a16="http://schemas.microsoft.com/office/drawing/2014/main" id="{0F0E1A41-71C1-4334-AA71-6087566A08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549" y="1211832"/>
                        <a:ext cx="2540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037">
            <a:extLst>
              <a:ext uri="{FF2B5EF4-FFF2-40B4-BE49-F238E27FC236}">
                <a16:creationId xmlns:a16="http://schemas.microsoft.com/office/drawing/2014/main" id="{BE18FBE4-ABC0-4620-8382-CA0ED70D4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73" y="3149910"/>
            <a:ext cx="7571303" cy="84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约定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为简单计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书写复合函数时不一定写出其定义域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默认对应的函数链顺次满足构成复合函数的条件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8C76125-77B4-478F-BA7B-FAC405BB4FB8}"/>
              </a:ext>
            </a:extLst>
          </p:cNvPr>
          <p:cNvCxnSpPr>
            <a:cxnSpLocks/>
          </p:cNvCxnSpPr>
          <p:nvPr/>
        </p:nvCxnSpPr>
        <p:spPr>
          <a:xfrm>
            <a:off x="1164003" y="4083918"/>
            <a:ext cx="617109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F5A89B3-F258-4C26-AC5D-2101E8512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775329"/>
              </p:ext>
            </p:extLst>
          </p:nvPr>
        </p:nvGraphicFramePr>
        <p:xfrm>
          <a:off x="2610723" y="2147174"/>
          <a:ext cx="1473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5" name="Equation" r:id="rId16" imgW="1473120" imgH="812520" progId="Equation.DSMT4">
                  <p:embed/>
                </p:oleObj>
              </mc:Choice>
              <mc:Fallback>
                <p:oleObj name="Equation" r:id="rId16" imgW="1473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10723" y="2147174"/>
                        <a:ext cx="1473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1156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6999AE5F-AE9F-4340-8B89-4656A828D346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50878"/>
            <a:ext cx="2743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初等函数</a:t>
            </a:r>
          </a:p>
        </p:txBody>
      </p:sp>
      <p:sp>
        <p:nvSpPr>
          <p:cNvPr id="3" name="Text Box 54">
            <a:extLst>
              <a:ext uri="{FF2B5EF4-FFF2-40B4-BE49-F238E27FC236}">
                <a16:creationId xmlns:a16="http://schemas.microsoft.com/office/drawing/2014/main" id="{0284BE3A-8018-45FF-95BD-C4C29079D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00112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基本初等函数</a:t>
            </a:r>
          </a:p>
        </p:txBody>
      </p:sp>
      <p:sp>
        <p:nvSpPr>
          <p:cNvPr id="4" name="Text Box 55">
            <a:extLst>
              <a:ext uri="{FF2B5EF4-FFF2-40B4-BE49-F238E27FC236}">
                <a16:creationId xmlns:a16="http://schemas.microsoft.com/office/drawing/2014/main" id="{5D99E284-6C3C-4294-A63C-786C09AD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66" y="1462547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幂函数、</a:t>
            </a:r>
          </a:p>
        </p:txBody>
      </p:sp>
      <p:sp>
        <p:nvSpPr>
          <p:cNvPr id="5" name="Text Box 56">
            <a:extLst>
              <a:ext uri="{FF2B5EF4-FFF2-40B4-BE49-F238E27FC236}">
                <a16:creationId xmlns:a16="http://schemas.microsoft.com/office/drawing/2014/main" id="{966E7B45-E796-4109-8B4C-88F752517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265" y="1460837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指数函数、</a:t>
            </a:r>
          </a:p>
        </p:txBody>
      </p:sp>
      <p:sp>
        <p:nvSpPr>
          <p:cNvPr id="6" name="Text Box 57">
            <a:extLst>
              <a:ext uri="{FF2B5EF4-FFF2-40B4-BE49-F238E27FC236}">
                <a16:creationId xmlns:a16="http://schemas.microsoft.com/office/drawing/2014/main" id="{3947E956-4DA3-4350-9275-FE3FBE632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748" y="1479656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对数函数、</a:t>
            </a:r>
          </a:p>
        </p:txBody>
      </p:sp>
      <p:sp>
        <p:nvSpPr>
          <p:cNvPr id="7" name="Text Box 58">
            <a:extLst>
              <a:ext uri="{FF2B5EF4-FFF2-40B4-BE49-F238E27FC236}">
                <a16:creationId xmlns:a16="http://schemas.microsoft.com/office/drawing/2014/main" id="{2353E113-BED3-4EA7-8434-C75EF9DD4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6876" y="1484389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三角函数、</a:t>
            </a:r>
          </a:p>
        </p:txBody>
      </p:sp>
      <p:sp>
        <p:nvSpPr>
          <p:cNvPr id="8" name="Text Box 59">
            <a:extLst>
              <a:ext uri="{FF2B5EF4-FFF2-40B4-BE49-F238E27FC236}">
                <a16:creationId xmlns:a16="http://schemas.microsoft.com/office/drawing/2014/main" id="{64535DCD-32D3-4B35-B817-1D1317CEC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7851" y="1488491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反三角函数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9" name="Rectangle 62">
            <a:extLst>
              <a:ext uri="{FF2B5EF4-FFF2-40B4-BE49-F238E27FC236}">
                <a16:creationId xmlns:a16="http://schemas.microsoft.com/office/drawing/2014/main" id="{4EF013DA-8816-44D4-9374-7F2C38E7D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021562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64FF"/>
                </a:solidFill>
                <a:latin typeface="+mj-ea"/>
                <a:ea typeface="+mj-ea"/>
              </a:rPr>
              <a:t>(2) </a:t>
            </a:r>
            <a:r>
              <a:rPr lang="zh-CN" altLang="en-US" b="1" dirty="0">
                <a:solidFill>
                  <a:srgbClr val="0064FF"/>
                </a:solidFill>
                <a:latin typeface="+mj-ea"/>
                <a:ea typeface="+mj-ea"/>
              </a:rPr>
              <a:t>初等函数</a:t>
            </a:r>
          </a:p>
        </p:txBody>
      </p:sp>
      <p:sp>
        <p:nvSpPr>
          <p:cNvPr id="11" name="Text Box 64">
            <a:extLst>
              <a:ext uri="{FF2B5EF4-FFF2-40B4-BE49-F238E27FC236}">
                <a16:creationId xmlns:a16="http://schemas.microsoft.com/office/drawing/2014/main" id="{3D9568CC-AC51-472C-BBD1-6C84B48E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304" y="3322351"/>
            <a:ext cx="15380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否则称为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7" name="Text Box 76">
            <a:extLst>
              <a:ext uri="{FF2B5EF4-FFF2-40B4-BE49-F238E27FC236}">
                <a16:creationId xmlns:a16="http://schemas.microsoft.com/office/drawing/2014/main" id="{80D8A921-01F0-4748-AAF2-09BCF5C37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3305175"/>
            <a:ext cx="48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并可用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一个式子</a:t>
            </a:r>
            <a:r>
              <a:rPr lang="zh-CN" altLang="en-US" sz="2400" b="1" dirty="0">
                <a:latin typeface="+mj-ea"/>
                <a:ea typeface="+mj-ea"/>
              </a:rPr>
              <a:t>表示的函数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1DD9CF6-3CA2-473E-8773-25DFBB720A37}"/>
              </a:ext>
            </a:extLst>
          </p:cNvPr>
          <p:cNvGrpSpPr/>
          <p:nvPr/>
        </p:nvGrpSpPr>
        <p:grpSpPr>
          <a:xfrm>
            <a:off x="697066" y="2700040"/>
            <a:ext cx="8424738" cy="463253"/>
            <a:chOff x="539750" y="2708275"/>
            <a:chExt cx="8424738" cy="463253"/>
          </a:xfrm>
        </p:grpSpPr>
        <p:sp>
          <p:nvSpPr>
            <p:cNvPr id="10" name="Text Box 63">
              <a:extLst>
                <a:ext uri="{FF2B5EF4-FFF2-40B4-BE49-F238E27FC236}">
                  <a16:creationId xmlns:a16="http://schemas.microsoft.com/office/drawing/2014/main" id="{51C54E75-1523-4AFC-AEA0-DBD5B5964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2709863"/>
              <a:ext cx="426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由常数及基本初等函数</a:t>
              </a:r>
            </a:p>
          </p:txBody>
        </p:sp>
        <p:sp>
          <p:nvSpPr>
            <p:cNvPr id="18" name="Text Box 77">
              <a:extLst>
                <a:ext uri="{FF2B5EF4-FFF2-40B4-BE49-F238E27FC236}">
                  <a16:creationId xmlns:a16="http://schemas.microsoft.com/office/drawing/2014/main" id="{FDCD0349-23E6-4AE6-84C6-14D3441AD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2708275"/>
              <a:ext cx="53285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经过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有限次</a:t>
              </a:r>
              <a:r>
                <a:rPr lang="zh-CN" altLang="en-US" sz="2400" b="1" dirty="0">
                  <a:latin typeface="+mj-ea"/>
                  <a:ea typeface="+mj-ea"/>
                </a:rPr>
                <a:t>四则运算和复合步骤所</a:t>
              </a:r>
            </a:p>
          </p:txBody>
        </p:sp>
      </p:grpSp>
      <p:sp>
        <p:nvSpPr>
          <p:cNvPr id="19" name="Text Box 78">
            <a:extLst>
              <a:ext uri="{FF2B5EF4-FFF2-40B4-BE49-F238E27FC236}">
                <a16:creationId xmlns:a16="http://schemas.microsoft.com/office/drawing/2014/main" id="{204750DB-F16B-4587-91C9-69192AF04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05175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构成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20" name="Text Box 79">
            <a:extLst>
              <a:ext uri="{FF2B5EF4-FFF2-40B4-BE49-F238E27FC236}">
                <a16:creationId xmlns:a16="http://schemas.microsoft.com/office/drawing/2014/main" id="{949EEE7D-3904-4121-863A-48BBAD235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3313516"/>
            <a:ext cx="2196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初等函数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954892-DB78-4A5E-A62C-CE1AF0CB1C86}"/>
              </a:ext>
            </a:extLst>
          </p:cNvPr>
          <p:cNvSpPr/>
          <p:nvPr/>
        </p:nvSpPr>
        <p:spPr>
          <a:xfrm>
            <a:off x="126062" y="3967489"/>
            <a:ext cx="219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非初等函数 </a:t>
            </a:r>
            <a:r>
              <a:rPr lang="en-US" altLang="zh-CN" sz="2400" b="1" dirty="0">
                <a:latin typeface="+mj-ea"/>
                <a:ea typeface="+mj-ea"/>
              </a:rPr>
              <a:t>. </a:t>
            </a:r>
            <a:endParaRPr lang="zh-CN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4868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5">
            <a:extLst>
              <a:ext uri="{FF2B5EF4-FFF2-40B4-BE49-F238E27FC236}">
                <a16:creationId xmlns:a16="http://schemas.microsoft.com/office/drawing/2014/main" id="{6D3A2AFC-AF9D-4560-B55A-3CE2966D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521" y="828030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例如 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,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59BF06-E290-4BE2-9999-CB4080157E3E}"/>
              </a:ext>
            </a:extLst>
          </p:cNvPr>
          <p:cNvGrpSpPr/>
          <p:nvPr/>
        </p:nvGrpSpPr>
        <p:grpSpPr>
          <a:xfrm>
            <a:off x="1954486" y="627534"/>
            <a:ext cx="2498725" cy="932472"/>
            <a:chOff x="1627188" y="592138"/>
            <a:chExt cx="2498725" cy="932472"/>
          </a:xfrm>
        </p:grpSpPr>
        <p:graphicFrame>
          <p:nvGraphicFramePr>
            <p:cNvPr id="4" name="Object 70">
              <a:extLst>
                <a:ext uri="{FF2B5EF4-FFF2-40B4-BE49-F238E27FC236}">
                  <a16:creationId xmlns:a16="http://schemas.microsoft.com/office/drawing/2014/main" id="{C32FEA9A-314F-4563-8604-B49C2677D4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349554"/>
                </p:ext>
              </p:extLst>
            </p:nvPr>
          </p:nvGraphicFramePr>
          <p:xfrm>
            <a:off x="1627188" y="611188"/>
            <a:ext cx="12700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14" name="Equation" r:id="rId3" imgW="1269720" imgH="863280" progId="Equation.DSMT4">
                    <p:embed/>
                  </p:oleObj>
                </mc:Choice>
                <mc:Fallback>
                  <p:oleObj name="Equation" r:id="rId3" imgW="1269720" imgH="863280" progId="Equation.DSMT4">
                    <p:embed/>
                    <p:pic>
                      <p:nvPicPr>
                        <p:cNvPr id="14" name="Object 70">
                          <a:extLst>
                            <a:ext uri="{FF2B5EF4-FFF2-40B4-BE49-F238E27FC236}">
                              <a16:creationId xmlns:a16="http://schemas.microsoft.com/office/drawing/2014/main" id="{9611EE3E-F7C9-482B-B54E-824DD160E3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7188" y="611188"/>
                          <a:ext cx="1270000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71">
              <a:extLst>
                <a:ext uri="{FF2B5EF4-FFF2-40B4-BE49-F238E27FC236}">
                  <a16:creationId xmlns:a16="http://schemas.microsoft.com/office/drawing/2014/main" id="{AE1B1ABC-025B-41AE-B749-6B718B2481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133137"/>
                </p:ext>
              </p:extLst>
            </p:nvPr>
          </p:nvGraphicFramePr>
          <p:xfrm>
            <a:off x="2792413" y="592138"/>
            <a:ext cx="1333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15" name="Equation" r:id="rId5" imgW="1333440" imgH="342720" progId="Equation.DSMT4">
                    <p:embed/>
                  </p:oleObj>
                </mc:Choice>
                <mc:Fallback>
                  <p:oleObj name="Equation" r:id="rId5" imgW="1333440" imgH="342720" progId="Equation.DSMT4">
                    <p:embed/>
                    <p:pic>
                      <p:nvPicPr>
                        <p:cNvPr id="15" name="Object 71">
                          <a:extLst>
                            <a:ext uri="{FF2B5EF4-FFF2-40B4-BE49-F238E27FC236}">
                              <a16:creationId xmlns:a16="http://schemas.microsoft.com/office/drawing/2014/main" id="{3AA995EC-E878-4CB7-AB4D-17E6ECF36F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413" y="592138"/>
                          <a:ext cx="1333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72">
              <a:extLst>
                <a:ext uri="{FF2B5EF4-FFF2-40B4-BE49-F238E27FC236}">
                  <a16:creationId xmlns:a16="http://schemas.microsoft.com/office/drawing/2014/main" id="{3E2C4D0F-3944-4268-9416-7275539929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1824799"/>
                </p:ext>
              </p:extLst>
            </p:nvPr>
          </p:nvGraphicFramePr>
          <p:xfrm>
            <a:off x="2839853" y="1181710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16" name="Equation" r:id="rId7" imgW="1257120" imgH="342720" progId="Equation.DSMT4">
                    <p:embed/>
                  </p:oleObj>
                </mc:Choice>
                <mc:Fallback>
                  <p:oleObj name="Equation" r:id="rId7" imgW="1257120" imgH="342720" progId="Equation.DSMT4">
                    <p:embed/>
                    <p:pic>
                      <p:nvPicPr>
                        <p:cNvPr id="16" name="Object 72">
                          <a:extLst>
                            <a:ext uri="{FF2B5EF4-FFF2-40B4-BE49-F238E27FC236}">
                              <a16:creationId xmlns:a16="http://schemas.microsoft.com/office/drawing/2014/main" id="{45D43ECE-A102-4ADC-8B9D-2C27DD86DE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853" y="1181710"/>
                          <a:ext cx="1257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80">
            <a:extLst>
              <a:ext uri="{FF2B5EF4-FFF2-40B4-BE49-F238E27FC236}">
                <a16:creationId xmlns:a16="http://schemas.microsoft.com/office/drawing/2014/main" id="{55AD05C7-0E91-4D8B-9D7F-08F8A975C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332" y="847551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可表示为</a:t>
            </a:r>
          </a:p>
        </p:txBody>
      </p:sp>
      <p:sp>
        <p:nvSpPr>
          <p:cNvPr id="8" name="Text Box 81">
            <a:extLst>
              <a:ext uri="{FF2B5EF4-FFF2-40B4-BE49-F238E27FC236}">
                <a16:creationId xmlns:a16="http://schemas.microsoft.com/office/drawing/2014/main" id="{377C3551-9173-41F8-973F-3346D690F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833" y="798984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故为初等函数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9" name="Rectangle 82">
            <a:extLst>
              <a:ext uri="{FF2B5EF4-FFF2-40B4-BE49-F238E27FC236}">
                <a16:creationId xmlns:a16="http://schemas.microsoft.com/office/drawing/2014/main" id="{8447F98B-109D-40C8-BA7A-DC328D508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26" y="1756856"/>
            <a:ext cx="7308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64FF"/>
                </a:solidFill>
                <a:latin typeface="+mj-ea"/>
                <a:ea typeface="+mj-ea"/>
              </a:rPr>
              <a:t>又如 </a:t>
            </a:r>
            <a:r>
              <a:rPr lang="en-US" altLang="zh-CN" b="1" dirty="0">
                <a:solidFill>
                  <a:srgbClr val="0064FF"/>
                </a:solidFill>
                <a:latin typeface="+mj-ea"/>
                <a:ea typeface="+mj-ea"/>
              </a:rPr>
              <a:t>, </a:t>
            </a:r>
            <a:r>
              <a:rPr lang="zh-CN" altLang="en-US" b="1" dirty="0">
                <a:latin typeface="+mj-ea"/>
                <a:ea typeface="+mj-ea"/>
              </a:rPr>
              <a:t>双曲函数与反双曲函数也是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初等函数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4148757-2165-4888-80B1-F6A12090F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642707"/>
              </p:ext>
            </p:extLst>
          </p:nvPr>
        </p:nvGraphicFramePr>
        <p:xfrm>
          <a:off x="5892800" y="823913"/>
          <a:ext cx="1104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7" name="Equation" r:id="rId9" imgW="1104840" imgH="469800" progId="Equation.DSMT4">
                  <p:embed/>
                </p:oleObj>
              </mc:Choice>
              <mc:Fallback>
                <p:oleObj name="Equation" r:id="rId9" imgW="11048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92800" y="823913"/>
                        <a:ext cx="11049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2">
            <a:extLst>
              <a:ext uri="{FF2B5EF4-FFF2-40B4-BE49-F238E27FC236}">
                <a16:creationId xmlns:a16="http://schemas.microsoft.com/office/drawing/2014/main" id="{8083D0C1-F17C-48B2-93A4-2C4E31821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21" y="2643758"/>
            <a:ext cx="7308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64FF"/>
                </a:solidFill>
                <a:latin typeface="+mj-ea"/>
                <a:ea typeface="+mj-ea"/>
              </a:rPr>
              <a:t>又如 </a:t>
            </a:r>
            <a:r>
              <a:rPr lang="en-US" altLang="zh-CN" b="1" dirty="0">
                <a:solidFill>
                  <a:srgbClr val="0064FF"/>
                </a:solidFill>
                <a:latin typeface="+mj-ea"/>
                <a:ea typeface="+mj-ea"/>
              </a:rPr>
              <a:t>, </a:t>
            </a:r>
            <a:r>
              <a:rPr lang="zh-CN" altLang="en-US" b="1" dirty="0">
                <a:latin typeface="+mj-ea"/>
                <a:ea typeface="+mj-ea"/>
              </a:rPr>
              <a:t>符号函数与取整函数都是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非初等函数 </a:t>
            </a:r>
            <a:r>
              <a:rPr lang="en-US" altLang="zh-CN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3075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E864F0-07CA-4544-9B08-A5A94FCB93E2}"/>
              </a:ext>
            </a:extLst>
          </p:cNvPr>
          <p:cNvSpPr txBox="1">
            <a:spLocks noChangeArrowheads="1"/>
          </p:cNvSpPr>
          <p:nvPr/>
        </p:nvSpPr>
        <p:spPr>
          <a:xfrm>
            <a:off x="744797" y="599611"/>
            <a:ext cx="8106543" cy="5969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7 </a:t>
            </a:r>
            <a:r>
              <a:rPr lang="zh-CN" altLang="en-US" sz="2400" b="1" dirty="0">
                <a:latin typeface="+mj-ea"/>
              </a:rPr>
              <a:t>设函数    的定义域为     求         的定义域</a:t>
            </a:r>
            <a:r>
              <a:rPr lang="en-US" altLang="zh-CN" sz="2400" b="1" dirty="0">
                <a:latin typeface="+mj-ea"/>
              </a:rPr>
              <a:t>.</a:t>
            </a:r>
            <a:r>
              <a:rPr lang="zh-CN" altLang="en-US" sz="2400" b="1" dirty="0">
                <a:latin typeface="+mj-ea"/>
              </a:rPr>
              <a:t>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E7722F-4ADC-4139-8931-9FB9E5111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181504"/>
              </p:ext>
            </p:extLst>
          </p:nvPr>
        </p:nvGraphicFramePr>
        <p:xfrm>
          <a:off x="2317232" y="68182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7232" y="68182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2EB252-D0E4-48B4-8AE4-4EC04ECE2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67644"/>
              </p:ext>
            </p:extLst>
          </p:nvPr>
        </p:nvGraphicFramePr>
        <p:xfrm>
          <a:off x="4574022" y="702691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2" name="Equation" r:id="rId5" imgW="647640" imgH="330120" progId="Equation.DSMT4">
                  <p:embed/>
                </p:oleObj>
              </mc:Choice>
              <mc:Fallback>
                <p:oleObj name="Equation" r:id="rId5" imgW="647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4022" y="702691"/>
                        <a:ext cx="647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338FA25-2E33-4086-B604-3B2B779068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046941"/>
              </p:ext>
            </p:extLst>
          </p:nvPr>
        </p:nvGraphicFramePr>
        <p:xfrm>
          <a:off x="5546800" y="702691"/>
          <a:ext cx="135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3" name="Equation" r:id="rId7" imgW="1358640" imgH="342720" progId="Equation.DSMT4">
                  <p:embed/>
                </p:oleObj>
              </mc:Choice>
              <mc:Fallback>
                <p:oleObj name="Equation" r:id="rId7" imgW="1358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46800" y="702691"/>
                        <a:ext cx="1358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D5EF2C95-2BC3-467D-BC79-9A40E6004A23}"/>
              </a:ext>
            </a:extLst>
          </p:cNvPr>
          <p:cNvGrpSpPr/>
          <p:nvPr/>
        </p:nvGrpSpPr>
        <p:grpSpPr>
          <a:xfrm>
            <a:off x="744798" y="1237917"/>
            <a:ext cx="8106543" cy="596900"/>
            <a:chOff x="744798" y="1237917"/>
            <a:chExt cx="8106543" cy="596900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6A9B34B4-B981-4CD9-9D86-634BF07E96F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4798" y="1237917"/>
              <a:ext cx="8106543" cy="5969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+mj-ea"/>
                </a:rPr>
                <a:t>解</a:t>
              </a:r>
              <a:r>
                <a:rPr lang="zh-CN" altLang="en-US" sz="2400" b="1" dirty="0">
                  <a:solidFill>
                    <a:srgbClr val="2D04DA"/>
                  </a:solidFill>
                  <a:latin typeface="+mj-ea"/>
                </a:rPr>
                <a:t>  </a:t>
              </a:r>
              <a:r>
                <a:rPr lang="zh-CN" altLang="en-US" sz="2400" b="1" dirty="0">
                  <a:latin typeface="+mj-ea"/>
                </a:rPr>
                <a:t>由题意              从而          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CE40D9D-BEEE-4DBC-933B-A08EE813C0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39666"/>
                </p:ext>
              </p:extLst>
            </p:nvPr>
          </p:nvGraphicFramePr>
          <p:xfrm>
            <a:off x="2411760" y="1371267"/>
            <a:ext cx="1879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4" name="Equation" r:id="rId9" imgW="1879560" imgH="330120" progId="Equation.DSMT4">
                    <p:embed/>
                  </p:oleObj>
                </mc:Choice>
                <mc:Fallback>
                  <p:oleObj name="Equation" r:id="rId9" imgW="18795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11760" y="1371267"/>
                          <a:ext cx="1879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0629823-8F03-4E35-AFE0-E832D0AEB3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7013251"/>
                </p:ext>
              </p:extLst>
            </p:nvPr>
          </p:nvGraphicFramePr>
          <p:xfrm>
            <a:off x="5214938" y="1352550"/>
            <a:ext cx="148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5" name="Equation" r:id="rId11" imgW="1485720" imgH="330120" progId="Equation.DSMT4">
                    <p:embed/>
                  </p:oleObj>
                </mc:Choice>
                <mc:Fallback>
                  <p:oleObj name="Equation" r:id="rId11" imgW="1485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14938" y="1352550"/>
                          <a:ext cx="1485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6D0D15E-51B5-4B8E-9CE3-34B960B43FDD}"/>
              </a:ext>
            </a:extLst>
          </p:cNvPr>
          <p:cNvCxnSpPr>
            <a:cxnSpLocks/>
          </p:cNvCxnSpPr>
          <p:nvPr/>
        </p:nvCxnSpPr>
        <p:spPr>
          <a:xfrm flipV="1">
            <a:off x="459502" y="3067856"/>
            <a:ext cx="8360970" cy="550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AE5A92D-E5A4-4AD5-8402-0466F07C3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961391"/>
              </p:ext>
            </p:extLst>
          </p:nvPr>
        </p:nvGraphicFramePr>
        <p:xfrm>
          <a:off x="1034609" y="3940802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6" name="Equation" r:id="rId13" imgW="1511280" imgH="342720" progId="Equation.DSMT4">
                  <p:embed/>
                </p:oleObj>
              </mc:Choice>
              <mc:Fallback>
                <p:oleObj name="Equation" r:id="rId13" imgW="1511280" imgH="342720" progId="Equation.DSMT4">
                  <p:embed/>
                  <p:pic>
                    <p:nvPicPr>
                      <p:cNvPr id="184" name="对象 183">
                        <a:extLst>
                          <a:ext uri="{FF2B5EF4-FFF2-40B4-BE49-F238E27FC236}">
                            <a16:creationId xmlns:a16="http://schemas.microsoft.com/office/drawing/2014/main" id="{E0DF36BC-5C07-4007-8E3F-903E98695C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4609" y="3940802"/>
                        <a:ext cx="151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D82A461-B905-4D65-9995-D6B1F38DE1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280589"/>
              </p:ext>
            </p:extLst>
          </p:nvPr>
        </p:nvGraphicFramePr>
        <p:xfrm>
          <a:off x="3046760" y="3940802"/>
          <a:ext cx="1244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7" name="Equation" r:id="rId15" imgW="1244520" imgH="330120" progId="Equation.DSMT4">
                  <p:embed/>
                </p:oleObj>
              </mc:Choice>
              <mc:Fallback>
                <p:oleObj name="Equation" r:id="rId15" imgW="1244520" imgH="330120" progId="Equation.DSMT4">
                  <p:embed/>
                  <p:pic>
                    <p:nvPicPr>
                      <p:cNvPr id="185" name="对象 184">
                        <a:extLst>
                          <a:ext uri="{FF2B5EF4-FFF2-40B4-BE49-F238E27FC236}">
                            <a16:creationId xmlns:a16="http://schemas.microsoft.com/office/drawing/2014/main" id="{C5520E61-9879-43ED-8DC8-D59AB7DCB9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46760" y="3940802"/>
                        <a:ext cx="1244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9D18F6C-9BF1-4320-AB47-BECDE8EB4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20817"/>
              </p:ext>
            </p:extLst>
          </p:nvPr>
        </p:nvGraphicFramePr>
        <p:xfrm>
          <a:off x="4759325" y="3743325"/>
          <a:ext cx="157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8" name="Equation" r:id="rId17" imgW="1574640" imgH="723600" progId="Equation.DSMT4">
                  <p:embed/>
                </p:oleObj>
              </mc:Choice>
              <mc:Fallback>
                <p:oleObj name="Equation" r:id="rId17" imgW="1574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59325" y="3743325"/>
                        <a:ext cx="157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E316CC14-C18B-44FF-8FA0-B69B6DB489AD}"/>
              </a:ext>
            </a:extLst>
          </p:cNvPr>
          <p:cNvGrpSpPr/>
          <p:nvPr/>
        </p:nvGrpSpPr>
        <p:grpSpPr>
          <a:xfrm>
            <a:off x="791268" y="2112748"/>
            <a:ext cx="7597156" cy="461665"/>
            <a:chOff x="791268" y="2112748"/>
            <a:chExt cx="7597156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43F0191-0A29-4EB2-B0ED-4321A17D2779}"/>
                </a:ext>
              </a:extLst>
            </p:cNvPr>
            <p:cNvSpPr/>
            <p:nvPr/>
          </p:nvSpPr>
          <p:spPr>
            <a:xfrm>
              <a:off x="791268" y="2112748"/>
              <a:ext cx="75971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即复合函数           的定义域为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8F9C37F-34AD-447F-9BA3-1602E3347B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240568"/>
                </p:ext>
              </p:extLst>
            </p:nvPr>
          </p:nvGraphicFramePr>
          <p:xfrm>
            <a:off x="2519043" y="2178112"/>
            <a:ext cx="1358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9" name="Equation" r:id="rId19" imgW="1358640" imgH="342720" progId="Equation.DSMT4">
                    <p:embed/>
                  </p:oleObj>
                </mc:Choice>
                <mc:Fallback>
                  <p:oleObj name="Equation" r:id="rId19" imgW="13586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338FA25-2E33-4086-B604-3B2B779068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19043" y="2178112"/>
                          <a:ext cx="1358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9FCBE47-D84C-472C-81B2-B40E14B63F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640718"/>
                </p:ext>
              </p:extLst>
            </p:nvPr>
          </p:nvGraphicFramePr>
          <p:xfrm>
            <a:off x="5672138" y="2176717"/>
            <a:ext cx="1028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50" name="Equation" r:id="rId20" imgW="1028520" imgH="330120" progId="Equation.DSMT4">
                    <p:embed/>
                  </p:oleObj>
                </mc:Choice>
                <mc:Fallback>
                  <p:oleObj name="Equation" r:id="rId20" imgW="10285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672138" y="2176717"/>
                          <a:ext cx="1028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107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4E6E7B1-A700-45AD-98B7-83710BD0C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06723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设函数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7F3BA3D-A002-4CB7-818D-5DFE29582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000475"/>
              </p:ext>
            </p:extLst>
          </p:nvPr>
        </p:nvGraphicFramePr>
        <p:xfrm>
          <a:off x="2397125" y="424657"/>
          <a:ext cx="2670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0" name="Equation" r:id="rId3" imgW="2666880" imgH="863280" progId="Equation.DSMT4">
                  <p:embed/>
                </p:oleObj>
              </mc:Choice>
              <mc:Fallback>
                <p:oleObj name="Equation" r:id="rId3" imgW="2666880" imgH="863280" progId="Equation.DSMT4">
                  <p:embed/>
                  <p:pic>
                    <p:nvPicPr>
                      <p:cNvPr id="116740" name="Object 4">
                        <a:extLst>
                          <a:ext uri="{FF2B5EF4-FFF2-40B4-BE49-F238E27FC236}">
                            <a16:creationId xmlns:a16="http://schemas.microsoft.com/office/drawing/2014/main" id="{F4AA4016-61CB-4F99-B63A-026A03CB6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424657"/>
                        <a:ext cx="26701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7894CA29-DB36-4F64-B876-DB4261877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752619"/>
              </p:ext>
            </p:extLst>
          </p:nvPr>
        </p:nvGraphicFramePr>
        <p:xfrm>
          <a:off x="654232" y="2320132"/>
          <a:ext cx="16113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1" name="Equation" r:id="rId5" imgW="1612800" imgH="863280" progId="Equation.DSMT4">
                  <p:embed/>
                </p:oleObj>
              </mc:Choice>
              <mc:Fallback>
                <p:oleObj name="Equation" r:id="rId5" imgW="1612800" imgH="863280" progId="Equation.DSMT4">
                  <p:embed/>
                  <p:pic>
                    <p:nvPicPr>
                      <p:cNvPr id="116741" name="Object 5">
                        <a:extLst>
                          <a:ext uri="{FF2B5EF4-FFF2-40B4-BE49-F238E27FC236}">
                            <a16:creationId xmlns:a16="http://schemas.microsoft.com/office/drawing/2014/main" id="{A08ED14E-9B94-4A02-B561-66A1C30C2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32" y="2320132"/>
                        <a:ext cx="16113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6FD5C241-0DBB-4EA8-AFC5-279B46266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435459"/>
            <a:ext cx="1981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换为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618DD3EA-0725-4854-AA3D-C9E190540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120903"/>
              </p:ext>
            </p:extLst>
          </p:nvPr>
        </p:nvGraphicFramePr>
        <p:xfrm>
          <a:off x="2142602" y="2843391"/>
          <a:ext cx="228441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2" name="Equation" r:id="rId7" imgW="2286000" imgH="342720" progId="Equation.DSMT4">
                  <p:embed/>
                </p:oleObj>
              </mc:Choice>
              <mc:Fallback>
                <p:oleObj name="Equation" r:id="rId7" imgW="2286000" imgH="342720" progId="Equation.DSMT4">
                  <p:embed/>
                  <p:pic>
                    <p:nvPicPr>
                      <p:cNvPr id="116747" name="Object 11">
                        <a:extLst>
                          <a:ext uri="{FF2B5EF4-FFF2-40B4-BE49-F238E27FC236}">
                            <a16:creationId xmlns:a16="http://schemas.microsoft.com/office/drawing/2014/main" id="{1F074B83-50A1-4D60-82C2-4EF248376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602" y="2843391"/>
                        <a:ext cx="2284412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FE8E320-EA4E-4A42-B1A1-10A3ACC79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003324"/>
              </p:ext>
            </p:extLst>
          </p:nvPr>
        </p:nvGraphicFramePr>
        <p:xfrm>
          <a:off x="2157350" y="2228083"/>
          <a:ext cx="23225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3" name="Equation" r:id="rId9" imgW="2311200" imgH="342720" progId="Equation.DSMT4">
                  <p:embed/>
                </p:oleObj>
              </mc:Choice>
              <mc:Fallback>
                <p:oleObj name="Equation" r:id="rId9" imgW="2311200" imgH="342720" progId="Equation.DSMT4">
                  <p:embed/>
                  <p:pic>
                    <p:nvPicPr>
                      <p:cNvPr id="116742" name="Object 6">
                        <a:extLst>
                          <a:ext uri="{FF2B5EF4-FFF2-40B4-BE49-F238E27FC236}">
                            <a16:creationId xmlns:a16="http://schemas.microsoft.com/office/drawing/2014/main" id="{510DA68D-A8A9-43E6-993E-9D2836FD92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350" y="2228083"/>
                        <a:ext cx="2322512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6">
            <a:extLst>
              <a:ext uri="{FF2B5EF4-FFF2-40B4-BE49-F238E27FC236}">
                <a16:creationId xmlns:a16="http://schemas.microsoft.com/office/drawing/2014/main" id="{3B6E5FA7-B4E8-4A01-B8EC-A817DD79693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609600"/>
            <a:ext cx="8382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graphicFrame>
        <p:nvGraphicFramePr>
          <p:cNvPr id="21" name="Object 28">
            <a:extLst>
              <a:ext uri="{FF2B5EF4-FFF2-40B4-BE49-F238E27FC236}">
                <a16:creationId xmlns:a16="http://schemas.microsoft.com/office/drawing/2014/main" id="{EDE2D878-18D7-43A8-A16B-EC2729BA9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684743"/>
              </p:ext>
            </p:extLst>
          </p:nvPr>
        </p:nvGraphicFramePr>
        <p:xfrm>
          <a:off x="5210175" y="643374"/>
          <a:ext cx="14192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4" name="Equation" r:id="rId11" imgW="1422360" imgH="380880" progId="Equation.DSMT4">
                  <p:embed/>
                </p:oleObj>
              </mc:Choice>
              <mc:Fallback>
                <p:oleObj name="Equation" r:id="rId11" imgW="1422360" imgH="380880" progId="Equation.DSMT4">
                  <p:embed/>
                  <p:pic>
                    <p:nvPicPr>
                      <p:cNvPr id="116764" name="Object 28">
                        <a:extLst>
                          <a:ext uri="{FF2B5EF4-FFF2-40B4-BE49-F238E27FC236}">
                            <a16:creationId xmlns:a16="http://schemas.microsoft.com/office/drawing/2014/main" id="{9EF6F719-CC86-4AA9-959C-354CB88E28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643374"/>
                        <a:ext cx="14192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9">
            <a:extLst>
              <a:ext uri="{FF2B5EF4-FFF2-40B4-BE49-F238E27FC236}">
                <a16:creationId xmlns:a16="http://schemas.microsoft.com/office/drawing/2014/main" id="{3A64C8EE-2885-4ED6-8BA1-4CEC4C55D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09" y="1521767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CD3F332-92F1-4708-83A0-2DFE7E973F23}"/>
              </a:ext>
            </a:extLst>
          </p:cNvPr>
          <p:cNvGrpSpPr/>
          <p:nvPr/>
        </p:nvGrpSpPr>
        <p:grpSpPr>
          <a:xfrm>
            <a:off x="1691680" y="3659349"/>
            <a:ext cx="2835870" cy="1276030"/>
            <a:chOff x="1691680" y="3659349"/>
            <a:chExt cx="2835870" cy="1276030"/>
          </a:xfrm>
        </p:grpSpPr>
        <p:graphicFrame>
          <p:nvGraphicFramePr>
            <p:cNvPr id="12" name="Object 17">
              <a:extLst>
                <a:ext uri="{FF2B5EF4-FFF2-40B4-BE49-F238E27FC236}">
                  <a16:creationId xmlns:a16="http://schemas.microsoft.com/office/drawing/2014/main" id="{13FC4185-4533-4715-A16B-70CE4551DF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882847"/>
                </p:ext>
              </p:extLst>
            </p:nvPr>
          </p:nvGraphicFramePr>
          <p:xfrm>
            <a:off x="1691680" y="4214814"/>
            <a:ext cx="201613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35" name="Equation" r:id="rId13" imgW="203040" imgH="164880" progId="Equation.DSMT4">
                    <p:embed/>
                  </p:oleObj>
                </mc:Choice>
                <mc:Fallback>
                  <p:oleObj name="Equation" r:id="rId13" imgW="203040" imgH="164880" progId="Equation.DSMT4">
                    <p:embed/>
                    <p:pic>
                      <p:nvPicPr>
                        <p:cNvPr id="116753" name="Object 17">
                          <a:extLst>
                            <a:ext uri="{FF2B5EF4-FFF2-40B4-BE49-F238E27FC236}">
                              <a16:creationId xmlns:a16="http://schemas.microsoft.com/office/drawing/2014/main" id="{B3D41054-33E4-4789-BE82-2C4C444AAD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4214814"/>
                          <a:ext cx="201613" cy="165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8">
              <a:extLst>
                <a:ext uri="{FF2B5EF4-FFF2-40B4-BE49-F238E27FC236}">
                  <a16:creationId xmlns:a16="http://schemas.microsoft.com/office/drawing/2014/main" id="{E7462708-B05F-46F8-AADA-84F25C51ED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9930856"/>
                </p:ext>
              </p:extLst>
            </p:nvPr>
          </p:nvGraphicFramePr>
          <p:xfrm>
            <a:off x="2352675" y="3673475"/>
            <a:ext cx="186531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36" name="Equation" r:id="rId15" imgW="1866600" imgH="342720" progId="Equation.DSMT4">
                    <p:embed/>
                  </p:oleObj>
                </mc:Choice>
                <mc:Fallback>
                  <p:oleObj name="Equation" r:id="rId15" imgW="1866600" imgH="342720" progId="Equation.DSMT4">
                    <p:embed/>
                    <p:pic>
                      <p:nvPicPr>
                        <p:cNvPr id="116754" name="Object 18">
                          <a:extLst>
                            <a:ext uri="{FF2B5EF4-FFF2-40B4-BE49-F238E27FC236}">
                              <a16:creationId xmlns:a16="http://schemas.microsoft.com/office/drawing/2014/main" id="{F6AA7D1B-D01B-45D7-916B-B03AE2B40F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675" y="3673475"/>
                          <a:ext cx="1865313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D71B4FED-254B-4319-961B-05E850D7A8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868582"/>
                </p:ext>
              </p:extLst>
            </p:nvPr>
          </p:nvGraphicFramePr>
          <p:xfrm>
            <a:off x="2330450" y="4143375"/>
            <a:ext cx="2197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37" name="Equation" r:id="rId17" imgW="2197080" imgH="342720" progId="Equation.DSMT4">
                    <p:embed/>
                  </p:oleObj>
                </mc:Choice>
                <mc:Fallback>
                  <p:oleObj name="Equation" r:id="rId17" imgW="2197080" imgH="342720" progId="Equation.DSMT4">
                    <p:embed/>
                    <p:pic>
                      <p:nvPicPr>
                        <p:cNvPr id="116760" name="Object 24">
                          <a:extLst>
                            <a:ext uri="{FF2B5EF4-FFF2-40B4-BE49-F238E27FC236}">
                              <a16:creationId xmlns:a16="http://schemas.microsoft.com/office/drawing/2014/main" id="{28B24BEE-1C99-4513-AC23-36E963E34E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0450" y="4143375"/>
                          <a:ext cx="2197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5">
              <a:extLst>
                <a:ext uri="{FF2B5EF4-FFF2-40B4-BE49-F238E27FC236}">
                  <a16:creationId xmlns:a16="http://schemas.microsoft.com/office/drawing/2014/main" id="{326E5691-E6B3-42D2-AF86-A792D5F18D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0462521"/>
                </p:ext>
              </p:extLst>
            </p:nvPr>
          </p:nvGraphicFramePr>
          <p:xfrm>
            <a:off x="2419350" y="4586288"/>
            <a:ext cx="156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38" name="Equation" r:id="rId19" imgW="1562040" imgH="342720" progId="Equation.DSMT4">
                    <p:embed/>
                  </p:oleObj>
                </mc:Choice>
                <mc:Fallback>
                  <p:oleObj name="Equation" r:id="rId19" imgW="1562040" imgH="342720" progId="Equation.DSMT4">
                    <p:embed/>
                    <p:pic>
                      <p:nvPicPr>
                        <p:cNvPr id="116761" name="Object 25">
                          <a:extLst>
                            <a:ext uri="{FF2B5EF4-FFF2-40B4-BE49-F238E27FC236}">
                              <a16:creationId xmlns:a16="http://schemas.microsoft.com/office/drawing/2014/main" id="{E1FC7888-AA3B-4A7D-86E1-ECE2446BB0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9350" y="4586288"/>
                          <a:ext cx="1562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AutoShape 30">
              <a:extLst>
                <a:ext uri="{FF2B5EF4-FFF2-40B4-BE49-F238E27FC236}">
                  <a16:creationId xmlns:a16="http://schemas.microsoft.com/office/drawing/2014/main" id="{F74FA988-5EB1-4478-A1F1-F825EC9E9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200" y="3659349"/>
              <a:ext cx="228600" cy="1276030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347686-F3FE-4621-A9A0-F9FE71B222C7}"/>
              </a:ext>
            </a:extLst>
          </p:cNvPr>
          <p:cNvGrpSpPr/>
          <p:nvPr/>
        </p:nvGrpSpPr>
        <p:grpSpPr>
          <a:xfrm>
            <a:off x="5034563" y="1382738"/>
            <a:ext cx="2997185" cy="2542213"/>
            <a:chOff x="5034563" y="1382738"/>
            <a:chExt cx="2997185" cy="2542213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BBF0EE16-1BEC-4089-B392-AA920A43A3B4}"/>
                </a:ext>
              </a:extLst>
            </p:cNvPr>
            <p:cNvGrpSpPr/>
            <p:nvPr/>
          </p:nvGrpSpPr>
          <p:grpSpPr>
            <a:xfrm>
              <a:off x="5034563" y="1382738"/>
              <a:ext cx="2791808" cy="2542213"/>
              <a:chOff x="5034563" y="1382738"/>
              <a:chExt cx="2791808" cy="2542213"/>
            </a:xfrm>
          </p:grpSpPr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DCB1195-FAFB-47A5-84FB-1717FA2B11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7300" y="3507854"/>
                <a:ext cx="2291585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170495F2-86E0-4AE3-AA2F-4332D339A2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52120" y="1521767"/>
                <a:ext cx="60849" cy="2403184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F122754B-A069-44F9-A112-5AE2DD9496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0113338"/>
                  </p:ext>
                </p:extLst>
              </p:nvPr>
            </p:nvGraphicFramePr>
            <p:xfrm>
              <a:off x="7269985" y="3578225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39" name="Equation" r:id="rId21" imgW="177480" imgH="190440" progId="Equation.DSMT4">
                      <p:embed/>
                    </p:oleObj>
                  </mc:Choice>
                  <mc:Fallback>
                    <p:oleObj name="Equation" r:id="rId21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269985" y="3578225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B2D8754E-16AB-468C-B02D-77FC12DB2C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0982540"/>
                  </p:ext>
                </p:extLst>
              </p:nvPr>
            </p:nvGraphicFramePr>
            <p:xfrm>
              <a:off x="5498951" y="1581378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0" name="Equation" r:id="rId23" imgW="190440" imgH="241200" progId="Equation.DSMT4">
                      <p:embed/>
                    </p:oleObj>
                  </mc:Choice>
                  <mc:Fallback>
                    <p:oleObj name="Equation" r:id="rId23" imgW="190440" imgH="241200" progId="Equation.DSMT4">
                      <p:embed/>
                      <p:pic>
                        <p:nvPicPr>
                          <p:cNvPr id="33" name="对象 32">
                            <a:extLst>
                              <a:ext uri="{FF2B5EF4-FFF2-40B4-BE49-F238E27FC236}">
                                <a16:creationId xmlns:a16="http://schemas.microsoft.com/office/drawing/2014/main" id="{F122754B-A069-44F9-A112-5AE2DD94967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5498951" y="1581378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006738AC-13CD-444B-8C82-739C2AE4CE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7497799"/>
                  </p:ext>
                </p:extLst>
              </p:nvPr>
            </p:nvGraphicFramePr>
            <p:xfrm>
              <a:off x="5423520" y="357684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1" name="Equation" r:id="rId25" imgW="228600" imgH="241200" progId="Equation.DSMT4">
                      <p:embed/>
                    </p:oleObj>
                  </mc:Choice>
                  <mc:Fallback>
                    <p:oleObj name="Equation" r:id="rId25" imgW="228600" imgH="241200" progId="Equation.DSMT4">
                      <p:embed/>
                      <p:pic>
                        <p:nvPicPr>
                          <p:cNvPr id="33" name="对象 32">
                            <a:extLst>
                              <a:ext uri="{FF2B5EF4-FFF2-40B4-BE49-F238E27FC236}">
                                <a16:creationId xmlns:a16="http://schemas.microsoft.com/office/drawing/2014/main" id="{F122754B-A069-44F9-A112-5AE2DD94967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423520" y="357684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4CE1281-5653-4881-999E-BD01B8176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4168" y="3435846"/>
                <a:ext cx="0" cy="7200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3C0FE177-4839-4401-887F-0393BD6AF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8224" y="3435846"/>
                <a:ext cx="0" cy="7200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CE5C20D2-04F6-4D31-B45C-4A6BD5BDEF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8519677"/>
                  </p:ext>
                </p:extLst>
              </p:nvPr>
            </p:nvGraphicFramePr>
            <p:xfrm>
              <a:off x="6027018" y="3585170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2" name="Equation" r:id="rId27" imgW="114120" imgH="228600" progId="Equation.DSMT4">
                      <p:embed/>
                    </p:oleObj>
                  </mc:Choice>
                  <mc:Fallback>
                    <p:oleObj name="Equation" r:id="rId27" imgW="1141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027018" y="3585170"/>
                            <a:ext cx="1143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D193BFAF-8D5C-4211-87D3-F52BE8189F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55060" y="1969578"/>
                <a:ext cx="794662" cy="1955373"/>
              </a:xfrm>
              <a:prstGeom prst="line">
                <a:avLst/>
              </a:prstGeom>
              <a:ln w="15875">
                <a:solidFill>
                  <a:srgbClr val="0064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7" name="对象 46">
                <a:extLst>
                  <a:ext uri="{FF2B5EF4-FFF2-40B4-BE49-F238E27FC236}">
                    <a16:creationId xmlns:a16="http://schemas.microsoft.com/office/drawing/2014/main" id="{1A58252B-70B5-44E4-843E-9AF6F1DD53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4416892"/>
                  </p:ext>
                </p:extLst>
              </p:nvPr>
            </p:nvGraphicFramePr>
            <p:xfrm>
              <a:off x="5436096" y="3075806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3" name="Equation" r:id="rId29" imgW="114120" imgH="228600" progId="Equation.DSMT4">
                      <p:embed/>
                    </p:oleObj>
                  </mc:Choice>
                  <mc:Fallback>
                    <p:oleObj name="Equation" r:id="rId29" imgW="1141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5436096" y="3075806"/>
                            <a:ext cx="1143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3025AA7-08A2-4228-82F3-0F315CBD1536}"/>
                  </a:ext>
                </a:extLst>
              </p:cNvPr>
              <p:cNvCxnSpPr>
                <a:cxnSpLocks/>
                <a:endCxn id="65" idx="2"/>
              </p:cNvCxnSpPr>
              <p:nvPr/>
            </p:nvCxnSpPr>
            <p:spPr>
              <a:xfrm flipV="1">
                <a:off x="5714255" y="1959858"/>
                <a:ext cx="427062" cy="972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aphicFrame>
            <p:nvGraphicFramePr>
              <p:cNvPr id="54" name="对象 53">
                <a:extLst>
                  <a:ext uri="{FF2B5EF4-FFF2-40B4-BE49-F238E27FC236}">
                    <a16:creationId xmlns:a16="http://schemas.microsoft.com/office/drawing/2014/main" id="{DF9D308F-DD45-4964-ACA8-32F376C866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8522852"/>
                  </p:ext>
                </p:extLst>
              </p:nvPr>
            </p:nvGraphicFramePr>
            <p:xfrm>
              <a:off x="5476375" y="1893049"/>
              <a:ext cx="1651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4" name="Equation" r:id="rId31" imgW="164880" imgH="228600" progId="Equation.DSMT4">
                      <p:embed/>
                    </p:oleObj>
                  </mc:Choice>
                  <mc:Fallback>
                    <p:oleObj name="Equation" r:id="rId31" imgW="16488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476375" y="1893049"/>
                            <a:ext cx="1651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对象 58">
                <a:extLst>
                  <a:ext uri="{FF2B5EF4-FFF2-40B4-BE49-F238E27FC236}">
                    <a16:creationId xmlns:a16="http://schemas.microsoft.com/office/drawing/2014/main" id="{88E5EB84-5B42-4B43-B604-A831D724C3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4887284"/>
                  </p:ext>
                </p:extLst>
              </p:nvPr>
            </p:nvGraphicFramePr>
            <p:xfrm>
              <a:off x="6255517" y="1652533"/>
              <a:ext cx="10033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045" name="Equation" r:id="rId33" imgW="1002960" imgH="291960" progId="Equation.DSMT4">
                      <p:embed/>
                    </p:oleObj>
                  </mc:Choice>
                  <mc:Fallback>
                    <p:oleObj name="Equation" r:id="rId33" imgW="100296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6255517" y="1652533"/>
                            <a:ext cx="10033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2D759CF-1C3D-4040-BBF1-55BB2B3F75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4563" y="3089618"/>
                <a:ext cx="245702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流程图: 接点 64">
                <a:extLst>
                  <a:ext uri="{FF2B5EF4-FFF2-40B4-BE49-F238E27FC236}">
                    <a16:creationId xmlns:a16="http://schemas.microsoft.com/office/drawing/2014/main" id="{35A543F3-F767-4805-9225-C42A4CF47517}"/>
                  </a:ext>
                </a:extLst>
              </p:cNvPr>
              <p:cNvSpPr/>
              <p:nvPr/>
            </p:nvSpPr>
            <p:spPr>
              <a:xfrm>
                <a:off x="6141317" y="1923858"/>
                <a:ext cx="72000" cy="72000"/>
              </a:xfrm>
              <a:prstGeom prst="flowChartConnector">
                <a:avLst/>
              </a:prstGeom>
              <a:solidFill>
                <a:schemeClr val="bg1"/>
              </a:solidFill>
              <a:ln w="1905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4236DF0-4258-4955-90F8-6EF6958FB0F3}"/>
                  </a:ext>
                </a:extLst>
              </p:cNvPr>
              <p:cNvCxnSpPr/>
              <p:nvPr/>
            </p:nvCxnSpPr>
            <p:spPr>
              <a:xfrm flipV="1">
                <a:off x="6098179" y="1382738"/>
                <a:ext cx="1728192" cy="1693068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96C20E8F-876F-4864-AF03-9BB7E469F651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 flipH="1">
                <a:off x="6084169" y="1995858"/>
                <a:ext cx="93148" cy="14781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59204D1-1587-43A8-AA97-B16AB5CB5F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9164554"/>
                </p:ext>
              </p:extLst>
            </p:nvPr>
          </p:nvGraphicFramePr>
          <p:xfrm>
            <a:off x="7460248" y="1738245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46" name="Equation" r:id="rId35" imgW="571320" imgH="241200" progId="Equation.DSMT4">
                    <p:embed/>
                  </p:oleObj>
                </mc:Choice>
                <mc:Fallback>
                  <p:oleObj name="Equation" r:id="rId35" imgW="5713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460248" y="1738245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308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E72D1CF-DE4C-40E4-ABFD-A1C3864F891F}"/>
              </a:ext>
            </a:extLst>
          </p:cNvPr>
          <p:cNvSpPr txBox="1">
            <a:spLocks noChangeArrowheads="1"/>
          </p:cNvSpPr>
          <p:nvPr/>
        </p:nvSpPr>
        <p:spPr>
          <a:xfrm>
            <a:off x="740874" y="535532"/>
            <a:ext cx="1524000" cy="5334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8553F14-13A9-41A8-8495-9E1FF2F07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09" y="529355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的反函数及其定义域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Object 32">
            <a:extLst>
              <a:ext uri="{FF2B5EF4-FFF2-40B4-BE49-F238E27FC236}">
                <a16:creationId xmlns:a16="http://schemas.microsoft.com/office/drawing/2014/main" id="{AF0779E8-2323-4EBC-AC8E-E9969E37C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224946"/>
              </p:ext>
            </p:extLst>
          </p:nvPr>
        </p:nvGraphicFramePr>
        <p:xfrm>
          <a:off x="1891060" y="91032"/>
          <a:ext cx="2794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8" name="Equation" r:id="rId3" imgW="2793960" imgH="1422360" progId="Equation.DSMT4">
                  <p:embed/>
                </p:oleObj>
              </mc:Choice>
              <mc:Fallback>
                <p:oleObj name="Equation" r:id="rId3" imgW="2793960" imgH="1422360" progId="Equation.DSMT4">
                  <p:embed/>
                  <p:pic>
                    <p:nvPicPr>
                      <p:cNvPr id="128032" name="Object 32">
                        <a:extLst>
                          <a:ext uri="{FF2B5EF4-FFF2-40B4-BE49-F238E27FC236}">
                            <a16:creationId xmlns:a16="http://schemas.microsoft.com/office/drawing/2014/main" id="{747D459B-FEBA-4F41-8673-3B97B67B2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060" y="91032"/>
                        <a:ext cx="27940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A7B6010B-3313-4810-B4BB-0E847D8DCB4D}"/>
              </a:ext>
            </a:extLst>
          </p:cNvPr>
          <p:cNvGrpSpPr/>
          <p:nvPr/>
        </p:nvGrpSpPr>
        <p:grpSpPr>
          <a:xfrm>
            <a:off x="6603653" y="1419622"/>
            <a:ext cx="2166937" cy="3454400"/>
            <a:chOff x="6603653" y="1419622"/>
            <a:chExt cx="2166937" cy="3454400"/>
          </a:xfrm>
        </p:grpSpPr>
        <p:sp>
          <p:nvSpPr>
            <p:cNvPr id="7" name="Line 33">
              <a:extLst>
                <a:ext uri="{FF2B5EF4-FFF2-40B4-BE49-F238E27FC236}">
                  <a16:creationId xmlns:a16="http://schemas.microsoft.com/office/drawing/2014/main" id="{8DEB89B6-A900-4D3E-A39B-8F65669EB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4378" y="3211910"/>
              <a:ext cx="4603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" name="Object 34">
              <a:extLst>
                <a:ext uri="{FF2B5EF4-FFF2-40B4-BE49-F238E27FC236}">
                  <a16:creationId xmlns:a16="http://schemas.microsoft.com/office/drawing/2014/main" id="{200097CE-7E9D-49A5-8458-EA2FB1385E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346782"/>
                </p:ext>
              </p:extLst>
            </p:nvPr>
          </p:nvGraphicFramePr>
          <p:xfrm>
            <a:off x="7114828" y="3132535"/>
            <a:ext cx="196850" cy="217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89" name="Equation" r:id="rId5" imgW="164880" imgH="228600" progId="Equation.DSMT4">
                    <p:embed/>
                  </p:oleObj>
                </mc:Choice>
                <mc:Fallback>
                  <p:oleObj name="Equation" r:id="rId5" imgW="164880" imgH="228600" progId="Equation.DSMT4">
                    <p:embed/>
                    <p:pic>
                      <p:nvPicPr>
                        <p:cNvPr id="128034" name="Object 34">
                          <a:extLst>
                            <a:ext uri="{FF2B5EF4-FFF2-40B4-BE49-F238E27FC236}">
                              <a16:creationId xmlns:a16="http://schemas.microsoft.com/office/drawing/2014/main" id="{30B01B85-3A5A-40D3-AC3A-A7B236CDB4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4828" y="3132535"/>
                          <a:ext cx="196850" cy="217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Freeform 35">
              <a:extLst>
                <a:ext uri="{FF2B5EF4-FFF2-40B4-BE49-F238E27FC236}">
                  <a16:creationId xmlns:a16="http://schemas.microsoft.com/office/drawing/2014/main" id="{E9223396-9477-4785-96AC-2FEF5ADB6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5653" y="3923110"/>
              <a:ext cx="447675" cy="862012"/>
            </a:xfrm>
            <a:custGeom>
              <a:avLst/>
              <a:gdLst>
                <a:gd name="T0" fmla="*/ 0 w 348"/>
                <a:gd name="T1" fmla="*/ 828 h 828"/>
                <a:gd name="T2" fmla="*/ 42 w 348"/>
                <a:gd name="T3" fmla="*/ 582 h 828"/>
                <a:gd name="T4" fmla="*/ 78 w 348"/>
                <a:gd name="T5" fmla="*/ 432 h 828"/>
                <a:gd name="T6" fmla="*/ 120 w 348"/>
                <a:gd name="T7" fmla="*/ 330 h 828"/>
                <a:gd name="T8" fmla="*/ 156 w 348"/>
                <a:gd name="T9" fmla="*/ 252 h 828"/>
                <a:gd name="T10" fmla="*/ 192 w 348"/>
                <a:gd name="T11" fmla="*/ 186 h 828"/>
                <a:gd name="T12" fmla="*/ 234 w 348"/>
                <a:gd name="T13" fmla="*/ 126 h 828"/>
                <a:gd name="T14" fmla="*/ 270 w 348"/>
                <a:gd name="T15" fmla="*/ 78 h 828"/>
                <a:gd name="T16" fmla="*/ 306 w 348"/>
                <a:gd name="T17" fmla="*/ 36 h 828"/>
                <a:gd name="T18" fmla="*/ 348 w 348"/>
                <a:gd name="T19" fmla="*/ 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8" h="828">
                  <a:moveTo>
                    <a:pt x="0" y="828"/>
                  </a:moveTo>
                  <a:lnTo>
                    <a:pt x="42" y="582"/>
                  </a:lnTo>
                  <a:lnTo>
                    <a:pt x="78" y="432"/>
                  </a:lnTo>
                  <a:lnTo>
                    <a:pt x="120" y="330"/>
                  </a:lnTo>
                  <a:lnTo>
                    <a:pt x="156" y="252"/>
                  </a:lnTo>
                  <a:lnTo>
                    <a:pt x="192" y="186"/>
                  </a:lnTo>
                  <a:lnTo>
                    <a:pt x="234" y="126"/>
                  </a:lnTo>
                  <a:lnTo>
                    <a:pt x="270" y="78"/>
                  </a:lnTo>
                  <a:lnTo>
                    <a:pt x="306" y="36"/>
                  </a:lnTo>
                  <a:lnTo>
                    <a:pt x="34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36">
              <a:extLst>
                <a:ext uri="{FF2B5EF4-FFF2-40B4-BE49-F238E27FC236}">
                  <a16:creationId xmlns:a16="http://schemas.microsoft.com/office/drawing/2014/main" id="{42964A05-9426-4464-9F52-06224D6DC5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0880913"/>
                </p:ext>
              </p:extLst>
            </p:nvPr>
          </p:nvGraphicFramePr>
          <p:xfrm>
            <a:off x="7830790" y="3969147"/>
            <a:ext cx="134938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0" name="Equation" r:id="rId7" imgW="114120" imgH="228600" progId="Equation.DSMT4">
                    <p:embed/>
                  </p:oleObj>
                </mc:Choice>
                <mc:Fallback>
                  <p:oleObj name="Equation" r:id="rId7" imgW="114120" imgH="228600" progId="Equation.DSMT4">
                    <p:embed/>
                    <p:pic>
                      <p:nvPicPr>
                        <p:cNvPr id="128036" name="Object 36">
                          <a:extLst>
                            <a:ext uri="{FF2B5EF4-FFF2-40B4-BE49-F238E27FC236}">
                              <a16:creationId xmlns:a16="http://schemas.microsoft.com/office/drawing/2014/main" id="{69E9C832-CA99-4A6A-A24D-2E7BDFC343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0790" y="3969147"/>
                          <a:ext cx="134938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37">
              <a:extLst>
                <a:ext uri="{FF2B5EF4-FFF2-40B4-BE49-F238E27FC236}">
                  <a16:creationId xmlns:a16="http://schemas.microsoft.com/office/drawing/2014/main" id="{00743B6E-2323-480F-A0BB-AB706253BC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5465923"/>
                </p:ext>
              </p:extLst>
            </p:nvPr>
          </p:nvGraphicFramePr>
          <p:xfrm>
            <a:off x="8210203" y="3973910"/>
            <a:ext cx="195262" cy="219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1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128037" name="Object 37">
                          <a:extLst>
                            <a:ext uri="{FF2B5EF4-FFF2-40B4-BE49-F238E27FC236}">
                              <a16:creationId xmlns:a16="http://schemas.microsoft.com/office/drawing/2014/main" id="{CA8971E6-B2AD-42E6-B5A6-EB6EB9E56D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0203" y="3973910"/>
                          <a:ext cx="195262" cy="219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38">
              <a:extLst>
                <a:ext uri="{FF2B5EF4-FFF2-40B4-BE49-F238E27FC236}">
                  <a16:creationId xmlns:a16="http://schemas.microsoft.com/office/drawing/2014/main" id="{A415FC60-7833-4FB5-9102-997188053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5390" y="1884760"/>
              <a:ext cx="495300" cy="2028825"/>
              <a:chOff x="5162" y="970"/>
              <a:chExt cx="312" cy="1578"/>
            </a:xfrm>
          </p:grpSpPr>
          <p:sp>
            <p:nvSpPr>
              <p:cNvPr id="13" name="Freeform 39">
                <a:extLst>
                  <a:ext uri="{FF2B5EF4-FFF2-40B4-BE49-F238E27FC236}">
                    <a16:creationId xmlns:a16="http://schemas.microsoft.com/office/drawing/2014/main" id="{9303BEE3-CAFB-45F2-A125-F5030B0BA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" y="970"/>
                <a:ext cx="307" cy="1002"/>
              </a:xfrm>
              <a:custGeom>
                <a:avLst/>
                <a:gdLst>
                  <a:gd name="T0" fmla="*/ 0 w 378"/>
                  <a:gd name="T1" fmla="*/ 1236 h 1236"/>
                  <a:gd name="T2" fmla="*/ 36 w 378"/>
                  <a:gd name="T3" fmla="*/ 1158 h 1236"/>
                  <a:gd name="T4" fmla="*/ 72 w 378"/>
                  <a:gd name="T5" fmla="*/ 1074 h 1236"/>
                  <a:gd name="T6" fmla="*/ 114 w 378"/>
                  <a:gd name="T7" fmla="*/ 984 h 1236"/>
                  <a:gd name="T8" fmla="*/ 150 w 378"/>
                  <a:gd name="T9" fmla="*/ 882 h 1236"/>
                  <a:gd name="T10" fmla="*/ 186 w 378"/>
                  <a:gd name="T11" fmla="*/ 768 h 1236"/>
                  <a:gd name="T12" fmla="*/ 228 w 378"/>
                  <a:gd name="T13" fmla="*/ 642 h 1236"/>
                  <a:gd name="T14" fmla="*/ 264 w 378"/>
                  <a:gd name="T15" fmla="*/ 504 h 1236"/>
                  <a:gd name="T16" fmla="*/ 300 w 378"/>
                  <a:gd name="T17" fmla="*/ 354 h 1236"/>
                  <a:gd name="T18" fmla="*/ 342 w 378"/>
                  <a:gd name="T19" fmla="*/ 186 h 1236"/>
                  <a:gd name="T20" fmla="*/ 378 w 378"/>
                  <a:gd name="T21" fmla="*/ 0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1236">
                    <a:moveTo>
                      <a:pt x="0" y="1236"/>
                    </a:moveTo>
                    <a:lnTo>
                      <a:pt x="36" y="1158"/>
                    </a:lnTo>
                    <a:lnTo>
                      <a:pt x="72" y="1074"/>
                    </a:lnTo>
                    <a:lnTo>
                      <a:pt x="114" y="984"/>
                    </a:lnTo>
                    <a:lnTo>
                      <a:pt x="150" y="882"/>
                    </a:lnTo>
                    <a:lnTo>
                      <a:pt x="186" y="768"/>
                    </a:lnTo>
                    <a:lnTo>
                      <a:pt x="228" y="642"/>
                    </a:lnTo>
                    <a:lnTo>
                      <a:pt x="264" y="504"/>
                    </a:lnTo>
                    <a:lnTo>
                      <a:pt x="300" y="354"/>
                    </a:lnTo>
                    <a:lnTo>
                      <a:pt x="342" y="186"/>
                    </a:lnTo>
                    <a:lnTo>
                      <a:pt x="37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40">
                <a:extLst>
                  <a:ext uri="{FF2B5EF4-FFF2-40B4-BE49-F238E27FC236}">
                    <a16:creationId xmlns:a16="http://schemas.microsoft.com/office/drawing/2014/main" id="{1F75042B-BD69-40E6-9E8D-8E8D0F619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2" y="2003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41">
                <a:extLst>
                  <a:ext uri="{FF2B5EF4-FFF2-40B4-BE49-F238E27FC236}">
                    <a16:creationId xmlns:a16="http://schemas.microsoft.com/office/drawing/2014/main" id="{8EEF5BDA-3B1D-4D6F-9092-2C2216808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4" y="992"/>
                <a:ext cx="0" cy="15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6" name="Object 42">
              <a:extLst>
                <a:ext uri="{FF2B5EF4-FFF2-40B4-BE49-F238E27FC236}">
                  <a16:creationId xmlns:a16="http://schemas.microsoft.com/office/drawing/2014/main" id="{4C1AF570-FB71-476A-A936-0CAB1C5746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24070"/>
                </p:ext>
              </p:extLst>
            </p:nvPr>
          </p:nvGraphicFramePr>
          <p:xfrm>
            <a:off x="6921153" y="1764110"/>
            <a:ext cx="358775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2" name="Equation" r:id="rId11" imgW="304560" imgH="241200" progId="Equation.DSMT4">
                    <p:embed/>
                  </p:oleObj>
                </mc:Choice>
                <mc:Fallback>
                  <p:oleObj name="Equation" r:id="rId11" imgW="304560" imgH="241200" progId="Equation.DSMT4">
                    <p:embed/>
                    <p:pic>
                      <p:nvPicPr>
                        <p:cNvPr id="128042" name="Object 42">
                          <a:extLst>
                            <a:ext uri="{FF2B5EF4-FFF2-40B4-BE49-F238E27FC236}">
                              <a16:creationId xmlns:a16="http://schemas.microsoft.com/office/drawing/2014/main" id="{E57C4968-20E6-4BDB-87CA-61105EA372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153" y="1764110"/>
                          <a:ext cx="358775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43">
              <a:extLst>
                <a:ext uri="{FF2B5EF4-FFF2-40B4-BE49-F238E27FC236}">
                  <a16:creationId xmlns:a16="http://schemas.microsoft.com/office/drawing/2014/main" id="{A0862032-DA5F-4FEB-824E-F21BA9F9C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4378" y="1911747"/>
              <a:ext cx="9794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68">
              <a:extLst>
                <a:ext uri="{FF2B5EF4-FFF2-40B4-BE49-F238E27FC236}">
                  <a16:creationId xmlns:a16="http://schemas.microsoft.com/office/drawing/2014/main" id="{14AEB693-1810-4AD8-A276-DE5D0ED3F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3653" y="3546875"/>
              <a:ext cx="715962" cy="655638"/>
              <a:chOff x="4143" y="2108"/>
              <a:chExt cx="451" cy="413"/>
            </a:xfrm>
          </p:grpSpPr>
          <p:sp>
            <p:nvSpPr>
              <p:cNvPr id="19" name="Freeform 45">
                <a:extLst>
                  <a:ext uri="{FF2B5EF4-FFF2-40B4-BE49-F238E27FC236}">
                    <a16:creationId xmlns:a16="http://schemas.microsoft.com/office/drawing/2014/main" id="{9030F5C2-ED04-4B3E-A417-5BC08E733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2108"/>
                <a:ext cx="307" cy="237"/>
              </a:xfrm>
              <a:custGeom>
                <a:avLst/>
                <a:gdLst>
                  <a:gd name="T0" fmla="*/ 378 w 378"/>
                  <a:gd name="T1" fmla="*/ 360 h 360"/>
                  <a:gd name="T2" fmla="*/ 342 w 378"/>
                  <a:gd name="T3" fmla="*/ 354 h 360"/>
                  <a:gd name="T4" fmla="*/ 300 w 378"/>
                  <a:gd name="T5" fmla="*/ 348 h 360"/>
                  <a:gd name="T6" fmla="*/ 264 w 378"/>
                  <a:gd name="T7" fmla="*/ 330 h 360"/>
                  <a:gd name="T8" fmla="*/ 228 w 378"/>
                  <a:gd name="T9" fmla="*/ 300 h 360"/>
                  <a:gd name="T10" fmla="*/ 186 w 378"/>
                  <a:gd name="T11" fmla="*/ 270 h 360"/>
                  <a:gd name="T12" fmla="*/ 150 w 378"/>
                  <a:gd name="T13" fmla="*/ 228 h 360"/>
                  <a:gd name="T14" fmla="*/ 114 w 378"/>
                  <a:gd name="T15" fmla="*/ 186 h 360"/>
                  <a:gd name="T16" fmla="*/ 72 w 378"/>
                  <a:gd name="T17" fmla="*/ 132 h 360"/>
                  <a:gd name="T18" fmla="*/ 36 w 378"/>
                  <a:gd name="T19" fmla="*/ 66 h 360"/>
                  <a:gd name="T20" fmla="*/ 0 w 378"/>
                  <a:gd name="T21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360">
                    <a:moveTo>
                      <a:pt x="378" y="360"/>
                    </a:moveTo>
                    <a:lnTo>
                      <a:pt x="342" y="354"/>
                    </a:lnTo>
                    <a:lnTo>
                      <a:pt x="300" y="348"/>
                    </a:lnTo>
                    <a:lnTo>
                      <a:pt x="264" y="330"/>
                    </a:lnTo>
                    <a:lnTo>
                      <a:pt x="228" y="300"/>
                    </a:lnTo>
                    <a:lnTo>
                      <a:pt x="186" y="270"/>
                    </a:lnTo>
                    <a:lnTo>
                      <a:pt x="150" y="228"/>
                    </a:lnTo>
                    <a:lnTo>
                      <a:pt x="114" y="186"/>
                    </a:lnTo>
                    <a:lnTo>
                      <a:pt x="72" y="132"/>
                    </a:lnTo>
                    <a:lnTo>
                      <a:pt x="36" y="66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" name="Group 67">
                <a:extLst>
                  <a:ext uri="{FF2B5EF4-FFF2-40B4-BE49-F238E27FC236}">
                    <a16:creationId xmlns:a16="http://schemas.microsoft.com/office/drawing/2014/main" id="{6B17BF06-468C-46D1-9245-8337BD2F4F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3" y="2127"/>
                <a:ext cx="215" cy="394"/>
                <a:chOff x="4143" y="2127"/>
                <a:chExt cx="215" cy="394"/>
              </a:xfrm>
            </p:grpSpPr>
            <p:sp>
              <p:nvSpPr>
                <p:cNvPr id="21" name="Line 46">
                  <a:extLst>
                    <a:ext uri="{FF2B5EF4-FFF2-40B4-BE49-F238E27FC236}">
                      <a16:creationId xmlns:a16="http://schemas.microsoft.com/office/drawing/2014/main" id="{7AFCDB47-786A-4499-B545-6A3BD2B6A9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8" y="2127"/>
                  <a:ext cx="0" cy="2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2" name="Object 47">
                  <a:extLst>
                    <a:ext uri="{FF2B5EF4-FFF2-40B4-BE49-F238E27FC236}">
                      <a16:creationId xmlns:a16="http://schemas.microsoft.com/office/drawing/2014/main" id="{8BEF741F-C548-48E3-8AA8-70F3A3BBC5F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43925810"/>
                    </p:ext>
                  </p:extLst>
                </p:nvPr>
              </p:nvGraphicFramePr>
              <p:xfrm>
                <a:off x="4143" y="2385"/>
                <a:ext cx="215" cy="1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3593" name="Equation" r:id="rId13" imgW="291960" imgH="228600" progId="Equation.DSMT4">
                        <p:embed/>
                      </p:oleObj>
                    </mc:Choice>
                    <mc:Fallback>
                      <p:oleObj name="Equation" r:id="rId13" imgW="291960" imgH="228600" progId="Equation.DSMT4">
                        <p:embed/>
                        <p:pic>
                          <p:nvPicPr>
                            <p:cNvPr id="128047" name="Object 47">
                              <a:extLst>
                                <a:ext uri="{FF2B5EF4-FFF2-40B4-BE49-F238E27FC236}">
                                  <a16:creationId xmlns:a16="http://schemas.microsoft.com/office/drawing/2014/main" id="{CB644305-80A1-457F-89DC-9A63B382ADD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43" y="2385"/>
                              <a:ext cx="215" cy="1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3" name="Group 54">
              <a:extLst>
                <a:ext uri="{FF2B5EF4-FFF2-40B4-BE49-F238E27FC236}">
                  <a16:creationId xmlns:a16="http://schemas.microsoft.com/office/drawing/2014/main" id="{B7B5BE97-A39C-4659-AE67-D8D5FD201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1303" y="3453216"/>
              <a:ext cx="703262" cy="215900"/>
              <a:chOff x="4299" y="2049"/>
              <a:chExt cx="443" cy="136"/>
            </a:xfrm>
          </p:grpSpPr>
          <p:sp>
            <p:nvSpPr>
              <p:cNvPr id="24" name="Line 55">
                <a:extLst>
                  <a:ext uri="{FF2B5EF4-FFF2-40B4-BE49-F238E27FC236}">
                    <a16:creationId xmlns:a16="http://schemas.microsoft.com/office/drawing/2014/main" id="{4DA765CF-F729-4153-9662-3F6378F38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9" y="2118"/>
                <a:ext cx="2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" name="Object 56">
                <a:extLst>
                  <a:ext uri="{FF2B5EF4-FFF2-40B4-BE49-F238E27FC236}">
                    <a16:creationId xmlns:a16="http://schemas.microsoft.com/office/drawing/2014/main" id="{6A1F50D3-3181-496E-886C-38B3E4D332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8531452"/>
                  </p:ext>
                </p:extLst>
              </p:nvPr>
            </p:nvGraphicFramePr>
            <p:xfrm>
              <a:off x="4657" y="2049"/>
              <a:ext cx="85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94" name="Equation" r:id="rId15" imgW="114120" imgH="228600" progId="Equation.DSMT4">
                      <p:embed/>
                    </p:oleObj>
                  </mc:Choice>
                  <mc:Fallback>
                    <p:oleObj name="Equation" r:id="rId15" imgW="114120" imgH="228600" progId="Equation.DSMT4">
                      <p:embed/>
                      <p:pic>
                        <p:nvPicPr>
                          <p:cNvPr id="128056" name="Object 56">
                            <a:extLst>
                              <a:ext uri="{FF2B5EF4-FFF2-40B4-BE49-F238E27FC236}">
                                <a16:creationId xmlns:a16="http://schemas.microsoft.com/office/drawing/2014/main" id="{53CC290B-803F-4559-9CB3-DB255DB76F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7" y="2049"/>
                            <a:ext cx="85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61">
              <a:extLst>
                <a:ext uri="{FF2B5EF4-FFF2-40B4-BE49-F238E27FC236}">
                  <a16:creationId xmlns:a16="http://schemas.microsoft.com/office/drawing/2014/main" id="{A68F8CDB-EDEB-4222-B047-69F8327CF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32240" y="1419622"/>
              <a:ext cx="2038350" cy="3454400"/>
              <a:chOff x="4224" y="768"/>
              <a:chExt cx="1284" cy="2176"/>
            </a:xfrm>
          </p:grpSpPr>
          <p:sp>
            <p:nvSpPr>
              <p:cNvPr id="27" name="Line 62">
                <a:extLst>
                  <a:ext uri="{FF2B5EF4-FFF2-40B4-BE49-F238E27FC236}">
                    <a16:creationId xmlns:a16="http://schemas.microsoft.com/office/drawing/2014/main" id="{0C86E300-B363-4463-82DB-F23DE3750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2345"/>
                <a:ext cx="12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63">
                <a:extLst>
                  <a:ext uri="{FF2B5EF4-FFF2-40B4-BE49-F238E27FC236}">
                    <a16:creationId xmlns:a16="http://schemas.microsoft.com/office/drawing/2014/main" id="{8CB57F89-0108-4EF0-9C60-89D642543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4" y="768"/>
                <a:ext cx="0" cy="21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" name="Object 64">
                <a:extLst>
                  <a:ext uri="{FF2B5EF4-FFF2-40B4-BE49-F238E27FC236}">
                    <a16:creationId xmlns:a16="http://schemas.microsoft.com/office/drawing/2014/main" id="{BDAA0B04-A033-42C2-8BD4-3BB9EC618B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2689007"/>
                  </p:ext>
                </p:extLst>
              </p:nvPr>
            </p:nvGraphicFramePr>
            <p:xfrm>
              <a:off x="4432" y="788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95" name="Equation" r:id="rId17" imgW="190440" imgH="241200" progId="Equation.DSMT4">
                      <p:embed/>
                    </p:oleObj>
                  </mc:Choice>
                  <mc:Fallback>
                    <p:oleObj name="Equation" r:id="rId17" imgW="190440" imgH="241200" progId="Equation.DSMT4">
                      <p:embed/>
                      <p:pic>
                        <p:nvPicPr>
                          <p:cNvPr id="128064" name="Object 64">
                            <a:extLst>
                              <a:ext uri="{FF2B5EF4-FFF2-40B4-BE49-F238E27FC236}">
                                <a16:creationId xmlns:a16="http://schemas.microsoft.com/office/drawing/2014/main" id="{EDFBC1CE-3DB3-495C-B035-EB2B01F248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2" y="788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65">
                <a:extLst>
                  <a:ext uri="{FF2B5EF4-FFF2-40B4-BE49-F238E27FC236}">
                    <a16:creationId xmlns:a16="http://schemas.microsoft.com/office/drawing/2014/main" id="{C62CC8B8-F77B-4060-B7BE-04BD188ED0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7340733"/>
                  </p:ext>
                </p:extLst>
              </p:nvPr>
            </p:nvGraphicFramePr>
            <p:xfrm>
              <a:off x="4431" y="237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96" name="Equation" r:id="rId19" imgW="228600" imgH="241200" progId="Equation.DSMT4">
                      <p:embed/>
                    </p:oleObj>
                  </mc:Choice>
                  <mc:Fallback>
                    <p:oleObj name="Equation" r:id="rId19" imgW="228600" imgH="241200" progId="Equation.DSMT4">
                      <p:embed/>
                      <p:pic>
                        <p:nvPicPr>
                          <p:cNvPr id="128065" name="Object 65">
                            <a:extLst>
                              <a:ext uri="{FF2B5EF4-FFF2-40B4-BE49-F238E27FC236}">
                                <a16:creationId xmlns:a16="http://schemas.microsoft.com/office/drawing/2014/main" id="{6F77DEC5-2AB2-486B-8DE8-AAFDDFB9C51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1" y="237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66">
                <a:extLst>
                  <a:ext uri="{FF2B5EF4-FFF2-40B4-BE49-F238E27FC236}">
                    <a16:creationId xmlns:a16="http://schemas.microsoft.com/office/drawing/2014/main" id="{BC86284C-1476-410D-B6BA-22AC71FF94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5656128"/>
                  </p:ext>
                </p:extLst>
              </p:nvPr>
            </p:nvGraphicFramePr>
            <p:xfrm>
              <a:off x="5396" y="2412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97" name="Equation" r:id="rId21" imgW="177480" imgH="190440" progId="Equation.DSMT4">
                      <p:embed/>
                    </p:oleObj>
                  </mc:Choice>
                  <mc:Fallback>
                    <p:oleObj name="Equation" r:id="rId21" imgW="177480" imgH="190440" progId="Equation.DSMT4">
                      <p:embed/>
                      <p:pic>
                        <p:nvPicPr>
                          <p:cNvPr id="128066" name="Object 66">
                            <a:extLst>
                              <a:ext uri="{FF2B5EF4-FFF2-40B4-BE49-F238E27FC236}">
                                <a16:creationId xmlns:a16="http://schemas.microsoft.com/office/drawing/2014/main" id="{703B15D5-E935-46B4-BA9A-6E2B4B9E0F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6" y="2412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" name="Oval 69">
              <a:extLst>
                <a:ext uri="{FF2B5EF4-FFF2-40B4-BE49-F238E27FC236}">
                  <a16:creationId xmlns:a16="http://schemas.microsoft.com/office/drawing/2014/main" id="{DCC48DDA-C092-4881-AC81-C8DAAD43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240" y="3172222"/>
              <a:ext cx="71438" cy="714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70">
              <a:extLst>
                <a:ext uri="{FF2B5EF4-FFF2-40B4-BE49-F238E27FC236}">
                  <a16:creationId xmlns:a16="http://schemas.microsoft.com/office/drawing/2014/main" id="{6B064E3F-9259-4C21-A037-0F77967F3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0403" y="3885010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" name="Text Box 5">
            <a:extLst>
              <a:ext uri="{FF2B5EF4-FFF2-40B4-BE49-F238E27FC236}">
                <a16:creationId xmlns:a16="http://schemas.microsoft.com/office/drawing/2014/main" id="{9732C483-E345-4053-B9AC-090E43A8B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66" y="170366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F27FB67E-2994-4DBF-A0E0-E72BA4578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158" y="1726048"/>
            <a:ext cx="614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1335B0A8-C185-4DB4-BB95-70C0761F76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78451"/>
              </p:ext>
            </p:extLst>
          </p:nvPr>
        </p:nvGraphicFramePr>
        <p:xfrm>
          <a:off x="2023198" y="2176337"/>
          <a:ext cx="257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8" name="Equation" r:id="rId23" imgW="2577960" imgH="457200" progId="Equation.DSMT4">
                  <p:embed/>
                </p:oleObj>
              </mc:Choice>
              <mc:Fallback>
                <p:oleObj name="Equation" r:id="rId23" imgW="2577960" imgH="457200" progId="Equation.DSMT4">
                  <p:embed/>
                  <p:pic>
                    <p:nvPicPr>
                      <p:cNvPr id="128011" name="Object 11">
                        <a:extLst>
                          <a:ext uri="{FF2B5EF4-FFF2-40B4-BE49-F238E27FC236}">
                            <a16:creationId xmlns:a16="http://schemas.microsoft.com/office/drawing/2014/main" id="{1B32937B-3D6E-407A-B006-C49689C26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198" y="2176337"/>
                        <a:ext cx="257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128C2A53-E8B0-4800-B1E7-B058B7DF3532}"/>
              </a:ext>
            </a:extLst>
          </p:cNvPr>
          <p:cNvGrpSpPr/>
          <p:nvPr/>
        </p:nvGrpSpPr>
        <p:grpSpPr>
          <a:xfrm>
            <a:off x="1120101" y="1680914"/>
            <a:ext cx="4172218" cy="488924"/>
            <a:chOff x="1120101" y="1680914"/>
            <a:chExt cx="4172218" cy="488924"/>
          </a:xfrm>
        </p:grpSpPr>
        <p:graphicFrame>
          <p:nvGraphicFramePr>
            <p:cNvPr id="36" name="Object 6">
              <a:extLst>
                <a:ext uri="{FF2B5EF4-FFF2-40B4-BE49-F238E27FC236}">
                  <a16:creationId xmlns:a16="http://schemas.microsoft.com/office/drawing/2014/main" id="{763E202F-D72F-4103-B727-3643DAC7B4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6181451"/>
                </p:ext>
              </p:extLst>
            </p:nvPr>
          </p:nvGraphicFramePr>
          <p:xfrm>
            <a:off x="1591287" y="1814524"/>
            <a:ext cx="1231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9" name="Equation" r:id="rId25" imgW="1231560" imgH="279360" progId="Equation.DSMT4">
                    <p:embed/>
                  </p:oleObj>
                </mc:Choice>
                <mc:Fallback>
                  <p:oleObj name="Equation" r:id="rId25" imgW="1231560" imgH="279360" progId="Equation.DSMT4">
                    <p:embed/>
                    <p:pic>
                      <p:nvPicPr>
                        <p:cNvPr id="128006" name="Object 6">
                          <a:extLst>
                            <a:ext uri="{FF2B5EF4-FFF2-40B4-BE49-F238E27FC236}">
                              <a16:creationId xmlns:a16="http://schemas.microsoft.com/office/drawing/2014/main" id="{1E435C41-0D19-466B-AE19-19BC948FCF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1287" y="1814524"/>
                          <a:ext cx="12319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8A4D9346-4CB2-4C50-B30A-6B92CB116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101" y="1680914"/>
              <a:ext cx="8413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当</a:t>
              </a:r>
            </a:p>
          </p:txBody>
        </p:sp>
        <p:sp>
          <p:nvSpPr>
            <p:cNvPr id="38" name="Text Box 8">
              <a:extLst>
                <a:ext uri="{FF2B5EF4-FFF2-40B4-BE49-F238E27FC236}">
                  <a16:creationId xmlns:a16="http://schemas.microsoft.com/office/drawing/2014/main" id="{2863A59F-7930-42D5-A577-4186229B8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999" y="1708173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39" name="Object 9">
              <a:extLst>
                <a:ext uri="{FF2B5EF4-FFF2-40B4-BE49-F238E27FC236}">
                  <a16:creationId xmlns:a16="http://schemas.microsoft.com/office/drawing/2014/main" id="{54B90813-337F-4661-9701-FC8E3C6399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551796"/>
                </p:ext>
              </p:extLst>
            </p:nvPr>
          </p:nvGraphicFramePr>
          <p:xfrm>
            <a:off x="3439425" y="1743663"/>
            <a:ext cx="774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0" name="Equation" r:id="rId27" imgW="774360" imgH="406080" progId="Equation.DSMT4">
                    <p:embed/>
                  </p:oleObj>
                </mc:Choice>
                <mc:Fallback>
                  <p:oleObj name="Equation" r:id="rId27" imgW="774360" imgH="406080" progId="Equation.DSMT4">
                    <p:embed/>
                    <p:pic>
                      <p:nvPicPr>
                        <p:cNvPr id="128009" name="Object 9">
                          <a:extLst>
                            <a:ext uri="{FF2B5EF4-FFF2-40B4-BE49-F238E27FC236}">
                              <a16:creationId xmlns:a16="http://schemas.microsoft.com/office/drawing/2014/main" id="{29EDBB9D-3810-4013-9917-07CAF8F25A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425" y="1743663"/>
                          <a:ext cx="774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58">
              <a:extLst>
                <a:ext uri="{FF2B5EF4-FFF2-40B4-BE49-F238E27FC236}">
                  <a16:creationId xmlns:a16="http://schemas.microsoft.com/office/drawing/2014/main" id="{FFABF09E-6066-486D-8394-66F1EC11A1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395947"/>
                </p:ext>
              </p:extLst>
            </p:nvPr>
          </p:nvGraphicFramePr>
          <p:xfrm>
            <a:off x="4238219" y="1800880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1" name="Equation" r:id="rId29" imgW="1054080" imgH="342720" progId="Equation.DSMT4">
                    <p:embed/>
                  </p:oleObj>
                </mc:Choice>
                <mc:Fallback>
                  <p:oleObj name="Equation" r:id="rId29" imgW="1054080" imgH="342720" progId="Equation.DSMT4">
                    <p:embed/>
                    <p:pic>
                      <p:nvPicPr>
                        <p:cNvPr id="128058" name="Object 58">
                          <a:extLst>
                            <a:ext uri="{FF2B5EF4-FFF2-40B4-BE49-F238E27FC236}">
                              <a16:creationId xmlns:a16="http://schemas.microsoft.com/office/drawing/2014/main" id="{672352AC-6AB6-42F1-8A3C-D7727C7F9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219" y="1800880"/>
                          <a:ext cx="1054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AEA11CF3-BB78-4726-9FE3-C622C6AC0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433648"/>
              </p:ext>
            </p:extLst>
          </p:nvPr>
        </p:nvGraphicFramePr>
        <p:xfrm>
          <a:off x="2190750" y="3251200"/>
          <a:ext cx="261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2" name="Equation" r:id="rId31" imgW="2616120" imgH="406080" progId="Equation.DSMT4">
                  <p:embed/>
                </p:oleObj>
              </mc:Choice>
              <mc:Fallback>
                <p:oleObj name="Equation" r:id="rId31" imgW="2616120" imgH="406080" progId="Equation.DSMT4">
                  <p:embed/>
                  <p:pic>
                    <p:nvPicPr>
                      <p:cNvPr id="128017" name="Object 17">
                        <a:extLst>
                          <a:ext uri="{FF2B5EF4-FFF2-40B4-BE49-F238E27FC236}">
                            <a16:creationId xmlns:a16="http://schemas.microsoft.com/office/drawing/2014/main" id="{1B585F6C-9A81-43E0-BC56-915DD9DD3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3251200"/>
                        <a:ext cx="2616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483476D1-6ACC-4C7A-83B6-E594D5BB0F6A}"/>
              </a:ext>
            </a:extLst>
          </p:cNvPr>
          <p:cNvGrpSpPr/>
          <p:nvPr/>
        </p:nvGrpSpPr>
        <p:grpSpPr>
          <a:xfrm>
            <a:off x="989186" y="2617956"/>
            <a:ext cx="5504670" cy="514579"/>
            <a:chOff x="989186" y="2617956"/>
            <a:chExt cx="5504670" cy="514579"/>
          </a:xfrm>
        </p:grpSpPr>
        <p:graphicFrame>
          <p:nvGraphicFramePr>
            <p:cNvPr id="44" name="Object 12">
              <a:extLst>
                <a:ext uri="{FF2B5EF4-FFF2-40B4-BE49-F238E27FC236}">
                  <a16:creationId xmlns:a16="http://schemas.microsoft.com/office/drawing/2014/main" id="{6295B868-3811-4403-97FB-5CDD38CEEF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322098"/>
                </p:ext>
              </p:extLst>
            </p:nvPr>
          </p:nvGraphicFramePr>
          <p:xfrm>
            <a:off x="1444229" y="2776227"/>
            <a:ext cx="1041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3" name="Equation" r:id="rId33" imgW="1041120" imgH="279360" progId="Equation.DSMT4">
                    <p:embed/>
                  </p:oleObj>
                </mc:Choice>
                <mc:Fallback>
                  <p:oleObj name="Equation" r:id="rId33" imgW="1041120" imgH="279360" progId="Equation.DSMT4">
                    <p:embed/>
                    <p:pic>
                      <p:nvPicPr>
                        <p:cNvPr id="128012" name="Object 12">
                          <a:extLst>
                            <a:ext uri="{FF2B5EF4-FFF2-40B4-BE49-F238E27FC236}">
                              <a16:creationId xmlns:a16="http://schemas.microsoft.com/office/drawing/2014/main" id="{7A2C89EC-BAFD-422D-A238-C768FC77B1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4229" y="2776227"/>
                          <a:ext cx="10414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Text Box 13">
              <a:extLst>
                <a:ext uri="{FF2B5EF4-FFF2-40B4-BE49-F238E27FC236}">
                  <a16:creationId xmlns:a16="http://schemas.microsoft.com/office/drawing/2014/main" id="{AE2B2372-558A-40AC-9299-ACA4CCCDB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186" y="267087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</a:p>
          </p:txBody>
        </p:sp>
        <p:sp>
          <p:nvSpPr>
            <p:cNvPr id="46" name="Text Box 14">
              <a:extLst>
                <a:ext uri="{FF2B5EF4-FFF2-40B4-BE49-F238E27FC236}">
                  <a16:creationId xmlns:a16="http://schemas.microsoft.com/office/drawing/2014/main" id="{3BFE6DA4-D81F-4774-823A-B802C1523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028" y="2668908"/>
              <a:ext cx="9112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47" name="Object 15">
              <a:extLst>
                <a:ext uri="{FF2B5EF4-FFF2-40B4-BE49-F238E27FC236}">
                  <a16:creationId xmlns:a16="http://schemas.microsoft.com/office/drawing/2014/main" id="{3CA2C41A-151C-4791-8A86-FC8B4D10CE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9526590"/>
                </p:ext>
              </p:extLst>
            </p:nvPr>
          </p:nvGraphicFramePr>
          <p:xfrm>
            <a:off x="3107626" y="2737351"/>
            <a:ext cx="95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4" name="Equation" r:id="rId35" imgW="952200" imgH="342720" progId="Equation.DSMT4">
                    <p:embed/>
                  </p:oleObj>
                </mc:Choice>
                <mc:Fallback>
                  <p:oleObj name="Equation" r:id="rId35" imgW="952200" imgH="342720" progId="Equation.DSMT4">
                    <p:embed/>
                    <p:pic>
                      <p:nvPicPr>
                        <p:cNvPr id="128015" name="Object 15">
                          <a:extLst>
                            <a:ext uri="{FF2B5EF4-FFF2-40B4-BE49-F238E27FC236}">
                              <a16:creationId xmlns:a16="http://schemas.microsoft.com/office/drawing/2014/main" id="{8E59F686-6929-4C23-9F21-3B8F7E0DDD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626" y="2737351"/>
                          <a:ext cx="952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16">
              <a:extLst>
                <a:ext uri="{FF2B5EF4-FFF2-40B4-BE49-F238E27FC236}">
                  <a16:creationId xmlns:a16="http://schemas.microsoft.com/office/drawing/2014/main" id="{BAE496B0-B8FC-4C56-8979-9A4D0829D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7056" y="2617956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50" name="Object 59">
              <a:extLst>
                <a:ext uri="{FF2B5EF4-FFF2-40B4-BE49-F238E27FC236}">
                  <a16:creationId xmlns:a16="http://schemas.microsoft.com/office/drawing/2014/main" id="{46D94E1F-CC47-4E2E-B474-47E801404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6687774"/>
                </p:ext>
              </p:extLst>
            </p:nvPr>
          </p:nvGraphicFramePr>
          <p:xfrm>
            <a:off x="4048936" y="2728958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5" name="Equation" r:id="rId37" imgW="1396800" imgH="342720" progId="Equation.DSMT4">
                    <p:embed/>
                  </p:oleObj>
                </mc:Choice>
                <mc:Fallback>
                  <p:oleObj name="Equation" r:id="rId37" imgW="1396800" imgH="342720" progId="Equation.DSMT4">
                    <p:embed/>
                    <p:pic>
                      <p:nvPicPr>
                        <p:cNvPr id="128059" name="Object 59">
                          <a:extLst>
                            <a:ext uri="{FF2B5EF4-FFF2-40B4-BE49-F238E27FC236}">
                              <a16:creationId xmlns:a16="http://schemas.microsoft.com/office/drawing/2014/main" id="{A801BA01-D391-41C8-861C-F491B24598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8936" y="2728958"/>
                          <a:ext cx="1397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" name="Object 23">
            <a:extLst>
              <a:ext uri="{FF2B5EF4-FFF2-40B4-BE49-F238E27FC236}">
                <a16:creationId xmlns:a16="http://schemas.microsoft.com/office/drawing/2014/main" id="{F5968CD8-5697-4851-AFFC-E7203B1F2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961614"/>
              </p:ext>
            </p:extLst>
          </p:nvPr>
        </p:nvGraphicFramePr>
        <p:xfrm>
          <a:off x="2159000" y="4354513"/>
          <a:ext cx="3009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6" name="Equation" r:id="rId39" imgW="3009600" imgH="419040" progId="Equation.DSMT4">
                  <p:embed/>
                </p:oleObj>
              </mc:Choice>
              <mc:Fallback>
                <p:oleObj name="Equation" r:id="rId39" imgW="3009600" imgH="419040" progId="Equation.DSMT4">
                  <p:embed/>
                  <p:pic>
                    <p:nvPicPr>
                      <p:cNvPr id="128023" name="Object 23">
                        <a:extLst>
                          <a:ext uri="{FF2B5EF4-FFF2-40B4-BE49-F238E27FC236}">
                            <a16:creationId xmlns:a16="http://schemas.microsoft.com/office/drawing/2014/main" id="{826E1E3E-5619-4672-8632-070D4FD42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4354513"/>
                        <a:ext cx="3009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组合 58">
            <a:extLst>
              <a:ext uri="{FF2B5EF4-FFF2-40B4-BE49-F238E27FC236}">
                <a16:creationId xmlns:a16="http://schemas.microsoft.com/office/drawing/2014/main" id="{F0FF963E-E8F2-452D-9E08-592B0C1AAE73}"/>
              </a:ext>
            </a:extLst>
          </p:cNvPr>
          <p:cNvGrpSpPr/>
          <p:nvPr/>
        </p:nvGrpSpPr>
        <p:grpSpPr>
          <a:xfrm>
            <a:off x="920750" y="3746500"/>
            <a:ext cx="5245547" cy="470945"/>
            <a:chOff x="920750" y="3746500"/>
            <a:chExt cx="5245547" cy="470945"/>
          </a:xfrm>
        </p:grpSpPr>
        <p:graphicFrame>
          <p:nvGraphicFramePr>
            <p:cNvPr id="51" name="Object 18">
              <a:extLst>
                <a:ext uri="{FF2B5EF4-FFF2-40B4-BE49-F238E27FC236}">
                  <a16:creationId xmlns:a16="http://schemas.microsoft.com/office/drawing/2014/main" id="{2047F9CF-3742-412D-B47F-2BF3EAB173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8465712"/>
                </p:ext>
              </p:extLst>
            </p:nvPr>
          </p:nvGraphicFramePr>
          <p:xfrm>
            <a:off x="1419225" y="3848055"/>
            <a:ext cx="1041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7" name="Equation" r:id="rId41" imgW="1041120" imgH="279360" progId="Equation.DSMT4">
                    <p:embed/>
                  </p:oleObj>
                </mc:Choice>
                <mc:Fallback>
                  <p:oleObj name="Equation" r:id="rId41" imgW="1041120" imgH="279360" progId="Equation.DSMT4">
                    <p:embed/>
                    <p:pic>
                      <p:nvPicPr>
                        <p:cNvPr id="128018" name="Object 18">
                          <a:extLst>
                            <a:ext uri="{FF2B5EF4-FFF2-40B4-BE49-F238E27FC236}">
                              <a16:creationId xmlns:a16="http://schemas.microsoft.com/office/drawing/2014/main" id="{0CE5AC41-0850-4AC1-BE56-7E1FFC4658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225" y="3848055"/>
                          <a:ext cx="10414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5DC106E2-1723-45FA-A9FE-E5F2ADF48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750" y="3746500"/>
              <a:ext cx="8413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当</a:t>
              </a:r>
            </a:p>
          </p:txBody>
        </p:sp>
        <p:sp>
          <p:nvSpPr>
            <p:cNvPr id="53" name="Text Box 20">
              <a:extLst>
                <a:ext uri="{FF2B5EF4-FFF2-40B4-BE49-F238E27FC236}">
                  <a16:creationId xmlns:a16="http://schemas.microsoft.com/office/drawing/2014/main" id="{2CE35B1C-12EC-4FEE-835A-6E1C51920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674" y="3748377"/>
              <a:ext cx="8350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54" name="Object 21">
              <a:extLst>
                <a:ext uri="{FF2B5EF4-FFF2-40B4-BE49-F238E27FC236}">
                  <a16:creationId xmlns:a16="http://schemas.microsoft.com/office/drawing/2014/main" id="{4C573246-94B1-464F-BCA2-76D729D399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0723421"/>
                </p:ext>
              </p:extLst>
            </p:nvPr>
          </p:nvGraphicFramePr>
          <p:xfrm>
            <a:off x="3093706" y="3765947"/>
            <a:ext cx="1104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8" name="Equation" r:id="rId43" imgW="1104840" imgH="406080" progId="Equation.DSMT4">
                    <p:embed/>
                  </p:oleObj>
                </mc:Choice>
                <mc:Fallback>
                  <p:oleObj name="Equation" r:id="rId43" imgW="1104840" imgH="406080" progId="Equation.DSMT4">
                    <p:embed/>
                    <p:pic>
                      <p:nvPicPr>
                        <p:cNvPr id="128021" name="Object 21">
                          <a:extLst>
                            <a:ext uri="{FF2B5EF4-FFF2-40B4-BE49-F238E27FC236}">
                              <a16:creationId xmlns:a16="http://schemas.microsoft.com/office/drawing/2014/main" id="{BCE5E01A-AEE8-442E-AB35-5533C95204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706" y="3765947"/>
                          <a:ext cx="11049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4D0834B6-78D3-4787-AA41-D28E0D4DA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285" y="3755780"/>
              <a:ext cx="7350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57" name="Object 60">
              <a:extLst>
                <a:ext uri="{FF2B5EF4-FFF2-40B4-BE49-F238E27FC236}">
                  <a16:creationId xmlns:a16="http://schemas.microsoft.com/office/drawing/2014/main" id="{EE283D82-0E48-489F-AA55-03BADCDF82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7076250"/>
                </p:ext>
              </p:extLst>
            </p:nvPr>
          </p:nvGraphicFramePr>
          <p:xfrm>
            <a:off x="4176908" y="3835525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9" name="Equation" r:id="rId45" imgW="1282680" imgH="342720" progId="Equation.DSMT4">
                    <p:embed/>
                  </p:oleObj>
                </mc:Choice>
                <mc:Fallback>
                  <p:oleObj name="Equation" r:id="rId45" imgW="1282680" imgH="342720" progId="Equation.DSMT4">
                    <p:embed/>
                    <p:pic>
                      <p:nvPicPr>
                        <p:cNvPr id="128060" name="Object 60">
                          <a:extLst>
                            <a:ext uri="{FF2B5EF4-FFF2-40B4-BE49-F238E27FC236}">
                              <a16:creationId xmlns:a16="http://schemas.microsoft.com/office/drawing/2014/main" id="{9627483F-14EA-4054-9CD4-85DD41BF36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908" y="3835525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3966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>
            <a:extLst>
              <a:ext uri="{FF2B5EF4-FFF2-40B4-BE49-F238E27FC236}">
                <a16:creationId xmlns:a16="http://schemas.microsoft.com/office/drawing/2014/main" id="{BB6094D2-73D1-487D-B8D2-B16E546B0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57" y="2782272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反函数</a:t>
            </a:r>
          </a:p>
        </p:txBody>
      </p:sp>
      <p:graphicFrame>
        <p:nvGraphicFramePr>
          <p:cNvPr id="3" name="Object 25">
            <a:extLst>
              <a:ext uri="{FF2B5EF4-FFF2-40B4-BE49-F238E27FC236}">
                <a16:creationId xmlns:a16="http://schemas.microsoft.com/office/drawing/2014/main" id="{195809B0-3E8B-40B6-9B9D-F22D227C0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107843"/>
              </p:ext>
            </p:extLst>
          </p:nvPr>
        </p:nvGraphicFramePr>
        <p:xfrm>
          <a:off x="2038052" y="295119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5" name="Equation" r:id="rId3" imgW="457200" imgH="266400" progId="Equation.DSMT4">
                  <p:embed/>
                </p:oleObj>
              </mc:Choice>
              <mc:Fallback>
                <p:oleObj name="Equation" r:id="rId3" imgW="457200" imgH="266400" progId="Equation.DSMT4">
                  <p:embed/>
                  <p:pic>
                    <p:nvPicPr>
                      <p:cNvPr id="128025" name="Object 25">
                        <a:extLst>
                          <a:ext uri="{FF2B5EF4-FFF2-40B4-BE49-F238E27FC236}">
                            <a16:creationId xmlns:a16="http://schemas.microsoft.com/office/drawing/2014/main" id="{708C070C-D39A-478A-8434-D13AC011F7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052" y="295119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6">
            <a:extLst>
              <a:ext uri="{FF2B5EF4-FFF2-40B4-BE49-F238E27FC236}">
                <a16:creationId xmlns:a16="http://schemas.microsoft.com/office/drawing/2014/main" id="{24762E65-E314-4790-A849-F63A4D91C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084290"/>
              </p:ext>
            </p:extLst>
          </p:nvPr>
        </p:nvGraphicFramePr>
        <p:xfrm>
          <a:off x="3058092" y="2830488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6" name="Equation" r:id="rId5" imgW="2247840" imgH="431640" progId="Equation.DSMT4">
                  <p:embed/>
                </p:oleObj>
              </mc:Choice>
              <mc:Fallback>
                <p:oleObj name="Equation" r:id="rId5" imgW="2247840" imgH="431640" progId="Equation.DSMT4">
                  <p:embed/>
                  <p:pic>
                    <p:nvPicPr>
                      <p:cNvPr id="128026" name="Object 26">
                        <a:extLst>
                          <a:ext uri="{FF2B5EF4-FFF2-40B4-BE49-F238E27FC236}">
                            <a16:creationId xmlns:a16="http://schemas.microsoft.com/office/drawing/2014/main" id="{27085552-F336-4681-AF86-1F5AA9B871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092" y="2830488"/>
                        <a:ext cx="2247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>
            <a:extLst>
              <a:ext uri="{FF2B5EF4-FFF2-40B4-BE49-F238E27FC236}">
                <a16:creationId xmlns:a16="http://schemas.microsoft.com/office/drawing/2014/main" id="{94F839A3-06C4-4361-9A99-76A493AEDD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281835"/>
              </p:ext>
            </p:extLst>
          </p:nvPr>
        </p:nvGraphicFramePr>
        <p:xfrm>
          <a:off x="3131840" y="2324130"/>
          <a:ext cx="25527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7" name="Equation" r:id="rId7" imgW="2539800" imgH="406080" progId="Equation.DSMT4">
                  <p:embed/>
                </p:oleObj>
              </mc:Choice>
              <mc:Fallback>
                <p:oleObj name="Equation" r:id="rId7" imgW="2539800" imgH="406080" progId="Equation.DSMT4">
                  <p:embed/>
                  <p:pic>
                    <p:nvPicPr>
                      <p:cNvPr id="128027" name="Object 27">
                        <a:extLst>
                          <a:ext uri="{FF2B5EF4-FFF2-40B4-BE49-F238E27FC236}">
                            <a16:creationId xmlns:a16="http://schemas.microsoft.com/office/drawing/2014/main" id="{E7545770-A444-468F-90D9-B1D33A72E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324130"/>
                        <a:ext cx="25527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8">
            <a:extLst>
              <a:ext uri="{FF2B5EF4-FFF2-40B4-BE49-F238E27FC236}">
                <a16:creationId xmlns:a16="http://schemas.microsoft.com/office/drawing/2014/main" id="{13DA6A57-10EF-4521-83DC-0DCDFCBD3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218853"/>
              </p:ext>
            </p:extLst>
          </p:nvPr>
        </p:nvGraphicFramePr>
        <p:xfrm>
          <a:off x="3034067" y="3358006"/>
          <a:ext cx="252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58" name="Equation" r:id="rId9" imgW="2527200" imgH="380880" progId="Equation.DSMT4">
                  <p:embed/>
                </p:oleObj>
              </mc:Choice>
              <mc:Fallback>
                <p:oleObj name="Equation" r:id="rId9" imgW="2527200" imgH="380880" progId="Equation.DSMT4">
                  <p:embed/>
                  <p:pic>
                    <p:nvPicPr>
                      <p:cNvPr id="128028" name="Object 28">
                        <a:extLst>
                          <a:ext uri="{FF2B5EF4-FFF2-40B4-BE49-F238E27FC236}">
                            <a16:creationId xmlns:a16="http://schemas.microsoft.com/office/drawing/2014/main" id="{6560EE73-9E52-463D-A8B9-24079AA82D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067" y="3358006"/>
                        <a:ext cx="2527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C84C57-B241-47DB-B1A3-B2176EFDC29C}"/>
              </a:ext>
            </a:extLst>
          </p:cNvPr>
          <p:cNvGrpSpPr/>
          <p:nvPr/>
        </p:nvGrpSpPr>
        <p:grpSpPr>
          <a:xfrm>
            <a:off x="674547" y="4208604"/>
            <a:ext cx="3607644" cy="797942"/>
            <a:chOff x="514052" y="4227934"/>
            <a:chExt cx="3607644" cy="797942"/>
          </a:xfrm>
        </p:grpSpPr>
        <p:sp>
          <p:nvSpPr>
            <p:cNvPr id="7" name="Text Box 29">
              <a:extLst>
                <a:ext uri="{FF2B5EF4-FFF2-40B4-BE49-F238E27FC236}">
                  <a16:creationId xmlns:a16="http://schemas.microsoft.com/office/drawing/2014/main" id="{D934B536-4F00-4D93-8FF8-F20C7CFF9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52" y="4227934"/>
              <a:ext cx="1981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定义域为</a:t>
              </a:r>
            </a:p>
          </p:txBody>
        </p:sp>
        <p:graphicFrame>
          <p:nvGraphicFramePr>
            <p:cNvPr id="8" name="Object 30">
              <a:extLst>
                <a:ext uri="{FF2B5EF4-FFF2-40B4-BE49-F238E27FC236}">
                  <a16:creationId xmlns:a16="http://schemas.microsoft.com/office/drawing/2014/main" id="{E32A5A28-60D5-40A8-BF48-D926A19C57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5535533"/>
                </p:ext>
              </p:extLst>
            </p:nvPr>
          </p:nvGraphicFramePr>
          <p:xfrm>
            <a:off x="1835696" y="4289276"/>
            <a:ext cx="2286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59" name="Equation" r:id="rId11" imgW="2286000" imgH="736560" progId="Equation.DSMT4">
                    <p:embed/>
                  </p:oleObj>
                </mc:Choice>
                <mc:Fallback>
                  <p:oleObj name="Equation" r:id="rId11" imgW="2286000" imgH="736560" progId="Equation.DSMT4">
                    <p:embed/>
                    <p:pic>
                      <p:nvPicPr>
                        <p:cNvPr id="128030" name="Object 30">
                          <a:extLst>
                            <a:ext uri="{FF2B5EF4-FFF2-40B4-BE49-F238E27FC236}">
                              <a16:creationId xmlns:a16="http://schemas.microsoft.com/office/drawing/2014/main" id="{C02D0507-39B5-40CC-8382-6C7FE8C81E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4289276"/>
                          <a:ext cx="22860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AutoShape 57">
            <a:extLst>
              <a:ext uri="{FF2B5EF4-FFF2-40B4-BE49-F238E27FC236}">
                <a16:creationId xmlns:a16="http://schemas.microsoft.com/office/drawing/2014/main" id="{7B95F053-6FDA-45F9-87FE-BA138CF0AAFC}"/>
              </a:ext>
            </a:extLst>
          </p:cNvPr>
          <p:cNvSpPr>
            <a:spLocks/>
          </p:cNvSpPr>
          <p:nvPr/>
        </p:nvSpPr>
        <p:spPr bwMode="auto">
          <a:xfrm>
            <a:off x="2610147" y="2403654"/>
            <a:ext cx="152400" cy="1241425"/>
          </a:xfrm>
          <a:prstGeom prst="leftBrace">
            <a:avLst>
              <a:gd name="adj1" fmla="val 6788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/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7ECE0B39-1890-456D-B920-5F2136D7F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982156"/>
              </p:ext>
            </p:extLst>
          </p:nvPr>
        </p:nvGraphicFramePr>
        <p:xfrm>
          <a:off x="3347864" y="166556"/>
          <a:ext cx="257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0" name="Equation" r:id="rId13" imgW="2577960" imgH="457200" progId="Equation.DSMT4">
                  <p:embed/>
                </p:oleObj>
              </mc:Choice>
              <mc:Fallback>
                <p:oleObj name="Equation" r:id="rId13" imgW="2577960" imgH="457200" progId="Equation.DSMT4">
                  <p:embed/>
                  <p:pic>
                    <p:nvPicPr>
                      <p:cNvPr id="41" name="Object 11">
                        <a:extLst>
                          <a:ext uri="{FF2B5EF4-FFF2-40B4-BE49-F238E27FC236}">
                            <a16:creationId xmlns:a16="http://schemas.microsoft.com/office/drawing/2014/main" id="{1335B0A8-C185-4DB4-BB95-70C0761F76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66556"/>
                        <a:ext cx="257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ADA033FD-E041-48D5-B06B-A99C92473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777459"/>
              </p:ext>
            </p:extLst>
          </p:nvPr>
        </p:nvGraphicFramePr>
        <p:xfrm>
          <a:off x="3347864" y="745295"/>
          <a:ext cx="261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1" name="Equation" r:id="rId15" imgW="2616120" imgH="406080" progId="Equation.DSMT4">
                  <p:embed/>
                </p:oleObj>
              </mc:Choice>
              <mc:Fallback>
                <p:oleObj name="Equation" r:id="rId15" imgW="2616120" imgH="40608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AEA11CF3-BB78-4726-9FE3-C622C6AC0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745295"/>
                        <a:ext cx="2616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F16D4BEA-856B-4E01-97BE-2173BFB4C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677091"/>
              </p:ext>
            </p:extLst>
          </p:nvPr>
        </p:nvGraphicFramePr>
        <p:xfrm>
          <a:off x="3275856" y="1370816"/>
          <a:ext cx="3009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62" name="Equation" r:id="rId17" imgW="3009600" imgH="419040" progId="Equation.DSMT4">
                  <p:embed/>
                </p:oleObj>
              </mc:Choice>
              <mc:Fallback>
                <p:oleObj name="Equation" r:id="rId17" imgW="3009600" imgH="419040" progId="Equation.DSMT4">
                  <p:embed/>
                  <p:pic>
                    <p:nvPicPr>
                      <p:cNvPr id="56" name="Object 23">
                        <a:extLst>
                          <a:ext uri="{FF2B5EF4-FFF2-40B4-BE49-F238E27FC236}">
                            <a16:creationId xmlns:a16="http://schemas.microsoft.com/office/drawing/2014/main" id="{F5968CD8-5697-4851-AFFC-E7203B1F2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370816"/>
                        <a:ext cx="3009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7F304A3-59CA-4479-9949-022363BFF213}"/>
              </a:ext>
            </a:extLst>
          </p:cNvPr>
          <p:cNvCxnSpPr/>
          <p:nvPr/>
        </p:nvCxnSpPr>
        <p:spPr>
          <a:xfrm>
            <a:off x="0" y="2159285"/>
            <a:ext cx="91085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28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77137F9-4949-465D-B096-BE5368A20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304" y="320242"/>
            <a:ext cx="782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且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7DF7063A-4807-448C-94F7-63F6AB0E8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900730"/>
              </p:ext>
            </p:extLst>
          </p:nvPr>
        </p:nvGraphicFramePr>
        <p:xfrm>
          <a:off x="1896689" y="403628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1" name="Equation" r:id="rId3" imgW="1066680" imgH="342720" progId="Equation.DSMT4">
                  <p:embed/>
                </p:oleObj>
              </mc:Choice>
              <mc:Fallback>
                <p:oleObj name="Equation" r:id="rId3" imgW="1066680" imgH="342720" progId="Equation.DSMT4">
                  <p:embed/>
                  <p:pic>
                    <p:nvPicPr>
                      <p:cNvPr id="67588" name="Object 4">
                        <a:extLst>
                          <a:ext uri="{FF2B5EF4-FFF2-40B4-BE49-F238E27FC236}">
                            <a16:creationId xmlns:a16="http://schemas.microsoft.com/office/drawing/2014/main" id="{0BF5A17D-1E2F-4FE5-AFBB-F878D2625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689" y="403628"/>
                        <a:ext cx="1066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FCF8C71-8355-48A3-9A82-A8E6B10EF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62740"/>
              </p:ext>
            </p:extLst>
          </p:nvPr>
        </p:nvGraphicFramePr>
        <p:xfrm>
          <a:off x="4427984" y="123478"/>
          <a:ext cx="2552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2" name="Equation" r:id="rId5" imgW="2552400" imgH="812520" progId="Equation.DSMT4">
                  <p:embed/>
                </p:oleObj>
              </mc:Choice>
              <mc:Fallback>
                <p:oleObj name="Equation" r:id="rId5" imgW="2552400" imgH="812520" progId="Equation.DSMT4">
                  <p:embed/>
                  <p:pic>
                    <p:nvPicPr>
                      <p:cNvPr id="67589" name="Object 5">
                        <a:extLst>
                          <a:ext uri="{FF2B5EF4-FFF2-40B4-BE49-F238E27FC236}">
                            <a16:creationId xmlns:a16="http://schemas.microsoft.com/office/drawing/2014/main" id="{19D7380E-61EC-4CD6-BE30-4DC9CA1FE8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23478"/>
                        <a:ext cx="25527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9326BC6E-2FFF-4EAA-BEDB-C78BF5596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891248"/>
              </p:ext>
            </p:extLst>
          </p:nvPr>
        </p:nvGraphicFramePr>
        <p:xfrm>
          <a:off x="1736514" y="946893"/>
          <a:ext cx="10128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3" name="Equation" r:id="rId7" imgW="1015920" imgH="330120" progId="Equation.DSMT4">
                  <p:embed/>
                </p:oleObj>
              </mc:Choice>
              <mc:Fallback>
                <p:oleObj name="Equation" r:id="rId7" imgW="1015920" imgH="330120" progId="Equation.DSMT4">
                  <p:embed/>
                  <p:pic>
                    <p:nvPicPr>
                      <p:cNvPr id="67592" name="Object 8">
                        <a:extLst>
                          <a:ext uri="{FF2B5EF4-FFF2-40B4-BE49-F238E27FC236}">
                            <a16:creationId xmlns:a16="http://schemas.microsoft.com/office/drawing/2014/main" id="{9A3E0456-6EE6-4F60-8517-E0A47B290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514" y="946893"/>
                        <a:ext cx="1012825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45894C92-FDAE-42F5-8439-5E1C8837F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2070" y="85338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2B42EF62-17E6-4C11-8FDA-1CE69F1DF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484309"/>
              </p:ext>
            </p:extLst>
          </p:nvPr>
        </p:nvGraphicFramePr>
        <p:xfrm>
          <a:off x="3394667" y="932606"/>
          <a:ext cx="619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4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67594" name="Object 10">
                        <a:extLst>
                          <a:ext uri="{FF2B5EF4-FFF2-40B4-BE49-F238E27FC236}">
                            <a16:creationId xmlns:a16="http://schemas.microsoft.com/office/drawing/2014/main" id="{78FE7650-E74D-46EE-94F3-453C970A5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667" y="932606"/>
                        <a:ext cx="619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9">
            <a:extLst>
              <a:ext uri="{FF2B5EF4-FFF2-40B4-BE49-F238E27FC236}">
                <a16:creationId xmlns:a16="http://schemas.microsoft.com/office/drawing/2014/main" id="{B3AA474A-B5BB-4143-B5C0-3CA5F32D6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518547"/>
              </p:ext>
            </p:extLst>
          </p:nvPr>
        </p:nvGraphicFramePr>
        <p:xfrm>
          <a:off x="3366092" y="37565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5" name="Equation" r:id="rId11" imgW="647640" imgH="279360" progId="Equation.DSMT4">
                  <p:embed/>
                </p:oleObj>
              </mc:Choice>
              <mc:Fallback>
                <p:oleObj name="Equation" r:id="rId11" imgW="647640" imgH="279360" progId="Equation.DSMT4">
                  <p:embed/>
                  <p:pic>
                    <p:nvPicPr>
                      <p:cNvPr id="67623" name="Object 39">
                        <a:extLst>
                          <a:ext uri="{FF2B5EF4-FFF2-40B4-BE49-F238E27FC236}">
                            <a16:creationId xmlns:a16="http://schemas.microsoft.com/office/drawing/2014/main" id="{43093281-7FC4-4F35-BF3B-5A9F6B7F0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6092" y="375656"/>
                        <a:ext cx="647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0">
            <a:extLst>
              <a:ext uri="{FF2B5EF4-FFF2-40B4-BE49-F238E27FC236}">
                <a16:creationId xmlns:a16="http://schemas.microsoft.com/office/drawing/2014/main" id="{B478F7BD-D0B8-4631-98EC-DD1791A2C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306" y="320242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时</a:t>
            </a:r>
          </a:p>
        </p:txBody>
      </p:sp>
      <p:sp>
        <p:nvSpPr>
          <p:cNvPr id="10" name="Text Box 42">
            <a:extLst>
              <a:ext uri="{FF2B5EF4-FFF2-40B4-BE49-F238E27FC236}">
                <a16:creationId xmlns:a16="http://schemas.microsoft.com/office/drawing/2014/main" id="{5147803C-491A-43EF-9C3B-F11E6FF8E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428" y="320242"/>
            <a:ext cx="18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dirty="0"/>
          </a:p>
        </p:txBody>
      </p:sp>
      <p:sp>
        <p:nvSpPr>
          <p:cNvPr id="11" name="Text Box 44">
            <a:extLst>
              <a:ext uri="{FF2B5EF4-FFF2-40B4-BE49-F238E27FC236}">
                <a16:creationId xmlns:a16="http://schemas.microsoft.com/office/drawing/2014/main" id="{D79A182D-BCBB-4574-94D5-A9855CD7B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08" y="890538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为常数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12" name="Text Box 45">
            <a:extLst>
              <a:ext uri="{FF2B5EF4-FFF2-40B4-BE49-F238E27FC236}">
                <a16:creationId xmlns:a16="http://schemas.microsoft.com/office/drawing/2014/main" id="{A1883723-348F-4D9B-86E8-B0F8BB6DA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479" y="880368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</a:p>
        </p:txBody>
      </p:sp>
      <p:sp>
        <p:nvSpPr>
          <p:cNvPr id="13" name="Text Box 46">
            <a:extLst>
              <a:ext uri="{FF2B5EF4-FFF2-40B4-BE49-F238E27FC236}">
                <a16:creationId xmlns:a16="http://schemas.microsoft.com/office/drawing/2014/main" id="{DE3088A6-8237-4A15-BFD3-73A7AC729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782" y="837321"/>
            <a:ext cx="1576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为奇函数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 Box 55">
            <a:extLst>
              <a:ext uri="{FF2B5EF4-FFF2-40B4-BE49-F238E27FC236}">
                <a16:creationId xmlns:a16="http://schemas.microsoft.com/office/drawing/2014/main" id="{AD1E41A5-7981-4525-BD9D-B130EB7FC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07" y="344246"/>
            <a:ext cx="1268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10 </a:t>
            </a:r>
            <a:r>
              <a:rPr lang="zh-CN" altLang="en-US" sz="2400" b="1" dirty="0">
                <a:latin typeface="+mj-ea"/>
                <a:ea typeface="+mj-ea"/>
              </a:rPr>
              <a:t>设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1BA4B18-C2A9-41CF-8107-6CEC00C7F104}"/>
              </a:ext>
            </a:extLst>
          </p:cNvPr>
          <p:cNvGrpSpPr/>
          <p:nvPr/>
        </p:nvGrpSpPr>
        <p:grpSpPr>
          <a:xfrm>
            <a:off x="757766" y="1290290"/>
            <a:ext cx="5708568" cy="812800"/>
            <a:chOff x="738270" y="1476375"/>
            <a:chExt cx="5708568" cy="812800"/>
          </a:xfrm>
        </p:grpSpPr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7F4D0B61-D206-4E08-A529-8A3453200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270" y="1621631"/>
              <a:ext cx="1524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证</a:t>
              </a:r>
              <a:r>
                <a:rPr lang="en-US" altLang="zh-CN" sz="2400" b="1" dirty="0">
                  <a:latin typeface="+mj-ea"/>
                  <a:ea typeface="+mj-ea"/>
                </a:rPr>
                <a:t>  </a:t>
              </a:r>
              <a:r>
                <a:rPr lang="zh-CN" altLang="en-US" sz="2400" b="1" dirty="0">
                  <a:latin typeface="+mj-ea"/>
                  <a:ea typeface="+mj-ea"/>
                </a:rPr>
                <a:t>令</a:t>
              </a:r>
            </a:p>
          </p:txBody>
        </p:sp>
        <p:graphicFrame>
          <p:nvGraphicFramePr>
            <p:cNvPr id="16" name="Object 12">
              <a:extLst>
                <a:ext uri="{FF2B5EF4-FFF2-40B4-BE49-F238E27FC236}">
                  <a16:creationId xmlns:a16="http://schemas.microsoft.com/office/drawing/2014/main" id="{7A0D80D3-04F1-4BFD-8130-0BD1190D35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7715736"/>
                </p:ext>
              </p:extLst>
            </p:nvPr>
          </p:nvGraphicFramePr>
          <p:xfrm>
            <a:off x="1836738" y="1519238"/>
            <a:ext cx="774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36" name="Equation" r:id="rId13" imgW="774360" imgH="736560" progId="Equation.DSMT4">
                    <p:embed/>
                  </p:oleObj>
                </mc:Choice>
                <mc:Fallback>
                  <p:oleObj name="Equation" r:id="rId13" imgW="774360" imgH="736560" progId="Equation.DSMT4">
                    <p:embed/>
                    <p:pic>
                      <p:nvPicPr>
                        <p:cNvPr id="67596" name="Object 12">
                          <a:extLst>
                            <a:ext uri="{FF2B5EF4-FFF2-40B4-BE49-F238E27FC236}">
                              <a16:creationId xmlns:a16="http://schemas.microsoft.com/office/drawing/2014/main" id="{B3719887-53F9-4D6F-9AAC-10AFA253A4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738" y="1519238"/>
                          <a:ext cx="7747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435FCEF5-9D5E-4890-8076-092E893C3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127" y="1640507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18" name="Object 14">
              <a:extLst>
                <a:ext uri="{FF2B5EF4-FFF2-40B4-BE49-F238E27FC236}">
                  <a16:creationId xmlns:a16="http://schemas.microsoft.com/office/drawing/2014/main" id="{5C02EBF4-5DAE-42C3-A59D-BDAB560959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2032074"/>
                </p:ext>
              </p:extLst>
            </p:nvPr>
          </p:nvGraphicFramePr>
          <p:xfrm>
            <a:off x="3017116" y="1514702"/>
            <a:ext cx="825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37" name="Equation" r:id="rId15" imgW="825480" imgH="736560" progId="Equation.DSMT4">
                    <p:embed/>
                  </p:oleObj>
                </mc:Choice>
                <mc:Fallback>
                  <p:oleObj name="Equation" r:id="rId15" imgW="825480" imgH="736560" progId="Equation.DSMT4">
                    <p:embed/>
                    <p:pic>
                      <p:nvPicPr>
                        <p:cNvPr id="67598" name="Object 14">
                          <a:extLst>
                            <a:ext uri="{FF2B5EF4-FFF2-40B4-BE49-F238E27FC236}">
                              <a16:creationId xmlns:a16="http://schemas.microsoft.com/office/drawing/2014/main" id="{957A16F7-FBCE-4339-ABB4-2EC5728321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7116" y="1514702"/>
                          <a:ext cx="8255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5">
              <a:extLst>
                <a:ext uri="{FF2B5EF4-FFF2-40B4-BE49-F238E27FC236}">
                  <a16:creationId xmlns:a16="http://schemas.microsoft.com/office/drawing/2014/main" id="{0075A064-E96B-43E8-908B-1340FA51F3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893046"/>
                </p:ext>
              </p:extLst>
            </p:nvPr>
          </p:nvGraphicFramePr>
          <p:xfrm>
            <a:off x="4010025" y="1476375"/>
            <a:ext cx="2436813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38" name="Equation" r:id="rId17" imgW="2438280" imgH="812520" progId="Equation.DSMT4">
                    <p:embed/>
                  </p:oleObj>
                </mc:Choice>
                <mc:Fallback>
                  <p:oleObj name="Equation" r:id="rId17" imgW="2438280" imgH="812520" progId="Equation.DSMT4">
                    <p:embed/>
                    <p:pic>
                      <p:nvPicPr>
                        <p:cNvPr id="67599" name="Object 15">
                          <a:extLst>
                            <a:ext uri="{FF2B5EF4-FFF2-40B4-BE49-F238E27FC236}">
                              <a16:creationId xmlns:a16="http://schemas.microsoft.com/office/drawing/2014/main" id="{316D4527-0BB7-4AF1-9147-2CD4963E4C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025" y="1476375"/>
                          <a:ext cx="2436813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Object 23">
            <a:extLst>
              <a:ext uri="{FF2B5EF4-FFF2-40B4-BE49-F238E27FC236}">
                <a16:creationId xmlns:a16="http://schemas.microsoft.com/office/drawing/2014/main" id="{7C35864D-DC66-45A4-9C78-98C0BC98FAD6}"/>
              </a:ext>
            </a:extLst>
          </p:cNvPr>
          <p:cNvSpPr txBox="1"/>
          <p:nvPr/>
        </p:nvSpPr>
        <p:spPr bwMode="auto">
          <a:xfrm>
            <a:off x="2896046" y="2763490"/>
            <a:ext cx="2894013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zh-CN" altLang="en-US" dirty="0"/>
          </a:p>
        </p:txBody>
      </p:sp>
      <p:graphicFrame>
        <p:nvGraphicFramePr>
          <p:cNvPr id="26" name="Object 30">
            <a:extLst>
              <a:ext uri="{FF2B5EF4-FFF2-40B4-BE49-F238E27FC236}">
                <a16:creationId xmlns:a16="http://schemas.microsoft.com/office/drawing/2014/main" id="{34439BE5-B80C-4DC3-B7F8-080E106C1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228907"/>
              </p:ext>
            </p:extLst>
          </p:nvPr>
        </p:nvGraphicFramePr>
        <p:xfrm>
          <a:off x="1535559" y="3530253"/>
          <a:ext cx="4240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39" name="Equation" r:id="rId19" imgW="4241520" imgH="736560" progId="Equation.DSMT4">
                  <p:embed/>
                </p:oleObj>
              </mc:Choice>
              <mc:Fallback>
                <p:oleObj name="Equation" r:id="rId19" imgW="4241520" imgH="736560" progId="Equation.DSMT4">
                  <p:embed/>
                  <p:pic>
                    <p:nvPicPr>
                      <p:cNvPr id="67614" name="Object 30">
                        <a:extLst>
                          <a:ext uri="{FF2B5EF4-FFF2-40B4-BE49-F238E27FC236}">
                            <a16:creationId xmlns:a16="http://schemas.microsoft.com/office/drawing/2014/main" id="{CEC35A72-230A-41C2-B70A-DF3B1E6EF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559" y="3530253"/>
                        <a:ext cx="4240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2E6496D8-B03B-4916-AED2-86B50BB82DFF}"/>
              </a:ext>
            </a:extLst>
          </p:cNvPr>
          <p:cNvGrpSpPr/>
          <p:nvPr/>
        </p:nvGrpSpPr>
        <p:grpSpPr>
          <a:xfrm>
            <a:off x="595329" y="2039590"/>
            <a:ext cx="6164845" cy="1432955"/>
            <a:chOff x="575833" y="2225675"/>
            <a:chExt cx="6164845" cy="1432955"/>
          </a:xfrm>
        </p:grpSpPr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5C050359-245A-464C-9A1F-266FEDE25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833" y="2692461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由</a:t>
              </a:r>
            </a:p>
          </p:txBody>
        </p:sp>
        <p:graphicFrame>
          <p:nvGraphicFramePr>
            <p:cNvPr id="21" name="Object 19">
              <a:extLst>
                <a:ext uri="{FF2B5EF4-FFF2-40B4-BE49-F238E27FC236}">
                  <a16:creationId xmlns:a16="http://schemas.microsoft.com/office/drawing/2014/main" id="{D4EA300A-A173-4B4D-9E5F-E9BBDA4E12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804620"/>
                </p:ext>
              </p:extLst>
            </p:nvPr>
          </p:nvGraphicFramePr>
          <p:xfrm>
            <a:off x="1419225" y="2225675"/>
            <a:ext cx="2525713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0" name="Equation" r:id="rId21" imgW="2527200" imgH="812520" progId="Equation.DSMT4">
                    <p:embed/>
                  </p:oleObj>
                </mc:Choice>
                <mc:Fallback>
                  <p:oleObj name="Equation" r:id="rId21" imgW="2527200" imgH="812520" progId="Equation.DSMT4">
                    <p:embed/>
                    <p:pic>
                      <p:nvPicPr>
                        <p:cNvPr id="67603" name="Object 19">
                          <a:extLst>
                            <a:ext uri="{FF2B5EF4-FFF2-40B4-BE49-F238E27FC236}">
                              <a16:creationId xmlns:a16="http://schemas.microsoft.com/office/drawing/2014/main" id="{0216DCBE-00BF-4CF2-998F-D6D2B2B339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225" y="2225675"/>
                          <a:ext cx="2525713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137BC772-E09D-47F5-A8ED-3C9EA8861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158" y="2677626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消去</a:t>
              </a:r>
            </a:p>
          </p:txBody>
        </p:sp>
        <p:graphicFrame>
          <p:nvGraphicFramePr>
            <p:cNvPr id="24" name="Object 27">
              <a:extLst>
                <a:ext uri="{FF2B5EF4-FFF2-40B4-BE49-F238E27FC236}">
                  <a16:creationId xmlns:a16="http://schemas.microsoft.com/office/drawing/2014/main" id="{F3A8DAB2-51E5-436B-BA5B-95B332EDFC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034420"/>
                </p:ext>
              </p:extLst>
            </p:nvPr>
          </p:nvGraphicFramePr>
          <p:xfrm>
            <a:off x="5042885" y="2544205"/>
            <a:ext cx="754063" cy="1114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1" name="Equation" r:id="rId23" imgW="749160" imgH="1117440" progId="Equation.DSMT4">
                    <p:embed/>
                  </p:oleObj>
                </mc:Choice>
                <mc:Fallback>
                  <p:oleObj name="Equation" r:id="rId23" imgW="749160" imgH="1117440" progId="Equation.DSMT4">
                    <p:embed/>
                    <p:pic>
                      <p:nvPicPr>
                        <p:cNvPr id="67611" name="Object 27">
                          <a:extLst>
                            <a:ext uri="{FF2B5EF4-FFF2-40B4-BE49-F238E27FC236}">
                              <a16:creationId xmlns:a16="http://schemas.microsoft.com/office/drawing/2014/main" id="{440547C8-DEC3-45EC-9E78-D12EFA0C1E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885" y="2544205"/>
                          <a:ext cx="754063" cy="1114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04A6121B-F282-49D1-B062-128B59A38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678" y="2666105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/>
                <a:t>得</a:t>
              </a:r>
            </a:p>
          </p:txBody>
        </p:sp>
        <p:sp>
          <p:nvSpPr>
            <p:cNvPr id="28" name="AutoShape 56">
              <a:extLst>
                <a:ext uri="{FF2B5EF4-FFF2-40B4-BE49-F238E27FC236}">
                  <a16:creationId xmlns:a16="http://schemas.microsoft.com/office/drawing/2014/main" id="{C03B932B-7A02-43F4-A0BB-E2866E941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619" y="2429041"/>
              <a:ext cx="196952" cy="974831"/>
            </a:xfrm>
            <a:prstGeom prst="leftBrace">
              <a:avLst>
                <a:gd name="adj1" fmla="val 4444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/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D2CDD197-0194-440B-AC6D-910949E99B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9155147"/>
                </p:ext>
              </p:extLst>
            </p:nvPr>
          </p:nvGraphicFramePr>
          <p:xfrm>
            <a:off x="1333738" y="2844318"/>
            <a:ext cx="2451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2" name="Equation" r:id="rId25" imgW="2450880" imgH="812520" progId="Equation.DSMT4">
                    <p:embed/>
                  </p:oleObj>
                </mc:Choice>
                <mc:Fallback>
                  <p:oleObj name="Equation" r:id="rId25" imgW="24508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333738" y="2844318"/>
                          <a:ext cx="24511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F8738EE-6098-4CB7-9CE2-6CB6ECADBAB4}"/>
              </a:ext>
            </a:extLst>
          </p:cNvPr>
          <p:cNvGrpSpPr/>
          <p:nvPr/>
        </p:nvGrpSpPr>
        <p:grpSpPr>
          <a:xfrm>
            <a:off x="573534" y="4275025"/>
            <a:ext cx="7128469" cy="518878"/>
            <a:chOff x="554038" y="4461110"/>
            <a:chExt cx="7128469" cy="518878"/>
          </a:xfrm>
        </p:grpSpPr>
        <p:graphicFrame>
          <p:nvGraphicFramePr>
            <p:cNvPr id="27" name="Object 33">
              <a:extLst>
                <a:ext uri="{FF2B5EF4-FFF2-40B4-BE49-F238E27FC236}">
                  <a16:creationId xmlns:a16="http://schemas.microsoft.com/office/drawing/2014/main" id="{5B82136D-567F-480F-B9A5-56E3937D7D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824673"/>
                </p:ext>
              </p:extLst>
            </p:nvPr>
          </p:nvGraphicFramePr>
          <p:xfrm>
            <a:off x="554038" y="4541775"/>
            <a:ext cx="2565400" cy="381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3" name="Equation" r:id="rId27" imgW="2565360" imgH="380880" progId="Equation.DSMT4">
                    <p:embed/>
                  </p:oleObj>
                </mc:Choice>
                <mc:Fallback>
                  <p:oleObj name="Equation" r:id="rId27" imgW="2565360" imgH="380880" progId="Equation.DSMT4">
                    <p:embed/>
                    <p:pic>
                      <p:nvPicPr>
                        <p:cNvPr id="67617" name="Object 33">
                          <a:extLst>
                            <a:ext uri="{FF2B5EF4-FFF2-40B4-BE49-F238E27FC236}">
                              <a16:creationId xmlns:a16="http://schemas.microsoft.com/office/drawing/2014/main" id="{D085D2AA-9DF2-4BCE-A0B9-E71C31643D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038" y="4541775"/>
                          <a:ext cx="2565400" cy="3817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6">
              <a:extLst>
                <a:ext uri="{FF2B5EF4-FFF2-40B4-BE49-F238E27FC236}">
                  <a16:creationId xmlns:a16="http://schemas.microsoft.com/office/drawing/2014/main" id="{97FB891D-CE57-4193-AEE6-CEB11C7AE6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2706611"/>
                </p:ext>
              </p:extLst>
            </p:nvPr>
          </p:nvGraphicFramePr>
          <p:xfrm>
            <a:off x="3486150" y="4611688"/>
            <a:ext cx="15113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4" name="Equation" r:id="rId29" imgW="1511280" imgH="368280" progId="Equation.DSMT4">
                    <p:embed/>
                  </p:oleObj>
                </mc:Choice>
                <mc:Fallback>
                  <p:oleObj name="Equation" r:id="rId29" imgW="1511280" imgH="368280" progId="Equation.DSMT4">
                    <p:embed/>
                    <p:pic>
                      <p:nvPicPr>
                        <p:cNvPr id="67620" name="Object 36">
                          <a:extLst>
                            <a:ext uri="{FF2B5EF4-FFF2-40B4-BE49-F238E27FC236}">
                              <a16:creationId xmlns:a16="http://schemas.microsoft.com/office/drawing/2014/main" id="{8245E969-1034-49AC-9273-A0DE34C7B3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6150" y="4611688"/>
                          <a:ext cx="15113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8">
              <a:extLst>
                <a:ext uri="{FF2B5EF4-FFF2-40B4-BE49-F238E27FC236}">
                  <a16:creationId xmlns:a16="http://schemas.microsoft.com/office/drawing/2014/main" id="{37381CAF-A7CB-44ED-AB40-7CA11C8964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4248949"/>
                </p:ext>
              </p:extLst>
            </p:nvPr>
          </p:nvGraphicFramePr>
          <p:xfrm>
            <a:off x="5076056" y="4541775"/>
            <a:ext cx="952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045" name="Equation" r:id="rId31" imgW="952200" imgH="380880" progId="Equation.DSMT4">
                    <p:embed/>
                  </p:oleObj>
                </mc:Choice>
                <mc:Fallback>
                  <p:oleObj name="Equation" r:id="rId31" imgW="952200" imgH="380880" progId="Equation.DSMT4">
                    <p:embed/>
                    <p:pic>
                      <p:nvPicPr>
                        <p:cNvPr id="67622" name="Object 38">
                          <a:extLst>
                            <a:ext uri="{FF2B5EF4-FFF2-40B4-BE49-F238E27FC236}">
                              <a16:creationId xmlns:a16="http://schemas.microsoft.com/office/drawing/2014/main" id="{26C5CCC9-5D34-490C-BDD8-2BB3BDF567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4541775"/>
                          <a:ext cx="952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48">
              <a:extLst>
                <a:ext uri="{FF2B5EF4-FFF2-40B4-BE49-F238E27FC236}">
                  <a16:creationId xmlns:a16="http://schemas.microsoft.com/office/drawing/2014/main" id="{EAE887BC-791E-4475-9B4D-F9506E198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8958" y="4461110"/>
              <a:ext cx="172354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+mj-ea"/>
                  <a:ea typeface="+mj-ea"/>
                </a:rPr>
                <a:t>为奇函数 </a:t>
              </a:r>
              <a:r>
                <a:rPr lang="en-US" altLang="zh-CN" sz="2400" b="1">
                  <a:latin typeface="+mj-ea"/>
                  <a:ea typeface="+mj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101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0F678C5-7A6B-449C-9B10-B31698DCD23E}"/>
              </a:ext>
            </a:extLst>
          </p:cNvPr>
          <p:cNvSpPr txBox="1">
            <a:spLocks noChangeArrowheads="1"/>
          </p:cNvSpPr>
          <p:nvPr/>
        </p:nvSpPr>
        <p:spPr>
          <a:xfrm>
            <a:off x="1064729" y="205725"/>
            <a:ext cx="3048000" cy="468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1DE39995-DE18-4C01-BA49-FB24994AB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992332"/>
              </p:ext>
            </p:extLst>
          </p:nvPr>
        </p:nvGraphicFramePr>
        <p:xfrm>
          <a:off x="2987824" y="271754"/>
          <a:ext cx="29956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8" name="Equation" r:id="rId3" imgW="2997000" imgH="342720" progId="Equation.DSMT4">
                  <p:embed/>
                </p:oleObj>
              </mc:Choice>
              <mc:Fallback>
                <p:oleObj name="Equation" r:id="rId3" imgW="2997000" imgH="342720" progId="Equation.DSMT4">
                  <p:embed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ED4DE29B-F267-49B7-81E6-02EE68A880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71754"/>
                        <a:ext cx="29956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2DDA9A5B-2C8F-4044-8E5F-4BC7085BF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364" y="212372"/>
            <a:ext cx="173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的图形关于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2834DDB-2C64-4645-9EAF-96DE01FC0A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495086"/>
              </p:ext>
            </p:extLst>
          </p:nvPr>
        </p:nvGraphicFramePr>
        <p:xfrm>
          <a:off x="7708219" y="336859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9" name="Equation" r:id="rId5" imgW="799920" imgH="266400" progId="Equation.DSMT4">
                  <p:embed/>
                </p:oleObj>
              </mc:Choice>
              <mc:Fallback>
                <p:oleObj name="Equation" r:id="rId5" imgW="799920" imgH="266400" progId="Equation.DSMT4">
                  <p:embed/>
                  <p:pic>
                    <p:nvPicPr>
                      <p:cNvPr id="45062" name="Object 6">
                        <a:extLst>
                          <a:ext uri="{FF2B5EF4-FFF2-40B4-BE49-F238E27FC236}">
                            <a16:creationId xmlns:a16="http://schemas.microsoft.com/office/drawing/2014/main" id="{B614445C-6C43-44E5-9F73-D67E7213F0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219" y="336859"/>
                        <a:ext cx="800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506C5EDF-9B5D-4A6D-8177-5D013234C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5799" y="766792"/>
            <a:ext cx="18854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均对称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求证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1DB0435A-9C21-4CAA-9E88-9C7FE5BE2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234242"/>
              </p:ext>
            </p:extLst>
          </p:nvPr>
        </p:nvGraphicFramePr>
        <p:xfrm>
          <a:off x="3807710" y="832376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0" name="Equation" r:id="rId7" imgW="1193760" imgH="342720" progId="Equation.DSMT4">
                  <p:embed/>
                </p:oleObj>
              </mc:Choice>
              <mc:Fallback>
                <p:oleObj name="Equation" r:id="rId7" imgW="1193760" imgH="342720" progId="Equation.DSMT4">
                  <p:embed/>
                  <p:pic>
                    <p:nvPicPr>
                      <p:cNvPr id="45064" name="Object 8">
                        <a:extLst>
                          <a:ext uri="{FF2B5EF4-FFF2-40B4-BE49-F238E27FC236}">
                            <a16:creationId xmlns:a16="http://schemas.microsoft.com/office/drawing/2014/main" id="{6C60F213-6935-464E-AB97-777D71F827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710" y="832376"/>
                        <a:ext cx="1193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9A9B977E-B2D9-4C5B-B872-10A9A540C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4412" y="766791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是周期函数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B62226C5-E593-4DB1-B267-0EC1E5290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001728"/>
              </p:ext>
            </p:extLst>
          </p:nvPr>
        </p:nvGraphicFramePr>
        <p:xfrm>
          <a:off x="404813" y="842963"/>
          <a:ext cx="15351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1" name="Equation" r:id="rId9" imgW="1536480" imgH="342720" progId="Equation.DSMT4">
                  <p:embed/>
                </p:oleObj>
              </mc:Choice>
              <mc:Fallback>
                <p:oleObj name="Equation" r:id="rId9" imgW="1536480" imgH="342720" progId="Equation.DSMT4">
                  <p:embed/>
                  <p:pic>
                    <p:nvPicPr>
                      <p:cNvPr id="45066" name="Object 10">
                        <a:extLst>
                          <a:ext uri="{FF2B5EF4-FFF2-40B4-BE49-F238E27FC236}">
                            <a16:creationId xmlns:a16="http://schemas.microsoft.com/office/drawing/2014/main" id="{F7E26EE0-C4EA-42E2-98C9-A41030344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842963"/>
                        <a:ext cx="15351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BD1F312E-8A01-4970-86B7-723671971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549" y="1291050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2C5609EF-B43C-4A1F-9FFC-802386AC34B5}"/>
              </a:ext>
            </a:extLst>
          </p:cNvPr>
          <p:cNvGrpSpPr/>
          <p:nvPr/>
        </p:nvGrpSpPr>
        <p:grpSpPr>
          <a:xfrm>
            <a:off x="1453356" y="1262092"/>
            <a:ext cx="2719950" cy="467111"/>
            <a:chOff x="1438857" y="1386951"/>
            <a:chExt cx="2719950" cy="467111"/>
          </a:xfrm>
        </p:grpSpPr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2AF34769-435C-43C7-A9E4-5C2F0B9D9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8857" y="1386951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+mj-ea"/>
                  <a:ea typeface="+mj-ea"/>
                </a:rPr>
                <a:t>由</a:t>
              </a:r>
            </a:p>
          </p:txBody>
        </p:sp>
        <p:graphicFrame>
          <p:nvGraphicFramePr>
            <p:cNvPr id="13" name="Object 14">
              <a:extLst>
                <a:ext uri="{FF2B5EF4-FFF2-40B4-BE49-F238E27FC236}">
                  <a16:creationId xmlns:a16="http://schemas.microsoft.com/office/drawing/2014/main" id="{761126D4-0608-47DF-82D5-C6102FED16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743696"/>
                </p:ext>
              </p:extLst>
            </p:nvPr>
          </p:nvGraphicFramePr>
          <p:xfrm>
            <a:off x="1812958" y="14959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2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45070" name="Object 14">
                          <a:extLst>
                            <a:ext uri="{FF2B5EF4-FFF2-40B4-BE49-F238E27FC236}">
                              <a16:creationId xmlns:a16="http://schemas.microsoft.com/office/drawing/2014/main" id="{5215FE36-82FD-4002-B9E5-D1C4D21501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958" y="149596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102B46E0-E7BA-449A-91F0-11CCDEF39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5258" y="1392397"/>
              <a:ext cx="172354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+mj-ea"/>
                  <a:ea typeface="+mj-ea"/>
                </a:rPr>
                <a:t>的对称性知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C1F0FE8-5CB1-4154-A043-A930D271235F}"/>
              </a:ext>
            </a:extLst>
          </p:cNvPr>
          <p:cNvGrpSpPr/>
          <p:nvPr/>
        </p:nvGrpSpPr>
        <p:grpSpPr>
          <a:xfrm>
            <a:off x="631872" y="1925709"/>
            <a:ext cx="2488657" cy="354986"/>
            <a:chOff x="617373" y="2050568"/>
            <a:chExt cx="2488657" cy="354986"/>
          </a:xfrm>
        </p:grpSpPr>
        <p:graphicFrame>
          <p:nvGraphicFramePr>
            <p:cNvPr id="12" name="Object 13">
              <a:extLst>
                <a:ext uri="{FF2B5EF4-FFF2-40B4-BE49-F238E27FC236}">
                  <a16:creationId xmlns:a16="http://schemas.microsoft.com/office/drawing/2014/main" id="{6C62B08C-0AD0-4FD1-9C51-5808CBB7A1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9081420"/>
                </p:ext>
              </p:extLst>
            </p:nvPr>
          </p:nvGraphicFramePr>
          <p:xfrm>
            <a:off x="617373" y="2062654"/>
            <a:ext cx="1295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3" name="Equation" r:id="rId13" imgW="1295280" imgH="342720" progId="Equation.DSMT4">
                    <p:embed/>
                  </p:oleObj>
                </mc:Choice>
                <mc:Fallback>
                  <p:oleObj name="Equation" r:id="rId13" imgW="1295280" imgH="342720" progId="Equation.DSMT4">
                    <p:embed/>
                    <p:pic>
                      <p:nvPicPr>
                        <p:cNvPr id="45069" name="Object 13">
                          <a:extLst>
                            <a:ext uri="{FF2B5EF4-FFF2-40B4-BE49-F238E27FC236}">
                              <a16:creationId xmlns:a16="http://schemas.microsoft.com/office/drawing/2014/main" id="{F15C2273-3B34-42D7-843A-CF831F608C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373" y="2062654"/>
                          <a:ext cx="1295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E5467B17-747C-441F-B078-643E346CD6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21527"/>
                </p:ext>
              </p:extLst>
            </p:nvPr>
          </p:nvGraphicFramePr>
          <p:xfrm>
            <a:off x="1975730" y="2050568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4" name="Equation" r:id="rId15" imgW="1130040" imgH="342720" progId="Equation.DSMT4">
                    <p:embed/>
                  </p:oleObj>
                </mc:Choice>
                <mc:Fallback>
                  <p:oleObj name="Equation" r:id="rId15" imgW="1130040" imgH="342720" progId="Equation.DSMT4">
                    <p:embed/>
                    <p:pic>
                      <p:nvPicPr>
                        <p:cNvPr id="45072" name="Object 16">
                          <a:extLst>
                            <a:ext uri="{FF2B5EF4-FFF2-40B4-BE49-F238E27FC236}">
                              <a16:creationId xmlns:a16="http://schemas.microsoft.com/office/drawing/2014/main" id="{D680093C-CCDB-4397-BDA9-8714838C5F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5730" y="2050568"/>
                          <a:ext cx="1130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1CC503F1-A1D8-483E-A903-BEF3118F1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405302"/>
              </p:ext>
            </p:extLst>
          </p:nvPr>
        </p:nvGraphicFramePr>
        <p:xfrm>
          <a:off x="3311531" y="1953718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5" name="Equation" r:id="rId17" imgW="1282680" imgH="342720" progId="Equation.DSMT4">
                  <p:embed/>
                </p:oleObj>
              </mc:Choice>
              <mc:Fallback>
                <p:oleObj name="Equation" r:id="rId17" imgW="1282680" imgH="342720" progId="Equation.DSMT4">
                  <p:embed/>
                  <p:pic>
                    <p:nvPicPr>
                      <p:cNvPr id="45073" name="Object 17">
                        <a:extLst>
                          <a:ext uri="{FF2B5EF4-FFF2-40B4-BE49-F238E27FC236}">
                            <a16:creationId xmlns:a16="http://schemas.microsoft.com/office/drawing/2014/main" id="{A931E950-DB97-4C9C-8A37-4993A5A5D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31" y="1953718"/>
                        <a:ext cx="1282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9AD355B5-A6D4-4190-BBC5-565BA10EA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359350"/>
              </p:ext>
            </p:extLst>
          </p:nvPr>
        </p:nvGraphicFramePr>
        <p:xfrm>
          <a:off x="4594231" y="1953718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6" name="Equation" r:id="rId19" imgW="1041120" imgH="342720" progId="Equation.DSMT4">
                  <p:embed/>
                </p:oleObj>
              </mc:Choice>
              <mc:Fallback>
                <p:oleObj name="Equation" r:id="rId19" imgW="1041120" imgH="342720" progId="Equation.DSMT4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3EBB4C4B-F9E0-4590-8706-C53797FE26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31" y="1953718"/>
                        <a:ext cx="1041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9">
            <a:extLst>
              <a:ext uri="{FF2B5EF4-FFF2-40B4-BE49-F238E27FC236}">
                <a16:creationId xmlns:a16="http://schemas.microsoft.com/office/drawing/2014/main" id="{3C8F929A-CD11-4ACB-A399-D63579395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49" y="254214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于是</a:t>
            </a:r>
          </a:p>
        </p:txBody>
      </p:sp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FFBB0D3A-9E6F-43C6-ADCC-8EE408174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93070"/>
              </p:ext>
            </p:extLst>
          </p:nvPr>
        </p:nvGraphicFramePr>
        <p:xfrm>
          <a:off x="1495472" y="2646916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7" name="Equation" r:id="rId21" imgW="863280" imgH="342720" progId="Equation.DSMT4">
                  <p:embed/>
                </p:oleObj>
              </mc:Choice>
              <mc:Fallback>
                <p:oleObj name="Equation" r:id="rId21" imgW="863280" imgH="342720" progId="Equation.DSMT4">
                  <p:embed/>
                  <p:pic>
                    <p:nvPicPr>
                      <p:cNvPr id="45076" name="Object 20">
                        <a:extLst>
                          <a:ext uri="{FF2B5EF4-FFF2-40B4-BE49-F238E27FC236}">
                            <a16:creationId xmlns:a16="http://schemas.microsoft.com/office/drawing/2014/main" id="{ECF22880-7BDD-4F99-A16B-2025B14C29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72" y="2646916"/>
                        <a:ext cx="86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144A805B-06BF-43A4-A1D3-411D6C2C8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089807"/>
              </p:ext>
            </p:extLst>
          </p:nvPr>
        </p:nvGraphicFramePr>
        <p:xfrm>
          <a:off x="2441581" y="259747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8" name="Equation" r:id="rId23" imgW="1739880" imgH="431640" progId="Equation.DSMT4">
                  <p:embed/>
                </p:oleObj>
              </mc:Choice>
              <mc:Fallback>
                <p:oleObj name="Equation" r:id="rId23" imgW="1739880" imgH="431640" progId="Equation.DSMT4">
                  <p:embed/>
                  <p:pic>
                    <p:nvPicPr>
                      <p:cNvPr id="45077" name="Object 21">
                        <a:extLst>
                          <a:ext uri="{FF2B5EF4-FFF2-40B4-BE49-F238E27FC236}">
                            <a16:creationId xmlns:a16="http://schemas.microsoft.com/office/drawing/2014/main" id="{8DE8BE6E-3267-4FC3-AC1A-87B4917675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81" y="2597470"/>
                        <a:ext cx="173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FCC47C16-6575-4686-BDA0-0F2B07ABD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863893"/>
              </p:ext>
            </p:extLst>
          </p:nvPr>
        </p:nvGraphicFramePr>
        <p:xfrm>
          <a:off x="4165772" y="2610887"/>
          <a:ext cx="1992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9" name="Equation" r:id="rId25" imgW="1993680" imgH="431640" progId="Equation.DSMT4">
                  <p:embed/>
                </p:oleObj>
              </mc:Choice>
              <mc:Fallback>
                <p:oleObj name="Equation" r:id="rId25" imgW="1993680" imgH="431640" progId="Equation.DSMT4">
                  <p:embed/>
                  <p:pic>
                    <p:nvPicPr>
                      <p:cNvPr id="45078" name="Object 22">
                        <a:extLst>
                          <a:ext uri="{FF2B5EF4-FFF2-40B4-BE49-F238E27FC236}">
                            <a16:creationId xmlns:a16="http://schemas.microsoft.com/office/drawing/2014/main" id="{20F6EE1F-495F-427D-B07B-616FE3A81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772" y="2610887"/>
                        <a:ext cx="19923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01065892-855F-4F6B-9E59-BB2103613D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862986"/>
              </p:ext>
            </p:extLst>
          </p:nvPr>
        </p:nvGraphicFramePr>
        <p:xfrm>
          <a:off x="2164625" y="3252007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0" name="Equation" r:id="rId27" imgW="1447560" imgH="342720" progId="Equation.DSMT4">
                  <p:embed/>
                </p:oleObj>
              </mc:Choice>
              <mc:Fallback>
                <p:oleObj name="Equation" r:id="rId27" imgW="1447560" imgH="342720" progId="Equation.DSMT4">
                  <p:embed/>
                  <p:pic>
                    <p:nvPicPr>
                      <p:cNvPr id="45079" name="Object 23">
                        <a:extLst>
                          <a:ext uri="{FF2B5EF4-FFF2-40B4-BE49-F238E27FC236}">
                            <a16:creationId xmlns:a16="http://schemas.microsoft.com/office/drawing/2014/main" id="{9BE5F03C-2407-460B-B708-D0CB38B6B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625" y="3252007"/>
                        <a:ext cx="1447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1DAF6B25-02C4-46CE-B989-BD678B1D4B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525489"/>
              </p:ext>
            </p:extLst>
          </p:nvPr>
        </p:nvGraphicFramePr>
        <p:xfrm>
          <a:off x="3656744" y="3164901"/>
          <a:ext cx="2551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1" name="Equation" r:id="rId29" imgW="2552400" imgH="431640" progId="Equation.DSMT4">
                  <p:embed/>
                </p:oleObj>
              </mc:Choice>
              <mc:Fallback>
                <p:oleObj name="Equation" r:id="rId29" imgW="2552400" imgH="431640" progId="Equation.DSMT4">
                  <p:embed/>
                  <p:pic>
                    <p:nvPicPr>
                      <p:cNvPr id="45080" name="Object 24">
                        <a:extLst>
                          <a:ext uri="{FF2B5EF4-FFF2-40B4-BE49-F238E27FC236}">
                            <a16:creationId xmlns:a16="http://schemas.microsoft.com/office/drawing/2014/main" id="{945C642B-690B-45E8-8135-095E16A55E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744" y="3164901"/>
                        <a:ext cx="2551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>
            <a:extLst>
              <a:ext uri="{FF2B5EF4-FFF2-40B4-BE49-F238E27FC236}">
                <a16:creationId xmlns:a16="http://schemas.microsoft.com/office/drawing/2014/main" id="{8651B485-14D5-4449-93B0-7AD83D921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669874"/>
              </p:ext>
            </p:extLst>
          </p:nvPr>
        </p:nvGraphicFramePr>
        <p:xfrm>
          <a:off x="2164625" y="3845506"/>
          <a:ext cx="2551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2" name="Equation" r:id="rId31" imgW="2552400" imgH="431640" progId="Equation.DSMT4">
                  <p:embed/>
                </p:oleObj>
              </mc:Choice>
              <mc:Fallback>
                <p:oleObj name="Equation" r:id="rId31" imgW="2552400" imgH="431640" progId="Equation.DSMT4">
                  <p:embed/>
                  <p:pic>
                    <p:nvPicPr>
                      <p:cNvPr id="45081" name="Object 25">
                        <a:extLst>
                          <a:ext uri="{FF2B5EF4-FFF2-40B4-BE49-F238E27FC236}">
                            <a16:creationId xmlns:a16="http://schemas.microsoft.com/office/drawing/2014/main" id="{ABD62CBD-AC04-4DE5-92B4-D9D45F644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625" y="3845506"/>
                        <a:ext cx="2551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78A46F3B-4FB5-405B-B702-CC771B347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867222"/>
              </p:ext>
            </p:extLst>
          </p:nvPr>
        </p:nvGraphicFramePr>
        <p:xfrm>
          <a:off x="4723960" y="3834215"/>
          <a:ext cx="2284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3" name="Equation" r:id="rId33" imgW="2286000" imgH="431640" progId="Equation.DSMT4">
                  <p:embed/>
                </p:oleObj>
              </mc:Choice>
              <mc:Fallback>
                <p:oleObj name="Equation" r:id="rId33" imgW="2286000" imgH="431640" progId="Equation.DSMT4">
                  <p:embed/>
                  <p:pic>
                    <p:nvPicPr>
                      <p:cNvPr id="45082" name="Object 26">
                        <a:extLst>
                          <a:ext uri="{FF2B5EF4-FFF2-40B4-BE49-F238E27FC236}">
                            <a16:creationId xmlns:a16="http://schemas.microsoft.com/office/drawing/2014/main" id="{3ED31A86-E9D5-4945-8564-727F6A8F8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3960" y="3834215"/>
                        <a:ext cx="2284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组合 64">
            <a:extLst>
              <a:ext uri="{FF2B5EF4-FFF2-40B4-BE49-F238E27FC236}">
                <a16:creationId xmlns:a16="http://schemas.microsoft.com/office/drawing/2014/main" id="{3827F637-F11C-4F97-93B8-7FA11FEC6964}"/>
              </a:ext>
            </a:extLst>
          </p:cNvPr>
          <p:cNvGrpSpPr/>
          <p:nvPr/>
        </p:nvGrpSpPr>
        <p:grpSpPr>
          <a:xfrm>
            <a:off x="884451" y="4410081"/>
            <a:ext cx="5573618" cy="519197"/>
            <a:chOff x="884451" y="4410081"/>
            <a:chExt cx="5573618" cy="519197"/>
          </a:xfrm>
        </p:grpSpPr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C13DE7D6-0359-4404-A1E6-8AFE4FBA0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451" y="4410081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b="1">
                  <a:latin typeface="+mj-ea"/>
                  <a:ea typeface="+mj-ea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28" name="Object 28">
              <a:extLst>
                <a:ext uri="{FF2B5EF4-FFF2-40B4-BE49-F238E27FC236}">
                  <a16:creationId xmlns:a16="http://schemas.microsoft.com/office/drawing/2014/main" id="{2230FCD1-277E-4947-9799-FB7432B694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3363513"/>
                </p:ext>
              </p:extLst>
            </p:nvPr>
          </p:nvGraphicFramePr>
          <p:xfrm>
            <a:off x="1338469" y="452699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4" name="Equation" r:id="rId35" imgW="622080" imgH="342720" progId="Equation.DSMT4">
                    <p:embed/>
                  </p:oleObj>
                </mc:Choice>
                <mc:Fallback>
                  <p:oleObj name="Equation" r:id="rId35" imgW="622080" imgH="342720" progId="Equation.DSMT4">
                    <p:embed/>
                    <p:pic>
                      <p:nvPicPr>
                        <p:cNvPr id="45084" name="Object 28">
                          <a:extLst>
                            <a:ext uri="{FF2B5EF4-FFF2-40B4-BE49-F238E27FC236}">
                              <a16:creationId xmlns:a16="http://schemas.microsoft.com/office/drawing/2014/main" id="{8EA81E1D-FA19-4C7A-869D-835F8B332B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469" y="452699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0F3A87B6-B77C-40F8-AC2B-FA283FD4C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769" y="4467613"/>
              <a:ext cx="21980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b="1">
                  <a:latin typeface="+mj-ea"/>
                  <a:ea typeface="+mj-ea"/>
                  <a:cs typeface="Times New Roman" panose="02020603050405020304" pitchFamily="18" charset="0"/>
                </a:rPr>
                <a:t>是周期函数 </a:t>
              </a:r>
              <a:r>
                <a:rPr lang="en-US" altLang="zh-CN" sz="2400" b="1">
                  <a:latin typeface="+mj-ea"/>
                  <a:ea typeface="+mj-ea"/>
                  <a:cs typeface="Times New Roman" panose="02020603050405020304" pitchFamily="18" charset="0"/>
                </a:rPr>
                <a:t>, 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358F2C20-8566-4269-8640-4DCF3DF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9806" y="4445637"/>
              <a:ext cx="11079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周期为</a:t>
              </a:r>
            </a:p>
          </p:txBody>
        </p:sp>
        <p:graphicFrame>
          <p:nvGraphicFramePr>
            <p:cNvPr id="31" name="Object 31">
              <a:extLst>
                <a:ext uri="{FF2B5EF4-FFF2-40B4-BE49-F238E27FC236}">
                  <a16:creationId xmlns:a16="http://schemas.microsoft.com/office/drawing/2014/main" id="{15A42424-F867-4ACD-944E-50B49DD559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1610522"/>
                </p:ext>
              </p:extLst>
            </p:nvPr>
          </p:nvGraphicFramePr>
          <p:xfrm>
            <a:off x="4921369" y="4556038"/>
            <a:ext cx="153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5" name="Equation" r:id="rId37" imgW="1536480" imgH="342720" progId="Equation.DSMT4">
                    <p:embed/>
                  </p:oleObj>
                </mc:Choice>
                <mc:Fallback>
                  <p:oleObj name="Equation" r:id="rId37" imgW="1536480" imgH="342720" progId="Equation.DSMT4">
                    <p:embed/>
                    <p:pic>
                      <p:nvPicPr>
                        <p:cNvPr id="45087" name="Object 31">
                          <a:extLst>
                            <a:ext uri="{FF2B5EF4-FFF2-40B4-BE49-F238E27FC236}">
                              <a16:creationId xmlns:a16="http://schemas.microsoft.com/office/drawing/2014/main" id="{4619D30B-2BA7-48F9-BBB7-650B47219F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369" y="4556038"/>
                          <a:ext cx="1536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2B60B3B-17F7-40EA-8573-19673BD113DF}"/>
              </a:ext>
            </a:extLst>
          </p:cNvPr>
          <p:cNvGrpSpPr/>
          <p:nvPr/>
        </p:nvGrpSpPr>
        <p:grpSpPr>
          <a:xfrm>
            <a:off x="6472568" y="1124007"/>
            <a:ext cx="2434411" cy="2520521"/>
            <a:chOff x="6458069" y="1248866"/>
            <a:chExt cx="2434411" cy="2520521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0F48B1C1-6659-48C4-A5EF-D06BC646455E}"/>
                </a:ext>
              </a:extLst>
            </p:cNvPr>
            <p:cNvCxnSpPr/>
            <p:nvPr/>
          </p:nvCxnSpPr>
          <p:spPr>
            <a:xfrm>
              <a:off x="6458069" y="2771775"/>
              <a:ext cx="24344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448B2916-0981-4FA7-ABC4-78A83A004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6296" y="1495964"/>
              <a:ext cx="0" cy="17205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BB473EB3-5972-48C7-9866-1C1CECED85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6385058"/>
                </p:ext>
              </p:extLst>
            </p:nvPr>
          </p:nvGraphicFramePr>
          <p:xfrm>
            <a:off x="8673661" y="280258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6" name="Equation" r:id="rId39" imgW="177480" imgH="190440" progId="Equation.DSMT4">
                    <p:embed/>
                  </p:oleObj>
                </mc:Choice>
                <mc:Fallback>
                  <p:oleObj name="Equation" r:id="rId3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8673661" y="280258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F7C9126A-3C28-4555-AF01-D2C3BFC60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4159201"/>
                </p:ext>
              </p:extLst>
            </p:nvPr>
          </p:nvGraphicFramePr>
          <p:xfrm>
            <a:off x="6952811" y="1619849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7" name="Equation" r:id="rId41" imgW="190440" imgH="241200" progId="Equation.DSMT4">
                    <p:embed/>
                  </p:oleObj>
                </mc:Choice>
                <mc:Fallback>
                  <p:oleObj name="Equation" r:id="rId41" imgW="190440" imgH="2412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BB473EB3-5972-48C7-9866-1C1CECED85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6952811" y="1619849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3FFEA753-6217-409E-B414-6D4DDDB7A1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4355154"/>
                </p:ext>
              </p:extLst>
            </p:nvPr>
          </p:nvGraphicFramePr>
          <p:xfrm>
            <a:off x="6952811" y="280258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8" name="Equation" r:id="rId43" imgW="228600" imgH="241200" progId="Equation.DSMT4">
                    <p:embed/>
                  </p:oleObj>
                </mc:Choice>
                <mc:Fallback>
                  <p:oleObj name="Equation" r:id="rId43" imgW="228600" imgH="2412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F7C9126A-3C28-4555-AF01-D2C3BFC609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6952811" y="2802582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B2585F1-BE14-4CF9-877A-E959A558A10B}"/>
                </a:ext>
              </a:extLst>
            </p:cNvPr>
            <p:cNvCxnSpPr/>
            <p:nvPr/>
          </p:nvCxnSpPr>
          <p:spPr>
            <a:xfrm>
              <a:off x="7524328" y="1563638"/>
              <a:ext cx="0" cy="1652903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371CF85-B504-4655-8029-EEA06C2F4FD7}"/>
                </a:ext>
              </a:extLst>
            </p:cNvPr>
            <p:cNvCxnSpPr/>
            <p:nvPr/>
          </p:nvCxnSpPr>
          <p:spPr>
            <a:xfrm>
              <a:off x="8172400" y="1595025"/>
              <a:ext cx="0" cy="1652903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7D38C9BE-88CA-4CBF-AAB1-10BCD74398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8393041"/>
                </p:ext>
              </p:extLst>
            </p:nvPr>
          </p:nvGraphicFramePr>
          <p:xfrm>
            <a:off x="7693720" y="3567468"/>
            <a:ext cx="533400" cy="1889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9" name="Equation" r:id="rId45" imgW="533160" imgH="203040" progId="Equation.DSMT4">
                    <p:embed/>
                  </p:oleObj>
                </mc:Choice>
                <mc:Fallback>
                  <p:oleObj name="Equation" r:id="rId45" imgW="533160" imgH="20304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BB473EB3-5972-48C7-9866-1C1CECED85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7693720" y="3567468"/>
                          <a:ext cx="533400" cy="188926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997DCDCA-4B4F-4F4E-A68F-3F9FA47198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7386546"/>
                </p:ext>
              </p:extLst>
            </p:nvPr>
          </p:nvGraphicFramePr>
          <p:xfrm>
            <a:off x="8191571" y="2732959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0" name="Equation" r:id="rId47" imgW="164880" imgH="253800" progId="Equation.DSMT4">
                    <p:embed/>
                  </p:oleObj>
                </mc:Choice>
                <mc:Fallback>
                  <p:oleObj name="Equation" r:id="rId47" imgW="164880" imgH="25380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D38C9BE-88CA-4CBF-AAB1-10BCD74398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8191571" y="2732959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80526AE9-D9AF-426F-AF32-31B5C85F82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338007"/>
                </p:ext>
              </p:extLst>
            </p:nvPr>
          </p:nvGraphicFramePr>
          <p:xfrm>
            <a:off x="7264164" y="1280886"/>
            <a:ext cx="558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1" name="Equation" r:id="rId49" imgW="558720" imgH="190440" progId="Equation.DSMT4">
                    <p:embed/>
                  </p:oleObj>
                </mc:Choice>
                <mc:Fallback>
                  <p:oleObj name="Equation" r:id="rId49" imgW="55872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7264164" y="1280886"/>
                          <a:ext cx="558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957A6525-9DC5-4DA7-9B4B-E7B02CF4A7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1470265"/>
                </p:ext>
              </p:extLst>
            </p:nvPr>
          </p:nvGraphicFramePr>
          <p:xfrm>
            <a:off x="8055957" y="1248866"/>
            <a:ext cx="546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2" name="Equation" r:id="rId51" imgW="545760" imgH="253800" progId="Equation.DSMT4">
                    <p:embed/>
                  </p:oleObj>
                </mc:Choice>
                <mc:Fallback>
                  <p:oleObj name="Equation" r:id="rId51" imgW="545760" imgH="2538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80526AE9-D9AF-426F-AF32-31B5C85F82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8055957" y="1248866"/>
                          <a:ext cx="546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AECE5B41-18A8-4789-9103-7FAF589E840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543564" y="2298616"/>
              <a:ext cx="609600" cy="38100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0 h 240"/>
                <a:gd name="T4" fmla="*/ 384 w 38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40">
                  <a:moveTo>
                    <a:pt x="0" y="240"/>
                  </a:moveTo>
                  <a:cubicBezTo>
                    <a:pt x="64" y="120"/>
                    <a:pt x="128" y="0"/>
                    <a:pt x="192" y="0"/>
                  </a:cubicBezTo>
                  <a:cubicBezTo>
                    <a:pt x="256" y="0"/>
                    <a:pt x="352" y="200"/>
                    <a:pt x="384" y="240"/>
                  </a:cubicBezTo>
                </a:path>
              </a:pathLst>
            </a:custGeom>
            <a:noFill/>
            <a:ln w="15875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A94E44B4-9D54-4EFF-839E-E2A210749DE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185105" y="2289924"/>
              <a:ext cx="609600" cy="38100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0 h 240"/>
                <a:gd name="T4" fmla="*/ 384 w 38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40">
                  <a:moveTo>
                    <a:pt x="0" y="240"/>
                  </a:moveTo>
                  <a:cubicBezTo>
                    <a:pt x="64" y="120"/>
                    <a:pt x="128" y="0"/>
                    <a:pt x="192" y="0"/>
                  </a:cubicBezTo>
                  <a:cubicBezTo>
                    <a:pt x="256" y="0"/>
                    <a:pt x="352" y="200"/>
                    <a:pt x="384" y="240"/>
                  </a:cubicBezTo>
                </a:path>
              </a:pathLst>
            </a:custGeom>
            <a:noFill/>
            <a:ln w="15875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0C46E575-E1B6-419A-9359-403FC56FE2A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909054" y="2311957"/>
              <a:ext cx="609600" cy="38100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0 h 240"/>
                <a:gd name="T4" fmla="*/ 384 w 38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40">
                  <a:moveTo>
                    <a:pt x="0" y="240"/>
                  </a:moveTo>
                  <a:cubicBezTo>
                    <a:pt x="64" y="120"/>
                    <a:pt x="128" y="0"/>
                    <a:pt x="192" y="0"/>
                  </a:cubicBezTo>
                  <a:cubicBezTo>
                    <a:pt x="256" y="0"/>
                    <a:pt x="352" y="200"/>
                    <a:pt x="384" y="240"/>
                  </a:cubicBezTo>
                </a:path>
              </a:pathLst>
            </a:custGeom>
            <a:noFill/>
            <a:ln w="15875" cmpd="sng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283729B0-C382-4D67-975C-0D94936DD33D}"/>
                </a:ext>
              </a:extLst>
            </p:cNvPr>
            <p:cNvSpPr/>
            <p:nvPr/>
          </p:nvSpPr>
          <p:spPr>
            <a:xfrm>
              <a:off x="7673431" y="2756863"/>
              <a:ext cx="45719" cy="45719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流程图: 接点 49">
              <a:extLst>
                <a:ext uri="{FF2B5EF4-FFF2-40B4-BE49-F238E27FC236}">
                  <a16:creationId xmlns:a16="http://schemas.microsoft.com/office/drawing/2014/main" id="{449B8288-2185-400C-B28D-D776648334CC}"/>
                </a:ext>
              </a:extLst>
            </p:cNvPr>
            <p:cNvSpPr/>
            <p:nvPr/>
          </p:nvSpPr>
          <p:spPr>
            <a:xfrm>
              <a:off x="7339457" y="2756863"/>
              <a:ext cx="45719" cy="45719"/>
            </a:xfrm>
            <a:prstGeom prst="flowChartConnecto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FADA69A-E3C3-48CC-82AD-298D9F19DC27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7696291" y="2571750"/>
              <a:ext cx="0" cy="18511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FFA98BE-0E66-4E0C-928C-63088B2D8F01}"/>
                </a:ext>
              </a:extLst>
            </p:cNvPr>
            <p:cNvCxnSpPr>
              <a:cxnSpLocks/>
            </p:cNvCxnSpPr>
            <p:nvPr/>
          </p:nvCxnSpPr>
          <p:spPr>
            <a:xfrm>
              <a:off x="7362316" y="2594609"/>
              <a:ext cx="0" cy="18511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对象 56">
              <a:extLst>
                <a:ext uri="{FF2B5EF4-FFF2-40B4-BE49-F238E27FC236}">
                  <a16:creationId xmlns:a16="http://schemas.microsoft.com/office/drawing/2014/main" id="{99555298-769C-4086-A9D2-1CA87FEFCF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1129049"/>
                </p:ext>
              </p:extLst>
            </p:nvPr>
          </p:nvGraphicFramePr>
          <p:xfrm>
            <a:off x="6960322" y="3578887"/>
            <a:ext cx="533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3" name="Equation" r:id="rId53" imgW="533160" imgH="190440" progId="Equation.DSMT4">
                    <p:embed/>
                  </p:oleObj>
                </mc:Choice>
                <mc:Fallback>
                  <p:oleObj name="Equation" r:id="rId53" imgW="533160" imgH="19044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D38C9BE-88CA-4CBF-AAB1-10BCD74398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6960322" y="3578887"/>
                          <a:ext cx="533400" cy="1905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DD1B7F1-D2E0-40B6-9119-D13D8124AC3C}"/>
                </a:ext>
              </a:extLst>
            </p:cNvPr>
            <p:cNvCxnSpPr>
              <a:stCxn id="50" idx="4"/>
              <a:endCxn id="57" idx="0"/>
            </p:cNvCxnSpPr>
            <p:nvPr/>
          </p:nvCxnSpPr>
          <p:spPr>
            <a:xfrm flipH="1">
              <a:off x="7227022" y="2802582"/>
              <a:ext cx="135295" cy="7763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5A450E6-F20C-4FA8-8B49-2029DA5EDF80}"/>
                </a:ext>
              </a:extLst>
            </p:cNvPr>
            <p:cNvCxnSpPr>
              <a:cxnSpLocks/>
            </p:cNvCxnSpPr>
            <p:nvPr/>
          </p:nvCxnSpPr>
          <p:spPr>
            <a:xfrm>
              <a:off x="7725167" y="2765976"/>
              <a:ext cx="159201" cy="7823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793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FD089E2-E687-48D0-81A9-AD190D10F7E1}"/>
              </a:ext>
            </a:extLst>
          </p:cNvPr>
          <p:cNvGrpSpPr/>
          <p:nvPr/>
        </p:nvGrpSpPr>
        <p:grpSpPr>
          <a:xfrm>
            <a:off x="683568" y="627534"/>
            <a:ext cx="7776864" cy="577056"/>
            <a:chOff x="683568" y="464914"/>
            <a:chExt cx="7776864" cy="577056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A6F89604-790A-4737-BC2E-FA7E6F88219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568" y="573658"/>
              <a:ext cx="7776864" cy="46831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证明小数部分函数                           的最小正周期是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</a:t>
              </a:r>
              <a:r>
                <a:rPr lang="zh-CN" altLang="en-US" sz="2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E1555D1-4BD9-4626-B46E-09776254EA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7555794"/>
                </p:ext>
              </p:extLst>
            </p:nvPr>
          </p:nvGraphicFramePr>
          <p:xfrm>
            <a:off x="4067944" y="464914"/>
            <a:ext cx="195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08" name="Equation" r:id="rId3" imgW="1955520" imgH="342720" progId="Equation.DSMT4">
                    <p:embed/>
                  </p:oleObj>
                </mc:Choice>
                <mc:Fallback>
                  <p:oleObj name="Equation" r:id="rId3" imgW="1955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67944" y="464914"/>
                          <a:ext cx="195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534F5C4-90F3-4E8E-9794-130F501FF93B}"/>
              </a:ext>
            </a:extLst>
          </p:cNvPr>
          <p:cNvGrpSpPr/>
          <p:nvPr/>
        </p:nvGrpSpPr>
        <p:grpSpPr>
          <a:xfrm>
            <a:off x="755576" y="1199995"/>
            <a:ext cx="7776864" cy="468312"/>
            <a:chOff x="755576" y="1199995"/>
            <a:chExt cx="7776864" cy="468312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B1463770-AD76-4EB7-A1E6-E0A7D98F48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1199995"/>
              <a:ext cx="7776864" cy="46831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证</a:t>
              </a:r>
              <a:r>
                <a:rPr lang="zh-CN" altLang="en-US" sz="2400" b="1" dirty="0">
                  <a:solidFill>
                    <a:srgbClr val="2D04D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对任意                       显然                            且</a:t>
              </a:r>
              <a:r>
                <a:rPr lang="zh-CN" altLang="en-US" sz="2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BCBEAF0-9F80-4C51-B123-E658B68C6D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8849011"/>
                </p:ext>
              </p:extLst>
            </p:nvPr>
          </p:nvGraphicFramePr>
          <p:xfrm>
            <a:off x="2267744" y="1262701"/>
            <a:ext cx="165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09" name="Equation" r:id="rId5" imgW="1650960" imgH="342720" progId="Equation.DSMT4">
                    <p:embed/>
                  </p:oleObj>
                </mc:Choice>
                <mc:Fallback>
                  <p:oleObj name="Equation" r:id="rId5" imgW="165096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DE1555D1-4BD9-4626-B46E-09776254EA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67744" y="1262701"/>
                          <a:ext cx="165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8AC1D2B-E00E-4279-8D05-EE72C28F2E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7156462"/>
                </p:ext>
              </p:extLst>
            </p:nvPr>
          </p:nvGraphicFramePr>
          <p:xfrm>
            <a:off x="4656814" y="1284200"/>
            <a:ext cx="201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0" name="Equation" r:id="rId7" imgW="2019240" imgH="342720" progId="Equation.DSMT4">
                    <p:embed/>
                  </p:oleObj>
                </mc:Choice>
                <mc:Fallback>
                  <p:oleObj name="Equation" r:id="rId7" imgW="201924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7D23EE3E-14B5-4911-9779-71E6700F49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56814" y="1284200"/>
                          <a:ext cx="201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BD207BA-9CBE-4B76-90EF-3A0A47FF3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445605"/>
              </p:ext>
            </p:extLst>
          </p:nvPr>
        </p:nvGraphicFramePr>
        <p:xfrm>
          <a:off x="1209830" y="1824374"/>
          <a:ext cx="257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11" name="Equation" r:id="rId9" imgW="2577960" imgH="342720" progId="Equation.DSMT4">
                  <p:embed/>
                </p:oleObj>
              </mc:Choice>
              <mc:Fallback>
                <p:oleObj name="Equation" r:id="rId9" imgW="2577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09830" y="1824374"/>
                        <a:ext cx="257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E91DFE4-48BE-4328-B0D2-685EBDC2DB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514642"/>
              </p:ext>
            </p:extLst>
          </p:nvPr>
        </p:nvGraphicFramePr>
        <p:xfrm>
          <a:off x="3787930" y="1824374"/>
          <a:ext cx="360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12" name="Equation" r:id="rId11" imgW="3606480" imgH="342720" progId="Equation.DSMT4">
                  <p:embed/>
                </p:oleObj>
              </mc:Choice>
              <mc:Fallback>
                <p:oleObj name="Equation" r:id="rId11" imgW="3606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87930" y="1824374"/>
                        <a:ext cx="360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7D18400-CE2B-4B8F-A82F-7133655BC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084744"/>
              </p:ext>
            </p:extLst>
          </p:nvPr>
        </p:nvGraphicFramePr>
        <p:xfrm>
          <a:off x="1222530" y="2373313"/>
          <a:ext cx="256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13" name="Equation" r:id="rId13" imgW="2565360" imgH="342720" progId="Equation.DSMT4">
                  <p:embed/>
                </p:oleObj>
              </mc:Choice>
              <mc:Fallback>
                <p:oleObj name="Equation" r:id="rId13" imgW="25653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BD207BA-9CBE-4B76-90EF-3A0A47FF3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22530" y="2373313"/>
                        <a:ext cx="256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50B9736-560C-4925-B5C9-1BD922FBA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133452"/>
              </p:ext>
            </p:extLst>
          </p:nvPr>
        </p:nvGraphicFramePr>
        <p:xfrm>
          <a:off x="3806604" y="2392933"/>
          <a:ext cx="360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14" name="Equation" r:id="rId15" imgW="3606480" imgH="342720" progId="Equation.DSMT4">
                  <p:embed/>
                </p:oleObj>
              </mc:Choice>
              <mc:Fallback>
                <p:oleObj name="Equation" r:id="rId15" imgW="360648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E91DFE4-48BE-4328-B0D2-685EBDC2DB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06604" y="2392933"/>
                        <a:ext cx="360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F037A296-2143-44BC-B0FB-994901B85475}"/>
              </a:ext>
            </a:extLst>
          </p:cNvPr>
          <p:cNvGrpSpPr/>
          <p:nvPr/>
        </p:nvGrpSpPr>
        <p:grpSpPr>
          <a:xfrm>
            <a:off x="819166" y="2922252"/>
            <a:ext cx="7776864" cy="461665"/>
            <a:chOff x="819166" y="2922252"/>
            <a:chExt cx="7776864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14C07E4-4FB6-43DB-980A-468C205940E8}"/>
                </a:ext>
              </a:extLst>
            </p:cNvPr>
            <p:cNvSpPr/>
            <p:nvPr/>
          </p:nvSpPr>
          <p:spPr>
            <a:xfrm>
              <a:off x="819166" y="2922252"/>
              <a:ext cx="7776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因此                     故函数             是以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为周期的函数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3FF1093-665F-4554-B109-50D43DCB80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9303561"/>
                </p:ext>
              </p:extLst>
            </p:nvPr>
          </p:nvGraphicFramePr>
          <p:xfrm>
            <a:off x="1531144" y="2981634"/>
            <a:ext cx="156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5" name="Equation" r:id="rId17" imgW="1562040" imgH="342720" progId="Equation.DSMT4">
                    <p:embed/>
                  </p:oleObj>
                </mc:Choice>
                <mc:Fallback>
                  <p:oleObj name="Equation" r:id="rId17" imgW="1562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31144" y="2981634"/>
                          <a:ext cx="1562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4D6615C-445A-4CDC-BB62-C71411CB32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3722320"/>
                </p:ext>
              </p:extLst>
            </p:nvPr>
          </p:nvGraphicFramePr>
          <p:xfrm>
            <a:off x="4100252" y="2961492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6" name="Equation" r:id="rId19" imgW="901440" imgH="342720" progId="Equation.DSMT4">
                    <p:embed/>
                  </p:oleObj>
                </mc:Choice>
                <mc:Fallback>
                  <p:oleObj name="Equation" r:id="rId19" imgW="901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00252" y="2961492"/>
                          <a:ext cx="90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41C764A-7F73-4FB0-8B55-3CE9E5AEE325}"/>
              </a:ext>
            </a:extLst>
          </p:cNvPr>
          <p:cNvGrpSpPr/>
          <p:nvPr/>
        </p:nvGrpSpPr>
        <p:grpSpPr>
          <a:xfrm>
            <a:off x="814134" y="3421219"/>
            <a:ext cx="8006338" cy="461665"/>
            <a:chOff x="814134" y="3421219"/>
            <a:chExt cx="8006338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4245ACA-3E8B-4090-945A-1A81D975C17D}"/>
                </a:ext>
              </a:extLst>
            </p:cNvPr>
            <p:cNvSpPr/>
            <p:nvPr/>
          </p:nvSpPr>
          <p:spPr>
            <a:xfrm>
              <a:off x="814134" y="3421219"/>
              <a:ext cx="8006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若存在                 使    为             的周期，应有                     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0116824-7314-4268-9331-67CCC8A56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432276"/>
                </p:ext>
              </p:extLst>
            </p:nvPr>
          </p:nvGraphicFramePr>
          <p:xfrm>
            <a:off x="1927380" y="3517640"/>
            <a:ext cx="1143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7" name="Equation" r:id="rId21" imgW="1143000" imgH="330120" progId="Equation.DSMT4">
                    <p:embed/>
                  </p:oleObj>
                </mc:Choice>
                <mc:Fallback>
                  <p:oleObj name="Equation" r:id="rId21" imgW="1143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27380" y="3517640"/>
                          <a:ext cx="1143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4D21D84-4A20-417C-847A-7DFFB4823D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919022"/>
                </p:ext>
              </p:extLst>
            </p:nvPr>
          </p:nvGraphicFramePr>
          <p:xfrm>
            <a:off x="3491880" y="3506795"/>
            <a:ext cx="228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8" name="Equation" r:id="rId23" imgW="228600" imgH="266400" progId="Equation.DSMT4">
                    <p:embed/>
                  </p:oleObj>
                </mc:Choice>
                <mc:Fallback>
                  <p:oleObj name="Equation" r:id="rId23" imgW="22860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491880" y="3506795"/>
                          <a:ext cx="2286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2C08FD4-7CDF-4877-9D7A-49BB556B0E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4877784"/>
                </p:ext>
              </p:extLst>
            </p:nvPr>
          </p:nvGraphicFramePr>
          <p:xfrm>
            <a:off x="4127473" y="3468695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19" name="Equation" r:id="rId25" imgW="901440" imgH="342720" progId="Equation.DSMT4">
                    <p:embed/>
                  </p:oleObj>
                </mc:Choice>
                <mc:Fallback>
                  <p:oleObj name="Equation" r:id="rId25" imgW="901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27473" y="3468695"/>
                          <a:ext cx="90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E94FEAB-C512-46B8-A79E-B80D2AD05E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6876722"/>
                </p:ext>
              </p:extLst>
            </p:nvPr>
          </p:nvGraphicFramePr>
          <p:xfrm>
            <a:off x="6957730" y="3511290"/>
            <a:ext cx="163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20" name="Equation" r:id="rId27" imgW="1638000" imgH="342720" progId="Equation.DSMT4">
                    <p:embed/>
                  </p:oleObj>
                </mc:Choice>
                <mc:Fallback>
                  <p:oleObj name="Equation" r:id="rId27" imgW="1638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957730" y="3511290"/>
                          <a:ext cx="1638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E40FD81-F8A8-4D6E-88DC-23005386F8BA}"/>
              </a:ext>
            </a:extLst>
          </p:cNvPr>
          <p:cNvGrpSpPr/>
          <p:nvPr/>
        </p:nvGrpSpPr>
        <p:grpSpPr>
          <a:xfrm>
            <a:off x="251520" y="3985041"/>
            <a:ext cx="8344510" cy="461665"/>
            <a:chOff x="251520" y="3985041"/>
            <a:chExt cx="8344510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D05C153-2743-4E91-BE08-2F3AEBF460C7}"/>
                </a:ext>
              </a:extLst>
            </p:cNvPr>
            <p:cNvSpPr/>
            <p:nvPr/>
          </p:nvSpPr>
          <p:spPr>
            <a:xfrm>
              <a:off x="251520" y="3985041"/>
              <a:ext cx="83445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而                                                                         则有           矛盾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307610A-9CA8-46ED-B72C-562BB9C67B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5883513"/>
                </p:ext>
              </p:extLst>
            </p:nvPr>
          </p:nvGraphicFramePr>
          <p:xfrm>
            <a:off x="823652" y="4064322"/>
            <a:ext cx="327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21" name="Equation" r:id="rId29" imgW="3276360" imgH="342720" progId="Equation.DSMT4">
                    <p:embed/>
                  </p:oleObj>
                </mc:Choice>
                <mc:Fallback>
                  <p:oleObj name="Equation" r:id="rId29" imgW="3276360" imgH="3427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6E94FEAB-C512-46B8-A79E-B80D2AD05E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823652" y="4064322"/>
                          <a:ext cx="3276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9E8BE70-7AFB-4BA3-AE06-F444DDFCB2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5702789"/>
                </p:ext>
              </p:extLst>
            </p:nvPr>
          </p:nvGraphicFramePr>
          <p:xfrm>
            <a:off x="4210555" y="4044423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22" name="Equation" r:id="rId31" imgW="1968480" imgH="342720" progId="Equation.DSMT4">
                    <p:embed/>
                  </p:oleObj>
                </mc:Choice>
                <mc:Fallback>
                  <p:oleObj name="Equation" r:id="rId31" imgW="1968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210555" y="4044423"/>
                          <a:ext cx="196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E174675-665A-4168-AC2D-8D231F6C47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6527546"/>
                </p:ext>
              </p:extLst>
            </p:nvPr>
          </p:nvGraphicFramePr>
          <p:xfrm>
            <a:off x="6843806" y="4064322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23" name="Equation" r:id="rId33" imgW="749160" imgH="330120" progId="Equation.DSMT4">
                    <p:embed/>
                  </p:oleObj>
                </mc:Choice>
                <mc:Fallback>
                  <p:oleObj name="Equation" r:id="rId33" imgW="7491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843806" y="4064322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C575128-9245-4855-8CCC-60C3DD7FA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097168"/>
              </p:ext>
            </p:extLst>
          </p:nvPr>
        </p:nvGraphicFramePr>
        <p:xfrm>
          <a:off x="3093244" y="4525987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24" name="Equation" r:id="rId35" imgW="419040" imgH="279360" progId="Equation.DSMT4">
                  <p:embed/>
                </p:oleObj>
              </mc:Choice>
              <mc:Fallback>
                <p:oleObj name="Equation" r:id="rId35" imgW="419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093244" y="4525987"/>
                        <a:ext cx="419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30B35B9-5E5C-475A-B19B-92EC6D95F502}"/>
              </a:ext>
            </a:extLst>
          </p:cNvPr>
          <p:cNvCxnSpPr>
            <a:cxnSpLocks/>
          </p:cNvCxnSpPr>
          <p:nvPr/>
        </p:nvCxnSpPr>
        <p:spPr>
          <a:xfrm>
            <a:off x="1835696" y="3854190"/>
            <a:ext cx="115212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E9D970B-6395-4D39-916C-F6F57F3E9875}"/>
              </a:ext>
            </a:extLst>
          </p:cNvPr>
          <p:cNvCxnSpPr>
            <a:cxnSpLocks/>
          </p:cNvCxnSpPr>
          <p:nvPr/>
        </p:nvCxnSpPr>
        <p:spPr>
          <a:xfrm>
            <a:off x="3018905" y="4446706"/>
            <a:ext cx="5872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E9ECF5D-67B8-486F-9910-D09EA25F817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457200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内容小结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EAFE6EDC-D65B-4D52-AA59-D4FB8DEBAF6E}"/>
              </a:ext>
            </a:extLst>
          </p:cNvPr>
          <p:cNvSpPr>
            <a:spLocks/>
          </p:cNvSpPr>
          <p:nvPr/>
        </p:nvSpPr>
        <p:spPr bwMode="auto">
          <a:xfrm>
            <a:off x="4644008" y="1734776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4C316C99-F280-481B-98F9-8DA8E8CBB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408" y="1484382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定义域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8BCF1FF-B8D4-4F77-ABFA-C8CD0BB42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79725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函数的特性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8869B9F2-94A8-4DFD-B2E5-EA87D03D5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257" y="3121443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0D67A651-463F-4A73-8D0D-6249E157F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114" y="2828499"/>
            <a:ext cx="3657600" cy="915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有界性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单调性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奇偶性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周期性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B75B1C05-DFE1-41A2-A3F4-BD2E23632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733800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初等函数的结构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6BAE54B2-C96D-452F-BACC-B8F716404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08188"/>
            <a:ext cx="4542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函数的定义及函数的三要素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372B19-ED61-4380-877E-FABCA51DEC14}"/>
              </a:ext>
            </a:extLst>
          </p:cNvPr>
          <p:cNvSpPr/>
          <p:nvPr/>
        </p:nvSpPr>
        <p:spPr>
          <a:xfrm>
            <a:off x="4821854" y="2266541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对应法则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C8B85476-8ED3-4868-973D-5E6FFADCD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408" y="1872832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值  域</a:t>
            </a:r>
          </a:p>
        </p:txBody>
      </p:sp>
    </p:spTree>
    <p:extLst>
      <p:ext uri="{BB962C8B-B14F-4D97-AF65-F5344CB8AC3E}">
        <p14:creationId xmlns:p14="http://schemas.microsoft.com/office/powerpoint/2010/main" val="3120971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7445A7-AFA1-434E-A9DB-10B785B063E1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457200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D8A7CC6F-B106-4370-8235-15FBC97E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024" y="2504133"/>
            <a:ext cx="4542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课本习题    第一章 第一节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B9D64D4-FABF-4EE0-8B63-0686A06F3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024" y="1716038"/>
            <a:ext cx="4542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练习册    第一章 第一节</a:t>
            </a:r>
          </a:p>
        </p:txBody>
      </p:sp>
    </p:spTree>
    <p:extLst>
      <p:ext uri="{BB962C8B-B14F-4D97-AF65-F5344CB8AC3E}">
        <p14:creationId xmlns:p14="http://schemas.microsoft.com/office/powerpoint/2010/main" val="652585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2324"/>
            <a:ext cx="37444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756A06D-6A23-4B15-AB06-BCDD6EB363EF}"/>
              </a:ext>
            </a:extLst>
          </p:cNvPr>
          <p:cNvSpPr txBox="1">
            <a:spLocks/>
          </p:cNvSpPr>
          <p:nvPr/>
        </p:nvSpPr>
        <p:spPr>
          <a:xfrm>
            <a:off x="4644008" y="2211710"/>
            <a:ext cx="3933258" cy="856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solidFill>
                  <a:srgbClr val="002060"/>
                </a:solidFill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4622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8514</TotalTime>
  <Words>1074</Words>
  <Application>Microsoft Office PowerPoint</Application>
  <PresentationFormat>全屏显示(16:9)</PresentationFormat>
  <Paragraphs>271</Paragraphs>
  <Slides>43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华文楷体</vt:lpstr>
      <vt:lpstr>楷体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公式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327</cp:revision>
  <dcterms:created xsi:type="dcterms:W3CDTF">2018-09-27T06:48:00Z</dcterms:created>
  <dcterms:modified xsi:type="dcterms:W3CDTF">2023-09-11T15:02:13Z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