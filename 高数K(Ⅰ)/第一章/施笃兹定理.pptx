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73" r:id="rId2"/>
    <p:sldId id="447" r:id="rId3"/>
    <p:sldId id="462" r:id="rId4"/>
    <p:sldId id="463" r:id="rId5"/>
    <p:sldId id="464" r:id="rId6"/>
    <p:sldId id="448" r:id="rId7"/>
    <p:sldId id="465" r:id="rId8"/>
    <p:sldId id="466" r:id="rId9"/>
    <p:sldId id="460" r:id="rId10"/>
    <p:sldId id="449" r:id="rId11"/>
    <p:sldId id="450" r:id="rId12"/>
    <p:sldId id="451" r:id="rId13"/>
    <p:sldId id="461" r:id="rId14"/>
    <p:sldId id="452" r:id="rId15"/>
    <p:sldId id="453" r:id="rId16"/>
    <p:sldId id="446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2D04DA"/>
    <a:srgbClr val="FF0066"/>
    <a:srgbClr val="FF0000"/>
    <a:srgbClr val="579FB5"/>
    <a:srgbClr val="19F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1" autoAdjust="0"/>
    <p:restoredTop sz="94660"/>
  </p:normalViewPr>
  <p:slideViewPr>
    <p:cSldViewPr>
      <p:cViewPr varScale="1">
        <p:scale>
          <a:sx n="146" d="100"/>
          <a:sy n="146" d="100"/>
        </p:scale>
        <p:origin x="432" y="108"/>
      </p:cViewPr>
      <p:guideLst>
        <p:guide orient="horz" pos="622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wmf"/><Relationship Id="rId15" Type="http://schemas.openxmlformats.org/officeDocument/2006/relationships/image" Target="../media/image2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Relationship Id="rId14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40.wmf"/><Relationship Id="rId7" Type="http://schemas.openxmlformats.org/officeDocument/2006/relationships/image" Target="../media/image8.wmf"/><Relationship Id="rId2" Type="http://schemas.openxmlformats.org/officeDocument/2006/relationships/image" Target="../media/image2.wmf"/><Relationship Id="rId1" Type="http://schemas.openxmlformats.org/officeDocument/2006/relationships/image" Target="../media/image39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12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14.wmf"/><Relationship Id="rId10" Type="http://schemas.openxmlformats.org/officeDocument/2006/relationships/image" Target="../media/image45.wmf"/><Relationship Id="rId4" Type="http://schemas.openxmlformats.org/officeDocument/2006/relationships/image" Target="../media/image13.wmf"/><Relationship Id="rId9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38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8.wmf"/><Relationship Id="rId7" Type="http://schemas.openxmlformats.org/officeDocument/2006/relationships/image" Target="../media/image71.wmf"/><Relationship Id="rId2" Type="http://schemas.openxmlformats.org/officeDocument/2006/relationships/image" Target="../media/image53.wmf"/><Relationship Id="rId1" Type="http://schemas.openxmlformats.org/officeDocument/2006/relationships/image" Target="../media/image61.wmf"/><Relationship Id="rId6" Type="http://schemas.openxmlformats.org/officeDocument/2006/relationships/image" Target="../media/image70.wmf"/><Relationship Id="rId5" Type="http://schemas.openxmlformats.org/officeDocument/2006/relationships/image" Target="../media/image56.wmf"/><Relationship Id="rId10" Type="http://schemas.openxmlformats.org/officeDocument/2006/relationships/image" Target="../media/image74.wmf"/><Relationship Id="rId4" Type="http://schemas.openxmlformats.org/officeDocument/2006/relationships/image" Target="../media/image69.wmf"/><Relationship Id="rId9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2" Type="http://schemas.openxmlformats.org/officeDocument/2006/relationships/image" Target="../media/image53.wmf"/><Relationship Id="rId1" Type="http://schemas.openxmlformats.org/officeDocument/2006/relationships/image" Target="../media/image75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77.wmf"/><Relationship Id="rId9" Type="http://schemas.openxmlformats.org/officeDocument/2006/relationships/image" Target="../media/image8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60.wmf"/><Relationship Id="rId4" Type="http://schemas.openxmlformats.org/officeDocument/2006/relationships/image" Target="../media/image8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7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12" Type="http://schemas.openxmlformats.org/officeDocument/2006/relationships/image" Target="../media/image96.wmf"/><Relationship Id="rId2" Type="http://schemas.openxmlformats.org/officeDocument/2006/relationships/image" Target="../media/image86.wmf"/><Relationship Id="rId16" Type="http://schemas.openxmlformats.org/officeDocument/2006/relationships/image" Target="../media/image100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5" Type="http://schemas.openxmlformats.org/officeDocument/2006/relationships/image" Target="../media/image9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Relationship Id="rId14" Type="http://schemas.openxmlformats.org/officeDocument/2006/relationships/image" Target="../media/image9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image" Target="../media/image60.wmf"/><Relationship Id="rId3" Type="http://schemas.openxmlformats.org/officeDocument/2006/relationships/image" Target="../media/image87.wmf"/><Relationship Id="rId7" Type="http://schemas.openxmlformats.org/officeDocument/2006/relationships/image" Target="../media/image104.wmf"/><Relationship Id="rId12" Type="http://schemas.openxmlformats.org/officeDocument/2006/relationships/image" Target="../media/image109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E8132-2EE5-474B-9AF7-26CFBCDBB031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CDC56-2C6A-45E0-890F-80645A6E3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4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26" Type="http://schemas.openxmlformats.org/officeDocument/2006/relationships/image" Target="../media/image21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29" Type="http://schemas.openxmlformats.org/officeDocument/2006/relationships/oleObject" Target="../embeddings/oleObject2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0.wmf"/><Relationship Id="rId32" Type="http://schemas.openxmlformats.org/officeDocument/2006/relationships/image" Target="../media/image24.w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2.wmf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8.bin"/><Relationship Id="rId31" Type="http://schemas.openxmlformats.org/officeDocument/2006/relationships/oleObject" Target="../embeddings/oleObject24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22.bin"/><Relationship Id="rId30" Type="http://schemas.openxmlformats.org/officeDocument/2006/relationships/image" Target="../media/image2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5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43.wmf"/><Relationship Id="rId26" Type="http://schemas.openxmlformats.org/officeDocument/2006/relationships/image" Target="../media/image47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46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3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59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5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6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81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92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75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5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8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92.wmf"/><Relationship Id="rId26" Type="http://schemas.openxmlformats.org/officeDocument/2006/relationships/image" Target="../media/image96.wmf"/><Relationship Id="rId3" Type="http://schemas.openxmlformats.org/officeDocument/2006/relationships/oleObject" Target="../embeddings/oleObject99.bin"/><Relationship Id="rId21" Type="http://schemas.openxmlformats.org/officeDocument/2006/relationships/oleObject" Target="../embeddings/oleObject108.bin"/><Relationship Id="rId34" Type="http://schemas.openxmlformats.org/officeDocument/2006/relationships/image" Target="../media/image100.wmf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106.bin"/><Relationship Id="rId25" Type="http://schemas.openxmlformats.org/officeDocument/2006/relationships/oleObject" Target="../embeddings/oleObject110.bin"/><Relationship Id="rId33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29" Type="http://schemas.openxmlformats.org/officeDocument/2006/relationships/oleObject" Target="../embeddings/oleObject112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95.wmf"/><Relationship Id="rId32" Type="http://schemas.openxmlformats.org/officeDocument/2006/relationships/image" Target="../media/image99.wmf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97.wmf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107.bin"/><Relationship Id="rId31" Type="http://schemas.openxmlformats.org/officeDocument/2006/relationships/oleObject" Target="../embeddings/oleObject113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111.bin"/><Relationship Id="rId30" Type="http://schemas.openxmlformats.org/officeDocument/2006/relationships/image" Target="../media/image98.wmf"/><Relationship Id="rId8" Type="http://schemas.openxmlformats.org/officeDocument/2006/relationships/image" Target="../media/image8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05.wmf"/><Relationship Id="rId26" Type="http://schemas.openxmlformats.org/officeDocument/2006/relationships/image" Target="../media/image109.w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22.bin"/><Relationship Id="rId25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08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28" Type="http://schemas.openxmlformats.org/officeDocument/2006/relationships/image" Target="../media/image60.wmf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Relationship Id="rId27" Type="http://schemas.openxmlformats.org/officeDocument/2006/relationships/oleObject" Target="../embeddings/oleObject73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2">
            <a:extLst>
              <a:ext uri="{FF2B5EF4-FFF2-40B4-BE49-F238E27FC236}">
                <a16:creationId xmlns:a16="http://schemas.microsoft.com/office/drawing/2014/main" id="{F7A350CE-48C5-4BFD-890B-665FA602CD27}"/>
              </a:ext>
            </a:extLst>
          </p:cNvPr>
          <p:cNvSpPr txBox="1">
            <a:spLocks/>
          </p:cNvSpPr>
          <p:nvPr/>
        </p:nvSpPr>
        <p:spPr>
          <a:xfrm>
            <a:off x="1187624" y="1995686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施笃兹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(Stolz)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</a:p>
        </p:txBody>
      </p:sp>
    </p:spTree>
    <p:extLst>
      <p:ext uri="{BB962C8B-B14F-4D97-AF65-F5344CB8AC3E}">
        <p14:creationId xmlns:p14="http://schemas.microsoft.com/office/powerpoint/2010/main" val="29820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1E8EBACF-3E65-4F97-8CA7-4A3CBF06C7A2}"/>
              </a:ext>
            </a:extLst>
          </p:cNvPr>
          <p:cNvSpPr txBox="1">
            <a:spLocks/>
          </p:cNvSpPr>
          <p:nvPr/>
        </p:nvSpPr>
        <p:spPr>
          <a:xfrm>
            <a:off x="971600" y="515834"/>
            <a:ext cx="165618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Stolz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97458102-B040-4CF6-8DA2-A7D77D099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525760"/>
            <a:ext cx="50405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       是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单调递增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正无穷大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数列，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BB09BE1-ED39-438E-820D-AE959F39F9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492084"/>
              </p:ext>
            </p:extLst>
          </p:nvPr>
        </p:nvGraphicFramePr>
        <p:xfrm>
          <a:off x="2771800" y="384716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" name="Equation" r:id="rId3" imgW="304560" imgH="723600" progId="Equation.DSMT4">
                  <p:embed/>
                </p:oleObj>
              </mc:Choice>
              <mc:Fallback>
                <p:oleObj name="Equation" r:id="rId3" imgW="304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384716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0266089-4D7F-4011-BC20-C487CDB15823}"/>
              </a:ext>
            </a:extLst>
          </p:cNvPr>
          <p:cNvSpPr/>
          <p:nvPr/>
        </p:nvSpPr>
        <p:spPr>
          <a:xfrm>
            <a:off x="3047227" y="55822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型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BB625FF-8319-4803-A9DE-F6A1F2795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132648"/>
              </p:ext>
            </p:extLst>
          </p:nvPr>
        </p:nvGraphicFramePr>
        <p:xfrm>
          <a:off x="4293865" y="578296"/>
          <a:ext cx="54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" name="Equation" r:id="rId5" imgW="545760" imgH="380880" progId="Equation.DSMT4">
                  <p:embed/>
                </p:oleObj>
              </mc:Choice>
              <mc:Fallback>
                <p:oleObj name="Equation" r:id="rId5" imgW="545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93865" y="578296"/>
                        <a:ext cx="54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5">
            <a:extLst>
              <a:ext uri="{FF2B5EF4-FFF2-40B4-BE49-F238E27FC236}">
                <a16:creationId xmlns:a16="http://schemas.microsoft.com/office/drawing/2014/main" id="{280D0E7A-70EA-464E-B86B-7613CBEC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64670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它与数列       一起满足：                              则有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C18437C-1C9E-43A6-BA5D-FC7421F0A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693092"/>
              </p:ext>
            </p:extLst>
          </p:nvPr>
        </p:nvGraphicFramePr>
        <p:xfrm>
          <a:off x="1784479" y="1278018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" name="Equation" r:id="rId7" imgW="533160" imgH="380880" progId="Equation.DSMT4">
                  <p:embed/>
                </p:oleObj>
              </mc:Choice>
              <mc:Fallback>
                <p:oleObj name="Equation" r:id="rId7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4479" y="1278018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2EBFB81-7B28-45DA-8526-9D9425E94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814389"/>
              </p:ext>
            </p:extLst>
          </p:nvPr>
        </p:nvGraphicFramePr>
        <p:xfrm>
          <a:off x="3897654" y="1108616"/>
          <a:ext cx="209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" name="Equation" r:id="rId9" imgW="2095200" imgH="812520" progId="Equation.DSMT4">
                  <p:embed/>
                </p:oleObj>
              </mc:Choice>
              <mc:Fallback>
                <p:oleObj name="Equation" r:id="rId9" imgW="2095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97654" y="1108616"/>
                        <a:ext cx="209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0581466-7708-49E5-96E1-7E128B098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182903"/>
              </p:ext>
            </p:extLst>
          </p:nvPr>
        </p:nvGraphicFramePr>
        <p:xfrm>
          <a:off x="3707904" y="2021542"/>
          <a:ext cx="1384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" name="Equation" r:id="rId11" imgW="1384200" imgH="812520" progId="Equation.DSMT4">
                  <p:embed/>
                </p:oleObj>
              </mc:Choice>
              <mc:Fallback>
                <p:oleObj name="Equation" r:id="rId11" imgW="138420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2EBFB81-7B28-45DA-8526-9D9425E94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07904" y="2021542"/>
                        <a:ext cx="13843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>
            <a:extLst>
              <a:ext uri="{FF2B5EF4-FFF2-40B4-BE49-F238E27FC236}">
                <a16:creationId xmlns:a16="http://schemas.microsoft.com/office/drawing/2014/main" id="{F0CEBF57-D564-4E95-9901-A841AA557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95" y="3069631"/>
            <a:ext cx="42644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其中     为有限数或       或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803CB80-96E5-49C0-8F90-9437ABFDC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436551"/>
              </p:ext>
            </p:extLst>
          </p:nvPr>
        </p:nvGraphicFramePr>
        <p:xfrm>
          <a:off x="1475656" y="3147257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2" name="Equation" r:id="rId13" imgW="228600" imgH="266400" progId="Equation.DSMT4">
                  <p:embed/>
                </p:oleObj>
              </mc:Choice>
              <mc:Fallback>
                <p:oleObj name="Equation" r:id="rId13" imgW="2286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5656" y="3147257"/>
                        <a:ext cx="228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F8FF1E6-A49D-4A82-8AB6-9A5DAF5CC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805293"/>
              </p:ext>
            </p:extLst>
          </p:nvPr>
        </p:nvGraphicFramePr>
        <p:xfrm>
          <a:off x="3334677" y="3198057"/>
          <a:ext cx="431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3" name="Equation" r:id="rId15" imgW="431640" imgH="215640" progId="Equation.DSMT4">
                  <p:embed/>
                </p:oleObj>
              </mc:Choice>
              <mc:Fallback>
                <p:oleObj name="Equation" r:id="rId15" imgW="431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34677" y="3198057"/>
                        <a:ext cx="431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AC50D13-AB8A-4E15-B01D-39E6C1F8A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024486"/>
              </p:ext>
            </p:extLst>
          </p:nvPr>
        </p:nvGraphicFramePr>
        <p:xfrm>
          <a:off x="4158754" y="3206364"/>
          <a:ext cx="482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" name="Equation" r:id="rId17" imgW="482400" imgH="215640" progId="Equation.DSMT4">
                  <p:embed/>
                </p:oleObj>
              </mc:Choice>
              <mc:Fallback>
                <p:oleObj name="Equation" r:id="rId17" imgW="482400" imgH="215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5FE32C5-EEB8-45FD-B947-E3B297D965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58754" y="3206364"/>
                        <a:ext cx="482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副标题 2">
            <a:extLst>
              <a:ext uri="{FF2B5EF4-FFF2-40B4-BE49-F238E27FC236}">
                <a16:creationId xmlns:a16="http://schemas.microsoft.com/office/drawing/2014/main" id="{D765C2D6-5F0B-4618-8535-E1286D8982A4}"/>
              </a:ext>
            </a:extLst>
          </p:cNvPr>
          <p:cNvSpPr txBox="1">
            <a:spLocks/>
          </p:cNvSpPr>
          <p:nvPr/>
        </p:nvSpPr>
        <p:spPr>
          <a:xfrm>
            <a:off x="939957" y="3752701"/>
            <a:ext cx="391683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1A0D89-DA4F-4772-895A-733A80EC4345}"/>
              </a:ext>
            </a:extLst>
          </p:cNvPr>
          <p:cNvGrpSpPr/>
          <p:nvPr/>
        </p:nvGrpSpPr>
        <p:grpSpPr>
          <a:xfrm>
            <a:off x="1588637" y="3617222"/>
            <a:ext cx="2263283" cy="723900"/>
            <a:chOff x="1588637" y="4007028"/>
            <a:chExt cx="2263283" cy="723900"/>
          </a:xfrm>
        </p:grpSpPr>
        <p:sp>
          <p:nvSpPr>
            <p:cNvPr id="16" name="副标题 2">
              <a:extLst>
                <a:ext uri="{FF2B5EF4-FFF2-40B4-BE49-F238E27FC236}">
                  <a16:creationId xmlns:a16="http://schemas.microsoft.com/office/drawing/2014/main" id="{0A365CFF-A886-4D22-8404-DCA237B00055}"/>
                </a:ext>
              </a:extLst>
            </p:cNvPr>
            <p:cNvSpPr txBox="1">
              <a:spLocks/>
            </p:cNvSpPr>
            <p:nvPr/>
          </p:nvSpPr>
          <p:spPr>
            <a:xfrm>
              <a:off x="1588637" y="4142507"/>
              <a:ext cx="2263283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常用的为     型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0D82856-93C3-4A13-A471-3ABAB74F38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307805"/>
                </p:ext>
              </p:extLst>
            </p:nvPr>
          </p:nvGraphicFramePr>
          <p:xfrm>
            <a:off x="2949002" y="4007028"/>
            <a:ext cx="304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5" name="Equation" r:id="rId19" imgW="304560" imgH="723600" progId="Equation.DSMT4">
                    <p:embed/>
                  </p:oleObj>
                </mc:Choice>
                <mc:Fallback>
                  <p:oleObj name="Equation" r:id="rId19" imgW="3045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949002" y="4007028"/>
                          <a:ext cx="304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8011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0A731CF8-E16A-4B5E-BA1A-756F27939E66}"/>
              </a:ext>
            </a:extLst>
          </p:cNvPr>
          <p:cNvSpPr txBox="1">
            <a:spLocks/>
          </p:cNvSpPr>
          <p:nvPr/>
        </p:nvSpPr>
        <p:spPr>
          <a:xfrm>
            <a:off x="827584" y="241176"/>
            <a:ext cx="5040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26FC5D-5680-4957-AD47-40E24D08BB41}"/>
              </a:ext>
            </a:extLst>
          </p:cNvPr>
          <p:cNvGrpSpPr/>
          <p:nvPr/>
        </p:nvGrpSpPr>
        <p:grpSpPr>
          <a:xfrm>
            <a:off x="1331640" y="267494"/>
            <a:ext cx="4320480" cy="504056"/>
            <a:chOff x="1259632" y="509836"/>
            <a:chExt cx="4320480" cy="504056"/>
          </a:xfrm>
        </p:grpSpPr>
        <p:sp>
          <p:nvSpPr>
            <p:cNvPr id="3" name="副标题 2">
              <a:extLst>
                <a:ext uri="{FF2B5EF4-FFF2-40B4-BE49-F238E27FC236}">
                  <a16:creationId xmlns:a16="http://schemas.microsoft.com/office/drawing/2014/main" id="{06D25508-7762-4D68-A79C-0DA84E24B358}"/>
                </a:ext>
              </a:extLst>
            </p:cNvPr>
            <p:cNvSpPr txBox="1">
              <a:spLocks/>
            </p:cNvSpPr>
            <p:nvPr/>
          </p:nvSpPr>
          <p:spPr>
            <a:xfrm>
              <a:off x="1259632" y="509836"/>
              <a:ext cx="4320480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只对     为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有限数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情形给出证明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5DD350D-4ED3-4BE5-99F6-27BAC3BC5B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4301036"/>
                </p:ext>
              </p:extLst>
            </p:nvPr>
          </p:nvGraphicFramePr>
          <p:xfrm>
            <a:off x="2057400" y="601663"/>
            <a:ext cx="2286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8" name="Equation" r:id="rId3" imgW="228600" imgH="266400" progId="Equation.DSMT4">
                    <p:embed/>
                  </p:oleObj>
                </mc:Choice>
                <mc:Fallback>
                  <p:oleObj name="Equation" r:id="rId3" imgW="22860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57400" y="601663"/>
                          <a:ext cx="2286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A5411DE-0D61-4FA0-A3B5-2F9FC5D801A2}"/>
              </a:ext>
            </a:extLst>
          </p:cNvPr>
          <p:cNvGrpSpPr/>
          <p:nvPr/>
        </p:nvGrpSpPr>
        <p:grpSpPr>
          <a:xfrm>
            <a:off x="827584" y="708955"/>
            <a:ext cx="4711160" cy="530151"/>
            <a:chOff x="755576" y="951297"/>
            <a:chExt cx="4711160" cy="530151"/>
          </a:xfrm>
        </p:grpSpPr>
        <p:sp>
          <p:nvSpPr>
            <p:cNvPr id="5" name="副标题 2">
              <a:extLst>
                <a:ext uri="{FF2B5EF4-FFF2-40B4-BE49-F238E27FC236}">
                  <a16:creationId xmlns:a16="http://schemas.microsoft.com/office/drawing/2014/main" id="{4EBF1510-8643-48D4-90DE-12C97A85C720}"/>
                </a:ext>
              </a:extLst>
            </p:cNvPr>
            <p:cNvSpPr txBox="1">
              <a:spLocks/>
            </p:cNvSpPr>
            <p:nvPr/>
          </p:nvSpPr>
          <p:spPr>
            <a:xfrm>
              <a:off x="755576" y="977392"/>
              <a:ext cx="504056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868FE4C-2FE1-4E17-B99A-8F7E918034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0271153"/>
                </p:ext>
              </p:extLst>
            </p:nvPr>
          </p:nvGraphicFramePr>
          <p:xfrm>
            <a:off x="1135896" y="1079934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9" name="Equation" r:id="rId5" imgW="939600" imgH="330120" progId="Equation.DSMT4">
                    <p:embed/>
                  </p:oleObj>
                </mc:Choice>
                <mc:Fallback>
                  <p:oleObj name="Equation" r:id="rId5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35896" y="1079934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副标题 2">
              <a:extLst>
                <a:ext uri="{FF2B5EF4-FFF2-40B4-BE49-F238E27FC236}">
                  <a16:creationId xmlns:a16="http://schemas.microsoft.com/office/drawing/2014/main" id="{84A7598E-C294-42A8-9195-3D05B319D2DC}"/>
                </a:ext>
              </a:extLst>
            </p:cNvPr>
            <p:cNvSpPr txBox="1">
              <a:spLocks/>
            </p:cNvSpPr>
            <p:nvPr/>
          </p:nvSpPr>
          <p:spPr>
            <a:xfrm>
              <a:off x="2040992" y="961256"/>
              <a:ext cx="802816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DB3FD82-C500-4FB3-ACAE-344113E7D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8314875"/>
                </p:ext>
              </p:extLst>
            </p:nvPr>
          </p:nvGraphicFramePr>
          <p:xfrm>
            <a:off x="2771800" y="1022784"/>
            <a:ext cx="1028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0" name="Equation" r:id="rId7" imgW="1028520" imgH="380880" progId="Equation.DSMT4">
                    <p:embed/>
                  </p:oleObj>
                </mc:Choice>
                <mc:Fallback>
                  <p:oleObj name="Equation" r:id="rId7" imgW="1028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71800" y="1022784"/>
                          <a:ext cx="1028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副标题 2">
              <a:extLst>
                <a:ext uri="{FF2B5EF4-FFF2-40B4-BE49-F238E27FC236}">
                  <a16:creationId xmlns:a16="http://schemas.microsoft.com/office/drawing/2014/main" id="{65733824-2C5D-42A1-A587-638E7D7813ED}"/>
                </a:ext>
              </a:extLst>
            </p:cNvPr>
            <p:cNvSpPr txBox="1">
              <a:spLocks/>
            </p:cNvSpPr>
            <p:nvPr/>
          </p:nvSpPr>
          <p:spPr>
            <a:xfrm>
              <a:off x="3769184" y="951297"/>
              <a:ext cx="51478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A28052A-EE9C-4A2E-932F-0F6C1A4A6A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515726"/>
                </p:ext>
              </p:extLst>
            </p:nvPr>
          </p:nvGraphicFramePr>
          <p:xfrm>
            <a:off x="4283968" y="1063625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1" name="Equation" r:id="rId9" imgW="749160" imgH="279360" progId="Equation.DSMT4">
                    <p:embed/>
                  </p:oleObj>
                </mc:Choice>
                <mc:Fallback>
                  <p:oleObj name="Equation" r:id="rId9" imgW="749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3968" y="1063625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副标题 2">
              <a:extLst>
                <a:ext uri="{FF2B5EF4-FFF2-40B4-BE49-F238E27FC236}">
                  <a16:creationId xmlns:a16="http://schemas.microsoft.com/office/drawing/2014/main" id="{661DBA0E-21F3-4C9A-A233-F12E7A0E76C2}"/>
                </a:ext>
              </a:extLst>
            </p:cNvPr>
            <p:cNvSpPr txBox="1">
              <a:spLocks/>
            </p:cNvSpPr>
            <p:nvPr/>
          </p:nvSpPr>
          <p:spPr>
            <a:xfrm>
              <a:off x="4951952" y="961256"/>
              <a:ext cx="51478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091F9C1-0F02-4A70-BDD6-86B80CF3A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787788"/>
              </p:ext>
            </p:extLst>
          </p:nvPr>
        </p:nvGraphicFramePr>
        <p:xfrm>
          <a:off x="5773260" y="466581"/>
          <a:ext cx="215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2" name="Equation" r:id="rId11" imgW="2158920" imgH="914400" progId="Equation.DSMT4">
                  <p:embed/>
                </p:oleObj>
              </mc:Choice>
              <mc:Fallback>
                <p:oleObj name="Equation" r:id="rId11" imgW="2158920" imgH="9144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FE1650F-5261-4E44-BBC8-9C31899903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73260" y="466581"/>
                        <a:ext cx="2159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46CFD738-7CA2-44C3-9841-94CA67F5550E}"/>
              </a:ext>
            </a:extLst>
          </p:cNvPr>
          <p:cNvGrpSpPr/>
          <p:nvPr/>
        </p:nvGrpSpPr>
        <p:grpSpPr>
          <a:xfrm>
            <a:off x="835950" y="1281845"/>
            <a:ext cx="3256277" cy="549586"/>
            <a:chOff x="763942" y="1524187"/>
            <a:chExt cx="3256277" cy="549586"/>
          </a:xfrm>
        </p:grpSpPr>
        <p:sp>
          <p:nvSpPr>
            <p:cNvPr id="13" name="副标题 2">
              <a:extLst>
                <a:ext uri="{FF2B5EF4-FFF2-40B4-BE49-F238E27FC236}">
                  <a16:creationId xmlns:a16="http://schemas.microsoft.com/office/drawing/2014/main" id="{D29C2076-76F4-462F-ACAE-2964965507D7}"/>
                </a:ext>
              </a:extLst>
            </p:cNvPr>
            <p:cNvSpPr txBox="1">
              <a:spLocks/>
            </p:cNvSpPr>
            <p:nvPr/>
          </p:nvSpPr>
          <p:spPr>
            <a:xfrm>
              <a:off x="763942" y="1569717"/>
              <a:ext cx="939799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由于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EDAFA1D-FF6E-4731-9B16-A1786E38BA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3243435"/>
                </p:ext>
              </p:extLst>
            </p:nvPr>
          </p:nvGraphicFramePr>
          <p:xfrm>
            <a:off x="1505620" y="1585715"/>
            <a:ext cx="1574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3" name="Equation" r:id="rId13" imgW="1574640" imgH="380880" progId="Equation.DSMT4">
                    <p:embed/>
                  </p:oleObj>
                </mc:Choice>
                <mc:Fallback>
                  <p:oleObj name="Equation" r:id="rId13" imgW="15746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05620" y="1585715"/>
                          <a:ext cx="1574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副标题 2">
              <a:extLst>
                <a:ext uri="{FF2B5EF4-FFF2-40B4-BE49-F238E27FC236}">
                  <a16:creationId xmlns:a16="http://schemas.microsoft.com/office/drawing/2014/main" id="{E181E829-D66E-4F0C-8B75-67C42FB51F6F}"/>
                </a:ext>
              </a:extLst>
            </p:cNvPr>
            <p:cNvSpPr txBox="1">
              <a:spLocks/>
            </p:cNvSpPr>
            <p:nvPr/>
          </p:nvSpPr>
          <p:spPr>
            <a:xfrm>
              <a:off x="3080420" y="1524187"/>
              <a:ext cx="939799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故有</a:t>
              </a:r>
            </a:p>
          </p:txBody>
        </p:sp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8921FE1-DE5B-4F4A-902F-70257FF17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452"/>
              </p:ext>
            </p:extLst>
          </p:nvPr>
        </p:nvGraphicFramePr>
        <p:xfrm>
          <a:off x="1403648" y="1837700"/>
          <a:ext cx="579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4" name="Equation" r:id="rId15" imgW="5790960" imgH="380880" progId="Equation.DSMT4">
                  <p:embed/>
                </p:oleObj>
              </mc:Choice>
              <mc:Fallback>
                <p:oleObj name="Equation" r:id="rId15" imgW="5790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03648" y="1837700"/>
                        <a:ext cx="5791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3E6F3B10-0AB1-487E-82E3-A51F1D474BEC}"/>
              </a:ext>
            </a:extLst>
          </p:cNvPr>
          <p:cNvGrpSpPr/>
          <p:nvPr/>
        </p:nvGrpSpPr>
        <p:grpSpPr>
          <a:xfrm>
            <a:off x="835949" y="2333970"/>
            <a:ext cx="1123949" cy="504056"/>
            <a:chOff x="763941" y="2576312"/>
            <a:chExt cx="1123949" cy="504056"/>
          </a:xfrm>
        </p:grpSpPr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1BA38456-2DE0-422B-8AE4-AB80F8FB12A2}"/>
                </a:ext>
              </a:extLst>
            </p:cNvPr>
            <p:cNvSpPr txBox="1">
              <a:spLocks/>
            </p:cNvSpPr>
            <p:nvPr/>
          </p:nvSpPr>
          <p:spPr>
            <a:xfrm>
              <a:off x="763941" y="2576312"/>
              <a:ext cx="939799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取定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7432C0E-D547-48C2-BA78-969FE7A8EC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643191"/>
                </p:ext>
              </p:extLst>
            </p:nvPr>
          </p:nvGraphicFramePr>
          <p:xfrm>
            <a:off x="1519590" y="2682459"/>
            <a:ext cx="368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5" name="Equation" r:id="rId17" imgW="368280" imgH="330120" progId="Equation.DSMT4">
                    <p:embed/>
                  </p:oleObj>
                </mc:Choice>
                <mc:Fallback>
                  <p:oleObj name="Equation" r:id="rId17" imgW="368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19590" y="2682459"/>
                          <a:ext cx="368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8946AA4-8163-4796-9D28-8E840D5DE4C1}"/>
              </a:ext>
            </a:extLst>
          </p:cNvPr>
          <p:cNvGrpSpPr/>
          <p:nvPr/>
        </p:nvGrpSpPr>
        <p:grpSpPr>
          <a:xfrm>
            <a:off x="1976018" y="2321791"/>
            <a:ext cx="6322692" cy="511639"/>
            <a:chOff x="1904010" y="2564133"/>
            <a:chExt cx="6322692" cy="511639"/>
          </a:xfrm>
        </p:grpSpPr>
        <p:sp>
          <p:nvSpPr>
            <p:cNvPr id="19" name="副标题 2">
              <a:extLst>
                <a:ext uri="{FF2B5EF4-FFF2-40B4-BE49-F238E27FC236}">
                  <a16:creationId xmlns:a16="http://schemas.microsoft.com/office/drawing/2014/main" id="{2F18BEE9-AAB3-4E03-A30F-B350084EAEFE}"/>
                </a:ext>
              </a:extLst>
            </p:cNvPr>
            <p:cNvSpPr txBox="1">
              <a:spLocks/>
            </p:cNvSpPr>
            <p:nvPr/>
          </p:nvSpPr>
          <p:spPr>
            <a:xfrm>
              <a:off x="1904010" y="2571716"/>
              <a:ext cx="2667990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将上述不等式中的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DC71CE4-9F9F-4618-887B-22CD8EDE0F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7313511"/>
                </p:ext>
              </p:extLst>
            </p:nvPr>
          </p:nvGraphicFramePr>
          <p:xfrm>
            <a:off x="4479925" y="271456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6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79925" y="271456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55AB569D-7E51-4420-AA06-C681D5C00FA1}"/>
                </a:ext>
              </a:extLst>
            </p:cNvPr>
            <p:cNvSpPr txBox="1">
              <a:spLocks/>
            </p:cNvSpPr>
            <p:nvPr/>
          </p:nvSpPr>
          <p:spPr>
            <a:xfrm>
              <a:off x="4625017" y="2564133"/>
              <a:ext cx="2107223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换成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F285361-CD60-4A48-BA76-4C3AA9C86A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7624560"/>
                </p:ext>
              </p:extLst>
            </p:nvPr>
          </p:nvGraphicFramePr>
          <p:xfrm>
            <a:off x="5364088" y="2669134"/>
            <a:ext cx="147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7" name="Equation" r:id="rId21" imgW="1473120" imgH="330120" progId="Equation.DSMT4">
                    <p:embed/>
                  </p:oleObj>
                </mc:Choice>
                <mc:Fallback>
                  <p:oleObj name="Equation" r:id="rId21" imgW="14731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364088" y="2669134"/>
                          <a:ext cx="147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DB56E88-6FC8-4154-BCD7-98E4C581DBB5}"/>
                </a:ext>
              </a:extLst>
            </p:cNvPr>
            <p:cNvSpPr/>
            <p:nvPr/>
          </p:nvSpPr>
          <p:spPr>
            <a:xfrm>
              <a:off x="6843617" y="2564133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直到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8BCCEE7-8DC5-44FE-AD25-2D4462B042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3621272"/>
                </p:ext>
              </p:extLst>
            </p:nvPr>
          </p:nvGraphicFramePr>
          <p:xfrm>
            <a:off x="7591702" y="264976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8" name="Equation" r:id="rId23" imgW="634680" imgH="330120" progId="Equation.DSMT4">
                    <p:embed/>
                  </p:oleObj>
                </mc:Choice>
                <mc:Fallback>
                  <p:oleObj name="Equation" r:id="rId23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591702" y="264976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89C8CE5-6964-4454-92F6-A3AC29215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005698"/>
              </p:ext>
            </p:extLst>
          </p:nvPr>
        </p:nvGraphicFramePr>
        <p:xfrm>
          <a:off x="1277127" y="2883184"/>
          <a:ext cx="610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9" name="Equation" r:id="rId25" imgW="6108480" imgH="380880" progId="Equation.DSMT4">
                  <p:embed/>
                </p:oleObj>
              </mc:Choice>
              <mc:Fallback>
                <p:oleObj name="Equation" r:id="rId25" imgW="610848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8921FE1-DE5B-4F4A-902F-70257FF17D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77127" y="2883184"/>
                        <a:ext cx="6108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91F0E110-A6F3-4128-AE3D-6DFF02F59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25909"/>
              </p:ext>
            </p:extLst>
          </p:nvPr>
        </p:nvGraphicFramePr>
        <p:xfrm>
          <a:off x="1115616" y="3552748"/>
          <a:ext cx="670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0" name="Equation" r:id="rId27" imgW="6705360" imgH="380880" progId="Equation.DSMT4">
                  <p:embed/>
                </p:oleObj>
              </mc:Choice>
              <mc:Fallback>
                <p:oleObj name="Equation" r:id="rId27" imgW="6705360" imgH="380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889C8CE5-6964-4454-92F6-A3AC292155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15616" y="3552748"/>
                        <a:ext cx="6705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7C2BF5AC-DA3F-41C9-8364-2F5915253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018601"/>
              </p:ext>
            </p:extLst>
          </p:nvPr>
        </p:nvGraphicFramePr>
        <p:xfrm>
          <a:off x="4210348" y="3952123"/>
          <a:ext cx="88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1" name="Equation" r:id="rId29" imgW="88560" imgH="291960" progId="Equation.DSMT4">
                  <p:embed/>
                </p:oleObj>
              </mc:Choice>
              <mc:Fallback>
                <p:oleObj name="Equation" r:id="rId29" imgW="885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10348" y="3952123"/>
                        <a:ext cx="88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3241EE9A-C441-41C4-8D53-EB6423EB5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148798"/>
              </p:ext>
            </p:extLst>
          </p:nvPr>
        </p:nvGraphicFramePr>
        <p:xfrm>
          <a:off x="1442227" y="4267470"/>
          <a:ext cx="577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2" name="Equation" r:id="rId31" imgW="5778360" imgH="380880" progId="Equation.DSMT4">
                  <p:embed/>
                </p:oleObj>
              </mc:Choice>
              <mc:Fallback>
                <p:oleObj name="Equation" r:id="rId31" imgW="577836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91F0E110-A6F3-4128-AE3D-6DFF02F59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442227" y="4267470"/>
                        <a:ext cx="5778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622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BCDD988C-2B1A-4F1C-9B4E-1CE55B3F8D87}"/>
              </a:ext>
            </a:extLst>
          </p:cNvPr>
          <p:cNvSpPr txBox="1">
            <a:spLocks/>
          </p:cNvSpPr>
          <p:nvPr/>
        </p:nvSpPr>
        <p:spPr>
          <a:xfrm>
            <a:off x="539552" y="195486"/>
            <a:ext cx="266429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将上面各式相加得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C710DEF-D472-493F-8E62-4C34FC0F8F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852381"/>
              </p:ext>
            </p:extLst>
          </p:nvPr>
        </p:nvGraphicFramePr>
        <p:xfrm>
          <a:off x="6587108" y="3071267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" name="Equation" r:id="rId3" imgW="177480" imgH="291960" progId="Equation.DSMT4">
                  <p:embed/>
                </p:oleObj>
              </mc:Choice>
              <mc:Fallback>
                <p:oleObj name="Equation" r:id="rId3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7108" y="3071267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8B00907-8430-4F7F-9275-BFF59C48EE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125523"/>
              </p:ext>
            </p:extLst>
          </p:nvPr>
        </p:nvGraphicFramePr>
        <p:xfrm>
          <a:off x="1619672" y="699542"/>
          <a:ext cx="546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" name="Equation" r:id="rId5" imgW="5460840" imgH="380880" progId="Equation.DSMT4">
                  <p:embed/>
                </p:oleObj>
              </mc:Choice>
              <mc:Fallback>
                <p:oleObj name="Equation" r:id="rId5" imgW="5460840" imgH="3808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3241EE9A-C441-41C4-8D53-EB6423EB53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2" y="699542"/>
                        <a:ext cx="5461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副标题 2">
            <a:extLst>
              <a:ext uri="{FF2B5EF4-FFF2-40B4-BE49-F238E27FC236}">
                <a16:creationId xmlns:a16="http://schemas.microsoft.com/office/drawing/2014/main" id="{89168DB8-03EA-4E56-8F77-064D1767010D}"/>
              </a:ext>
            </a:extLst>
          </p:cNvPr>
          <p:cNvSpPr txBox="1">
            <a:spLocks/>
          </p:cNvSpPr>
          <p:nvPr/>
        </p:nvSpPr>
        <p:spPr>
          <a:xfrm>
            <a:off x="539552" y="1491779"/>
            <a:ext cx="57606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DAFB770-F31E-4248-B7AB-59CD2DC890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442259"/>
              </p:ext>
            </p:extLst>
          </p:nvPr>
        </p:nvGraphicFramePr>
        <p:xfrm>
          <a:off x="2843808" y="1237704"/>
          <a:ext cx="2070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" name="Equation" r:id="rId7" imgW="2070000" imgH="914400" progId="Equation.DSMT4">
                  <p:embed/>
                </p:oleObj>
              </mc:Choice>
              <mc:Fallback>
                <p:oleObj name="Equation" r:id="rId7" imgW="20700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3808" y="1237704"/>
                        <a:ext cx="2070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副标题 2">
            <a:extLst>
              <a:ext uri="{FF2B5EF4-FFF2-40B4-BE49-F238E27FC236}">
                <a16:creationId xmlns:a16="http://schemas.microsoft.com/office/drawing/2014/main" id="{2C763FF1-3458-460E-94AD-10E8EC84D832}"/>
              </a:ext>
            </a:extLst>
          </p:cNvPr>
          <p:cNvSpPr txBox="1">
            <a:spLocks/>
          </p:cNvSpPr>
          <p:nvPr/>
        </p:nvSpPr>
        <p:spPr>
          <a:xfrm>
            <a:off x="539552" y="2463638"/>
            <a:ext cx="172819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易得不等式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8003F7B-0A20-4D4D-A8FA-5B24843CB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894562"/>
              </p:ext>
            </p:extLst>
          </p:nvPr>
        </p:nvGraphicFramePr>
        <p:xfrm>
          <a:off x="2497718" y="2265678"/>
          <a:ext cx="537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" name="Equation" r:id="rId9" imgW="5371920" imgH="812520" progId="Equation.DSMT4">
                  <p:embed/>
                </p:oleObj>
              </mc:Choice>
              <mc:Fallback>
                <p:oleObj name="Equation" r:id="rId9" imgW="5371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97718" y="2265678"/>
                        <a:ext cx="5372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副标题 2">
            <a:extLst>
              <a:ext uri="{FF2B5EF4-FFF2-40B4-BE49-F238E27FC236}">
                <a16:creationId xmlns:a16="http://schemas.microsoft.com/office/drawing/2014/main" id="{6A91B256-89A0-4904-A82E-DFA3ECDE380D}"/>
              </a:ext>
            </a:extLst>
          </p:cNvPr>
          <p:cNvSpPr txBox="1">
            <a:spLocks/>
          </p:cNvSpPr>
          <p:nvPr/>
        </p:nvSpPr>
        <p:spPr>
          <a:xfrm>
            <a:off x="539552" y="3183469"/>
            <a:ext cx="86409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623CE84-0073-4CC4-81D8-9B885A942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563926"/>
              </p:ext>
            </p:extLst>
          </p:nvPr>
        </p:nvGraphicFramePr>
        <p:xfrm>
          <a:off x="1307108" y="3264307"/>
          <a:ext cx="1536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" name="Equation" r:id="rId11" imgW="1536480" imgH="482400" progId="Equation.DSMT4">
                  <p:embed/>
                </p:oleObj>
              </mc:Choice>
              <mc:Fallback>
                <p:oleObj name="Equation" r:id="rId11" imgW="1536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07108" y="3264307"/>
                        <a:ext cx="1536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副标题 2">
            <a:extLst>
              <a:ext uri="{FF2B5EF4-FFF2-40B4-BE49-F238E27FC236}">
                <a16:creationId xmlns:a16="http://schemas.microsoft.com/office/drawing/2014/main" id="{AF2443BB-AE4B-45EA-9ACB-B8E6154C8960}"/>
              </a:ext>
            </a:extLst>
          </p:cNvPr>
          <p:cNvSpPr txBox="1">
            <a:spLocks/>
          </p:cNvSpPr>
          <p:nvPr/>
        </p:nvSpPr>
        <p:spPr>
          <a:xfrm>
            <a:off x="2815866" y="3177630"/>
            <a:ext cx="110265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故存在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8F07957-211B-4B8B-AA54-F796E7378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281657"/>
              </p:ext>
            </p:extLst>
          </p:nvPr>
        </p:nvGraphicFramePr>
        <p:xfrm>
          <a:off x="3905672" y="3239158"/>
          <a:ext cx="88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" name="Equation" r:id="rId13" imgW="888840" imgH="380880" progId="Equation.DSMT4">
                  <p:embed/>
                </p:oleObj>
              </mc:Choice>
              <mc:Fallback>
                <p:oleObj name="Equation" r:id="rId13" imgW="888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05672" y="3239158"/>
                        <a:ext cx="889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副标题 2">
            <a:extLst>
              <a:ext uri="{FF2B5EF4-FFF2-40B4-BE49-F238E27FC236}">
                <a16:creationId xmlns:a16="http://schemas.microsoft.com/office/drawing/2014/main" id="{03AB9767-7911-46B5-88A9-DDE49F0E1010}"/>
              </a:ext>
            </a:extLst>
          </p:cNvPr>
          <p:cNvSpPr txBox="1">
            <a:spLocks/>
          </p:cNvSpPr>
          <p:nvPr/>
        </p:nvSpPr>
        <p:spPr>
          <a:xfrm>
            <a:off x="4881786" y="3177630"/>
            <a:ext cx="57606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13994C7-FC3F-4997-AA26-BF43ABAE1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27535"/>
              </p:ext>
            </p:extLst>
          </p:nvPr>
        </p:nvGraphicFramePr>
        <p:xfrm>
          <a:off x="5350396" y="3239158"/>
          <a:ext cx="80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" name="Equation" r:id="rId15" imgW="799920" imgH="380880" progId="Equation.DSMT4">
                  <p:embed/>
                </p:oleObj>
              </mc:Choice>
              <mc:Fallback>
                <p:oleObj name="Equation" r:id="rId15" imgW="799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50396" y="3239158"/>
                        <a:ext cx="800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副标题 2">
            <a:extLst>
              <a:ext uri="{FF2B5EF4-FFF2-40B4-BE49-F238E27FC236}">
                <a16:creationId xmlns:a16="http://schemas.microsoft.com/office/drawing/2014/main" id="{FC8434EA-4B30-4570-91B7-7BE0E5D4E254}"/>
              </a:ext>
            </a:extLst>
          </p:cNvPr>
          <p:cNvSpPr txBox="1">
            <a:spLocks/>
          </p:cNvSpPr>
          <p:nvPr/>
        </p:nvSpPr>
        <p:spPr>
          <a:xfrm>
            <a:off x="6125358" y="3147852"/>
            <a:ext cx="137046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时，有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59F20CC-5C98-4A13-A202-4AA69C0C9B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957517"/>
              </p:ext>
            </p:extLst>
          </p:nvPr>
        </p:nvGraphicFramePr>
        <p:xfrm>
          <a:off x="1619672" y="3827929"/>
          <a:ext cx="1765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2" name="Equation" r:id="rId17" imgW="1765080" imgH="812520" progId="Equation.DSMT4">
                  <p:embed/>
                </p:oleObj>
              </mc:Choice>
              <mc:Fallback>
                <p:oleObj name="Equation" r:id="rId17" imgW="17650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19672" y="3827929"/>
                        <a:ext cx="1765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0FC399D5-AA3A-45EB-B6A0-AAE3F2B8C4C8}"/>
              </a:ext>
            </a:extLst>
          </p:cNvPr>
          <p:cNvSpPr/>
          <p:nvPr/>
        </p:nvSpPr>
        <p:spPr>
          <a:xfrm>
            <a:off x="6577176" y="2241741"/>
            <a:ext cx="1224136" cy="3810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副标题 2">
            <a:extLst>
              <a:ext uri="{FF2B5EF4-FFF2-40B4-BE49-F238E27FC236}">
                <a16:creationId xmlns:a16="http://schemas.microsoft.com/office/drawing/2014/main" id="{B298CAA2-F55E-4C60-8763-38334B58DBC7}"/>
              </a:ext>
            </a:extLst>
          </p:cNvPr>
          <p:cNvSpPr txBox="1">
            <a:spLocks/>
          </p:cNvSpPr>
          <p:nvPr/>
        </p:nvSpPr>
        <p:spPr>
          <a:xfrm>
            <a:off x="7689497" y="2189429"/>
            <a:ext cx="82059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53806EA-07C9-4F32-991B-D2C1FADDB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055050"/>
              </p:ext>
            </p:extLst>
          </p:nvPr>
        </p:nvGraphicFramePr>
        <p:xfrm>
          <a:off x="3918521" y="3753892"/>
          <a:ext cx="179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3" name="Equation" r:id="rId19" imgW="1790640" imgH="914400" progId="Equation.DSMT4">
                  <p:embed/>
                </p:oleObj>
              </mc:Choice>
              <mc:Fallback>
                <p:oleObj name="Equation" r:id="rId19" imgW="17906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18521" y="3753892"/>
                        <a:ext cx="17907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666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7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A953CF9-D07E-46ED-AC96-6AA427536A31}"/>
              </a:ext>
            </a:extLst>
          </p:cNvPr>
          <p:cNvGrpSpPr/>
          <p:nvPr/>
        </p:nvGrpSpPr>
        <p:grpSpPr>
          <a:xfrm>
            <a:off x="323528" y="627534"/>
            <a:ext cx="3816424" cy="504056"/>
            <a:chOff x="323528" y="627534"/>
            <a:chExt cx="3816424" cy="504056"/>
          </a:xfrm>
        </p:grpSpPr>
        <p:sp>
          <p:nvSpPr>
            <p:cNvPr id="2" name="副标题 2">
              <a:extLst>
                <a:ext uri="{FF2B5EF4-FFF2-40B4-BE49-F238E27FC236}">
                  <a16:creationId xmlns:a16="http://schemas.microsoft.com/office/drawing/2014/main" id="{0D229D55-4C23-4677-8178-D865230C7C9C}"/>
                </a:ext>
              </a:extLst>
            </p:cNvPr>
            <p:cNvSpPr txBox="1">
              <a:spLocks/>
            </p:cNvSpPr>
            <p:nvPr/>
          </p:nvSpPr>
          <p:spPr>
            <a:xfrm>
              <a:off x="323528" y="627534"/>
              <a:ext cx="381642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从而当                            时，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18C6AF1-ED3F-4A25-ADC7-2FE490E2A6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9812301"/>
                </p:ext>
              </p:extLst>
            </p:nvPr>
          </p:nvGraphicFramePr>
          <p:xfrm>
            <a:off x="1475656" y="689062"/>
            <a:ext cx="1943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1" name="Equation" r:id="rId3" imgW="1942920" imgH="380880" progId="Equation.DSMT4">
                    <p:embed/>
                  </p:oleObj>
                </mc:Choice>
                <mc:Fallback>
                  <p:oleObj name="Equation" r:id="rId3" imgW="19429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5656" y="689062"/>
                          <a:ext cx="1943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527DDA4-11CE-4DD5-A2BE-98AD478CC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738354"/>
              </p:ext>
            </p:extLst>
          </p:nvPr>
        </p:nvGraphicFramePr>
        <p:xfrm>
          <a:off x="1187624" y="1193118"/>
          <a:ext cx="547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2" name="Equation" r:id="rId5" imgW="5473440" imgH="914400" progId="Equation.DSMT4">
                  <p:embed/>
                </p:oleObj>
              </mc:Choice>
              <mc:Fallback>
                <p:oleObj name="Equation" r:id="rId5" imgW="54734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193118"/>
                        <a:ext cx="54737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807BC62-42C9-4F99-B9D6-91DD4ECFE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695176"/>
              </p:ext>
            </p:extLst>
          </p:nvPr>
        </p:nvGraphicFramePr>
        <p:xfrm>
          <a:off x="2232025" y="2211388"/>
          <a:ext cx="3467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Equation" r:id="rId7" imgW="3466800" imgH="914400" progId="Equation.DSMT4">
                  <p:embed/>
                </p:oleObj>
              </mc:Choice>
              <mc:Fallback>
                <p:oleObj name="Equation" r:id="rId7" imgW="3466800" imgH="914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527DDA4-11CE-4DD5-A2BE-98AD478CC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32025" y="2211388"/>
                        <a:ext cx="3467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4A69677-61EC-418C-9339-5F3821E605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862541"/>
              </p:ext>
            </p:extLst>
          </p:nvPr>
        </p:nvGraphicFramePr>
        <p:xfrm>
          <a:off x="5823124" y="2528888"/>
          <a:ext cx="167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9" imgW="1676160" imgH="279360" progId="Equation.DSMT4">
                  <p:embed/>
                </p:oleObj>
              </mc:Choice>
              <mc:Fallback>
                <p:oleObj name="Equation" r:id="rId9" imgW="16761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23124" y="2528888"/>
                        <a:ext cx="1676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副标题 2">
            <a:extLst>
              <a:ext uri="{FF2B5EF4-FFF2-40B4-BE49-F238E27FC236}">
                <a16:creationId xmlns:a16="http://schemas.microsoft.com/office/drawing/2014/main" id="{1080B2EE-9E03-4A42-B9B7-FFB146ACF66E}"/>
              </a:ext>
            </a:extLst>
          </p:cNvPr>
          <p:cNvSpPr txBox="1">
            <a:spLocks/>
          </p:cNvSpPr>
          <p:nvPr/>
        </p:nvSpPr>
        <p:spPr>
          <a:xfrm>
            <a:off x="467544" y="3507854"/>
            <a:ext cx="10801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8C5A6F0-023F-47AD-886C-E73876807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341350"/>
              </p:ext>
            </p:extLst>
          </p:nvPr>
        </p:nvGraphicFramePr>
        <p:xfrm>
          <a:off x="1767756" y="3353482"/>
          <a:ext cx="135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11" imgW="1358640" imgH="812520" progId="Equation.DSMT4">
                  <p:embed/>
                </p:oleObj>
              </mc:Choice>
              <mc:Fallback>
                <p:oleObj name="Equation" r:id="rId11" imgW="135864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0581466-7708-49E5-96E1-7E128B098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7756" y="3353482"/>
                        <a:ext cx="1358900" cy="8128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354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E4495937-B38E-408F-83C4-4516082EA9A7}"/>
              </a:ext>
            </a:extLst>
          </p:cNvPr>
          <p:cNvSpPr txBox="1">
            <a:spLocks/>
          </p:cNvSpPr>
          <p:nvPr/>
        </p:nvSpPr>
        <p:spPr>
          <a:xfrm>
            <a:off x="971600" y="515834"/>
            <a:ext cx="165618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Stolz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2FD33504-230F-411D-BB72-804A47D48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525760"/>
            <a:ext cx="50405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       是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单调递减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趋向于零的数列，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6894276-C6DF-4189-B7D1-9737454EB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984124"/>
              </p:ext>
            </p:extLst>
          </p:nvPr>
        </p:nvGraphicFramePr>
        <p:xfrm>
          <a:off x="2769121" y="452398"/>
          <a:ext cx="22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6" name="Equation" r:id="rId3" imgW="228600" imgH="736560" progId="Equation.DSMT4">
                  <p:embed/>
                </p:oleObj>
              </mc:Choice>
              <mc:Fallback>
                <p:oleObj name="Equation" r:id="rId3" imgW="22860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BB09BE1-ED39-438E-820D-AE959F39F9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9121" y="452398"/>
                        <a:ext cx="22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A8A2733-B027-4FAF-888E-52E589029CE9}"/>
              </a:ext>
            </a:extLst>
          </p:cNvPr>
          <p:cNvSpPr/>
          <p:nvPr/>
        </p:nvSpPr>
        <p:spPr>
          <a:xfrm>
            <a:off x="3047227" y="55822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型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E34B015-7C86-40E3-A3AE-89B525F81D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06298"/>
              </p:ext>
            </p:extLst>
          </p:nvPr>
        </p:nvGraphicFramePr>
        <p:xfrm>
          <a:off x="4293865" y="578296"/>
          <a:ext cx="54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" name="Equation" r:id="rId5" imgW="545760" imgH="380880" progId="Equation.DSMT4">
                  <p:embed/>
                </p:oleObj>
              </mc:Choice>
              <mc:Fallback>
                <p:oleObj name="Equation" r:id="rId5" imgW="54576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BB625FF-8319-4803-A9DE-F6A1F27950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93865" y="578296"/>
                        <a:ext cx="54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D618CD3-9153-481D-9A03-57FBAE1F02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051779"/>
              </p:ext>
            </p:extLst>
          </p:nvPr>
        </p:nvGraphicFramePr>
        <p:xfrm>
          <a:off x="386676" y="1543496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" name="Equation" r:id="rId7" imgW="1269720" imgH="482400" progId="Equation.DSMT4">
                  <p:embed/>
                </p:oleObj>
              </mc:Choice>
              <mc:Fallback>
                <p:oleObj name="Equation" r:id="rId7" imgW="126972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C18437C-1C9E-43A6-BA5D-FC7421F0AC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676" y="1543496"/>
                        <a:ext cx="1270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4E5789-C7B9-4209-84B0-6CFE198E80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655023"/>
              </p:ext>
            </p:extLst>
          </p:nvPr>
        </p:nvGraphicFramePr>
        <p:xfrm>
          <a:off x="3787775" y="2554666"/>
          <a:ext cx="1384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9" name="Equation" r:id="rId9" imgW="1384200" imgH="812520" progId="Equation.DSMT4">
                  <p:embed/>
                </p:oleObj>
              </mc:Choice>
              <mc:Fallback>
                <p:oleObj name="Equation" r:id="rId9" imgW="138420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0581466-7708-49E5-96E1-7E128B098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87775" y="2554666"/>
                        <a:ext cx="13843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>
            <a:extLst>
              <a:ext uri="{FF2B5EF4-FFF2-40B4-BE49-F238E27FC236}">
                <a16:creationId xmlns:a16="http://schemas.microsoft.com/office/drawing/2014/main" id="{E257F974-6146-41D4-B920-6C757AE33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56" y="3641824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其中     为有限数或       或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A502C2D-7344-45A5-B4F0-4061965B5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703940"/>
              </p:ext>
            </p:extLst>
          </p:nvPr>
        </p:nvGraphicFramePr>
        <p:xfrm>
          <a:off x="1403648" y="3739306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0" name="Equation" r:id="rId11" imgW="228600" imgH="266400" progId="Equation.DSMT4">
                  <p:embed/>
                </p:oleObj>
              </mc:Choice>
              <mc:Fallback>
                <p:oleObj name="Equation" r:id="rId11" imgW="228600" imgH="266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803CB80-96E5-49C0-8F90-9437ABFDC0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648" y="3739306"/>
                        <a:ext cx="228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EE27895-3D56-4B79-92C1-22DF8D15C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974499"/>
              </p:ext>
            </p:extLst>
          </p:nvPr>
        </p:nvGraphicFramePr>
        <p:xfrm>
          <a:off x="3234879" y="3799061"/>
          <a:ext cx="431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1" name="Equation" r:id="rId13" imgW="431640" imgH="215640" progId="Equation.DSMT4">
                  <p:embed/>
                </p:oleObj>
              </mc:Choice>
              <mc:Fallback>
                <p:oleObj name="Equation" r:id="rId13" imgW="431640" imgH="215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F8FF1E6-A49D-4A82-8AB6-9A5DAF5CC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4879" y="3799061"/>
                        <a:ext cx="431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D4583BE-4983-4DC2-81E4-4164180E8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687144"/>
              </p:ext>
            </p:extLst>
          </p:nvPr>
        </p:nvGraphicFramePr>
        <p:xfrm>
          <a:off x="4125404" y="3807316"/>
          <a:ext cx="482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" name="Equation" r:id="rId15" imgW="482400" imgH="215640" progId="Equation.DSMT4">
                  <p:embed/>
                </p:oleObj>
              </mc:Choice>
              <mc:Fallback>
                <p:oleObj name="Equation" r:id="rId15" imgW="482400" imgH="2156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AC50D13-AB8A-4E15-B01D-39E6C1F8AF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5404" y="3807316"/>
                        <a:ext cx="482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51B4C837-5A82-460A-BCF0-8BFACE6DF5A0}"/>
              </a:ext>
            </a:extLst>
          </p:cNvPr>
          <p:cNvSpPr/>
          <p:nvPr/>
        </p:nvSpPr>
        <p:spPr>
          <a:xfrm>
            <a:off x="1656676" y="148158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F545E18-0443-4B05-9B67-604C89CFA0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868352"/>
              </p:ext>
            </p:extLst>
          </p:nvPr>
        </p:nvGraphicFramePr>
        <p:xfrm>
          <a:off x="2291008" y="1319715"/>
          <a:ext cx="209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" name="Equation" r:id="rId17" imgW="2095200" imgH="812520" progId="Equation.DSMT4">
                  <p:embed/>
                </p:oleObj>
              </mc:Choice>
              <mc:Fallback>
                <p:oleObj name="Equation" r:id="rId17" imgW="209520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2EBFB81-7B28-45DA-8526-9D9425E94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91008" y="1319715"/>
                        <a:ext cx="209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9F21F920-1AF2-44D3-A5FE-E2989275A49A}"/>
              </a:ext>
            </a:extLst>
          </p:cNvPr>
          <p:cNvSpPr/>
          <p:nvPr/>
        </p:nvSpPr>
        <p:spPr>
          <a:xfrm>
            <a:off x="4439108" y="140957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70338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F7F36A75-73A5-4E3E-A493-D7AB2151769D}"/>
              </a:ext>
            </a:extLst>
          </p:cNvPr>
          <p:cNvSpPr txBox="1">
            <a:spLocks/>
          </p:cNvSpPr>
          <p:nvPr/>
        </p:nvSpPr>
        <p:spPr>
          <a:xfrm>
            <a:off x="827584" y="313184"/>
            <a:ext cx="5040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44BCFDF-49E8-49ED-B36A-22D6AE0A49D7}"/>
              </a:ext>
            </a:extLst>
          </p:cNvPr>
          <p:cNvGrpSpPr/>
          <p:nvPr/>
        </p:nvGrpSpPr>
        <p:grpSpPr>
          <a:xfrm>
            <a:off x="1331640" y="339502"/>
            <a:ext cx="4320480" cy="504056"/>
            <a:chOff x="1259632" y="509836"/>
            <a:chExt cx="4320480" cy="504056"/>
          </a:xfrm>
        </p:grpSpPr>
        <p:sp>
          <p:nvSpPr>
            <p:cNvPr id="4" name="副标题 2">
              <a:extLst>
                <a:ext uri="{FF2B5EF4-FFF2-40B4-BE49-F238E27FC236}">
                  <a16:creationId xmlns:a16="http://schemas.microsoft.com/office/drawing/2014/main" id="{81895259-B879-48F1-BA57-909645A71DBE}"/>
                </a:ext>
              </a:extLst>
            </p:cNvPr>
            <p:cNvSpPr txBox="1">
              <a:spLocks/>
            </p:cNvSpPr>
            <p:nvPr/>
          </p:nvSpPr>
          <p:spPr>
            <a:xfrm>
              <a:off x="1259632" y="509836"/>
              <a:ext cx="4320480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只对     为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有限数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情形给出证明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0B7F779-EA27-456B-9EAD-76E2BC4EF7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2144375"/>
                </p:ext>
              </p:extLst>
            </p:nvPr>
          </p:nvGraphicFramePr>
          <p:xfrm>
            <a:off x="2057400" y="601663"/>
            <a:ext cx="2286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9" name="Equation" r:id="rId3" imgW="228600" imgH="266400" progId="Equation.DSMT4">
                    <p:embed/>
                  </p:oleObj>
                </mc:Choice>
                <mc:Fallback>
                  <p:oleObj name="Equation" r:id="rId3" imgW="228600" imgH="2664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5DD350D-4ED3-4BE5-99F6-27BAC3BC5B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57400" y="601663"/>
                          <a:ext cx="2286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94715B-0EC1-47AF-86CE-4773DFB898F6}"/>
              </a:ext>
            </a:extLst>
          </p:cNvPr>
          <p:cNvGrpSpPr/>
          <p:nvPr/>
        </p:nvGrpSpPr>
        <p:grpSpPr>
          <a:xfrm>
            <a:off x="827584" y="780963"/>
            <a:ext cx="4711160" cy="530151"/>
            <a:chOff x="755576" y="951297"/>
            <a:chExt cx="4711160" cy="530151"/>
          </a:xfrm>
        </p:grpSpPr>
        <p:sp>
          <p:nvSpPr>
            <p:cNvPr id="7" name="副标题 2">
              <a:extLst>
                <a:ext uri="{FF2B5EF4-FFF2-40B4-BE49-F238E27FC236}">
                  <a16:creationId xmlns:a16="http://schemas.microsoft.com/office/drawing/2014/main" id="{A235BC15-2355-47EA-BCA5-16C81A98A1CB}"/>
                </a:ext>
              </a:extLst>
            </p:cNvPr>
            <p:cNvSpPr txBox="1">
              <a:spLocks/>
            </p:cNvSpPr>
            <p:nvPr/>
          </p:nvSpPr>
          <p:spPr>
            <a:xfrm>
              <a:off x="755576" y="977392"/>
              <a:ext cx="504056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0D1432C-E09E-4DC1-B7D0-BBF7B3A31D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4306521"/>
                </p:ext>
              </p:extLst>
            </p:nvPr>
          </p:nvGraphicFramePr>
          <p:xfrm>
            <a:off x="1135896" y="1079934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0" name="Equation" r:id="rId5" imgW="939600" imgH="330120" progId="Equation.DSMT4">
                    <p:embed/>
                  </p:oleObj>
                </mc:Choice>
                <mc:Fallback>
                  <p:oleObj name="Equation" r:id="rId5" imgW="93960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F868FE4C-2FE1-4E17-B99A-8F7E918034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35896" y="1079934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副标题 2">
              <a:extLst>
                <a:ext uri="{FF2B5EF4-FFF2-40B4-BE49-F238E27FC236}">
                  <a16:creationId xmlns:a16="http://schemas.microsoft.com/office/drawing/2014/main" id="{F92FE51C-B4D6-4B8D-B288-6B09BC334564}"/>
                </a:ext>
              </a:extLst>
            </p:cNvPr>
            <p:cNvSpPr txBox="1">
              <a:spLocks/>
            </p:cNvSpPr>
            <p:nvPr/>
          </p:nvSpPr>
          <p:spPr>
            <a:xfrm>
              <a:off x="2040992" y="961256"/>
              <a:ext cx="802816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83BFD3E-09B2-4570-B235-C5A9EC9ED5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3409397"/>
                </p:ext>
              </p:extLst>
            </p:nvPr>
          </p:nvGraphicFramePr>
          <p:xfrm>
            <a:off x="2771800" y="1022784"/>
            <a:ext cx="1028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1" name="Equation" r:id="rId7" imgW="1028520" imgH="380880" progId="Equation.DSMT4">
                    <p:embed/>
                  </p:oleObj>
                </mc:Choice>
                <mc:Fallback>
                  <p:oleObj name="Equation" r:id="rId7" imgW="102852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DB3FD82-C500-4FB3-ACAE-344113E7D4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71800" y="1022784"/>
                          <a:ext cx="1028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副标题 2">
              <a:extLst>
                <a:ext uri="{FF2B5EF4-FFF2-40B4-BE49-F238E27FC236}">
                  <a16:creationId xmlns:a16="http://schemas.microsoft.com/office/drawing/2014/main" id="{A4205E66-1F55-42EF-8EF7-3207838E1498}"/>
                </a:ext>
              </a:extLst>
            </p:cNvPr>
            <p:cNvSpPr txBox="1">
              <a:spLocks/>
            </p:cNvSpPr>
            <p:nvPr/>
          </p:nvSpPr>
          <p:spPr>
            <a:xfrm>
              <a:off x="3769184" y="951297"/>
              <a:ext cx="51478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2E4B9D8-8DEE-4891-AF88-D554FEC0D8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5066843"/>
                </p:ext>
              </p:extLst>
            </p:nvPr>
          </p:nvGraphicFramePr>
          <p:xfrm>
            <a:off x="4283968" y="1063625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2" name="Equation" r:id="rId9" imgW="749160" imgH="279360" progId="Equation.DSMT4">
                    <p:embed/>
                  </p:oleObj>
                </mc:Choice>
                <mc:Fallback>
                  <p:oleObj name="Equation" r:id="rId9" imgW="74916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A28052A-EE9C-4A2E-932F-0F6C1A4A6A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3968" y="1063625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副标题 2">
              <a:extLst>
                <a:ext uri="{FF2B5EF4-FFF2-40B4-BE49-F238E27FC236}">
                  <a16:creationId xmlns:a16="http://schemas.microsoft.com/office/drawing/2014/main" id="{4B7DF084-FA27-49C9-848D-CAD8D3253609}"/>
                </a:ext>
              </a:extLst>
            </p:cNvPr>
            <p:cNvSpPr txBox="1">
              <a:spLocks/>
            </p:cNvSpPr>
            <p:nvPr/>
          </p:nvSpPr>
          <p:spPr>
            <a:xfrm>
              <a:off x="4951952" y="961256"/>
              <a:ext cx="51478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B6F8F77-415C-43B6-9037-6F0DBDE80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782566"/>
              </p:ext>
            </p:extLst>
          </p:nvPr>
        </p:nvGraphicFramePr>
        <p:xfrm>
          <a:off x="5773260" y="538589"/>
          <a:ext cx="215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3" name="Equation" r:id="rId11" imgW="2158920" imgH="914400" progId="Equation.DSMT4">
                  <p:embed/>
                </p:oleObj>
              </mc:Choice>
              <mc:Fallback>
                <p:oleObj name="Equation" r:id="rId11" imgW="2158920" imgH="914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091F9C1-0F02-4A70-BDD6-86B80CF3A2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73260" y="538589"/>
                        <a:ext cx="2159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48C32071-9822-4F8E-AB6F-6A7C3D3BBD1E}"/>
              </a:ext>
            </a:extLst>
          </p:cNvPr>
          <p:cNvGrpSpPr/>
          <p:nvPr/>
        </p:nvGrpSpPr>
        <p:grpSpPr>
          <a:xfrm>
            <a:off x="835950" y="1353853"/>
            <a:ext cx="3256277" cy="549586"/>
            <a:chOff x="763942" y="1524187"/>
            <a:chExt cx="3256277" cy="549586"/>
          </a:xfrm>
        </p:grpSpPr>
        <p:sp>
          <p:nvSpPr>
            <p:cNvPr id="16" name="副标题 2">
              <a:extLst>
                <a:ext uri="{FF2B5EF4-FFF2-40B4-BE49-F238E27FC236}">
                  <a16:creationId xmlns:a16="http://schemas.microsoft.com/office/drawing/2014/main" id="{FA123E31-326C-41D8-8F60-44D996A4782E}"/>
                </a:ext>
              </a:extLst>
            </p:cNvPr>
            <p:cNvSpPr txBox="1">
              <a:spLocks/>
            </p:cNvSpPr>
            <p:nvPr/>
          </p:nvSpPr>
          <p:spPr>
            <a:xfrm>
              <a:off x="763942" y="1569717"/>
              <a:ext cx="939799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由于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C6ED9CE-FEC6-4AEE-927E-0B051B4DF5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0776271"/>
                </p:ext>
              </p:extLst>
            </p:nvPr>
          </p:nvGraphicFramePr>
          <p:xfrm>
            <a:off x="1505620" y="1585715"/>
            <a:ext cx="1574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4" name="Equation" r:id="rId13" imgW="1574640" imgH="380880" progId="Equation.DSMT4">
                    <p:embed/>
                  </p:oleObj>
                </mc:Choice>
                <mc:Fallback>
                  <p:oleObj name="Equation" r:id="rId13" imgW="1574640" imgH="3808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EDAFA1D-FF6E-4731-9B16-A1786E38BA4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05620" y="1585715"/>
                          <a:ext cx="1574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副标题 2">
              <a:extLst>
                <a:ext uri="{FF2B5EF4-FFF2-40B4-BE49-F238E27FC236}">
                  <a16:creationId xmlns:a16="http://schemas.microsoft.com/office/drawing/2014/main" id="{82399764-F345-4C70-B099-D76946DDE756}"/>
                </a:ext>
              </a:extLst>
            </p:cNvPr>
            <p:cNvSpPr txBox="1">
              <a:spLocks/>
            </p:cNvSpPr>
            <p:nvPr/>
          </p:nvSpPr>
          <p:spPr>
            <a:xfrm>
              <a:off x="3080420" y="1524187"/>
              <a:ext cx="939799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故有</a:t>
              </a:r>
            </a:p>
          </p:txBody>
        </p:sp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FA66407-D4E4-4CC9-9BBF-3A2D823DE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606211"/>
              </p:ext>
            </p:extLst>
          </p:nvPr>
        </p:nvGraphicFramePr>
        <p:xfrm>
          <a:off x="1403648" y="1909708"/>
          <a:ext cx="579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5" name="Equation" r:id="rId15" imgW="5790960" imgH="380880" progId="Equation.DSMT4">
                  <p:embed/>
                </p:oleObj>
              </mc:Choice>
              <mc:Fallback>
                <p:oleObj name="Equation" r:id="rId15" imgW="579096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8921FE1-DE5B-4F4A-902F-70257FF17D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03648" y="1909708"/>
                        <a:ext cx="5791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55516056-A1C6-46F8-A76F-78584029E8DD}"/>
              </a:ext>
            </a:extLst>
          </p:cNvPr>
          <p:cNvGrpSpPr/>
          <p:nvPr/>
        </p:nvGrpSpPr>
        <p:grpSpPr>
          <a:xfrm>
            <a:off x="822296" y="2401416"/>
            <a:ext cx="1542732" cy="504056"/>
            <a:chOff x="750288" y="2571750"/>
            <a:chExt cx="1542732" cy="504056"/>
          </a:xfrm>
        </p:grpSpPr>
        <p:sp>
          <p:nvSpPr>
            <p:cNvPr id="20" name="副标题 2">
              <a:extLst>
                <a:ext uri="{FF2B5EF4-FFF2-40B4-BE49-F238E27FC236}">
                  <a16:creationId xmlns:a16="http://schemas.microsoft.com/office/drawing/2014/main" id="{674E8FCE-D2F6-4458-BD6D-1F8EC6F72508}"/>
                </a:ext>
              </a:extLst>
            </p:cNvPr>
            <p:cNvSpPr txBox="1">
              <a:spLocks/>
            </p:cNvSpPr>
            <p:nvPr/>
          </p:nvSpPr>
          <p:spPr>
            <a:xfrm>
              <a:off x="750288" y="2571750"/>
              <a:ext cx="1445448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任取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8E6D88D9-81D8-4C0D-95AF-C026C733DC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5257927"/>
                </p:ext>
              </p:extLst>
            </p:nvPr>
          </p:nvGraphicFramePr>
          <p:xfrm>
            <a:off x="1492920" y="2711401"/>
            <a:ext cx="800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6" name="Equation" r:id="rId17" imgW="799920" imgH="266400" progId="Equation.DSMT4">
                    <p:embed/>
                  </p:oleObj>
                </mc:Choice>
                <mc:Fallback>
                  <p:oleObj name="Equation" r:id="rId17" imgW="7999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92920" y="2711401"/>
                          <a:ext cx="8001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AC9BF80-4747-4902-BB98-802997D12FDD}"/>
              </a:ext>
            </a:extLst>
          </p:cNvPr>
          <p:cNvGrpSpPr/>
          <p:nvPr/>
        </p:nvGrpSpPr>
        <p:grpSpPr>
          <a:xfrm>
            <a:off x="2320822" y="2411341"/>
            <a:ext cx="6715674" cy="504056"/>
            <a:chOff x="2248814" y="2581675"/>
            <a:chExt cx="6715674" cy="504056"/>
          </a:xfrm>
        </p:grpSpPr>
        <p:sp>
          <p:nvSpPr>
            <p:cNvPr id="22" name="副标题 2">
              <a:extLst>
                <a:ext uri="{FF2B5EF4-FFF2-40B4-BE49-F238E27FC236}">
                  <a16:creationId xmlns:a16="http://schemas.microsoft.com/office/drawing/2014/main" id="{BD7C97CB-0249-4C71-8619-E92ECAD6C966}"/>
                </a:ext>
              </a:extLst>
            </p:cNvPr>
            <p:cNvSpPr txBox="1">
              <a:spLocks/>
            </p:cNvSpPr>
            <p:nvPr/>
          </p:nvSpPr>
          <p:spPr>
            <a:xfrm>
              <a:off x="2248814" y="2581675"/>
              <a:ext cx="671567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并且将上述不等式中的   换成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1FB7F3B-196E-44D7-83A2-C788CE92AA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6228004"/>
                </p:ext>
              </p:extLst>
            </p:nvPr>
          </p:nvGraphicFramePr>
          <p:xfrm>
            <a:off x="5412854" y="273210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7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12854" y="273210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04145DD-7EC0-41F1-9417-CBB0513602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368329"/>
                </p:ext>
              </p:extLst>
            </p:nvPr>
          </p:nvGraphicFramePr>
          <p:xfrm>
            <a:off x="6322888" y="2668603"/>
            <a:ext cx="240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8" name="Equation" r:id="rId21" imgW="2400120" imgH="330120" progId="Equation.DSMT4">
                    <p:embed/>
                  </p:oleObj>
                </mc:Choice>
                <mc:Fallback>
                  <p:oleObj name="Equation" r:id="rId21" imgW="24001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22888" y="2668603"/>
                          <a:ext cx="2400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副标题 2">
            <a:extLst>
              <a:ext uri="{FF2B5EF4-FFF2-40B4-BE49-F238E27FC236}">
                <a16:creationId xmlns:a16="http://schemas.microsoft.com/office/drawing/2014/main" id="{2CD4BCFD-B96A-415A-BD54-C4ADE9D563D8}"/>
              </a:ext>
            </a:extLst>
          </p:cNvPr>
          <p:cNvSpPr txBox="1">
            <a:spLocks/>
          </p:cNvSpPr>
          <p:nvPr/>
        </p:nvSpPr>
        <p:spPr>
          <a:xfrm>
            <a:off x="796505" y="2993741"/>
            <a:ext cx="422745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然后将这些不等式相加可得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3B6225C6-A6A9-401F-AE27-E946EA7A5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22468"/>
              </p:ext>
            </p:extLst>
          </p:nvPr>
        </p:nvGraphicFramePr>
        <p:xfrm>
          <a:off x="1521416" y="3501719"/>
          <a:ext cx="541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9" name="Equation" r:id="rId23" imgW="5410080" imgH="380880" progId="Equation.DSMT4">
                  <p:embed/>
                </p:oleObj>
              </mc:Choice>
              <mc:Fallback>
                <p:oleObj name="Equation" r:id="rId23" imgW="5410080" imgH="380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FA66407-D4E4-4CC9-9BBF-3A2D823DE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21416" y="3501719"/>
                        <a:ext cx="5410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副标题 2">
            <a:extLst>
              <a:ext uri="{FF2B5EF4-FFF2-40B4-BE49-F238E27FC236}">
                <a16:creationId xmlns:a16="http://schemas.microsoft.com/office/drawing/2014/main" id="{683EA154-731F-47D9-8E57-B08B5639F845}"/>
              </a:ext>
            </a:extLst>
          </p:cNvPr>
          <p:cNvSpPr txBox="1">
            <a:spLocks/>
          </p:cNvSpPr>
          <p:nvPr/>
        </p:nvSpPr>
        <p:spPr>
          <a:xfrm>
            <a:off x="848172" y="4115278"/>
            <a:ext cx="57606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58E8038-A3AC-49F0-95AB-5A52BA2CD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98494"/>
              </p:ext>
            </p:extLst>
          </p:nvPr>
        </p:nvGraphicFramePr>
        <p:xfrm>
          <a:off x="3170808" y="3861916"/>
          <a:ext cx="203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0" name="Equation" r:id="rId25" imgW="2031840" imgH="914400" progId="Equation.DSMT4">
                  <p:embed/>
                </p:oleObj>
              </mc:Choice>
              <mc:Fallback>
                <p:oleObj name="Equation" r:id="rId25" imgW="2031840" imgH="914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DAFB770-F31E-4248-B7AB-59CD2DC89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70808" y="3861916"/>
                        <a:ext cx="2032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825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53520C2-2624-4A25-B66D-591C5BED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073024"/>
              </p:ext>
            </p:extLst>
          </p:nvPr>
        </p:nvGraphicFramePr>
        <p:xfrm>
          <a:off x="3131840" y="411510"/>
          <a:ext cx="203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Equation" r:id="rId3" imgW="2031840" imgH="914400" progId="Equation.DSMT4">
                  <p:embed/>
                </p:oleObj>
              </mc:Choice>
              <mc:Fallback>
                <p:oleObj name="Equation" r:id="rId3" imgW="2031840" imgH="9144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58E8038-A3AC-49F0-95AB-5A52BA2CD2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1840" y="411510"/>
                        <a:ext cx="2032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副标题 2">
            <a:extLst>
              <a:ext uri="{FF2B5EF4-FFF2-40B4-BE49-F238E27FC236}">
                <a16:creationId xmlns:a16="http://schemas.microsoft.com/office/drawing/2014/main" id="{5DE06774-12F8-40AD-A5ED-6B328998FDDF}"/>
              </a:ext>
            </a:extLst>
          </p:cNvPr>
          <p:cNvSpPr txBox="1">
            <a:spLocks/>
          </p:cNvSpPr>
          <p:nvPr/>
        </p:nvSpPr>
        <p:spPr>
          <a:xfrm>
            <a:off x="611560" y="1491630"/>
            <a:ext cx="57606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0266A58-E053-4998-BDA3-969655303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057614"/>
              </p:ext>
            </p:extLst>
          </p:nvPr>
        </p:nvGraphicFramePr>
        <p:xfrm>
          <a:off x="1011238" y="1609725"/>
          <a:ext cx="977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1" name="Equation" r:id="rId5" imgW="977760" imgH="266400" progId="Equation.DSMT4">
                  <p:embed/>
                </p:oleObj>
              </mc:Choice>
              <mc:Fallback>
                <p:oleObj name="Equation" r:id="rId5" imgW="9777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1238" y="1609725"/>
                        <a:ext cx="977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FFD1BDE9-0078-4687-A22C-D8FF3E00F750}"/>
              </a:ext>
            </a:extLst>
          </p:cNvPr>
          <p:cNvGrpSpPr/>
          <p:nvPr/>
        </p:nvGrpSpPr>
        <p:grpSpPr>
          <a:xfrm>
            <a:off x="1907704" y="1471392"/>
            <a:ext cx="6840760" cy="517391"/>
            <a:chOff x="1907704" y="1471392"/>
            <a:chExt cx="6840760" cy="517391"/>
          </a:xfrm>
        </p:grpSpPr>
        <p:sp>
          <p:nvSpPr>
            <p:cNvPr id="7" name="副标题 2">
              <a:extLst>
                <a:ext uri="{FF2B5EF4-FFF2-40B4-BE49-F238E27FC236}">
                  <a16:creationId xmlns:a16="http://schemas.microsoft.com/office/drawing/2014/main" id="{A339D621-D245-4F44-A106-1859DAB52F3A}"/>
                </a:ext>
              </a:extLst>
            </p:cNvPr>
            <p:cNvSpPr txBox="1">
              <a:spLocks/>
            </p:cNvSpPr>
            <p:nvPr/>
          </p:nvSpPr>
          <p:spPr>
            <a:xfrm>
              <a:off x="6027688" y="1471392"/>
              <a:ext cx="210507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可知           时，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DBB7213-F2FD-4952-966B-243188FC5408}"/>
                </a:ext>
              </a:extLst>
            </p:cNvPr>
            <p:cNvGrpSpPr/>
            <p:nvPr/>
          </p:nvGrpSpPr>
          <p:grpSpPr>
            <a:xfrm>
              <a:off x="1907704" y="1473798"/>
              <a:ext cx="6840760" cy="514985"/>
              <a:chOff x="1907704" y="1473798"/>
              <a:chExt cx="6840760" cy="514985"/>
            </a:xfrm>
          </p:grpSpPr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FC37126F-4772-48CC-8E04-168219F392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7704" y="1473798"/>
                <a:ext cx="6840760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并利用条件</a:t>
                </a:r>
              </a:p>
            </p:txBody>
          </p:sp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A4A259D3-06B8-41AC-B872-7544423BD4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2068912"/>
                  </p:ext>
                </p:extLst>
              </p:nvPr>
            </p:nvGraphicFramePr>
            <p:xfrm>
              <a:off x="3563888" y="1506183"/>
              <a:ext cx="24638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92" name="Equation" r:id="rId7" imgW="2463480" imgH="482400" progId="Equation.DSMT4">
                      <p:embed/>
                    </p:oleObj>
                  </mc:Choice>
                  <mc:Fallback>
                    <p:oleObj name="Equation" r:id="rId7" imgW="2463480" imgH="482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563888" y="1506183"/>
                            <a:ext cx="24638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EEEA4ADF-F494-490F-B14A-5E2C96C636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6015280"/>
                  </p:ext>
                </p:extLst>
              </p:nvPr>
            </p:nvGraphicFramePr>
            <p:xfrm>
              <a:off x="6755740" y="1565007"/>
              <a:ext cx="7493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93" name="Equation" r:id="rId9" imgW="749160" imgH="279360" progId="Equation.DSMT4">
                      <p:embed/>
                    </p:oleObj>
                  </mc:Choice>
                  <mc:Fallback>
                    <p:oleObj name="Equation" r:id="rId9" imgW="749160" imgH="2793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755740" y="1565007"/>
                            <a:ext cx="7493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501FD06-B852-43A9-BCD7-4674A798A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614443"/>
              </p:ext>
            </p:extLst>
          </p:nvPr>
        </p:nvGraphicFramePr>
        <p:xfrm>
          <a:off x="3417590" y="2240318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Equation" r:id="rId11" imgW="1460160" imgH="914400" progId="Equation.DSMT4">
                  <p:embed/>
                </p:oleObj>
              </mc:Choice>
              <mc:Fallback>
                <p:oleObj name="Equation" r:id="rId11" imgW="14601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7590" y="2240318"/>
                        <a:ext cx="14605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副标题 2">
            <a:extLst>
              <a:ext uri="{FF2B5EF4-FFF2-40B4-BE49-F238E27FC236}">
                <a16:creationId xmlns:a16="http://schemas.microsoft.com/office/drawing/2014/main" id="{04C55603-93F5-40F2-8621-4D32E3A184B4}"/>
              </a:ext>
            </a:extLst>
          </p:cNvPr>
          <p:cNvSpPr txBox="1">
            <a:spLocks/>
          </p:cNvSpPr>
          <p:nvPr/>
        </p:nvSpPr>
        <p:spPr>
          <a:xfrm>
            <a:off x="758478" y="3548803"/>
            <a:ext cx="10801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8876CD4-EBFA-4C36-975D-3ABA9F4BB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906466"/>
              </p:ext>
            </p:extLst>
          </p:nvPr>
        </p:nvGraphicFramePr>
        <p:xfrm>
          <a:off x="2058690" y="3394431"/>
          <a:ext cx="135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Equation" r:id="rId13" imgW="1358640" imgH="812520" progId="Equation.DSMT4">
                  <p:embed/>
                </p:oleObj>
              </mc:Choice>
              <mc:Fallback>
                <p:oleObj name="Equation" r:id="rId13" imgW="135864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8C5A6F0-023F-47AD-886C-E73876807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58690" y="3394431"/>
                        <a:ext cx="1358900" cy="8128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04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F509B9B4-F7CC-4C95-9805-689F278A3CE4}"/>
              </a:ext>
            </a:extLst>
          </p:cNvPr>
          <p:cNvSpPr txBox="1">
            <a:spLocks/>
          </p:cNvSpPr>
          <p:nvPr/>
        </p:nvSpPr>
        <p:spPr>
          <a:xfrm>
            <a:off x="755576" y="572401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807C66D-1354-4574-82AF-C2B9EB056A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793363"/>
              </p:ext>
            </p:extLst>
          </p:nvPr>
        </p:nvGraphicFramePr>
        <p:xfrm>
          <a:off x="1921809" y="360884"/>
          <a:ext cx="424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" name="Equation" r:id="rId3" imgW="4241520" imgH="838080" progId="Equation.DSMT4">
                  <p:embed/>
                </p:oleObj>
              </mc:Choice>
              <mc:Fallback>
                <p:oleObj name="Equation" r:id="rId3" imgW="4241520" imgH="838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71D4AA4-2C3D-4223-935A-9813170EF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1809" y="360884"/>
                        <a:ext cx="42418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副标题 2">
            <a:extLst>
              <a:ext uri="{FF2B5EF4-FFF2-40B4-BE49-F238E27FC236}">
                <a16:creationId xmlns:a16="http://schemas.microsoft.com/office/drawing/2014/main" id="{0BE2F750-1018-49BA-8EA0-D81016074790}"/>
              </a:ext>
            </a:extLst>
          </p:cNvPr>
          <p:cNvSpPr txBox="1">
            <a:spLocks/>
          </p:cNvSpPr>
          <p:nvPr/>
        </p:nvSpPr>
        <p:spPr>
          <a:xfrm>
            <a:off x="1403648" y="583059"/>
            <a:ext cx="43204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EEAECCF-285D-4E6B-A2D9-1BD9FD4F4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860395"/>
              </p:ext>
            </p:extLst>
          </p:nvPr>
        </p:nvGraphicFramePr>
        <p:xfrm>
          <a:off x="6335469" y="462479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2" name="Equation" r:id="rId5" imgW="304560" imgH="723600" progId="Equation.DSMT4">
                  <p:embed/>
                </p:oleObj>
              </mc:Choice>
              <mc:Fallback>
                <p:oleObj name="Equation" r:id="rId5" imgW="30456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9BCC860-AAC3-454C-AF54-66B4370E5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5469" y="462479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D47A74BC-26C8-43BC-ADD2-22F7566B177B}"/>
              </a:ext>
            </a:extLst>
          </p:cNvPr>
          <p:cNvSpPr txBox="1">
            <a:spLocks/>
          </p:cNvSpPr>
          <p:nvPr/>
        </p:nvSpPr>
        <p:spPr>
          <a:xfrm>
            <a:off x="755576" y="1367233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F209038-2A5F-43D2-8EAE-08A2F816C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937433"/>
              </p:ext>
            </p:extLst>
          </p:nvPr>
        </p:nvGraphicFramePr>
        <p:xfrm>
          <a:off x="1406934" y="1311053"/>
          <a:ext cx="4330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3" name="Equation" r:id="rId7" imgW="4330440" imgH="482400" progId="Equation.DSMT4">
                  <p:embed/>
                </p:oleObj>
              </mc:Choice>
              <mc:Fallback>
                <p:oleObj name="Equation" r:id="rId7" imgW="433044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AE05AEF-A48C-4A97-A042-573C2475C4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6934" y="1311053"/>
                        <a:ext cx="4330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B61ED0E-BEBA-4A59-AB75-E7163FF18E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66809"/>
              </p:ext>
            </p:extLst>
          </p:nvPr>
        </p:nvGraphicFramePr>
        <p:xfrm>
          <a:off x="5868144" y="1354150"/>
          <a:ext cx="259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4" name="Equation" r:id="rId9" imgW="2590560" imgH="380880" progId="Equation.DSMT4">
                  <p:embed/>
                </p:oleObj>
              </mc:Choice>
              <mc:Fallback>
                <p:oleObj name="Equation" r:id="rId9" imgW="259056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968AF78-890D-4D6E-9F25-46C321462A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8144" y="1354150"/>
                        <a:ext cx="259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5BB93F74-6B83-4B1E-AC0E-E661722678B8}"/>
              </a:ext>
            </a:extLst>
          </p:cNvPr>
          <p:cNvGrpSpPr/>
          <p:nvPr/>
        </p:nvGrpSpPr>
        <p:grpSpPr>
          <a:xfrm>
            <a:off x="1640078" y="2036931"/>
            <a:ext cx="3748542" cy="513258"/>
            <a:chOff x="1090896" y="2409032"/>
            <a:chExt cx="3748542" cy="513258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0147295-47F8-4415-9EE4-C1FEE5096F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2748284"/>
                </p:ext>
              </p:extLst>
            </p:nvPr>
          </p:nvGraphicFramePr>
          <p:xfrm>
            <a:off x="1090896" y="2427734"/>
            <a:ext cx="546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5" name="Equation" r:id="rId11" imgW="545760" imgH="380880" progId="Equation.DSMT4">
                    <p:embed/>
                  </p:oleObj>
                </mc:Choice>
                <mc:Fallback>
                  <p:oleObj name="Equation" r:id="rId11" imgW="545760" imgH="380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C6E546BA-D4A2-448C-89E8-345D733DE4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90896" y="2427734"/>
                          <a:ext cx="546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副标题 2">
              <a:extLst>
                <a:ext uri="{FF2B5EF4-FFF2-40B4-BE49-F238E27FC236}">
                  <a16:creationId xmlns:a16="http://schemas.microsoft.com/office/drawing/2014/main" id="{578AB22D-D545-4DDE-BA89-0A3F34DC2062}"/>
                </a:ext>
              </a:extLst>
            </p:cNvPr>
            <p:cNvSpPr txBox="1">
              <a:spLocks/>
            </p:cNvSpPr>
            <p:nvPr/>
          </p:nvSpPr>
          <p:spPr>
            <a:xfrm>
              <a:off x="1540106" y="2409032"/>
              <a:ext cx="318429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单调递增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792EC93-51AA-40F6-93AE-6E3999E566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8183040"/>
                </p:ext>
              </p:extLst>
            </p:nvPr>
          </p:nvGraphicFramePr>
          <p:xfrm>
            <a:off x="3302738" y="2439690"/>
            <a:ext cx="1536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6" name="Equation" r:id="rId13" imgW="1536480" imgH="482400" progId="Equation.DSMT4">
                    <p:embed/>
                  </p:oleObj>
                </mc:Choice>
                <mc:Fallback>
                  <p:oleObj name="Equation" r:id="rId13" imgW="1536480" imgH="4824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AD4AC9B-4E55-42B4-8F76-0A28102310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02738" y="2439690"/>
                          <a:ext cx="1536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2C8BBDB-38BE-4B7F-8206-BC398829B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396446"/>
              </p:ext>
            </p:extLst>
          </p:nvPr>
        </p:nvGraphicFramePr>
        <p:xfrm>
          <a:off x="1635339" y="2678546"/>
          <a:ext cx="3784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7" name="Equation" r:id="rId15" imgW="3784320" imgH="927000" progId="Equation.DSMT4">
                  <p:embed/>
                </p:oleObj>
              </mc:Choice>
              <mc:Fallback>
                <p:oleObj name="Equation" r:id="rId15" imgW="3784320" imgH="9270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D50A7FA-C89A-47B9-A6BB-5401C1CC9B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35339" y="2678546"/>
                        <a:ext cx="37846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3346F86-966D-4404-AD35-A3018BA82B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579749"/>
              </p:ext>
            </p:extLst>
          </p:nvPr>
        </p:nvGraphicFramePr>
        <p:xfrm>
          <a:off x="5508104" y="2714517"/>
          <a:ext cx="2692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8" name="Equation" r:id="rId17" imgW="2692080" imgH="876240" progId="Equation.DSMT4">
                  <p:embed/>
                </p:oleObj>
              </mc:Choice>
              <mc:Fallback>
                <p:oleObj name="Equation" r:id="rId17" imgW="2692080" imgH="8762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35EC491-8B7A-4FCA-9717-C44247EB8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08104" y="2714517"/>
                        <a:ext cx="26924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副标题 2">
            <a:extLst>
              <a:ext uri="{FF2B5EF4-FFF2-40B4-BE49-F238E27FC236}">
                <a16:creationId xmlns:a16="http://schemas.microsoft.com/office/drawing/2014/main" id="{407C0403-78F7-4FBD-BAE1-97BE33767E06}"/>
              </a:ext>
            </a:extLst>
          </p:cNvPr>
          <p:cNvSpPr txBox="1">
            <a:spLocks/>
          </p:cNvSpPr>
          <p:nvPr/>
        </p:nvSpPr>
        <p:spPr>
          <a:xfrm>
            <a:off x="2945725" y="3867894"/>
            <a:ext cx="978203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</a:p>
        </p:txBody>
      </p:sp>
      <p:sp>
        <p:nvSpPr>
          <p:cNvPr id="20" name="副标题 2">
            <a:extLst>
              <a:ext uri="{FF2B5EF4-FFF2-40B4-BE49-F238E27FC236}">
                <a16:creationId xmlns:a16="http://schemas.microsoft.com/office/drawing/2014/main" id="{63314841-A5E6-4DF5-9517-614A254F2B4E}"/>
              </a:ext>
            </a:extLst>
          </p:cNvPr>
          <p:cNvSpPr txBox="1">
            <a:spLocks/>
          </p:cNvSpPr>
          <p:nvPr/>
        </p:nvSpPr>
        <p:spPr>
          <a:xfrm>
            <a:off x="820215" y="2036931"/>
            <a:ext cx="103500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显然</a:t>
            </a:r>
          </a:p>
        </p:txBody>
      </p:sp>
      <p:sp>
        <p:nvSpPr>
          <p:cNvPr id="21" name="副标题 2">
            <a:extLst>
              <a:ext uri="{FF2B5EF4-FFF2-40B4-BE49-F238E27FC236}">
                <a16:creationId xmlns:a16="http://schemas.microsoft.com/office/drawing/2014/main" id="{5054D863-94CB-494F-B64B-329D3A75164E}"/>
              </a:ext>
            </a:extLst>
          </p:cNvPr>
          <p:cNvSpPr txBox="1">
            <a:spLocks/>
          </p:cNvSpPr>
          <p:nvPr/>
        </p:nvSpPr>
        <p:spPr>
          <a:xfrm>
            <a:off x="923717" y="3867894"/>
            <a:ext cx="2208123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stolz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定理得，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249DA99-55CD-48BE-B69C-CD84D4D342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045571"/>
              </p:ext>
            </p:extLst>
          </p:nvPr>
        </p:nvGraphicFramePr>
        <p:xfrm>
          <a:off x="3695328" y="3980222"/>
          <a:ext cx="457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" name="Equation" r:id="rId19" imgW="457200" imgH="279360" progId="Equation.DSMT4">
                  <p:embed/>
                </p:oleObj>
              </mc:Choice>
              <mc:Fallback>
                <p:oleObj name="Equation" r:id="rId19" imgW="4572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95328" y="3980222"/>
                        <a:ext cx="457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副标题 2">
            <a:extLst>
              <a:ext uri="{FF2B5EF4-FFF2-40B4-BE49-F238E27FC236}">
                <a16:creationId xmlns:a16="http://schemas.microsoft.com/office/drawing/2014/main" id="{7C76DC0C-B0FB-4CE1-82A3-91A76E016FC3}"/>
              </a:ext>
            </a:extLst>
          </p:cNvPr>
          <p:cNvSpPr txBox="1">
            <a:spLocks/>
          </p:cNvSpPr>
          <p:nvPr/>
        </p:nvSpPr>
        <p:spPr>
          <a:xfrm>
            <a:off x="820215" y="2921824"/>
            <a:ext cx="103500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</a:p>
        </p:txBody>
      </p:sp>
    </p:spTree>
    <p:extLst>
      <p:ext uri="{BB962C8B-B14F-4D97-AF65-F5344CB8AC3E}">
        <p14:creationId xmlns:p14="http://schemas.microsoft.com/office/powerpoint/2010/main" val="71592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20" grpId="0"/>
      <p:bldP spid="21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C161F0EC-D60A-471C-ADF9-A88F0D3EFD98}"/>
              </a:ext>
            </a:extLst>
          </p:cNvPr>
          <p:cNvSpPr txBox="1">
            <a:spLocks/>
          </p:cNvSpPr>
          <p:nvPr/>
        </p:nvSpPr>
        <p:spPr>
          <a:xfrm>
            <a:off x="755576" y="521452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3176D50B-7AE7-4104-9E61-7A58D97F6C14}"/>
              </a:ext>
            </a:extLst>
          </p:cNvPr>
          <p:cNvSpPr txBox="1">
            <a:spLocks/>
          </p:cNvSpPr>
          <p:nvPr/>
        </p:nvSpPr>
        <p:spPr>
          <a:xfrm>
            <a:off x="1403648" y="521452"/>
            <a:ext cx="55331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C58B235-1F18-48E9-B9F1-729CB1E806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573166"/>
              </p:ext>
            </p:extLst>
          </p:nvPr>
        </p:nvGraphicFramePr>
        <p:xfrm>
          <a:off x="1947726" y="405180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" name="Equation" r:id="rId3" imgW="2222280" imgH="736560" progId="Equation.DSMT4">
                  <p:embed/>
                </p:oleObj>
              </mc:Choice>
              <mc:Fallback>
                <p:oleObj name="Equation" r:id="rId3" imgW="2222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7726" y="405180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ABA3BD69-7CAF-4015-A978-8409E59075FE}"/>
              </a:ext>
            </a:extLst>
          </p:cNvPr>
          <p:cNvSpPr txBox="1">
            <a:spLocks/>
          </p:cNvSpPr>
          <p:nvPr/>
        </p:nvSpPr>
        <p:spPr>
          <a:xfrm>
            <a:off x="730856" y="1275606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D63B688E-2663-45AD-B954-AAE4FDA3D59E}"/>
              </a:ext>
            </a:extLst>
          </p:cNvPr>
          <p:cNvSpPr txBox="1">
            <a:spLocks/>
          </p:cNvSpPr>
          <p:nvPr/>
        </p:nvSpPr>
        <p:spPr>
          <a:xfrm>
            <a:off x="1403648" y="1253498"/>
            <a:ext cx="38164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法一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夹逼准则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816D17E-0FCD-46B2-829B-F305428601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768220"/>
              </p:ext>
            </p:extLst>
          </p:nvPr>
        </p:nvGraphicFramePr>
        <p:xfrm>
          <a:off x="1808026" y="1813793"/>
          <a:ext cx="472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" name="Equation" r:id="rId5" imgW="4724280" imgH="736560" progId="Equation.DSMT4">
                  <p:embed/>
                </p:oleObj>
              </mc:Choice>
              <mc:Fallback>
                <p:oleObj name="Equation" r:id="rId5" imgW="4724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8026" y="1813793"/>
                        <a:ext cx="4724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0E0E336-C33F-4509-979B-F37FFAEFA2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053594"/>
              </p:ext>
            </p:extLst>
          </p:nvPr>
        </p:nvGraphicFramePr>
        <p:xfrm>
          <a:off x="1556440" y="2638012"/>
          <a:ext cx="636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" name="Equation" r:id="rId7" imgW="6362640" imgH="736560" progId="Equation.DSMT4">
                  <p:embed/>
                </p:oleObj>
              </mc:Choice>
              <mc:Fallback>
                <p:oleObj name="Equation" r:id="rId7" imgW="636264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816D17E-0FCD-46B2-829B-F305428601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6440" y="2638012"/>
                        <a:ext cx="6362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副标题 2">
            <a:extLst>
              <a:ext uri="{FF2B5EF4-FFF2-40B4-BE49-F238E27FC236}">
                <a16:creationId xmlns:a16="http://schemas.microsoft.com/office/drawing/2014/main" id="{173F56C2-201E-4B42-B47A-00D980AB45A5}"/>
              </a:ext>
            </a:extLst>
          </p:cNvPr>
          <p:cNvSpPr txBox="1">
            <a:spLocks/>
          </p:cNvSpPr>
          <p:nvPr/>
        </p:nvSpPr>
        <p:spPr>
          <a:xfrm>
            <a:off x="827584" y="2747704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E0137C0-68DC-46AF-B316-5B10C7363E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644235"/>
              </p:ext>
            </p:extLst>
          </p:nvPr>
        </p:nvGraphicFramePr>
        <p:xfrm>
          <a:off x="1808026" y="3444689"/>
          <a:ext cx="300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" name="Equation" r:id="rId9" imgW="3009600" imgH="736560" progId="Equation.DSMT4">
                  <p:embed/>
                </p:oleObj>
              </mc:Choice>
              <mc:Fallback>
                <p:oleObj name="Equation" r:id="rId9" imgW="3009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08026" y="3444689"/>
                        <a:ext cx="300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D1FBB1D-0E35-4C73-B1D4-364D6BE4A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574373"/>
              </p:ext>
            </p:extLst>
          </p:nvPr>
        </p:nvGraphicFramePr>
        <p:xfrm>
          <a:off x="4932040" y="3430851"/>
          <a:ext cx="189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5" name="Equation" r:id="rId11" imgW="1892160" imgH="736560" progId="Equation.DSMT4">
                  <p:embed/>
                </p:oleObj>
              </mc:Choice>
              <mc:Fallback>
                <p:oleObj name="Equation" r:id="rId11" imgW="1892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32040" y="3430851"/>
                        <a:ext cx="1892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副标题 2">
            <a:extLst>
              <a:ext uri="{FF2B5EF4-FFF2-40B4-BE49-F238E27FC236}">
                <a16:creationId xmlns:a16="http://schemas.microsoft.com/office/drawing/2014/main" id="{0754C9EE-7416-4C2C-A72D-63A2865E8FA2}"/>
              </a:ext>
            </a:extLst>
          </p:cNvPr>
          <p:cNvSpPr txBox="1">
            <a:spLocks/>
          </p:cNvSpPr>
          <p:nvPr/>
        </p:nvSpPr>
        <p:spPr>
          <a:xfrm>
            <a:off x="836360" y="4336074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1A342D8-B9A7-4ADE-B9EC-0D99210A4E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367878"/>
              </p:ext>
            </p:extLst>
          </p:nvPr>
        </p:nvGraphicFramePr>
        <p:xfrm>
          <a:off x="1444235" y="4219802"/>
          <a:ext cx="120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" name="Equation" r:id="rId13" imgW="1206360" imgH="736560" progId="Equation.DSMT4">
                  <p:embed/>
                </p:oleObj>
              </mc:Choice>
              <mc:Fallback>
                <p:oleObj name="Equation" r:id="rId13" imgW="1206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4235" y="4219802"/>
                        <a:ext cx="120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副标题 2">
            <a:extLst>
              <a:ext uri="{FF2B5EF4-FFF2-40B4-BE49-F238E27FC236}">
                <a16:creationId xmlns:a16="http://schemas.microsoft.com/office/drawing/2014/main" id="{162A0CEC-C6FF-4FD7-8B15-9C641AAFB210}"/>
              </a:ext>
            </a:extLst>
          </p:cNvPr>
          <p:cNvSpPr txBox="1">
            <a:spLocks/>
          </p:cNvSpPr>
          <p:nvPr/>
        </p:nvSpPr>
        <p:spPr>
          <a:xfrm>
            <a:off x="2600938" y="4301774"/>
            <a:ext cx="313857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由夹逼准则得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2FB6F76-40BB-4612-8999-AC84C9FBEC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140842"/>
              </p:ext>
            </p:extLst>
          </p:nvPr>
        </p:nvGraphicFramePr>
        <p:xfrm>
          <a:off x="4595457" y="4181289"/>
          <a:ext cx="345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" name="Equation" r:id="rId15" imgW="3454200" imgH="736560" progId="Equation.DSMT4">
                  <p:embed/>
                </p:oleObj>
              </mc:Choice>
              <mc:Fallback>
                <p:oleObj name="Equation" r:id="rId15" imgW="3454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95457" y="4181289"/>
                        <a:ext cx="3454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329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AC597683-4D8A-40C2-94C0-6F2E06D8D203}"/>
              </a:ext>
            </a:extLst>
          </p:cNvPr>
          <p:cNvSpPr txBox="1">
            <a:spLocks/>
          </p:cNvSpPr>
          <p:nvPr/>
        </p:nvSpPr>
        <p:spPr>
          <a:xfrm>
            <a:off x="787562" y="367097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E02420-8BB4-4273-8934-E6D2F39B0E36}"/>
              </a:ext>
            </a:extLst>
          </p:cNvPr>
          <p:cNvSpPr txBox="1">
            <a:spLocks/>
          </p:cNvSpPr>
          <p:nvPr/>
        </p:nvSpPr>
        <p:spPr>
          <a:xfrm>
            <a:off x="1435634" y="367097"/>
            <a:ext cx="55331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047B1DA-8EDA-4E1E-B80B-274837561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667392"/>
              </p:ext>
            </p:extLst>
          </p:nvPr>
        </p:nvGraphicFramePr>
        <p:xfrm>
          <a:off x="1979712" y="250825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5" name="Equation" r:id="rId3" imgW="2222280" imgH="736560" progId="Equation.DSMT4">
                  <p:embed/>
                </p:oleObj>
              </mc:Choice>
              <mc:Fallback>
                <p:oleObj name="Equation" r:id="rId3" imgW="222228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C58B235-1F18-48E9-B9F1-729CB1E806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250825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副标题 2">
            <a:extLst>
              <a:ext uri="{FF2B5EF4-FFF2-40B4-BE49-F238E27FC236}">
                <a16:creationId xmlns:a16="http://schemas.microsoft.com/office/drawing/2014/main" id="{3AFCBA52-BE7D-421A-A6F8-4553C3D814D1}"/>
              </a:ext>
            </a:extLst>
          </p:cNvPr>
          <p:cNvSpPr txBox="1">
            <a:spLocks/>
          </p:cNvSpPr>
          <p:nvPr/>
        </p:nvSpPr>
        <p:spPr>
          <a:xfrm>
            <a:off x="762842" y="1121251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B192A53-11F3-4B43-8ACC-0813C4F8088E}"/>
              </a:ext>
            </a:extLst>
          </p:cNvPr>
          <p:cNvSpPr txBox="1">
            <a:spLocks/>
          </p:cNvSpPr>
          <p:nvPr/>
        </p:nvSpPr>
        <p:spPr>
          <a:xfrm>
            <a:off x="1435634" y="1099143"/>
            <a:ext cx="38164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法二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施笃兹定理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98B119A-ECF1-4A24-90B4-4B1A2488E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685472"/>
              </p:ext>
            </p:extLst>
          </p:nvPr>
        </p:nvGraphicFramePr>
        <p:xfrm>
          <a:off x="4451586" y="147253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6" name="Equation" r:id="rId5" imgW="304560" imgH="723600" progId="Equation.DSMT4">
                  <p:embed/>
                </p:oleObj>
              </mc:Choice>
              <mc:Fallback>
                <p:oleObj name="Equation" r:id="rId5" imgW="304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51586" y="147253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AE05AEF-A48C-4A97-A042-573C2475C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457755"/>
              </p:ext>
            </p:extLst>
          </p:nvPr>
        </p:nvGraphicFramePr>
        <p:xfrm>
          <a:off x="1563378" y="1728395"/>
          <a:ext cx="2336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7" name="Equation" r:id="rId7" imgW="2336760" imgH="380880" progId="Equation.DSMT4">
                  <p:embed/>
                </p:oleObj>
              </mc:Choice>
              <mc:Fallback>
                <p:oleObj name="Equation" r:id="rId7" imgW="2336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63378" y="1728395"/>
                        <a:ext cx="2336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968AF78-890D-4D6E-9F25-46C321462A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387711"/>
              </p:ext>
            </p:extLst>
          </p:nvPr>
        </p:nvGraphicFramePr>
        <p:xfrm>
          <a:off x="4366506" y="1678070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8" name="Equation" r:id="rId9" imgW="965160" imgH="380880" progId="Equation.DSMT4">
                  <p:embed/>
                </p:oleObj>
              </mc:Choice>
              <mc:Fallback>
                <p:oleObj name="Equation" r:id="rId9" imgW="96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66506" y="1678070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3F67AFE6-0DEE-42B9-AC79-39BA65ABBA2A}"/>
              </a:ext>
            </a:extLst>
          </p:cNvPr>
          <p:cNvGrpSpPr/>
          <p:nvPr/>
        </p:nvGrpSpPr>
        <p:grpSpPr>
          <a:xfrm>
            <a:off x="1291618" y="2245964"/>
            <a:ext cx="4697227" cy="522943"/>
            <a:chOff x="1090896" y="2409032"/>
            <a:chExt cx="4697227" cy="522943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6E546BA-D4A2-448C-89E8-345D733DE4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1583577"/>
                </p:ext>
              </p:extLst>
            </p:nvPr>
          </p:nvGraphicFramePr>
          <p:xfrm>
            <a:off x="1090896" y="2427734"/>
            <a:ext cx="546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89" name="Equation" r:id="rId11" imgW="545760" imgH="380880" progId="Equation.DSMT4">
                    <p:embed/>
                  </p:oleObj>
                </mc:Choice>
                <mc:Fallback>
                  <p:oleObj name="Equation" r:id="rId11" imgW="545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90896" y="2427734"/>
                          <a:ext cx="546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副标题 2">
              <a:extLst>
                <a:ext uri="{FF2B5EF4-FFF2-40B4-BE49-F238E27FC236}">
                  <a16:creationId xmlns:a16="http://schemas.microsoft.com/office/drawing/2014/main" id="{2ADFB30D-5CCD-4777-9451-1DD60AC46BD9}"/>
                </a:ext>
              </a:extLst>
            </p:cNvPr>
            <p:cNvSpPr txBox="1">
              <a:spLocks/>
            </p:cNvSpPr>
            <p:nvPr/>
          </p:nvSpPr>
          <p:spPr>
            <a:xfrm>
              <a:off x="1540106" y="2409032"/>
              <a:ext cx="318429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单调递增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AD4AC9B-4E55-42B4-8F76-0A28102310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9234756"/>
                </p:ext>
              </p:extLst>
            </p:nvPr>
          </p:nvGraphicFramePr>
          <p:xfrm>
            <a:off x="3273523" y="2449375"/>
            <a:ext cx="2514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0" name="Equation" r:id="rId13" imgW="2514600" imgH="482400" progId="Equation.DSMT4">
                    <p:embed/>
                  </p:oleObj>
                </mc:Choice>
                <mc:Fallback>
                  <p:oleObj name="Equation" r:id="rId13" imgW="251460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73523" y="2449375"/>
                          <a:ext cx="25146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D50A7FA-C89A-47B9-A6BB-5401C1CC9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403339"/>
              </p:ext>
            </p:extLst>
          </p:nvPr>
        </p:nvGraphicFramePr>
        <p:xfrm>
          <a:off x="1147602" y="2800937"/>
          <a:ext cx="68072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1" name="Equation" r:id="rId15" imgW="6806880" imgH="812520" progId="Equation.DSMT4">
                  <p:embed/>
                </p:oleObj>
              </mc:Choice>
              <mc:Fallback>
                <p:oleObj name="Equation" r:id="rId15" imgW="6806880" imgH="8125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F545E18-0443-4B05-9B67-604C89CFA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47602" y="2800937"/>
                        <a:ext cx="68072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35EC491-8B7A-4FCA-9717-C44247EB8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657327"/>
              </p:ext>
            </p:extLst>
          </p:nvPr>
        </p:nvGraphicFramePr>
        <p:xfrm>
          <a:off x="2731778" y="3677797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2" name="Equation" r:id="rId17" imgW="1574640" imgH="736560" progId="Equation.DSMT4">
                  <p:embed/>
                </p:oleObj>
              </mc:Choice>
              <mc:Fallback>
                <p:oleObj name="Equation" r:id="rId17" imgW="1574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31778" y="3677797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DEECDF8-86D5-45FF-A699-2F510A8E9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639883"/>
              </p:ext>
            </p:extLst>
          </p:nvPr>
        </p:nvGraphicFramePr>
        <p:xfrm>
          <a:off x="4366506" y="3677797"/>
          <a:ext cx="177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3" name="Equation" r:id="rId19" imgW="1777680" imgH="736560" progId="Equation.DSMT4">
                  <p:embed/>
                </p:oleObj>
              </mc:Choice>
              <mc:Fallback>
                <p:oleObj name="Equation" r:id="rId19" imgW="1777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66506" y="3677797"/>
                        <a:ext cx="177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5A2DC2A6-84A4-4AB4-B712-0732F6F35A72}"/>
              </a:ext>
            </a:extLst>
          </p:cNvPr>
          <p:cNvGrpSpPr/>
          <p:nvPr/>
        </p:nvGrpSpPr>
        <p:grpSpPr>
          <a:xfrm>
            <a:off x="2691086" y="4478457"/>
            <a:ext cx="3230984" cy="504056"/>
            <a:chOff x="1043608" y="4488599"/>
            <a:chExt cx="3230984" cy="504056"/>
          </a:xfrm>
        </p:grpSpPr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63F70507-ACC0-496D-B577-8C520A747F72}"/>
                </a:ext>
              </a:extLst>
            </p:cNvPr>
            <p:cNvSpPr txBox="1">
              <a:spLocks/>
            </p:cNvSpPr>
            <p:nvPr/>
          </p:nvSpPr>
          <p:spPr>
            <a:xfrm>
              <a:off x="1043608" y="4488599"/>
              <a:ext cx="3230984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故原式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20E0698-2828-4BE8-A4E2-5F10DAF76F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449831"/>
                </p:ext>
              </p:extLst>
            </p:nvPr>
          </p:nvGraphicFramePr>
          <p:xfrm>
            <a:off x="2123728" y="4598620"/>
            <a:ext cx="457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4" name="Equation" r:id="rId21" imgW="457200" imgH="279360" progId="Equation.DSMT4">
                    <p:embed/>
                  </p:oleObj>
                </mc:Choice>
                <mc:Fallback>
                  <p:oleObj name="Equation" r:id="rId21" imgW="4572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23728" y="4598620"/>
                          <a:ext cx="457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副标题 2">
            <a:extLst>
              <a:ext uri="{FF2B5EF4-FFF2-40B4-BE49-F238E27FC236}">
                <a16:creationId xmlns:a16="http://schemas.microsoft.com/office/drawing/2014/main" id="{C0C2335B-FE8F-4730-944F-C52684892E01}"/>
              </a:ext>
            </a:extLst>
          </p:cNvPr>
          <p:cNvSpPr txBox="1">
            <a:spLocks/>
          </p:cNvSpPr>
          <p:nvPr/>
        </p:nvSpPr>
        <p:spPr>
          <a:xfrm>
            <a:off x="636766" y="4460777"/>
            <a:ext cx="2208123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stolz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定理得，</a:t>
            </a:r>
          </a:p>
        </p:txBody>
      </p:sp>
    </p:spTree>
    <p:extLst>
      <p:ext uri="{BB962C8B-B14F-4D97-AF65-F5344CB8AC3E}">
        <p14:creationId xmlns:p14="http://schemas.microsoft.com/office/powerpoint/2010/main" val="136060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C776B2CF-8175-4309-A1B2-151AF57E7F40}"/>
              </a:ext>
            </a:extLst>
          </p:cNvPr>
          <p:cNvSpPr txBox="1">
            <a:spLocks/>
          </p:cNvSpPr>
          <p:nvPr/>
        </p:nvSpPr>
        <p:spPr>
          <a:xfrm>
            <a:off x="755576" y="843558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0A1A45-7286-4B64-AD85-7E25C0845057}"/>
              </a:ext>
            </a:extLst>
          </p:cNvPr>
          <p:cNvSpPr txBox="1">
            <a:spLocks/>
          </p:cNvSpPr>
          <p:nvPr/>
        </p:nvSpPr>
        <p:spPr>
          <a:xfrm>
            <a:off x="1403648" y="843558"/>
            <a:ext cx="55331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71D4AA4-2C3D-4223-935A-9813170EF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964073"/>
              </p:ext>
            </p:extLst>
          </p:nvPr>
        </p:nvGraphicFramePr>
        <p:xfrm>
          <a:off x="1947989" y="339502"/>
          <a:ext cx="2628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6" name="Equation" r:id="rId3" imgW="2628720" imgH="1079280" progId="Equation.DSMT4">
                  <p:embed/>
                </p:oleObj>
              </mc:Choice>
              <mc:Fallback>
                <p:oleObj name="Equation" r:id="rId3" imgW="2628720" imgH="10792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C58B235-1F18-48E9-B9F1-729CB1E806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7989" y="339502"/>
                        <a:ext cx="26289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54A8FA6-3208-41F5-8B0A-73DA7ED807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096349"/>
              </p:ext>
            </p:extLst>
          </p:nvPr>
        </p:nvGraphicFramePr>
        <p:xfrm>
          <a:off x="4744422" y="623714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7" name="Equation" r:id="rId5" imgW="304560" imgH="723600" progId="Equation.DSMT4">
                  <p:embed/>
                </p:oleObj>
              </mc:Choice>
              <mc:Fallback>
                <p:oleObj name="Equation" r:id="rId5" imgW="30456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EEAECCF-285D-4E6B-A2D9-1BD9FD4F4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4422" y="623714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0C6D2504-D246-4B97-9322-B40B7CC27ADE}"/>
              </a:ext>
            </a:extLst>
          </p:cNvPr>
          <p:cNvSpPr txBox="1">
            <a:spLocks/>
          </p:cNvSpPr>
          <p:nvPr/>
        </p:nvSpPr>
        <p:spPr>
          <a:xfrm>
            <a:off x="755576" y="1562904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CC1BA18-AB71-4513-981A-DA0677A4C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070376"/>
              </p:ext>
            </p:extLst>
          </p:nvPr>
        </p:nvGraphicFramePr>
        <p:xfrm>
          <a:off x="1331640" y="1450854"/>
          <a:ext cx="274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8" name="Equation" r:id="rId7" imgW="2743200" imgH="736560" progId="Equation.DSMT4">
                  <p:embed/>
                </p:oleObj>
              </mc:Choice>
              <mc:Fallback>
                <p:oleObj name="Equation" r:id="rId7" imgW="2743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1640" y="1450854"/>
                        <a:ext cx="2743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637990E-B9D5-41D7-88F1-6C86E7EDD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147382"/>
              </p:ext>
            </p:extLst>
          </p:nvPr>
        </p:nvGraphicFramePr>
        <p:xfrm>
          <a:off x="4297363" y="1624013"/>
          <a:ext cx="111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" name="Equation" r:id="rId9" imgW="1117440" imgH="380880" progId="Equation.DSMT4">
                  <p:embed/>
                </p:oleObj>
              </mc:Choice>
              <mc:Fallback>
                <p:oleObj name="Equation" r:id="rId9" imgW="1117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7363" y="1624013"/>
                        <a:ext cx="1117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3DB5D79-4735-458A-87FE-DACFED6AD1E2}"/>
              </a:ext>
            </a:extLst>
          </p:cNvPr>
          <p:cNvGrpSpPr/>
          <p:nvPr/>
        </p:nvGrpSpPr>
        <p:grpSpPr>
          <a:xfrm>
            <a:off x="736671" y="2271971"/>
            <a:ext cx="4568405" cy="513258"/>
            <a:chOff x="736671" y="2271971"/>
            <a:chExt cx="4568405" cy="513258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24267D5-58C4-46D0-8E20-D96EDC7C7B84}"/>
                </a:ext>
              </a:extLst>
            </p:cNvPr>
            <p:cNvGrpSpPr/>
            <p:nvPr/>
          </p:nvGrpSpPr>
          <p:grpSpPr>
            <a:xfrm>
              <a:off x="1556534" y="2271971"/>
              <a:ext cx="3748542" cy="513258"/>
              <a:chOff x="1090896" y="2409032"/>
              <a:chExt cx="3748542" cy="513258"/>
            </a:xfrm>
          </p:grpSpPr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42A58274-DBB2-4F4D-8334-7432C15FB0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4886467"/>
                  </p:ext>
                </p:extLst>
              </p:nvPr>
            </p:nvGraphicFramePr>
            <p:xfrm>
              <a:off x="1090896" y="2427734"/>
              <a:ext cx="5461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20" name="Equation" r:id="rId11" imgW="545760" imgH="380880" progId="Equation.DSMT4">
                      <p:embed/>
                    </p:oleObj>
                  </mc:Choice>
                  <mc:Fallback>
                    <p:oleObj name="Equation" r:id="rId11" imgW="545760" imgH="38088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30147295-47F8-4415-9EE4-C1FEE5096F6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090896" y="2427734"/>
                            <a:ext cx="5461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副标题 2">
                <a:extLst>
                  <a:ext uri="{FF2B5EF4-FFF2-40B4-BE49-F238E27FC236}">
                    <a16:creationId xmlns:a16="http://schemas.microsoft.com/office/drawing/2014/main" id="{635C3068-8900-4612-815F-02D39E8CD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106" y="2409032"/>
                <a:ext cx="3184294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单调递增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</a:p>
            </p:txBody>
          </p:sp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C71E384A-CA7B-472F-850F-E68A170C916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37530830"/>
                  </p:ext>
                </p:extLst>
              </p:nvPr>
            </p:nvGraphicFramePr>
            <p:xfrm>
              <a:off x="3302738" y="2439690"/>
              <a:ext cx="15367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21" name="Equation" r:id="rId13" imgW="1536480" imgH="482400" progId="Equation.DSMT4">
                      <p:embed/>
                    </p:oleObj>
                  </mc:Choice>
                  <mc:Fallback>
                    <p:oleObj name="Equation" r:id="rId13" imgW="1536480" imgH="48240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B792EC93-51AA-40F6-93AE-6E3999E5668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302738" y="2439690"/>
                            <a:ext cx="15367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副标题 2">
              <a:extLst>
                <a:ext uri="{FF2B5EF4-FFF2-40B4-BE49-F238E27FC236}">
                  <a16:creationId xmlns:a16="http://schemas.microsoft.com/office/drawing/2014/main" id="{683AEE29-A52E-40E5-92A8-F91AA1FB2A54}"/>
                </a:ext>
              </a:extLst>
            </p:cNvPr>
            <p:cNvSpPr txBox="1">
              <a:spLocks/>
            </p:cNvSpPr>
            <p:nvPr/>
          </p:nvSpPr>
          <p:spPr>
            <a:xfrm>
              <a:off x="736671" y="2271971"/>
              <a:ext cx="1035009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显然</a:t>
              </a:r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BF63698-CB32-4CBA-A04B-2D69F99B9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153520"/>
              </p:ext>
            </p:extLst>
          </p:nvPr>
        </p:nvGraphicFramePr>
        <p:xfrm>
          <a:off x="1198548" y="2919929"/>
          <a:ext cx="3175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2" name="Equation" r:id="rId15" imgW="3174840" imgH="1447560" progId="Equation.DSMT4">
                  <p:embed/>
                </p:oleObj>
              </mc:Choice>
              <mc:Fallback>
                <p:oleObj name="Equation" r:id="rId15" imgW="3174840" imgH="1447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2C8BBDB-38BE-4B7F-8206-BC398829B3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98548" y="2919929"/>
                        <a:ext cx="31750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副标题 2">
            <a:extLst>
              <a:ext uri="{FF2B5EF4-FFF2-40B4-BE49-F238E27FC236}">
                <a16:creationId xmlns:a16="http://schemas.microsoft.com/office/drawing/2014/main" id="{785BCDA7-0E1B-4AED-9499-098EE9EC5CAD}"/>
              </a:ext>
            </a:extLst>
          </p:cNvPr>
          <p:cNvSpPr txBox="1">
            <a:spLocks/>
          </p:cNvSpPr>
          <p:nvPr/>
        </p:nvSpPr>
        <p:spPr>
          <a:xfrm>
            <a:off x="690339" y="3436165"/>
            <a:ext cx="71331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6F345C1-B9B5-46F9-BDB0-99A3291D0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596640"/>
              </p:ext>
            </p:extLst>
          </p:nvPr>
        </p:nvGraphicFramePr>
        <p:xfrm>
          <a:off x="4447411" y="2919929"/>
          <a:ext cx="1778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3" name="Equation" r:id="rId17" imgW="1777680" imgH="1447560" progId="Equation.DSMT4">
                  <p:embed/>
                </p:oleObj>
              </mc:Choice>
              <mc:Fallback>
                <p:oleObj name="Equation" r:id="rId17" imgW="177768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47411" y="2919929"/>
                        <a:ext cx="17780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4AF7127-B018-4D40-ABA3-DC4BBD914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738967"/>
              </p:ext>
            </p:extLst>
          </p:nvPr>
        </p:nvGraphicFramePr>
        <p:xfrm>
          <a:off x="6299274" y="3243437"/>
          <a:ext cx="2540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4" name="Equation" r:id="rId19" imgW="2539800" imgH="1104840" progId="Equation.DSMT4">
                  <p:embed/>
                </p:oleObj>
              </mc:Choice>
              <mc:Fallback>
                <p:oleObj name="Equation" r:id="rId19" imgW="2539800" imgH="11048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B6F345C1-B9B5-46F9-BDB0-99A3291D05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99274" y="3243437"/>
                        <a:ext cx="25400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23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24C533E-5B1F-4CB1-8D75-9FB1C2E8DD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09792"/>
              </p:ext>
            </p:extLst>
          </p:nvPr>
        </p:nvGraphicFramePr>
        <p:xfrm>
          <a:off x="971600" y="483518"/>
          <a:ext cx="2540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Equation" r:id="rId3" imgW="2539800" imgH="1104840" progId="Equation.DSMT4">
                  <p:embed/>
                </p:oleObj>
              </mc:Choice>
              <mc:Fallback>
                <p:oleObj name="Equation" r:id="rId3" imgW="2539800" imgH="11048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DEC8D4B-7825-4DE4-B3A4-CF225B8729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483518"/>
                        <a:ext cx="25400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466E0AB-6CFE-496B-AFF7-A641CE00C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136516"/>
              </p:ext>
            </p:extLst>
          </p:nvPr>
        </p:nvGraphicFramePr>
        <p:xfrm>
          <a:off x="3635896" y="483518"/>
          <a:ext cx="3251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Equation" r:id="rId5" imgW="3251160" imgH="1104840" progId="Equation.DSMT4">
                  <p:embed/>
                </p:oleObj>
              </mc:Choice>
              <mc:Fallback>
                <p:oleObj name="Equation" r:id="rId5" imgW="3251160" imgH="11048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24C533E-5B1F-4CB1-8D75-9FB1C2E8DD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896" y="483518"/>
                        <a:ext cx="32512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F43B3CD-9538-4FFC-B954-A8ADFC6E1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966196"/>
              </p:ext>
            </p:extLst>
          </p:nvPr>
        </p:nvGraphicFramePr>
        <p:xfrm>
          <a:off x="925513" y="1731963"/>
          <a:ext cx="32004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Equation" r:id="rId7" imgW="3200400" imgH="1104840" progId="Equation.DSMT4">
                  <p:embed/>
                </p:oleObj>
              </mc:Choice>
              <mc:Fallback>
                <p:oleObj name="Equation" r:id="rId7" imgW="3200400" imgH="11048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466E0AB-6CFE-496B-AFF7-A641CE00CE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5513" y="1731963"/>
                        <a:ext cx="32004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598E3D5-9635-4826-A598-A28EBF9B7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230592"/>
              </p:ext>
            </p:extLst>
          </p:nvPr>
        </p:nvGraphicFramePr>
        <p:xfrm>
          <a:off x="4149402" y="1719215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6" name="Equation" r:id="rId9" imgW="1625400" imgH="736560" progId="Equation.DSMT4">
                  <p:embed/>
                </p:oleObj>
              </mc:Choice>
              <mc:Fallback>
                <p:oleObj name="Equation" r:id="rId9" imgW="1625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49402" y="1719215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1D28C360-E815-4A71-9F3D-68E352175F91}"/>
              </a:ext>
            </a:extLst>
          </p:cNvPr>
          <p:cNvGrpSpPr/>
          <p:nvPr/>
        </p:nvGrpSpPr>
        <p:grpSpPr>
          <a:xfrm>
            <a:off x="755576" y="3147814"/>
            <a:ext cx="3228811" cy="504056"/>
            <a:chOff x="755576" y="3147814"/>
            <a:chExt cx="3228811" cy="504056"/>
          </a:xfrm>
        </p:grpSpPr>
        <p:sp>
          <p:nvSpPr>
            <p:cNvPr id="6" name="副标题 2">
              <a:extLst>
                <a:ext uri="{FF2B5EF4-FFF2-40B4-BE49-F238E27FC236}">
                  <a16:creationId xmlns:a16="http://schemas.microsoft.com/office/drawing/2014/main" id="{9AFD6BF1-A303-4E91-A308-80482D044CC2}"/>
                </a:ext>
              </a:extLst>
            </p:cNvPr>
            <p:cNvSpPr txBox="1">
              <a:spLocks/>
            </p:cNvSpPr>
            <p:nvPr/>
          </p:nvSpPr>
          <p:spPr>
            <a:xfrm>
              <a:off x="2777584" y="3147814"/>
              <a:ext cx="978203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原式</a:t>
              </a:r>
            </a:p>
          </p:txBody>
        </p:sp>
        <p:sp>
          <p:nvSpPr>
            <p:cNvPr id="7" name="副标题 2">
              <a:extLst>
                <a:ext uri="{FF2B5EF4-FFF2-40B4-BE49-F238E27FC236}">
                  <a16:creationId xmlns:a16="http://schemas.microsoft.com/office/drawing/2014/main" id="{41310694-E58B-490C-B877-5116D01F217E}"/>
                </a:ext>
              </a:extLst>
            </p:cNvPr>
            <p:cNvSpPr txBox="1">
              <a:spLocks/>
            </p:cNvSpPr>
            <p:nvPr/>
          </p:nvSpPr>
          <p:spPr>
            <a:xfrm>
              <a:off x="755576" y="3147814"/>
              <a:ext cx="2208123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400" b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stolz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定理得，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3EE36A9-5EC9-44AD-893F-968387DC65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1587764"/>
                </p:ext>
              </p:extLst>
            </p:nvPr>
          </p:nvGraphicFramePr>
          <p:xfrm>
            <a:off x="3527187" y="3260142"/>
            <a:ext cx="457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7" name="Equation" r:id="rId11" imgW="457200" imgH="279360" progId="Equation.DSMT4">
                    <p:embed/>
                  </p:oleObj>
                </mc:Choice>
                <mc:Fallback>
                  <p:oleObj name="Equation" r:id="rId11" imgW="457200" imgH="2793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C249DA99-55CD-48BE-B69C-CD84D4D342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27187" y="3260142"/>
                          <a:ext cx="457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2184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0A4A84D6-8EA4-4993-B62C-287034C536DC}"/>
              </a:ext>
            </a:extLst>
          </p:cNvPr>
          <p:cNvSpPr txBox="1">
            <a:spLocks/>
          </p:cNvSpPr>
          <p:nvPr/>
        </p:nvSpPr>
        <p:spPr>
          <a:xfrm>
            <a:off x="731330" y="313705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46661F-27E4-4776-97B8-D1E660656308}"/>
              </a:ext>
            </a:extLst>
          </p:cNvPr>
          <p:cNvSpPr txBox="1">
            <a:spLocks/>
          </p:cNvSpPr>
          <p:nvPr/>
        </p:nvSpPr>
        <p:spPr>
          <a:xfrm>
            <a:off x="1379402" y="313705"/>
            <a:ext cx="5040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2C9B64A-85B3-44EC-9D12-5F8A5498A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568935"/>
              </p:ext>
            </p:extLst>
          </p:nvPr>
        </p:nvGraphicFramePr>
        <p:xfrm>
          <a:off x="1883458" y="347001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9" name="Equation" r:id="rId3" imgW="1193760" imgH="380880" progId="Equation.DSMT4">
                  <p:embed/>
                </p:oleObj>
              </mc:Choice>
              <mc:Fallback>
                <p:oleObj name="Equation" r:id="rId3" imgW="1193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3458" y="347001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34C2149-5AFE-44DF-8E76-7985F2407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994236"/>
              </p:ext>
            </p:extLst>
          </p:nvPr>
        </p:nvGraphicFramePr>
        <p:xfrm>
          <a:off x="3146562" y="313705"/>
          <a:ext cx="294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0" name="Equation" r:id="rId5" imgW="2946240" imgH="380880" progId="Equation.DSMT4">
                  <p:embed/>
                </p:oleObj>
              </mc:Choice>
              <mc:Fallback>
                <p:oleObj name="Equation" r:id="rId5" imgW="2946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6562" y="313705"/>
                        <a:ext cx="2946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4B17296A-AD76-476A-BEEF-21841C8FBF7B}"/>
              </a:ext>
            </a:extLst>
          </p:cNvPr>
          <p:cNvSpPr txBox="1">
            <a:spLocks/>
          </p:cNvSpPr>
          <p:nvPr/>
        </p:nvSpPr>
        <p:spPr>
          <a:xfrm>
            <a:off x="6074057" y="252177"/>
            <a:ext cx="5040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C69E614-2B56-4722-9339-6C9B22D21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539430"/>
              </p:ext>
            </p:extLst>
          </p:nvPr>
        </p:nvGraphicFramePr>
        <p:xfrm>
          <a:off x="6670266" y="335161"/>
          <a:ext cx="137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1" name="Equation" r:id="rId7" imgW="1371600" imgH="482400" progId="Equation.DSMT4">
                  <p:embed/>
                </p:oleObj>
              </mc:Choice>
              <mc:Fallback>
                <p:oleObj name="Equation" r:id="rId7" imgW="13716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70266" y="335161"/>
                        <a:ext cx="1371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副标题 2">
            <a:extLst>
              <a:ext uri="{FF2B5EF4-FFF2-40B4-BE49-F238E27FC236}">
                <a16:creationId xmlns:a16="http://schemas.microsoft.com/office/drawing/2014/main" id="{4282D3CD-BADF-43A5-B7F1-413015AD7F38}"/>
              </a:ext>
            </a:extLst>
          </p:cNvPr>
          <p:cNvSpPr txBox="1">
            <a:spLocks/>
          </p:cNvSpPr>
          <p:nvPr/>
        </p:nvSpPr>
        <p:spPr>
          <a:xfrm>
            <a:off x="683568" y="1131590"/>
            <a:ext cx="70762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1582D328-9458-4995-9C5F-5E54B7671C40}"/>
              </a:ext>
            </a:extLst>
          </p:cNvPr>
          <p:cNvSpPr txBox="1">
            <a:spLocks/>
          </p:cNvSpPr>
          <p:nvPr/>
        </p:nvSpPr>
        <p:spPr>
          <a:xfrm>
            <a:off x="1324499" y="1131590"/>
            <a:ext cx="295947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数学归纳法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9A32744-B772-4803-A665-DA59C5586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611575"/>
              </p:ext>
            </p:extLst>
          </p:nvPr>
        </p:nvGraphicFramePr>
        <p:xfrm>
          <a:off x="1207046" y="1624878"/>
          <a:ext cx="245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2" name="Equation" r:id="rId9" imgW="2450880" imgH="380880" progId="Equation.DSMT4">
                  <p:embed/>
                </p:oleObj>
              </mc:Choice>
              <mc:Fallback>
                <p:oleObj name="Equation" r:id="rId9" imgW="2450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07046" y="1624878"/>
                        <a:ext cx="245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副标题 2">
            <a:extLst>
              <a:ext uri="{FF2B5EF4-FFF2-40B4-BE49-F238E27FC236}">
                <a16:creationId xmlns:a16="http://schemas.microsoft.com/office/drawing/2014/main" id="{B1394770-A688-481E-800F-6C9F4DFF0C7F}"/>
              </a:ext>
            </a:extLst>
          </p:cNvPr>
          <p:cNvSpPr txBox="1">
            <a:spLocks/>
          </p:cNvSpPr>
          <p:nvPr/>
        </p:nvSpPr>
        <p:spPr>
          <a:xfrm>
            <a:off x="709693" y="2966587"/>
            <a:ext cx="70762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FB467E-B9C3-442C-A5D3-BB23AB12C40D}"/>
              </a:ext>
            </a:extLst>
          </p:cNvPr>
          <p:cNvSpPr/>
          <p:nvPr/>
        </p:nvSpPr>
        <p:spPr>
          <a:xfrm>
            <a:off x="730784" y="2088357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592CB25-3679-4BAC-BDD2-146486218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80023"/>
              </p:ext>
            </p:extLst>
          </p:nvPr>
        </p:nvGraphicFramePr>
        <p:xfrm>
          <a:off x="1305480" y="2146733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" name="Equation" r:id="rId11" imgW="1193760" imgH="380880" progId="Equation.DSMT4">
                  <p:embed/>
                </p:oleObj>
              </mc:Choice>
              <mc:Fallback>
                <p:oleObj name="Equation" r:id="rId11" imgW="11937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2C9B64A-85B3-44EC-9D12-5F8A5498A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05480" y="2146733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19B9A0F-B27C-411F-8A4C-0E88E54ACB46}"/>
              </a:ext>
            </a:extLst>
          </p:cNvPr>
          <p:cNvSpPr/>
          <p:nvPr/>
        </p:nvSpPr>
        <p:spPr>
          <a:xfrm>
            <a:off x="738891" y="2670948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副标题 2">
            <a:extLst>
              <a:ext uri="{FF2B5EF4-FFF2-40B4-BE49-F238E27FC236}">
                <a16:creationId xmlns:a16="http://schemas.microsoft.com/office/drawing/2014/main" id="{4A268FDD-EE23-442C-9FC2-A07C18B0BE73}"/>
              </a:ext>
            </a:extLst>
          </p:cNvPr>
          <p:cNvSpPr txBox="1">
            <a:spLocks/>
          </p:cNvSpPr>
          <p:nvPr/>
        </p:nvSpPr>
        <p:spPr>
          <a:xfrm>
            <a:off x="1163797" y="2668588"/>
            <a:ext cx="70762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29D8F15-FB1E-4352-BA76-3C3D9C0A3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807151"/>
              </p:ext>
            </p:extLst>
          </p:nvPr>
        </p:nvGraphicFramePr>
        <p:xfrm>
          <a:off x="1585034" y="2730116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" name="Equation" r:id="rId13" imgW="1218960" imgH="380880" progId="Equation.DSMT4">
                  <p:embed/>
                </p:oleObj>
              </mc:Choice>
              <mc:Fallback>
                <p:oleObj name="Equation" r:id="rId13" imgW="1218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5034" y="2730116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22157924-308D-48E7-B0C3-029E7F284250}"/>
              </a:ext>
            </a:extLst>
          </p:cNvPr>
          <p:cNvSpPr/>
          <p:nvPr/>
        </p:nvSpPr>
        <p:spPr>
          <a:xfrm>
            <a:off x="738891" y="3218615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11DD188-69DF-4937-9A5C-9F45B3E67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729179"/>
              </p:ext>
            </p:extLst>
          </p:nvPr>
        </p:nvGraphicFramePr>
        <p:xfrm>
          <a:off x="1282630" y="3299280"/>
          <a:ext cx="283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5" name="Equation" r:id="rId15" imgW="2831760" imgH="380880" progId="Equation.DSMT4">
                  <p:embed/>
                </p:oleObj>
              </mc:Choice>
              <mc:Fallback>
                <p:oleObj name="Equation" r:id="rId15" imgW="283176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34C2149-5AFE-44DF-8E76-7985F2407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82630" y="3299280"/>
                        <a:ext cx="2832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52A3F41-41A2-4AAF-AEF6-30308FC9F093}"/>
              </a:ext>
            </a:extLst>
          </p:cNvPr>
          <p:cNvCxnSpPr>
            <a:cxnSpLocks/>
          </p:cNvCxnSpPr>
          <p:nvPr/>
        </p:nvCxnSpPr>
        <p:spPr>
          <a:xfrm>
            <a:off x="4479925" y="1059582"/>
            <a:ext cx="0" cy="408391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副标题 2">
            <a:extLst>
              <a:ext uri="{FF2B5EF4-FFF2-40B4-BE49-F238E27FC236}">
                <a16:creationId xmlns:a16="http://schemas.microsoft.com/office/drawing/2014/main" id="{3D1EF541-6B14-43A9-8CC8-E285943FAFF6}"/>
              </a:ext>
            </a:extLst>
          </p:cNvPr>
          <p:cNvSpPr txBox="1">
            <a:spLocks/>
          </p:cNvSpPr>
          <p:nvPr/>
        </p:nvSpPr>
        <p:spPr>
          <a:xfrm>
            <a:off x="744865" y="3709600"/>
            <a:ext cx="295947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数学归纳法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知，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84BBBB3-6831-40A6-9F8A-271314E2D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658409"/>
              </p:ext>
            </p:extLst>
          </p:nvPr>
        </p:nvGraphicFramePr>
        <p:xfrm>
          <a:off x="1010760" y="4376018"/>
          <a:ext cx="209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6" name="Equation" r:id="rId17" imgW="2095200" imgH="380880" progId="Equation.DSMT4">
                  <p:embed/>
                </p:oleObj>
              </mc:Choice>
              <mc:Fallback>
                <p:oleObj name="Equation" r:id="rId17" imgW="2095200" imgH="380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29D8F15-FB1E-4352-BA76-3C3D9C0A3A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0760" y="4376018"/>
                        <a:ext cx="2095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副标题 2">
            <a:extLst>
              <a:ext uri="{FF2B5EF4-FFF2-40B4-BE49-F238E27FC236}">
                <a16:creationId xmlns:a16="http://schemas.microsoft.com/office/drawing/2014/main" id="{AF4FAAA7-2425-4C0E-8AB2-D2B350169E08}"/>
              </a:ext>
            </a:extLst>
          </p:cNvPr>
          <p:cNvSpPr txBox="1">
            <a:spLocks/>
          </p:cNvSpPr>
          <p:nvPr/>
        </p:nvSpPr>
        <p:spPr>
          <a:xfrm>
            <a:off x="4662695" y="1110548"/>
            <a:ext cx="59281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2EE990A-3A2C-44AF-B41F-BD3E1A990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445593"/>
              </p:ext>
            </p:extLst>
          </p:nvPr>
        </p:nvGraphicFramePr>
        <p:xfrm>
          <a:off x="5255510" y="1131590"/>
          <a:ext cx="294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7" name="Equation" r:id="rId19" imgW="2946240" imgH="380880" progId="Equation.DSMT4">
                  <p:embed/>
                </p:oleObj>
              </mc:Choice>
              <mc:Fallback>
                <p:oleObj name="Equation" r:id="rId19" imgW="2946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55510" y="1131590"/>
                        <a:ext cx="2946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DF02F66-6728-4143-BCEE-8B0BFD37C6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113142"/>
              </p:ext>
            </p:extLst>
          </p:nvPr>
        </p:nvGraphicFramePr>
        <p:xfrm>
          <a:off x="6278323" y="1600200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8" name="Equation" r:id="rId21" imgW="1346040" imgH="419040" progId="Equation.DSMT4">
                  <p:embed/>
                </p:oleObj>
              </mc:Choice>
              <mc:Fallback>
                <p:oleObj name="Equation" r:id="rId21" imgW="1346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78323" y="1600200"/>
                        <a:ext cx="1346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>
            <a:extLst>
              <a:ext uri="{FF2B5EF4-FFF2-40B4-BE49-F238E27FC236}">
                <a16:creationId xmlns:a16="http://schemas.microsoft.com/office/drawing/2014/main" id="{4B5EA809-B8CD-4993-A1DA-4E0E8AAB037E}"/>
              </a:ext>
            </a:extLst>
          </p:cNvPr>
          <p:cNvGrpSpPr/>
          <p:nvPr/>
        </p:nvGrpSpPr>
        <p:grpSpPr>
          <a:xfrm>
            <a:off x="4548714" y="1967416"/>
            <a:ext cx="3551678" cy="504056"/>
            <a:chOff x="4548714" y="1967416"/>
            <a:chExt cx="3551678" cy="504056"/>
          </a:xfrm>
        </p:grpSpPr>
        <p:sp>
          <p:nvSpPr>
            <p:cNvPr id="29" name="副标题 2">
              <a:extLst>
                <a:ext uri="{FF2B5EF4-FFF2-40B4-BE49-F238E27FC236}">
                  <a16:creationId xmlns:a16="http://schemas.microsoft.com/office/drawing/2014/main" id="{0CE452A2-FBB0-4620-B506-DD08CAD0D434}"/>
                </a:ext>
              </a:extLst>
            </p:cNvPr>
            <p:cNvSpPr txBox="1">
              <a:spLocks/>
            </p:cNvSpPr>
            <p:nvPr/>
          </p:nvSpPr>
          <p:spPr>
            <a:xfrm>
              <a:off x="4548714" y="1967416"/>
              <a:ext cx="907830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从而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617B9276-5775-4E14-B303-A866B8F8E0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354820"/>
                </p:ext>
              </p:extLst>
            </p:nvPr>
          </p:nvGraphicFramePr>
          <p:xfrm>
            <a:off x="5273480" y="1984474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89" name="Equation" r:id="rId23" imgW="533160" imgH="380880" progId="Equation.DSMT4">
                    <p:embed/>
                  </p:oleObj>
                </mc:Choice>
                <mc:Fallback>
                  <p:oleObj name="Equation" r:id="rId23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273480" y="1984474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副标题 2">
              <a:extLst>
                <a:ext uri="{FF2B5EF4-FFF2-40B4-BE49-F238E27FC236}">
                  <a16:creationId xmlns:a16="http://schemas.microsoft.com/office/drawing/2014/main" id="{7CB1B2D8-87D2-45F3-AF61-0372F72E8389}"/>
                </a:ext>
              </a:extLst>
            </p:cNvPr>
            <p:cNvSpPr txBox="1">
              <a:spLocks/>
            </p:cNvSpPr>
            <p:nvPr/>
          </p:nvSpPr>
          <p:spPr>
            <a:xfrm>
              <a:off x="5701702" y="1967416"/>
              <a:ext cx="2398690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单调递减且有界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副标题 2">
            <a:extLst>
              <a:ext uri="{FF2B5EF4-FFF2-40B4-BE49-F238E27FC236}">
                <a16:creationId xmlns:a16="http://schemas.microsoft.com/office/drawing/2014/main" id="{90A3D897-8E95-4014-B3B1-18B82565795F}"/>
              </a:ext>
            </a:extLst>
          </p:cNvPr>
          <p:cNvSpPr txBox="1">
            <a:spLocks/>
          </p:cNvSpPr>
          <p:nvPr/>
        </p:nvSpPr>
        <p:spPr>
          <a:xfrm>
            <a:off x="4953310" y="2471368"/>
            <a:ext cx="239869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夹逼准则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知，</a:t>
            </a: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5952DC5-1C22-48B8-B219-8B1ED9F1B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39686"/>
              </p:ext>
            </p:extLst>
          </p:nvPr>
        </p:nvGraphicFramePr>
        <p:xfrm>
          <a:off x="5945288" y="2997147"/>
          <a:ext cx="1257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0" name="Equation" r:id="rId25" imgW="1257120" imgH="482400" progId="Equation.DSMT4">
                  <p:embed/>
                </p:oleObj>
              </mc:Choice>
              <mc:Fallback>
                <p:oleObj name="Equation" r:id="rId25" imgW="1257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945288" y="2997147"/>
                        <a:ext cx="1257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3C1BAC4C-4BF2-43D4-A3A3-4000D198A1DD}"/>
              </a:ext>
            </a:extLst>
          </p:cNvPr>
          <p:cNvGrpSpPr/>
          <p:nvPr/>
        </p:nvGrpSpPr>
        <p:grpSpPr>
          <a:xfrm>
            <a:off x="4571999" y="3466740"/>
            <a:ext cx="4320477" cy="504056"/>
            <a:chOff x="4571999" y="3466740"/>
            <a:chExt cx="4320477" cy="504056"/>
          </a:xfrm>
        </p:grpSpPr>
        <p:sp>
          <p:nvSpPr>
            <p:cNvPr id="34" name="副标题 2">
              <a:extLst>
                <a:ext uri="{FF2B5EF4-FFF2-40B4-BE49-F238E27FC236}">
                  <a16:creationId xmlns:a16="http://schemas.microsoft.com/office/drawing/2014/main" id="{4B3AEB8E-4C40-4886-B690-C10AFADFDC75}"/>
                </a:ext>
              </a:extLst>
            </p:cNvPr>
            <p:cNvSpPr txBox="1">
              <a:spLocks/>
            </p:cNvSpPr>
            <p:nvPr/>
          </p:nvSpPr>
          <p:spPr>
            <a:xfrm>
              <a:off x="4571999" y="3466740"/>
              <a:ext cx="4320477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                           两边取极限，</a:t>
              </a: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9A74387D-1F46-4F4B-8C66-C67ED26432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8056262"/>
                </p:ext>
              </p:extLst>
            </p:nvPr>
          </p:nvGraphicFramePr>
          <p:xfrm>
            <a:off x="5046423" y="3494154"/>
            <a:ext cx="1905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91" name="Equation" r:id="rId27" imgW="1904760" imgH="380880" progId="Equation.DSMT4">
                    <p:embed/>
                  </p:oleObj>
                </mc:Choice>
                <mc:Fallback>
                  <p:oleObj name="Equation" r:id="rId27" imgW="19047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34C2149-5AFE-44DF-8E76-7985F24076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046423" y="3494154"/>
                          <a:ext cx="1905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5C608B6-69BB-4CBC-A9F7-81D1D238E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175522"/>
              </p:ext>
            </p:extLst>
          </p:nvPr>
        </p:nvGraphicFramePr>
        <p:xfrm>
          <a:off x="4745636" y="4118128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2" name="Equation" r:id="rId29" imgW="1473120" imgH="342720" progId="Equation.DSMT4">
                  <p:embed/>
                </p:oleObj>
              </mc:Choice>
              <mc:Fallback>
                <p:oleObj name="Equation" r:id="rId29" imgW="1473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45636" y="4118128"/>
                        <a:ext cx="1473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255DEF3C-8568-4C50-9EDB-5D95A0B1B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508649"/>
              </p:ext>
            </p:extLst>
          </p:nvPr>
        </p:nvGraphicFramePr>
        <p:xfrm>
          <a:off x="6377228" y="4151298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3" name="Equation" r:id="rId31" imgW="711000" imgH="279360" progId="Equation.DSMT4">
                  <p:embed/>
                </p:oleObj>
              </mc:Choice>
              <mc:Fallback>
                <p:oleObj name="Equation" r:id="rId31" imgW="711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77228" y="4151298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副标题 2">
            <a:extLst>
              <a:ext uri="{FF2B5EF4-FFF2-40B4-BE49-F238E27FC236}">
                <a16:creationId xmlns:a16="http://schemas.microsoft.com/office/drawing/2014/main" id="{A767178E-0761-4B7D-88A0-AEBA1636564B}"/>
              </a:ext>
            </a:extLst>
          </p:cNvPr>
          <p:cNvSpPr txBox="1">
            <a:spLocks/>
          </p:cNvSpPr>
          <p:nvPr/>
        </p:nvSpPr>
        <p:spPr>
          <a:xfrm>
            <a:off x="4660835" y="4515966"/>
            <a:ext cx="99128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从而</a:t>
            </a: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7059FD00-0BB7-4399-B801-61C98FC1F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882550"/>
              </p:ext>
            </p:extLst>
          </p:nvPr>
        </p:nvGraphicFramePr>
        <p:xfrm>
          <a:off x="5674905" y="4566518"/>
          <a:ext cx="1257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4" name="Equation" r:id="rId33" imgW="1257120" imgH="482400" progId="Equation.DSMT4">
                  <p:embed/>
                </p:oleObj>
              </mc:Choice>
              <mc:Fallback>
                <p:oleObj name="Equation" r:id="rId33" imgW="1257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674905" y="4566518"/>
                        <a:ext cx="1257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3246AE5-407C-4039-B5DA-8197AB410067}"/>
              </a:ext>
            </a:extLst>
          </p:cNvPr>
          <p:cNvCxnSpPr>
            <a:cxnSpLocks/>
          </p:cNvCxnSpPr>
          <p:nvPr/>
        </p:nvCxnSpPr>
        <p:spPr>
          <a:xfrm>
            <a:off x="0" y="825783"/>
            <a:ext cx="9144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60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5" grpId="0"/>
      <p:bldP spid="16" grpId="0"/>
      <p:bldP spid="18" grpId="0"/>
      <p:bldP spid="22" grpId="0"/>
      <p:bldP spid="26" grpId="0"/>
      <p:bldP spid="32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381B8126-15E5-4599-A71B-50D27DE12028}"/>
              </a:ext>
            </a:extLst>
          </p:cNvPr>
          <p:cNvSpPr txBox="1">
            <a:spLocks/>
          </p:cNvSpPr>
          <p:nvPr/>
        </p:nvSpPr>
        <p:spPr>
          <a:xfrm>
            <a:off x="683568" y="555526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58D9FE-57E0-45AC-A59E-C75AC8976DF8}"/>
              </a:ext>
            </a:extLst>
          </p:cNvPr>
          <p:cNvSpPr txBox="1">
            <a:spLocks/>
          </p:cNvSpPr>
          <p:nvPr/>
        </p:nvSpPr>
        <p:spPr>
          <a:xfrm>
            <a:off x="1331640" y="555526"/>
            <a:ext cx="5040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80200A-5A77-4053-9B8E-9B0259C08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857393"/>
              </p:ext>
            </p:extLst>
          </p:nvPr>
        </p:nvGraphicFramePr>
        <p:xfrm>
          <a:off x="1835696" y="588822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7" name="Equation" r:id="rId3" imgW="1193760" imgH="380880" progId="Equation.DSMT4">
                  <p:embed/>
                </p:oleObj>
              </mc:Choice>
              <mc:Fallback>
                <p:oleObj name="Equation" r:id="rId3" imgW="11937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2C9B64A-85B3-44EC-9D12-5F8A5498A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588822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A3241DB-2E1A-411F-8259-D1518F3B2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541579"/>
              </p:ext>
            </p:extLst>
          </p:nvPr>
        </p:nvGraphicFramePr>
        <p:xfrm>
          <a:off x="3098800" y="555526"/>
          <a:ext cx="294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" name="Equation" r:id="rId5" imgW="2946240" imgH="380880" progId="Equation.DSMT4">
                  <p:embed/>
                </p:oleObj>
              </mc:Choice>
              <mc:Fallback>
                <p:oleObj name="Equation" r:id="rId5" imgW="294624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34C2149-5AFE-44DF-8E76-7985F2407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8800" y="555526"/>
                        <a:ext cx="2946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3552F5FA-EBCD-4145-9D56-61C7EDDB8C40}"/>
              </a:ext>
            </a:extLst>
          </p:cNvPr>
          <p:cNvSpPr txBox="1">
            <a:spLocks/>
          </p:cNvSpPr>
          <p:nvPr/>
        </p:nvSpPr>
        <p:spPr>
          <a:xfrm>
            <a:off x="6026295" y="493998"/>
            <a:ext cx="50405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38456EE-DAF0-4FF0-A21A-97B9F4B412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418631"/>
              </p:ext>
            </p:extLst>
          </p:nvPr>
        </p:nvGraphicFramePr>
        <p:xfrm>
          <a:off x="6622504" y="576982"/>
          <a:ext cx="137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" name="Equation" r:id="rId7" imgW="1371600" imgH="482400" progId="Equation.DSMT4">
                  <p:embed/>
                </p:oleObj>
              </mc:Choice>
              <mc:Fallback>
                <p:oleObj name="Equation" r:id="rId7" imgW="137160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C69E614-2B56-4722-9339-6C9B22D21B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2504" y="576982"/>
                        <a:ext cx="1371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B3EA492-1425-4FB6-91D9-571AEFC711B1}"/>
              </a:ext>
            </a:extLst>
          </p:cNvPr>
          <p:cNvCxnSpPr/>
          <p:nvPr/>
        </p:nvCxnSpPr>
        <p:spPr>
          <a:xfrm>
            <a:off x="0" y="120359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6E663A5-E607-40FE-8F5E-5B52C4D5C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622387"/>
              </p:ext>
            </p:extLst>
          </p:nvPr>
        </p:nvGraphicFramePr>
        <p:xfrm>
          <a:off x="1270546" y="1456205"/>
          <a:ext cx="113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0" name="Equation" r:id="rId9" imgW="1130040" imgH="482400" progId="Equation.DSMT4">
                  <p:embed/>
                </p:oleObj>
              </mc:Choice>
              <mc:Fallback>
                <p:oleObj name="Equation" r:id="rId9" imgW="113004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C69E614-2B56-4722-9339-6C9B22D21B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0546" y="1456205"/>
                        <a:ext cx="1130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副标题 2">
            <a:extLst>
              <a:ext uri="{FF2B5EF4-FFF2-40B4-BE49-F238E27FC236}">
                <a16:creationId xmlns:a16="http://schemas.microsoft.com/office/drawing/2014/main" id="{F6825A24-2410-44D0-916B-8E2BEC9B76A1}"/>
              </a:ext>
            </a:extLst>
          </p:cNvPr>
          <p:cNvSpPr txBox="1">
            <a:spLocks/>
          </p:cNvSpPr>
          <p:nvPr/>
        </p:nvSpPr>
        <p:spPr>
          <a:xfrm>
            <a:off x="683568" y="1409143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A93E1A7-78B9-491A-8C34-200415D7A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586030"/>
              </p:ext>
            </p:extLst>
          </p:nvPr>
        </p:nvGraphicFramePr>
        <p:xfrm>
          <a:off x="2559596" y="1249437"/>
          <a:ext cx="9398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1" name="Equation" r:id="rId11" imgW="939600" imgH="1180800" progId="Equation.DSMT4">
                  <p:embed/>
                </p:oleObj>
              </mc:Choice>
              <mc:Fallback>
                <p:oleObj name="Equation" r:id="rId11" imgW="939600" imgH="1180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6E663A5-E607-40FE-8F5E-5B52C4D5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59596" y="1249437"/>
                        <a:ext cx="939800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9412334-F1BC-4256-8FE6-AB5A30319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539670"/>
              </p:ext>
            </p:extLst>
          </p:nvPr>
        </p:nvGraphicFramePr>
        <p:xfrm>
          <a:off x="3581680" y="1264668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2" name="Equation" r:id="rId13" imgW="304560" imgH="723600" progId="Equation.DSMT4">
                  <p:embed/>
                </p:oleObj>
              </mc:Choice>
              <mc:Fallback>
                <p:oleObj name="Equation" r:id="rId13" imgW="304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81680" y="1264668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副标题 2">
            <a:extLst>
              <a:ext uri="{FF2B5EF4-FFF2-40B4-BE49-F238E27FC236}">
                <a16:creationId xmlns:a16="http://schemas.microsoft.com/office/drawing/2014/main" id="{91FAED3A-16E5-40A8-9C69-2E28E80ADC2F}"/>
              </a:ext>
            </a:extLst>
          </p:cNvPr>
          <p:cNvSpPr txBox="1">
            <a:spLocks/>
          </p:cNvSpPr>
          <p:nvPr/>
        </p:nvSpPr>
        <p:spPr>
          <a:xfrm>
            <a:off x="675234" y="2397426"/>
            <a:ext cx="100811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显然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D50851C-7435-42BD-A115-6804807BF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404273"/>
              </p:ext>
            </p:extLst>
          </p:nvPr>
        </p:nvGraphicFramePr>
        <p:xfrm>
          <a:off x="1474788" y="2432050"/>
          <a:ext cx="139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" name="Equation" r:id="rId15" imgW="1396800" imgH="482400" progId="Equation.DSMT4">
                  <p:embed/>
                </p:oleObj>
              </mc:Choice>
              <mc:Fallback>
                <p:oleObj name="Equation" r:id="rId15" imgW="13968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4788" y="2432050"/>
                        <a:ext cx="1397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DAC3FD8-8913-459D-AF51-5114C0863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292039"/>
              </p:ext>
            </p:extLst>
          </p:nvPr>
        </p:nvGraphicFramePr>
        <p:xfrm>
          <a:off x="819448" y="2994499"/>
          <a:ext cx="584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" name="Equation" r:id="rId17" imgW="583920" imgH="812520" progId="Equation.DSMT4">
                  <p:embed/>
                </p:oleObj>
              </mc:Choice>
              <mc:Fallback>
                <p:oleObj name="Equation" r:id="rId17" imgW="583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9448" y="2994499"/>
                        <a:ext cx="584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副标题 2">
            <a:extLst>
              <a:ext uri="{FF2B5EF4-FFF2-40B4-BE49-F238E27FC236}">
                <a16:creationId xmlns:a16="http://schemas.microsoft.com/office/drawing/2014/main" id="{129C13BA-696F-47A1-BFD7-8CD586DB65F2}"/>
              </a:ext>
            </a:extLst>
          </p:cNvPr>
          <p:cNvSpPr txBox="1">
            <a:spLocks/>
          </p:cNvSpPr>
          <p:nvPr/>
        </p:nvSpPr>
        <p:spPr>
          <a:xfrm>
            <a:off x="1450756" y="3154932"/>
            <a:ext cx="245445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单调递增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且趋向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5C68BFB-1D2B-48CB-943D-071891536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374022"/>
              </p:ext>
            </p:extLst>
          </p:nvPr>
        </p:nvGraphicFramePr>
        <p:xfrm>
          <a:off x="3734080" y="3286599"/>
          <a:ext cx="482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5" name="Equation" r:id="rId19" imgW="482400" imgH="228600" progId="Equation.DSMT4">
                  <p:embed/>
                </p:oleObj>
              </mc:Choice>
              <mc:Fallback>
                <p:oleObj name="Equation" r:id="rId19" imgW="482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34080" y="3286599"/>
                        <a:ext cx="482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副标题 2">
            <a:extLst>
              <a:ext uri="{FF2B5EF4-FFF2-40B4-BE49-F238E27FC236}">
                <a16:creationId xmlns:a16="http://schemas.microsoft.com/office/drawing/2014/main" id="{4EC9D555-D90E-4379-B84D-1D23781D1CDE}"/>
              </a:ext>
            </a:extLst>
          </p:cNvPr>
          <p:cNvSpPr txBox="1">
            <a:spLocks/>
          </p:cNvSpPr>
          <p:nvPr/>
        </p:nvSpPr>
        <p:spPr>
          <a:xfrm>
            <a:off x="675234" y="3973112"/>
            <a:ext cx="7200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CFCEC2B-C46E-4182-B68B-D2BF633CF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95190"/>
              </p:ext>
            </p:extLst>
          </p:nvPr>
        </p:nvGraphicFramePr>
        <p:xfrm>
          <a:off x="1197908" y="3824801"/>
          <a:ext cx="16764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" name="Equation" r:id="rId21" imgW="1676160" imgH="1180800" progId="Equation.DSMT4">
                  <p:embed/>
                </p:oleObj>
              </mc:Choice>
              <mc:Fallback>
                <p:oleObj name="Equation" r:id="rId21" imgW="1676160" imgH="1180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97908" y="3824801"/>
                        <a:ext cx="1676400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EB83C6B-1BA2-40C1-A33B-F35C8BE8C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591634"/>
              </p:ext>
            </p:extLst>
          </p:nvPr>
        </p:nvGraphicFramePr>
        <p:xfrm>
          <a:off x="4664076" y="1293492"/>
          <a:ext cx="40005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7" name="Equation" r:id="rId23" imgW="4000320" imgH="1180800" progId="Equation.DSMT4">
                  <p:embed/>
                </p:oleObj>
              </mc:Choice>
              <mc:Fallback>
                <p:oleObj name="Equation" r:id="rId23" imgW="4000320" imgH="1180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64076" y="1293492"/>
                        <a:ext cx="4000500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C17AE69-91C7-4F13-9FA3-72B34724E198}"/>
              </a:ext>
            </a:extLst>
          </p:cNvPr>
          <p:cNvCxnSpPr/>
          <p:nvPr/>
        </p:nvCxnSpPr>
        <p:spPr>
          <a:xfrm>
            <a:off x="4479925" y="1222428"/>
            <a:ext cx="0" cy="381943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312F5088-DC66-4EDD-805E-0153E723F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812240"/>
              </p:ext>
            </p:extLst>
          </p:nvPr>
        </p:nvGraphicFramePr>
        <p:xfrm>
          <a:off x="4648961" y="2688942"/>
          <a:ext cx="444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" name="Equation" r:id="rId25" imgW="444240" imgH="330120" progId="Equation.DSMT4">
                  <p:embed/>
                </p:oleObj>
              </mc:Choice>
              <mc:Fallback>
                <p:oleObj name="Equation" r:id="rId25" imgW="4442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48961" y="2688942"/>
                        <a:ext cx="444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8AF25745-CAF4-4F54-9ED9-2F881C2AB2A7}"/>
              </a:ext>
            </a:extLst>
          </p:cNvPr>
          <p:cNvGrpSpPr/>
          <p:nvPr/>
        </p:nvGrpSpPr>
        <p:grpSpPr>
          <a:xfrm>
            <a:off x="4545876" y="3230818"/>
            <a:ext cx="3228811" cy="504056"/>
            <a:chOff x="755576" y="3147814"/>
            <a:chExt cx="3228811" cy="504056"/>
          </a:xfrm>
        </p:grpSpPr>
        <p:sp>
          <p:nvSpPr>
            <p:cNvPr id="26" name="副标题 2">
              <a:extLst>
                <a:ext uri="{FF2B5EF4-FFF2-40B4-BE49-F238E27FC236}">
                  <a16:creationId xmlns:a16="http://schemas.microsoft.com/office/drawing/2014/main" id="{813034CB-5AEF-4101-992E-0FA00B18E0D1}"/>
                </a:ext>
              </a:extLst>
            </p:cNvPr>
            <p:cNvSpPr txBox="1">
              <a:spLocks/>
            </p:cNvSpPr>
            <p:nvPr/>
          </p:nvSpPr>
          <p:spPr>
            <a:xfrm>
              <a:off x="2777584" y="3147814"/>
              <a:ext cx="978203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原式</a:t>
              </a:r>
            </a:p>
          </p:txBody>
        </p:sp>
        <p:sp>
          <p:nvSpPr>
            <p:cNvPr id="27" name="副标题 2">
              <a:extLst>
                <a:ext uri="{FF2B5EF4-FFF2-40B4-BE49-F238E27FC236}">
                  <a16:creationId xmlns:a16="http://schemas.microsoft.com/office/drawing/2014/main" id="{85504880-7ECB-4F76-BEFA-E62A1A407F21}"/>
                </a:ext>
              </a:extLst>
            </p:cNvPr>
            <p:cNvSpPr txBox="1">
              <a:spLocks/>
            </p:cNvSpPr>
            <p:nvPr/>
          </p:nvSpPr>
          <p:spPr>
            <a:xfrm>
              <a:off x="755576" y="3147814"/>
              <a:ext cx="2208123" cy="504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400" b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stolz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定理得，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C0E29E85-50D7-4D82-9097-2DAF108689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8498150"/>
                </p:ext>
              </p:extLst>
            </p:nvPr>
          </p:nvGraphicFramePr>
          <p:xfrm>
            <a:off x="3527187" y="3260142"/>
            <a:ext cx="457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9" name="Equation" r:id="rId27" imgW="457200" imgH="279360" progId="Equation.DSMT4">
                    <p:embed/>
                  </p:oleObj>
                </mc:Choice>
                <mc:Fallback>
                  <p:oleObj name="Equation" r:id="rId27" imgW="457200" imgH="2793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53EE36A9-5EC9-44AD-893F-968387DC65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527187" y="3260142"/>
                          <a:ext cx="457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037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2324"/>
            <a:ext cx="374441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756A06D-6A23-4B15-AB06-BCDD6EB363EF}"/>
              </a:ext>
            </a:extLst>
          </p:cNvPr>
          <p:cNvSpPr txBox="1">
            <a:spLocks/>
          </p:cNvSpPr>
          <p:nvPr/>
        </p:nvSpPr>
        <p:spPr>
          <a:xfrm>
            <a:off x="4644008" y="2211710"/>
            <a:ext cx="3933258" cy="8563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solidFill>
                  <a:srgbClr val="002060"/>
                </a:solidFill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</p:spTree>
    <p:extLst>
      <p:ext uri="{BB962C8B-B14F-4D97-AF65-F5344CB8AC3E}">
        <p14:creationId xmlns:p14="http://schemas.microsoft.com/office/powerpoint/2010/main" val="4622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5547</TotalTime>
  <Words>294</Words>
  <Application>Microsoft Office PowerPoint</Application>
  <PresentationFormat>全屏显示(16:9)</PresentationFormat>
  <Paragraphs>109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楷体</vt:lpstr>
      <vt:lpstr>隶书</vt:lpstr>
      <vt:lpstr>宋体</vt:lpstr>
      <vt:lpstr>Arial</vt:lpstr>
      <vt:lpstr>Calibri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338</cp:revision>
  <dcterms:created xsi:type="dcterms:W3CDTF">2018-09-27T06:48:00Z</dcterms:created>
  <dcterms:modified xsi:type="dcterms:W3CDTF">2023-09-19T09:39:17Z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