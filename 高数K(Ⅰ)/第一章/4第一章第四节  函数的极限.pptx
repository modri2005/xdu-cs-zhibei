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62" r:id="rId3"/>
    <p:sldId id="259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302" r:id="rId22"/>
    <p:sldId id="280" r:id="rId23"/>
    <p:sldId id="281" r:id="rId24"/>
    <p:sldId id="282" r:id="rId25"/>
    <p:sldId id="283" r:id="rId26"/>
    <p:sldId id="284" r:id="rId27"/>
    <p:sldId id="290" r:id="rId28"/>
    <p:sldId id="285" r:id="rId29"/>
    <p:sldId id="286" r:id="rId30"/>
    <p:sldId id="294" r:id="rId31"/>
    <p:sldId id="288" r:id="rId32"/>
    <p:sldId id="291" r:id="rId33"/>
    <p:sldId id="295" r:id="rId34"/>
    <p:sldId id="300" r:id="rId35"/>
    <p:sldId id="292" r:id="rId36"/>
    <p:sldId id="293" r:id="rId37"/>
    <p:sldId id="303" r:id="rId38"/>
    <p:sldId id="304" r:id="rId39"/>
    <p:sldId id="301" r:id="rId40"/>
    <p:sldId id="289" r:id="rId41"/>
    <p:sldId id="287" r:id="rId4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田阗" initials="田阗" lastIdx="1" clrIdx="0">
    <p:extLst>
      <p:ext uri="{19B8F6BF-5375-455C-9EA6-DF929625EA0E}">
        <p15:presenceInfo xmlns:p15="http://schemas.microsoft.com/office/powerpoint/2012/main" userId="田阗" providerId="None"/>
      </p:ext>
    </p:extLst>
  </p:cmAuthor>
  <p:cmAuthor id="2" name="郭 晓峰" initials="郭" lastIdx="0" clrIdx="1">
    <p:extLst>
      <p:ext uri="{19B8F6BF-5375-455C-9EA6-DF929625EA0E}">
        <p15:presenceInfo xmlns:p15="http://schemas.microsoft.com/office/powerpoint/2012/main" userId="e8ca30b0edffc0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0000FF"/>
    <a:srgbClr val="FF6464"/>
    <a:srgbClr val="FF00FF"/>
    <a:srgbClr val="FFC864"/>
    <a:srgbClr val="FFFFC8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5401" autoAdjust="0"/>
  </p:normalViewPr>
  <p:slideViewPr>
    <p:cSldViewPr>
      <p:cViewPr varScale="1">
        <p:scale>
          <a:sx n="139" d="100"/>
          <a:sy n="139" d="100"/>
        </p:scale>
        <p:origin x="720" y="114"/>
      </p:cViewPr>
      <p:guideLst>
        <p:guide orient="horz" pos="14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9.wmf"/><Relationship Id="rId18" Type="http://schemas.openxmlformats.org/officeDocument/2006/relationships/image" Target="../media/image24.wmf"/><Relationship Id="rId26" Type="http://schemas.openxmlformats.org/officeDocument/2006/relationships/image" Target="../media/image32.wmf"/><Relationship Id="rId3" Type="http://schemas.openxmlformats.org/officeDocument/2006/relationships/image" Target="../media/image9.wmf"/><Relationship Id="rId21" Type="http://schemas.openxmlformats.org/officeDocument/2006/relationships/image" Target="../media/image27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17" Type="http://schemas.openxmlformats.org/officeDocument/2006/relationships/image" Target="../media/image23.wmf"/><Relationship Id="rId25" Type="http://schemas.openxmlformats.org/officeDocument/2006/relationships/image" Target="../media/image31.wmf"/><Relationship Id="rId2" Type="http://schemas.openxmlformats.org/officeDocument/2006/relationships/image" Target="../media/image8.wmf"/><Relationship Id="rId16" Type="http://schemas.openxmlformats.org/officeDocument/2006/relationships/image" Target="../media/image22.wmf"/><Relationship Id="rId20" Type="http://schemas.openxmlformats.org/officeDocument/2006/relationships/image" Target="../media/image26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24" Type="http://schemas.openxmlformats.org/officeDocument/2006/relationships/image" Target="../media/image30.wmf"/><Relationship Id="rId5" Type="http://schemas.openxmlformats.org/officeDocument/2006/relationships/image" Target="../media/image11.wmf"/><Relationship Id="rId15" Type="http://schemas.openxmlformats.org/officeDocument/2006/relationships/image" Target="../media/image21.wmf"/><Relationship Id="rId23" Type="http://schemas.openxmlformats.org/officeDocument/2006/relationships/image" Target="../media/image29.wmf"/><Relationship Id="rId10" Type="http://schemas.openxmlformats.org/officeDocument/2006/relationships/image" Target="../media/image16.wmf"/><Relationship Id="rId19" Type="http://schemas.openxmlformats.org/officeDocument/2006/relationships/image" Target="../media/image25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Relationship Id="rId14" Type="http://schemas.openxmlformats.org/officeDocument/2006/relationships/image" Target="../media/image20.wmf"/><Relationship Id="rId22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2.wmf"/><Relationship Id="rId18" Type="http://schemas.openxmlformats.org/officeDocument/2006/relationships/image" Target="../media/image47.wmf"/><Relationship Id="rId3" Type="http://schemas.openxmlformats.org/officeDocument/2006/relationships/image" Target="../media/image34.wmf"/><Relationship Id="rId7" Type="http://schemas.openxmlformats.org/officeDocument/2006/relationships/image" Target="../media/image37.wmf"/><Relationship Id="rId12" Type="http://schemas.openxmlformats.org/officeDocument/2006/relationships/image" Target="../media/image41.wmf"/><Relationship Id="rId17" Type="http://schemas.openxmlformats.org/officeDocument/2006/relationships/image" Target="../media/image46.emf"/><Relationship Id="rId2" Type="http://schemas.openxmlformats.org/officeDocument/2006/relationships/image" Target="../media/image15.wmf"/><Relationship Id="rId16" Type="http://schemas.openxmlformats.org/officeDocument/2006/relationships/image" Target="../media/image45.emf"/><Relationship Id="rId1" Type="http://schemas.openxmlformats.org/officeDocument/2006/relationships/image" Target="../media/image33.wmf"/><Relationship Id="rId6" Type="http://schemas.openxmlformats.org/officeDocument/2006/relationships/image" Target="../media/image19.wmf"/><Relationship Id="rId11" Type="http://schemas.openxmlformats.org/officeDocument/2006/relationships/image" Target="../media/image40.wmf"/><Relationship Id="rId5" Type="http://schemas.openxmlformats.org/officeDocument/2006/relationships/image" Target="../media/image36.wmf"/><Relationship Id="rId15" Type="http://schemas.openxmlformats.org/officeDocument/2006/relationships/image" Target="../media/image44.emf"/><Relationship Id="rId10" Type="http://schemas.openxmlformats.org/officeDocument/2006/relationships/image" Target="../media/image39.wmf"/><Relationship Id="rId19" Type="http://schemas.openxmlformats.org/officeDocument/2006/relationships/image" Target="../media/image48.wmf"/><Relationship Id="rId4" Type="http://schemas.openxmlformats.org/officeDocument/2006/relationships/image" Target="../media/image35.wmf"/><Relationship Id="rId9" Type="http://schemas.openxmlformats.org/officeDocument/2006/relationships/image" Target="../media/image7.wmf"/><Relationship Id="rId14" Type="http://schemas.openxmlformats.org/officeDocument/2006/relationships/image" Target="../media/image4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57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12" Type="http://schemas.openxmlformats.org/officeDocument/2006/relationships/image" Target="../media/image56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11" Type="http://schemas.openxmlformats.org/officeDocument/2006/relationships/image" Target="../media/image47.wmf"/><Relationship Id="rId5" Type="http://schemas.openxmlformats.org/officeDocument/2006/relationships/image" Target="../media/image53.wmf"/><Relationship Id="rId10" Type="http://schemas.openxmlformats.org/officeDocument/2006/relationships/image" Target="../media/image46.emf"/><Relationship Id="rId4" Type="http://schemas.openxmlformats.org/officeDocument/2006/relationships/image" Target="../media/image52.wmf"/><Relationship Id="rId9" Type="http://schemas.openxmlformats.org/officeDocument/2006/relationships/image" Target="../media/image45.emf"/><Relationship Id="rId14" Type="http://schemas.openxmlformats.org/officeDocument/2006/relationships/image" Target="../media/image5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1.wmf"/><Relationship Id="rId3" Type="http://schemas.openxmlformats.org/officeDocument/2006/relationships/image" Target="../media/image61.emf"/><Relationship Id="rId7" Type="http://schemas.openxmlformats.org/officeDocument/2006/relationships/image" Target="../media/image65.wmf"/><Relationship Id="rId12" Type="http://schemas.openxmlformats.org/officeDocument/2006/relationships/image" Target="../media/image70.wmf"/><Relationship Id="rId2" Type="http://schemas.openxmlformats.org/officeDocument/2006/relationships/image" Target="../media/image60.wmf"/><Relationship Id="rId16" Type="http://schemas.openxmlformats.org/officeDocument/2006/relationships/image" Target="../media/image74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69.wmf"/><Relationship Id="rId5" Type="http://schemas.openxmlformats.org/officeDocument/2006/relationships/image" Target="../media/image63.wmf"/><Relationship Id="rId15" Type="http://schemas.openxmlformats.org/officeDocument/2006/relationships/image" Target="../media/image73.w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7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emf"/><Relationship Id="rId7" Type="http://schemas.openxmlformats.org/officeDocument/2006/relationships/image" Target="../media/image65.wmf"/><Relationship Id="rId12" Type="http://schemas.openxmlformats.org/officeDocument/2006/relationships/image" Target="../media/image78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77.wmf"/><Relationship Id="rId5" Type="http://schemas.openxmlformats.org/officeDocument/2006/relationships/image" Target="../media/image75.wmf"/><Relationship Id="rId10" Type="http://schemas.openxmlformats.org/officeDocument/2006/relationships/image" Target="../media/image76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image" Target="../media/image90.wmf"/><Relationship Id="rId18" Type="http://schemas.openxmlformats.org/officeDocument/2006/relationships/image" Target="../media/image95.wmf"/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12" Type="http://schemas.openxmlformats.org/officeDocument/2006/relationships/image" Target="../media/image89.wmf"/><Relationship Id="rId17" Type="http://schemas.openxmlformats.org/officeDocument/2006/relationships/image" Target="../media/image94.wmf"/><Relationship Id="rId2" Type="http://schemas.openxmlformats.org/officeDocument/2006/relationships/image" Target="../media/image50.wmf"/><Relationship Id="rId16" Type="http://schemas.openxmlformats.org/officeDocument/2006/relationships/image" Target="../media/image93.wmf"/><Relationship Id="rId1" Type="http://schemas.openxmlformats.org/officeDocument/2006/relationships/image" Target="../media/image79.wmf"/><Relationship Id="rId6" Type="http://schemas.openxmlformats.org/officeDocument/2006/relationships/image" Target="../media/image83.wmf"/><Relationship Id="rId11" Type="http://schemas.openxmlformats.org/officeDocument/2006/relationships/image" Target="../media/image88.wmf"/><Relationship Id="rId5" Type="http://schemas.openxmlformats.org/officeDocument/2006/relationships/image" Target="../media/image82.wmf"/><Relationship Id="rId15" Type="http://schemas.openxmlformats.org/officeDocument/2006/relationships/image" Target="../media/image92.wmf"/><Relationship Id="rId10" Type="http://schemas.openxmlformats.org/officeDocument/2006/relationships/image" Target="../media/image87.wmf"/><Relationship Id="rId4" Type="http://schemas.openxmlformats.org/officeDocument/2006/relationships/image" Target="../media/image81.wmf"/><Relationship Id="rId9" Type="http://schemas.openxmlformats.org/officeDocument/2006/relationships/image" Target="../media/image86.wmf"/><Relationship Id="rId14" Type="http://schemas.openxmlformats.org/officeDocument/2006/relationships/image" Target="../media/image9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image" Target="../media/image86.wmf"/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12" Type="http://schemas.openxmlformats.org/officeDocument/2006/relationships/image" Target="../media/image106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11" Type="http://schemas.openxmlformats.org/officeDocument/2006/relationships/image" Target="../media/image105.wmf"/><Relationship Id="rId5" Type="http://schemas.openxmlformats.org/officeDocument/2006/relationships/image" Target="../media/image100.wmf"/><Relationship Id="rId15" Type="http://schemas.openxmlformats.org/officeDocument/2006/relationships/image" Target="../media/image88.wmf"/><Relationship Id="rId10" Type="http://schemas.openxmlformats.org/officeDocument/2006/relationships/image" Target="../media/image104.wmf"/><Relationship Id="rId4" Type="http://schemas.openxmlformats.org/officeDocument/2006/relationships/image" Target="../media/image99.wmf"/><Relationship Id="rId9" Type="http://schemas.openxmlformats.org/officeDocument/2006/relationships/image" Target="../media/image103.wmf"/><Relationship Id="rId14" Type="http://schemas.openxmlformats.org/officeDocument/2006/relationships/image" Target="../media/image8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5.wmf"/><Relationship Id="rId3" Type="http://schemas.openxmlformats.org/officeDocument/2006/relationships/image" Target="../media/image109.wmf"/><Relationship Id="rId7" Type="http://schemas.openxmlformats.org/officeDocument/2006/relationships/image" Target="../media/image90.wmf"/><Relationship Id="rId12" Type="http://schemas.openxmlformats.org/officeDocument/2006/relationships/image" Target="../media/image114.wmf"/><Relationship Id="rId17" Type="http://schemas.openxmlformats.org/officeDocument/2006/relationships/image" Target="../media/image119.wmf"/><Relationship Id="rId2" Type="http://schemas.openxmlformats.org/officeDocument/2006/relationships/image" Target="../media/image108.wmf"/><Relationship Id="rId16" Type="http://schemas.openxmlformats.org/officeDocument/2006/relationships/image" Target="../media/image118.wmf"/><Relationship Id="rId1" Type="http://schemas.openxmlformats.org/officeDocument/2006/relationships/image" Target="../media/image107.wmf"/><Relationship Id="rId6" Type="http://schemas.openxmlformats.org/officeDocument/2006/relationships/image" Target="../media/image88.wmf"/><Relationship Id="rId11" Type="http://schemas.openxmlformats.org/officeDocument/2006/relationships/image" Target="../media/image113.wmf"/><Relationship Id="rId5" Type="http://schemas.openxmlformats.org/officeDocument/2006/relationships/image" Target="../media/image87.wmf"/><Relationship Id="rId15" Type="http://schemas.openxmlformats.org/officeDocument/2006/relationships/image" Target="../media/image117.wmf"/><Relationship Id="rId10" Type="http://schemas.openxmlformats.org/officeDocument/2006/relationships/image" Target="../media/image112.wmf"/><Relationship Id="rId4" Type="http://schemas.openxmlformats.org/officeDocument/2006/relationships/image" Target="../media/image86.wmf"/><Relationship Id="rId9" Type="http://schemas.openxmlformats.org/officeDocument/2006/relationships/image" Target="../media/image111.wmf"/><Relationship Id="rId14" Type="http://schemas.openxmlformats.org/officeDocument/2006/relationships/image" Target="../media/image11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31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12" Type="http://schemas.openxmlformats.org/officeDocument/2006/relationships/image" Target="../media/image130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emf"/><Relationship Id="rId11" Type="http://schemas.openxmlformats.org/officeDocument/2006/relationships/image" Target="../media/image129.wmf"/><Relationship Id="rId5" Type="http://schemas.openxmlformats.org/officeDocument/2006/relationships/image" Target="../media/image124.wmf"/><Relationship Id="rId10" Type="http://schemas.openxmlformats.org/officeDocument/2006/relationships/image" Target="../media/image112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Relationship Id="rId14" Type="http://schemas.openxmlformats.org/officeDocument/2006/relationships/image" Target="../media/image13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image" Target="../media/image135.wmf"/><Relationship Id="rId7" Type="http://schemas.openxmlformats.org/officeDocument/2006/relationships/image" Target="../media/image139.wmf"/><Relationship Id="rId12" Type="http://schemas.openxmlformats.org/officeDocument/2006/relationships/image" Target="../media/image144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11" Type="http://schemas.openxmlformats.org/officeDocument/2006/relationships/image" Target="../media/image143.wmf"/><Relationship Id="rId5" Type="http://schemas.openxmlformats.org/officeDocument/2006/relationships/image" Target="../media/image137.wmf"/><Relationship Id="rId10" Type="http://schemas.openxmlformats.org/officeDocument/2006/relationships/image" Target="../media/image142.wmf"/><Relationship Id="rId4" Type="http://schemas.openxmlformats.org/officeDocument/2006/relationships/image" Target="../media/image136.wmf"/><Relationship Id="rId9" Type="http://schemas.openxmlformats.org/officeDocument/2006/relationships/image" Target="../media/image14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image" Target="../media/image157.wmf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12" Type="http://schemas.openxmlformats.org/officeDocument/2006/relationships/image" Target="../media/image156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11" Type="http://schemas.openxmlformats.org/officeDocument/2006/relationships/image" Target="../media/image155.wmf"/><Relationship Id="rId5" Type="http://schemas.openxmlformats.org/officeDocument/2006/relationships/image" Target="../media/image149.wmf"/><Relationship Id="rId10" Type="http://schemas.openxmlformats.org/officeDocument/2006/relationships/image" Target="../media/image154.wmf"/><Relationship Id="rId4" Type="http://schemas.openxmlformats.org/officeDocument/2006/relationships/image" Target="../media/image148.wmf"/><Relationship Id="rId9" Type="http://schemas.openxmlformats.org/officeDocument/2006/relationships/image" Target="../media/image153.wmf"/><Relationship Id="rId14" Type="http://schemas.openxmlformats.org/officeDocument/2006/relationships/image" Target="../media/image15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5.wmf"/><Relationship Id="rId12" Type="http://schemas.openxmlformats.org/officeDocument/2006/relationships/image" Target="../media/image90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11" Type="http://schemas.openxmlformats.org/officeDocument/2006/relationships/image" Target="../media/image88.wmf"/><Relationship Id="rId5" Type="http://schemas.openxmlformats.org/officeDocument/2006/relationships/image" Target="../media/image163.wmf"/><Relationship Id="rId10" Type="http://schemas.openxmlformats.org/officeDocument/2006/relationships/image" Target="../media/image87.wmf"/><Relationship Id="rId4" Type="http://schemas.openxmlformats.org/officeDocument/2006/relationships/image" Target="../media/image162.wmf"/><Relationship Id="rId9" Type="http://schemas.openxmlformats.org/officeDocument/2006/relationships/image" Target="../media/image8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image" Target="../media/image179.wmf"/><Relationship Id="rId18" Type="http://schemas.openxmlformats.org/officeDocument/2006/relationships/image" Target="../media/image183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12" Type="http://schemas.openxmlformats.org/officeDocument/2006/relationships/image" Target="../media/image178.wmf"/><Relationship Id="rId17" Type="http://schemas.openxmlformats.org/officeDocument/2006/relationships/image" Target="../media/image182.wmf"/><Relationship Id="rId2" Type="http://schemas.openxmlformats.org/officeDocument/2006/relationships/image" Target="../media/image168.wmf"/><Relationship Id="rId16" Type="http://schemas.openxmlformats.org/officeDocument/2006/relationships/image" Target="../media/image181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71.wmf"/><Relationship Id="rId15" Type="http://schemas.openxmlformats.org/officeDocument/2006/relationships/image" Target="../media/image127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Relationship Id="rId14" Type="http://schemas.openxmlformats.org/officeDocument/2006/relationships/image" Target="../media/image18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image" Target="../media/image196.wmf"/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12" Type="http://schemas.openxmlformats.org/officeDocument/2006/relationships/image" Target="../media/image195.wmf"/><Relationship Id="rId17" Type="http://schemas.openxmlformats.org/officeDocument/2006/relationships/image" Target="../media/image200.wmf"/><Relationship Id="rId2" Type="http://schemas.openxmlformats.org/officeDocument/2006/relationships/image" Target="../media/image185.wmf"/><Relationship Id="rId16" Type="http://schemas.openxmlformats.org/officeDocument/2006/relationships/image" Target="../media/image199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11" Type="http://schemas.openxmlformats.org/officeDocument/2006/relationships/image" Target="../media/image194.wmf"/><Relationship Id="rId5" Type="http://schemas.openxmlformats.org/officeDocument/2006/relationships/image" Target="../media/image188.wmf"/><Relationship Id="rId15" Type="http://schemas.openxmlformats.org/officeDocument/2006/relationships/image" Target="../media/image198.wmf"/><Relationship Id="rId10" Type="http://schemas.openxmlformats.org/officeDocument/2006/relationships/image" Target="../media/image193.wmf"/><Relationship Id="rId4" Type="http://schemas.openxmlformats.org/officeDocument/2006/relationships/image" Target="../media/image187.wmf"/><Relationship Id="rId9" Type="http://schemas.openxmlformats.org/officeDocument/2006/relationships/image" Target="../media/image192.wmf"/><Relationship Id="rId14" Type="http://schemas.openxmlformats.org/officeDocument/2006/relationships/image" Target="../media/image197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image" Target="../media/image212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12" Type="http://schemas.openxmlformats.org/officeDocument/2006/relationships/image" Target="../media/image211.wmf"/><Relationship Id="rId2" Type="http://schemas.openxmlformats.org/officeDocument/2006/relationships/image" Target="../media/image185.wmf"/><Relationship Id="rId1" Type="http://schemas.openxmlformats.org/officeDocument/2006/relationships/image" Target="../media/image201.wmf"/><Relationship Id="rId6" Type="http://schemas.openxmlformats.org/officeDocument/2006/relationships/image" Target="../media/image205.wmf"/><Relationship Id="rId11" Type="http://schemas.openxmlformats.org/officeDocument/2006/relationships/image" Target="../media/image210.wmf"/><Relationship Id="rId5" Type="http://schemas.openxmlformats.org/officeDocument/2006/relationships/image" Target="../media/image204.wmf"/><Relationship Id="rId15" Type="http://schemas.openxmlformats.org/officeDocument/2006/relationships/image" Target="../media/image200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Relationship Id="rId14" Type="http://schemas.openxmlformats.org/officeDocument/2006/relationships/image" Target="../media/image21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image" Target="../media/image223.wmf"/><Relationship Id="rId3" Type="http://schemas.openxmlformats.org/officeDocument/2006/relationships/image" Target="../media/image215.wmf"/><Relationship Id="rId7" Type="http://schemas.openxmlformats.org/officeDocument/2006/relationships/image" Target="../media/image112.wmf"/><Relationship Id="rId12" Type="http://schemas.openxmlformats.org/officeDocument/2006/relationships/image" Target="../media/image222.wmf"/><Relationship Id="rId17" Type="http://schemas.openxmlformats.org/officeDocument/2006/relationships/image" Target="../media/image227.wmf"/><Relationship Id="rId2" Type="http://schemas.openxmlformats.org/officeDocument/2006/relationships/image" Target="../media/image214.wmf"/><Relationship Id="rId16" Type="http://schemas.openxmlformats.org/officeDocument/2006/relationships/image" Target="../media/image226.wmf"/><Relationship Id="rId1" Type="http://schemas.openxmlformats.org/officeDocument/2006/relationships/image" Target="../media/image124.wmf"/><Relationship Id="rId6" Type="http://schemas.openxmlformats.org/officeDocument/2006/relationships/image" Target="../media/image128.wmf"/><Relationship Id="rId11" Type="http://schemas.openxmlformats.org/officeDocument/2006/relationships/image" Target="../media/image221.wmf"/><Relationship Id="rId5" Type="http://schemas.openxmlformats.org/officeDocument/2006/relationships/image" Target="../media/image217.wmf"/><Relationship Id="rId15" Type="http://schemas.openxmlformats.org/officeDocument/2006/relationships/image" Target="../media/image225.wmf"/><Relationship Id="rId10" Type="http://schemas.openxmlformats.org/officeDocument/2006/relationships/image" Target="../media/image220.wmf"/><Relationship Id="rId4" Type="http://schemas.openxmlformats.org/officeDocument/2006/relationships/image" Target="../media/image216.wmf"/><Relationship Id="rId9" Type="http://schemas.openxmlformats.org/officeDocument/2006/relationships/image" Target="../media/image219.wmf"/><Relationship Id="rId14" Type="http://schemas.openxmlformats.org/officeDocument/2006/relationships/image" Target="../media/image22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image" Target="../media/image227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12" Type="http://schemas.openxmlformats.org/officeDocument/2006/relationships/image" Target="../media/image226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11" Type="http://schemas.openxmlformats.org/officeDocument/2006/relationships/image" Target="../media/image238.wmf"/><Relationship Id="rId5" Type="http://schemas.openxmlformats.org/officeDocument/2006/relationships/image" Target="../media/image232.wmf"/><Relationship Id="rId10" Type="http://schemas.openxmlformats.org/officeDocument/2006/relationships/image" Target="../media/image237.wmf"/><Relationship Id="rId4" Type="http://schemas.openxmlformats.org/officeDocument/2006/relationships/image" Target="../media/image231.wmf"/><Relationship Id="rId9" Type="http://schemas.openxmlformats.org/officeDocument/2006/relationships/image" Target="../media/image23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2" Type="http://schemas.openxmlformats.org/officeDocument/2006/relationships/image" Target="../media/image246.wmf"/><Relationship Id="rId1" Type="http://schemas.openxmlformats.org/officeDocument/2006/relationships/image" Target="../media/image239.wmf"/><Relationship Id="rId6" Type="http://schemas.openxmlformats.org/officeDocument/2006/relationships/image" Target="../media/image250.wmf"/><Relationship Id="rId11" Type="http://schemas.openxmlformats.org/officeDocument/2006/relationships/image" Target="../media/image255.wmf"/><Relationship Id="rId5" Type="http://schemas.openxmlformats.org/officeDocument/2006/relationships/image" Target="../media/image249.wmf"/><Relationship Id="rId10" Type="http://schemas.openxmlformats.org/officeDocument/2006/relationships/image" Target="../media/image254.wmf"/><Relationship Id="rId4" Type="http://schemas.openxmlformats.org/officeDocument/2006/relationships/image" Target="../media/image248.wmf"/><Relationship Id="rId9" Type="http://schemas.openxmlformats.org/officeDocument/2006/relationships/image" Target="../media/image25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image" Target="../media/image168.wmf"/><Relationship Id="rId18" Type="http://schemas.openxmlformats.org/officeDocument/2006/relationships/image" Target="../media/image173.wmf"/><Relationship Id="rId3" Type="http://schemas.openxmlformats.org/officeDocument/2006/relationships/image" Target="../media/image258.wmf"/><Relationship Id="rId21" Type="http://schemas.openxmlformats.org/officeDocument/2006/relationships/image" Target="../media/image178.wmf"/><Relationship Id="rId7" Type="http://schemas.openxmlformats.org/officeDocument/2006/relationships/image" Target="../media/image262.wmf"/><Relationship Id="rId12" Type="http://schemas.openxmlformats.org/officeDocument/2006/relationships/image" Target="../media/image167.wmf"/><Relationship Id="rId17" Type="http://schemas.openxmlformats.org/officeDocument/2006/relationships/image" Target="../media/image172.wmf"/><Relationship Id="rId2" Type="http://schemas.openxmlformats.org/officeDocument/2006/relationships/image" Target="../media/image257.wmf"/><Relationship Id="rId16" Type="http://schemas.openxmlformats.org/officeDocument/2006/relationships/image" Target="../media/image171.wmf"/><Relationship Id="rId20" Type="http://schemas.openxmlformats.org/officeDocument/2006/relationships/image" Target="../media/image177.wmf"/><Relationship Id="rId1" Type="http://schemas.openxmlformats.org/officeDocument/2006/relationships/image" Target="../media/image256.wmf"/><Relationship Id="rId6" Type="http://schemas.openxmlformats.org/officeDocument/2006/relationships/image" Target="../media/image261.wmf"/><Relationship Id="rId11" Type="http://schemas.openxmlformats.org/officeDocument/2006/relationships/image" Target="../media/image266.wmf"/><Relationship Id="rId5" Type="http://schemas.openxmlformats.org/officeDocument/2006/relationships/image" Target="../media/image260.wmf"/><Relationship Id="rId15" Type="http://schemas.openxmlformats.org/officeDocument/2006/relationships/image" Target="../media/image170.wmf"/><Relationship Id="rId10" Type="http://schemas.openxmlformats.org/officeDocument/2006/relationships/image" Target="../media/image265.wmf"/><Relationship Id="rId19" Type="http://schemas.openxmlformats.org/officeDocument/2006/relationships/image" Target="../media/image176.wmf"/><Relationship Id="rId4" Type="http://schemas.openxmlformats.org/officeDocument/2006/relationships/image" Target="../media/image259.wmf"/><Relationship Id="rId9" Type="http://schemas.openxmlformats.org/officeDocument/2006/relationships/image" Target="../media/image264.wmf"/><Relationship Id="rId14" Type="http://schemas.openxmlformats.org/officeDocument/2006/relationships/image" Target="../media/image16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image" Target="../media/image169.wmf"/><Relationship Id="rId18" Type="http://schemas.openxmlformats.org/officeDocument/2006/relationships/image" Target="../media/image176.wmf"/><Relationship Id="rId3" Type="http://schemas.openxmlformats.org/officeDocument/2006/relationships/image" Target="../media/image269.wmf"/><Relationship Id="rId7" Type="http://schemas.openxmlformats.org/officeDocument/2006/relationships/image" Target="../media/image273.wmf"/><Relationship Id="rId12" Type="http://schemas.openxmlformats.org/officeDocument/2006/relationships/image" Target="../media/image168.wmf"/><Relationship Id="rId17" Type="http://schemas.openxmlformats.org/officeDocument/2006/relationships/image" Target="../media/image173.wmf"/><Relationship Id="rId2" Type="http://schemas.openxmlformats.org/officeDocument/2006/relationships/image" Target="../media/image268.wmf"/><Relationship Id="rId16" Type="http://schemas.openxmlformats.org/officeDocument/2006/relationships/image" Target="../media/image172.wmf"/><Relationship Id="rId20" Type="http://schemas.openxmlformats.org/officeDocument/2006/relationships/image" Target="../media/image178.wmf"/><Relationship Id="rId1" Type="http://schemas.openxmlformats.org/officeDocument/2006/relationships/image" Target="../media/image267.wmf"/><Relationship Id="rId6" Type="http://schemas.openxmlformats.org/officeDocument/2006/relationships/image" Target="../media/image272.wmf"/><Relationship Id="rId11" Type="http://schemas.openxmlformats.org/officeDocument/2006/relationships/image" Target="../media/image167.wmf"/><Relationship Id="rId5" Type="http://schemas.openxmlformats.org/officeDocument/2006/relationships/image" Target="../media/image271.wmf"/><Relationship Id="rId15" Type="http://schemas.openxmlformats.org/officeDocument/2006/relationships/image" Target="../media/image171.wmf"/><Relationship Id="rId10" Type="http://schemas.openxmlformats.org/officeDocument/2006/relationships/image" Target="../media/image276.wmf"/><Relationship Id="rId19" Type="http://schemas.openxmlformats.org/officeDocument/2006/relationships/image" Target="../media/image177.wmf"/><Relationship Id="rId4" Type="http://schemas.openxmlformats.org/officeDocument/2006/relationships/image" Target="../media/image270.wmf"/><Relationship Id="rId9" Type="http://schemas.openxmlformats.org/officeDocument/2006/relationships/image" Target="../media/image275.wmf"/><Relationship Id="rId14" Type="http://schemas.openxmlformats.org/officeDocument/2006/relationships/image" Target="../media/image17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3" Type="http://schemas.openxmlformats.org/officeDocument/2006/relationships/image" Target="../media/image279.wmf"/><Relationship Id="rId7" Type="http://schemas.openxmlformats.org/officeDocument/2006/relationships/image" Target="../media/image283.wmf"/><Relationship Id="rId12" Type="http://schemas.openxmlformats.org/officeDocument/2006/relationships/image" Target="../media/image288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6" Type="http://schemas.openxmlformats.org/officeDocument/2006/relationships/image" Target="../media/image282.wmf"/><Relationship Id="rId11" Type="http://schemas.openxmlformats.org/officeDocument/2006/relationships/image" Target="../media/image287.wmf"/><Relationship Id="rId5" Type="http://schemas.openxmlformats.org/officeDocument/2006/relationships/image" Target="../media/image281.wmf"/><Relationship Id="rId10" Type="http://schemas.openxmlformats.org/officeDocument/2006/relationships/image" Target="../media/image286.wmf"/><Relationship Id="rId4" Type="http://schemas.openxmlformats.org/officeDocument/2006/relationships/image" Target="../media/image280.wmf"/><Relationship Id="rId9" Type="http://schemas.openxmlformats.org/officeDocument/2006/relationships/image" Target="../media/image285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3" Type="http://schemas.openxmlformats.org/officeDocument/2006/relationships/image" Target="../media/image291.wmf"/><Relationship Id="rId7" Type="http://schemas.openxmlformats.org/officeDocument/2006/relationships/image" Target="../media/image295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Relationship Id="rId6" Type="http://schemas.openxmlformats.org/officeDocument/2006/relationships/image" Target="../media/image294.wmf"/><Relationship Id="rId5" Type="http://schemas.openxmlformats.org/officeDocument/2006/relationships/image" Target="../media/image293.wmf"/><Relationship Id="rId4" Type="http://schemas.openxmlformats.org/officeDocument/2006/relationships/image" Target="../media/image292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13" Type="http://schemas.openxmlformats.org/officeDocument/2006/relationships/image" Target="../media/image309.wmf"/><Relationship Id="rId3" Type="http://schemas.openxmlformats.org/officeDocument/2006/relationships/image" Target="../media/image299.wmf"/><Relationship Id="rId7" Type="http://schemas.openxmlformats.org/officeDocument/2006/relationships/image" Target="../media/image303.wmf"/><Relationship Id="rId12" Type="http://schemas.openxmlformats.org/officeDocument/2006/relationships/image" Target="../media/image308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Relationship Id="rId6" Type="http://schemas.openxmlformats.org/officeDocument/2006/relationships/image" Target="../media/image302.wmf"/><Relationship Id="rId11" Type="http://schemas.openxmlformats.org/officeDocument/2006/relationships/image" Target="../media/image307.wmf"/><Relationship Id="rId5" Type="http://schemas.openxmlformats.org/officeDocument/2006/relationships/image" Target="../media/image301.wmf"/><Relationship Id="rId10" Type="http://schemas.openxmlformats.org/officeDocument/2006/relationships/image" Target="../media/image306.wmf"/><Relationship Id="rId4" Type="http://schemas.openxmlformats.org/officeDocument/2006/relationships/image" Target="../media/image300.wmf"/><Relationship Id="rId9" Type="http://schemas.openxmlformats.org/officeDocument/2006/relationships/image" Target="../media/image305.wmf"/><Relationship Id="rId14" Type="http://schemas.openxmlformats.org/officeDocument/2006/relationships/image" Target="../media/image31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wmf"/><Relationship Id="rId3" Type="http://schemas.openxmlformats.org/officeDocument/2006/relationships/image" Target="../media/image313.wmf"/><Relationship Id="rId7" Type="http://schemas.openxmlformats.org/officeDocument/2006/relationships/image" Target="../media/image317.wmf"/><Relationship Id="rId2" Type="http://schemas.openxmlformats.org/officeDocument/2006/relationships/image" Target="../media/image312.wmf"/><Relationship Id="rId1" Type="http://schemas.openxmlformats.org/officeDocument/2006/relationships/image" Target="../media/image311.wmf"/><Relationship Id="rId6" Type="http://schemas.openxmlformats.org/officeDocument/2006/relationships/image" Target="../media/image316.wmf"/><Relationship Id="rId5" Type="http://schemas.openxmlformats.org/officeDocument/2006/relationships/image" Target="../media/image315.wmf"/><Relationship Id="rId10" Type="http://schemas.openxmlformats.org/officeDocument/2006/relationships/image" Target="../media/image320.wmf"/><Relationship Id="rId4" Type="http://schemas.openxmlformats.org/officeDocument/2006/relationships/image" Target="../media/image314.wmf"/><Relationship Id="rId9" Type="http://schemas.openxmlformats.org/officeDocument/2006/relationships/image" Target="../media/image31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wmf"/><Relationship Id="rId3" Type="http://schemas.openxmlformats.org/officeDocument/2006/relationships/image" Target="../media/image323.wmf"/><Relationship Id="rId7" Type="http://schemas.openxmlformats.org/officeDocument/2006/relationships/image" Target="../media/image327.wmf"/><Relationship Id="rId2" Type="http://schemas.openxmlformats.org/officeDocument/2006/relationships/image" Target="../media/image322.wmf"/><Relationship Id="rId1" Type="http://schemas.openxmlformats.org/officeDocument/2006/relationships/image" Target="../media/image321.wmf"/><Relationship Id="rId6" Type="http://schemas.openxmlformats.org/officeDocument/2006/relationships/image" Target="../media/image326.wmf"/><Relationship Id="rId5" Type="http://schemas.openxmlformats.org/officeDocument/2006/relationships/image" Target="../media/image325.wmf"/><Relationship Id="rId4" Type="http://schemas.openxmlformats.org/officeDocument/2006/relationships/image" Target="../media/image324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image" Target="../media/image338.wmf"/><Relationship Id="rId18" Type="http://schemas.openxmlformats.org/officeDocument/2006/relationships/image" Target="../media/image343.wmf"/><Relationship Id="rId3" Type="http://schemas.openxmlformats.org/officeDocument/2006/relationships/image" Target="../media/image87.wmf"/><Relationship Id="rId7" Type="http://schemas.openxmlformats.org/officeDocument/2006/relationships/image" Target="../media/image332.wmf"/><Relationship Id="rId12" Type="http://schemas.openxmlformats.org/officeDocument/2006/relationships/image" Target="../media/image337.wmf"/><Relationship Id="rId17" Type="http://schemas.openxmlformats.org/officeDocument/2006/relationships/image" Target="../media/image342.wmf"/><Relationship Id="rId2" Type="http://schemas.openxmlformats.org/officeDocument/2006/relationships/image" Target="../media/image86.wmf"/><Relationship Id="rId16" Type="http://schemas.openxmlformats.org/officeDocument/2006/relationships/image" Target="../media/image341.wmf"/><Relationship Id="rId1" Type="http://schemas.openxmlformats.org/officeDocument/2006/relationships/image" Target="../media/image329.wmf"/><Relationship Id="rId6" Type="http://schemas.openxmlformats.org/officeDocument/2006/relationships/image" Target="../media/image331.wmf"/><Relationship Id="rId11" Type="http://schemas.openxmlformats.org/officeDocument/2006/relationships/image" Target="../media/image336.wmf"/><Relationship Id="rId5" Type="http://schemas.openxmlformats.org/officeDocument/2006/relationships/image" Target="../media/image330.wmf"/><Relationship Id="rId15" Type="http://schemas.openxmlformats.org/officeDocument/2006/relationships/image" Target="../media/image340.wmf"/><Relationship Id="rId10" Type="http://schemas.openxmlformats.org/officeDocument/2006/relationships/image" Target="../media/image335.wmf"/><Relationship Id="rId19" Type="http://schemas.openxmlformats.org/officeDocument/2006/relationships/image" Target="../media/image344.wmf"/><Relationship Id="rId4" Type="http://schemas.openxmlformats.org/officeDocument/2006/relationships/image" Target="../media/image88.wmf"/><Relationship Id="rId9" Type="http://schemas.openxmlformats.org/officeDocument/2006/relationships/image" Target="../media/image334.wmf"/><Relationship Id="rId14" Type="http://schemas.openxmlformats.org/officeDocument/2006/relationships/image" Target="../media/image339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13" Type="http://schemas.openxmlformats.org/officeDocument/2006/relationships/image" Target="../media/image358.wmf"/><Relationship Id="rId3" Type="http://schemas.openxmlformats.org/officeDocument/2006/relationships/image" Target="../media/image348.wmf"/><Relationship Id="rId7" Type="http://schemas.openxmlformats.org/officeDocument/2006/relationships/image" Target="../media/image352.wmf"/><Relationship Id="rId12" Type="http://schemas.openxmlformats.org/officeDocument/2006/relationships/image" Target="../media/image357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Relationship Id="rId6" Type="http://schemas.openxmlformats.org/officeDocument/2006/relationships/image" Target="../media/image351.wmf"/><Relationship Id="rId11" Type="http://schemas.openxmlformats.org/officeDocument/2006/relationships/image" Target="../media/image356.wmf"/><Relationship Id="rId5" Type="http://schemas.openxmlformats.org/officeDocument/2006/relationships/image" Target="../media/image350.wmf"/><Relationship Id="rId10" Type="http://schemas.openxmlformats.org/officeDocument/2006/relationships/image" Target="../media/image355.wmf"/><Relationship Id="rId4" Type="http://schemas.openxmlformats.org/officeDocument/2006/relationships/image" Target="../media/image349.wmf"/><Relationship Id="rId9" Type="http://schemas.openxmlformats.org/officeDocument/2006/relationships/image" Target="../media/image354.wmf"/><Relationship Id="rId14" Type="http://schemas.openxmlformats.org/officeDocument/2006/relationships/image" Target="../media/image359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wmf"/><Relationship Id="rId1" Type="http://schemas.openxmlformats.org/officeDocument/2006/relationships/image" Target="../media/image36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9.wmf"/><Relationship Id="rId3" Type="http://schemas.openxmlformats.org/officeDocument/2006/relationships/image" Target="../media/image364.wmf"/><Relationship Id="rId7" Type="http://schemas.openxmlformats.org/officeDocument/2006/relationships/image" Target="../media/image368.wmf"/><Relationship Id="rId2" Type="http://schemas.openxmlformats.org/officeDocument/2006/relationships/image" Target="../media/image363.wmf"/><Relationship Id="rId1" Type="http://schemas.openxmlformats.org/officeDocument/2006/relationships/image" Target="../media/image362.wmf"/><Relationship Id="rId6" Type="http://schemas.openxmlformats.org/officeDocument/2006/relationships/image" Target="../media/image367.wmf"/><Relationship Id="rId11" Type="http://schemas.openxmlformats.org/officeDocument/2006/relationships/image" Target="../media/image372.wmf"/><Relationship Id="rId5" Type="http://schemas.openxmlformats.org/officeDocument/2006/relationships/image" Target="../media/image366.wmf"/><Relationship Id="rId10" Type="http://schemas.openxmlformats.org/officeDocument/2006/relationships/image" Target="../media/image371.wmf"/><Relationship Id="rId4" Type="http://schemas.openxmlformats.org/officeDocument/2006/relationships/image" Target="../media/image365.wmf"/><Relationship Id="rId9" Type="http://schemas.openxmlformats.org/officeDocument/2006/relationships/image" Target="../media/image370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3" Type="http://schemas.openxmlformats.org/officeDocument/2006/relationships/image" Target="../media/image374.wmf"/><Relationship Id="rId7" Type="http://schemas.openxmlformats.org/officeDocument/2006/relationships/image" Target="../media/image364.wmf"/><Relationship Id="rId2" Type="http://schemas.openxmlformats.org/officeDocument/2006/relationships/image" Target="../media/image369.wmf"/><Relationship Id="rId1" Type="http://schemas.openxmlformats.org/officeDocument/2006/relationships/image" Target="../media/image373.wmf"/><Relationship Id="rId6" Type="http://schemas.openxmlformats.org/officeDocument/2006/relationships/image" Target="../media/image377.wmf"/><Relationship Id="rId5" Type="http://schemas.openxmlformats.org/officeDocument/2006/relationships/image" Target="../media/image376.wmf"/><Relationship Id="rId4" Type="http://schemas.openxmlformats.org/officeDocument/2006/relationships/image" Target="../media/image375.wmf"/><Relationship Id="rId9" Type="http://schemas.openxmlformats.org/officeDocument/2006/relationships/image" Target="../media/image366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wmf"/><Relationship Id="rId3" Type="http://schemas.openxmlformats.org/officeDocument/2006/relationships/image" Target="../media/image380.wmf"/><Relationship Id="rId7" Type="http://schemas.openxmlformats.org/officeDocument/2006/relationships/image" Target="../media/image384.wmf"/><Relationship Id="rId2" Type="http://schemas.openxmlformats.org/officeDocument/2006/relationships/image" Target="../media/image379.wmf"/><Relationship Id="rId1" Type="http://schemas.openxmlformats.org/officeDocument/2006/relationships/image" Target="../media/image378.wmf"/><Relationship Id="rId6" Type="http://schemas.openxmlformats.org/officeDocument/2006/relationships/image" Target="../media/image383.wmf"/><Relationship Id="rId5" Type="http://schemas.openxmlformats.org/officeDocument/2006/relationships/image" Target="../media/image382.wmf"/><Relationship Id="rId4" Type="http://schemas.openxmlformats.org/officeDocument/2006/relationships/image" Target="../media/image381.wmf"/><Relationship Id="rId9" Type="http://schemas.openxmlformats.org/officeDocument/2006/relationships/image" Target="../media/image386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wmf"/><Relationship Id="rId3" Type="http://schemas.openxmlformats.org/officeDocument/2006/relationships/image" Target="../media/image205.wmf"/><Relationship Id="rId7" Type="http://schemas.openxmlformats.org/officeDocument/2006/relationships/image" Target="../media/image390.wmf"/><Relationship Id="rId2" Type="http://schemas.openxmlformats.org/officeDocument/2006/relationships/image" Target="../media/image387.wmf"/><Relationship Id="rId1" Type="http://schemas.openxmlformats.org/officeDocument/2006/relationships/image" Target="../media/image385.wmf"/><Relationship Id="rId6" Type="http://schemas.openxmlformats.org/officeDocument/2006/relationships/image" Target="../media/image389.wmf"/><Relationship Id="rId5" Type="http://schemas.openxmlformats.org/officeDocument/2006/relationships/image" Target="../media/image388.wmf"/><Relationship Id="rId4" Type="http://schemas.openxmlformats.org/officeDocument/2006/relationships/image" Target="../media/image206.wmf"/><Relationship Id="rId9" Type="http://schemas.openxmlformats.org/officeDocument/2006/relationships/image" Target="../media/image392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wmf"/><Relationship Id="rId3" Type="http://schemas.openxmlformats.org/officeDocument/2006/relationships/image" Target="../media/image395.wmf"/><Relationship Id="rId7" Type="http://schemas.openxmlformats.org/officeDocument/2006/relationships/image" Target="../media/image397.wmf"/><Relationship Id="rId12" Type="http://schemas.openxmlformats.org/officeDocument/2006/relationships/image" Target="../media/image402.wmf"/><Relationship Id="rId2" Type="http://schemas.openxmlformats.org/officeDocument/2006/relationships/image" Target="../media/image394.wmf"/><Relationship Id="rId1" Type="http://schemas.openxmlformats.org/officeDocument/2006/relationships/image" Target="../media/image393.wmf"/><Relationship Id="rId6" Type="http://schemas.openxmlformats.org/officeDocument/2006/relationships/image" Target="../media/image206.wmf"/><Relationship Id="rId11" Type="http://schemas.openxmlformats.org/officeDocument/2006/relationships/image" Target="../media/image401.wmf"/><Relationship Id="rId5" Type="http://schemas.openxmlformats.org/officeDocument/2006/relationships/image" Target="../media/image205.wmf"/><Relationship Id="rId10" Type="http://schemas.openxmlformats.org/officeDocument/2006/relationships/image" Target="../media/image400.wmf"/><Relationship Id="rId4" Type="http://schemas.openxmlformats.org/officeDocument/2006/relationships/image" Target="../media/image396.wmf"/><Relationship Id="rId9" Type="http://schemas.openxmlformats.org/officeDocument/2006/relationships/image" Target="../media/image399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wmf"/><Relationship Id="rId3" Type="http://schemas.openxmlformats.org/officeDocument/2006/relationships/image" Target="../media/image405.wmf"/><Relationship Id="rId7" Type="http://schemas.openxmlformats.org/officeDocument/2006/relationships/image" Target="../media/image409.wmf"/><Relationship Id="rId2" Type="http://schemas.openxmlformats.org/officeDocument/2006/relationships/image" Target="../media/image404.wmf"/><Relationship Id="rId1" Type="http://schemas.openxmlformats.org/officeDocument/2006/relationships/image" Target="../media/image403.wmf"/><Relationship Id="rId6" Type="http://schemas.openxmlformats.org/officeDocument/2006/relationships/image" Target="../media/image408.wmf"/><Relationship Id="rId5" Type="http://schemas.openxmlformats.org/officeDocument/2006/relationships/image" Target="../media/image407.wmf"/><Relationship Id="rId4" Type="http://schemas.openxmlformats.org/officeDocument/2006/relationships/image" Target="../media/image406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8.wmf"/><Relationship Id="rId3" Type="http://schemas.openxmlformats.org/officeDocument/2006/relationships/image" Target="../media/image413.wmf"/><Relationship Id="rId7" Type="http://schemas.openxmlformats.org/officeDocument/2006/relationships/image" Target="../media/image417.wmf"/><Relationship Id="rId2" Type="http://schemas.openxmlformats.org/officeDocument/2006/relationships/image" Target="../media/image412.wmf"/><Relationship Id="rId1" Type="http://schemas.openxmlformats.org/officeDocument/2006/relationships/image" Target="../media/image411.wmf"/><Relationship Id="rId6" Type="http://schemas.openxmlformats.org/officeDocument/2006/relationships/image" Target="../media/image416.wmf"/><Relationship Id="rId11" Type="http://schemas.openxmlformats.org/officeDocument/2006/relationships/image" Target="../media/image421.wmf"/><Relationship Id="rId5" Type="http://schemas.openxmlformats.org/officeDocument/2006/relationships/image" Target="../media/image415.wmf"/><Relationship Id="rId10" Type="http://schemas.openxmlformats.org/officeDocument/2006/relationships/image" Target="../media/image420.wmf"/><Relationship Id="rId4" Type="http://schemas.openxmlformats.org/officeDocument/2006/relationships/image" Target="../media/image414.wmf"/><Relationship Id="rId9" Type="http://schemas.openxmlformats.org/officeDocument/2006/relationships/image" Target="../media/image419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wmf"/><Relationship Id="rId7" Type="http://schemas.openxmlformats.org/officeDocument/2006/relationships/image" Target="../media/image428.wmf"/><Relationship Id="rId2" Type="http://schemas.openxmlformats.org/officeDocument/2006/relationships/image" Target="../media/image423.wmf"/><Relationship Id="rId1" Type="http://schemas.openxmlformats.org/officeDocument/2006/relationships/image" Target="../media/image422.wmf"/><Relationship Id="rId6" Type="http://schemas.openxmlformats.org/officeDocument/2006/relationships/image" Target="../media/image427.wmf"/><Relationship Id="rId5" Type="http://schemas.openxmlformats.org/officeDocument/2006/relationships/image" Target="../media/image426.wmf"/><Relationship Id="rId4" Type="http://schemas.openxmlformats.org/officeDocument/2006/relationships/image" Target="../media/image4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20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792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199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9" Type="http://schemas.openxmlformats.org/officeDocument/2006/relationships/image" Target="../media/image24.wmf"/><Relationship Id="rId21" Type="http://schemas.openxmlformats.org/officeDocument/2006/relationships/image" Target="../media/image15.wmf"/><Relationship Id="rId34" Type="http://schemas.openxmlformats.org/officeDocument/2006/relationships/oleObject" Target="../embeddings/oleObject22.bin"/><Relationship Id="rId42" Type="http://schemas.openxmlformats.org/officeDocument/2006/relationships/oleObject" Target="../embeddings/oleObject26.bin"/><Relationship Id="rId47" Type="http://schemas.openxmlformats.org/officeDocument/2006/relationships/image" Target="../media/image28.wmf"/><Relationship Id="rId50" Type="http://schemas.openxmlformats.org/officeDocument/2006/relationships/oleObject" Target="../embeddings/oleObject30.bin"/><Relationship Id="rId55" Type="http://schemas.openxmlformats.org/officeDocument/2006/relationships/image" Target="../media/image32.wmf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.bin"/><Relationship Id="rId29" Type="http://schemas.openxmlformats.org/officeDocument/2006/relationships/image" Target="../media/image19.wmf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17.bin"/><Relationship Id="rId32" Type="http://schemas.openxmlformats.org/officeDocument/2006/relationships/oleObject" Target="../embeddings/oleObject21.bin"/><Relationship Id="rId37" Type="http://schemas.openxmlformats.org/officeDocument/2006/relationships/image" Target="../media/image23.wmf"/><Relationship Id="rId40" Type="http://schemas.openxmlformats.org/officeDocument/2006/relationships/oleObject" Target="../embeddings/oleObject25.bin"/><Relationship Id="rId45" Type="http://schemas.openxmlformats.org/officeDocument/2006/relationships/image" Target="../media/image27.wmf"/><Relationship Id="rId53" Type="http://schemas.openxmlformats.org/officeDocument/2006/relationships/image" Target="../media/image31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4.wmf"/><Relationship Id="rId31" Type="http://schemas.openxmlformats.org/officeDocument/2006/relationships/image" Target="../media/image20.wmf"/><Relationship Id="rId44" Type="http://schemas.openxmlformats.org/officeDocument/2006/relationships/oleObject" Target="../embeddings/oleObject27.bin"/><Relationship Id="rId52" Type="http://schemas.openxmlformats.org/officeDocument/2006/relationships/oleObject" Target="../embeddings/oleObject31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18.wmf"/><Relationship Id="rId30" Type="http://schemas.openxmlformats.org/officeDocument/2006/relationships/oleObject" Target="../embeddings/oleObject20.bin"/><Relationship Id="rId35" Type="http://schemas.openxmlformats.org/officeDocument/2006/relationships/image" Target="../media/image22.wmf"/><Relationship Id="rId43" Type="http://schemas.openxmlformats.org/officeDocument/2006/relationships/image" Target="../media/image26.wmf"/><Relationship Id="rId48" Type="http://schemas.openxmlformats.org/officeDocument/2006/relationships/oleObject" Target="../embeddings/oleObject29.bin"/><Relationship Id="rId8" Type="http://schemas.openxmlformats.org/officeDocument/2006/relationships/oleObject" Target="../embeddings/oleObject9.bin"/><Relationship Id="rId51" Type="http://schemas.openxmlformats.org/officeDocument/2006/relationships/image" Target="../media/image30.wmf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3.wmf"/><Relationship Id="rId25" Type="http://schemas.openxmlformats.org/officeDocument/2006/relationships/image" Target="../media/image17.wmf"/><Relationship Id="rId33" Type="http://schemas.openxmlformats.org/officeDocument/2006/relationships/image" Target="../media/image21.wmf"/><Relationship Id="rId38" Type="http://schemas.openxmlformats.org/officeDocument/2006/relationships/oleObject" Target="../embeddings/oleObject24.bin"/><Relationship Id="rId46" Type="http://schemas.openxmlformats.org/officeDocument/2006/relationships/oleObject" Target="../embeddings/oleObject28.bin"/><Relationship Id="rId20" Type="http://schemas.openxmlformats.org/officeDocument/2006/relationships/oleObject" Target="../embeddings/oleObject15.bin"/><Relationship Id="rId41" Type="http://schemas.openxmlformats.org/officeDocument/2006/relationships/image" Target="../media/image25.wmf"/><Relationship Id="rId54" Type="http://schemas.openxmlformats.org/officeDocument/2006/relationships/oleObject" Target="../embeddings/oleObject32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28" Type="http://schemas.openxmlformats.org/officeDocument/2006/relationships/oleObject" Target="../embeddings/oleObject19.bin"/><Relationship Id="rId36" Type="http://schemas.openxmlformats.org/officeDocument/2006/relationships/oleObject" Target="../embeddings/oleObject23.bin"/><Relationship Id="rId49" Type="http://schemas.openxmlformats.org/officeDocument/2006/relationships/image" Target="../media/image29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wmf"/><Relationship Id="rId18" Type="http://schemas.openxmlformats.org/officeDocument/2006/relationships/oleObject" Target="../embeddings/oleObject40.bin"/><Relationship Id="rId26" Type="http://schemas.openxmlformats.org/officeDocument/2006/relationships/oleObject" Target="../embeddings/oleObject44.bin"/><Relationship Id="rId39" Type="http://schemas.openxmlformats.org/officeDocument/2006/relationships/image" Target="../media/image47.wmf"/><Relationship Id="rId21" Type="http://schemas.openxmlformats.org/officeDocument/2006/relationships/image" Target="../media/image7.wmf"/><Relationship Id="rId34" Type="http://schemas.openxmlformats.org/officeDocument/2006/relationships/oleObject" Target="../embeddings/oleObject48.bin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29" Type="http://schemas.openxmlformats.org/officeDocument/2006/relationships/image" Target="../media/image42.wmf"/><Relationship Id="rId41" Type="http://schemas.openxmlformats.org/officeDocument/2006/relationships/image" Target="../media/image48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5.wmf"/><Relationship Id="rId24" Type="http://schemas.openxmlformats.org/officeDocument/2006/relationships/oleObject" Target="../embeddings/oleObject43.bin"/><Relationship Id="rId32" Type="http://schemas.openxmlformats.org/officeDocument/2006/relationships/oleObject" Target="../embeddings/oleObject47.bin"/><Relationship Id="rId37" Type="http://schemas.openxmlformats.org/officeDocument/2006/relationships/image" Target="../media/image46.emf"/><Relationship Id="rId40" Type="http://schemas.openxmlformats.org/officeDocument/2006/relationships/oleObject" Target="../embeddings/oleObject51.bin"/><Relationship Id="rId5" Type="http://schemas.openxmlformats.org/officeDocument/2006/relationships/image" Target="../media/image33.wmf"/><Relationship Id="rId15" Type="http://schemas.openxmlformats.org/officeDocument/2006/relationships/image" Target="../media/image19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45.bin"/><Relationship Id="rId36" Type="http://schemas.openxmlformats.org/officeDocument/2006/relationships/oleObject" Target="../embeddings/oleObject49.bin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38.wmf"/><Relationship Id="rId31" Type="http://schemas.openxmlformats.org/officeDocument/2006/relationships/image" Target="../media/image43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2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46.bin"/><Relationship Id="rId35" Type="http://schemas.openxmlformats.org/officeDocument/2006/relationships/image" Target="../media/image45.emf"/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2.xml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37.wmf"/><Relationship Id="rId25" Type="http://schemas.openxmlformats.org/officeDocument/2006/relationships/image" Target="../media/image40.wmf"/><Relationship Id="rId33" Type="http://schemas.openxmlformats.org/officeDocument/2006/relationships/image" Target="../media/image44.emf"/><Relationship Id="rId38" Type="http://schemas.openxmlformats.org/officeDocument/2006/relationships/oleObject" Target="../embeddings/oleObject5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44.e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image" Target="../media/image45.emf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6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57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4.wmf"/><Relationship Id="rId22" Type="http://schemas.openxmlformats.org/officeDocument/2006/relationships/image" Target="../media/image46.e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58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66.wmf"/><Relationship Id="rId26" Type="http://schemas.openxmlformats.org/officeDocument/2006/relationships/image" Target="../media/image69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73.wmf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6.bin"/><Relationship Id="rId3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29" Type="http://schemas.openxmlformats.org/officeDocument/2006/relationships/oleObject" Target="../embeddings/oleObject78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68.wmf"/><Relationship Id="rId32" Type="http://schemas.openxmlformats.org/officeDocument/2006/relationships/image" Target="../media/image72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5.bin"/><Relationship Id="rId28" Type="http://schemas.openxmlformats.org/officeDocument/2006/relationships/image" Target="../media/image70.wmf"/><Relationship Id="rId36" Type="http://schemas.openxmlformats.org/officeDocument/2006/relationships/image" Target="../media/image74.wmf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9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4.wmf"/><Relationship Id="rId22" Type="http://schemas.openxmlformats.org/officeDocument/2006/relationships/oleObject" Target="../embeddings/oleObject74.bin"/><Relationship Id="rId27" Type="http://schemas.openxmlformats.org/officeDocument/2006/relationships/oleObject" Target="../embeddings/oleObject77.bin"/><Relationship Id="rId30" Type="http://schemas.openxmlformats.org/officeDocument/2006/relationships/image" Target="../media/image71.wmf"/><Relationship Id="rId35" Type="http://schemas.openxmlformats.org/officeDocument/2006/relationships/oleObject" Target="../embeddings/oleObject81.bin"/><Relationship Id="rId8" Type="http://schemas.openxmlformats.org/officeDocument/2006/relationships/image" Target="../media/image6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66.wmf"/><Relationship Id="rId26" Type="http://schemas.openxmlformats.org/officeDocument/2006/relationships/image" Target="../media/image77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76.w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3.bin"/><Relationship Id="rId28" Type="http://schemas.openxmlformats.org/officeDocument/2006/relationships/image" Target="../media/image78.wmf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64.wmf"/><Relationship Id="rId22" Type="http://schemas.openxmlformats.org/officeDocument/2006/relationships/oleObject" Target="../embeddings/oleObject92.bin"/><Relationship Id="rId27" Type="http://schemas.openxmlformats.org/officeDocument/2006/relationships/oleObject" Target="../embeddings/oleObject95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85.wmf"/><Relationship Id="rId26" Type="http://schemas.openxmlformats.org/officeDocument/2006/relationships/image" Target="../media/image89.wmf"/><Relationship Id="rId21" Type="http://schemas.openxmlformats.org/officeDocument/2006/relationships/oleObject" Target="../embeddings/oleObject104.bin"/><Relationship Id="rId34" Type="http://schemas.openxmlformats.org/officeDocument/2006/relationships/image" Target="../media/image93.wmf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102.bin"/><Relationship Id="rId25" Type="http://schemas.openxmlformats.org/officeDocument/2006/relationships/oleObject" Target="../embeddings/oleObject106.bin"/><Relationship Id="rId33" Type="http://schemas.openxmlformats.org/officeDocument/2006/relationships/oleObject" Target="../embeddings/oleObject110.bin"/><Relationship Id="rId38" Type="http://schemas.openxmlformats.org/officeDocument/2006/relationships/image" Target="../media/image9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wmf"/><Relationship Id="rId20" Type="http://schemas.openxmlformats.org/officeDocument/2006/relationships/image" Target="../media/image86.wmf"/><Relationship Id="rId29" Type="http://schemas.openxmlformats.org/officeDocument/2006/relationships/oleObject" Target="../embeddings/oleObject108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88.wmf"/><Relationship Id="rId32" Type="http://schemas.openxmlformats.org/officeDocument/2006/relationships/image" Target="../media/image92.wmf"/><Relationship Id="rId37" Type="http://schemas.openxmlformats.org/officeDocument/2006/relationships/oleObject" Target="../embeddings/oleObject112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28" Type="http://schemas.openxmlformats.org/officeDocument/2006/relationships/image" Target="../media/image90.wmf"/><Relationship Id="rId36" Type="http://schemas.openxmlformats.org/officeDocument/2006/relationships/image" Target="../media/image94.wmf"/><Relationship Id="rId10" Type="http://schemas.openxmlformats.org/officeDocument/2006/relationships/image" Target="../media/image81.wmf"/><Relationship Id="rId19" Type="http://schemas.openxmlformats.org/officeDocument/2006/relationships/oleObject" Target="../embeddings/oleObject103.bin"/><Relationship Id="rId31" Type="http://schemas.openxmlformats.org/officeDocument/2006/relationships/oleObject" Target="../embeddings/oleObject109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83.wmf"/><Relationship Id="rId22" Type="http://schemas.openxmlformats.org/officeDocument/2006/relationships/image" Target="../media/image87.wmf"/><Relationship Id="rId27" Type="http://schemas.openxmlformats.org/officeDocument/2006/relationships/oleObject" Target="../embeddings/oleObject107.bin"/><Relationship Id="rId30" Type="http://schemas.openxmlformats.org/officeDocument/2006/relationships/image" Target="../media/image91.wmf"/><Relationship Id="rId35" Type="http://schemas.openxmlformats.org/officeDocument/2006/relationships/oleObject" Target="../embeddings/oleObject111.bin"/><Relationship Id="rId8" Type="http://schemas.openxmlformats.org/officeDocument/2006/relationships/image" Target="../media/image80.wmf"/><Relationship Id="rId3" Type="http://schemas.openxmlformats.org/officeDocument/2006/relationships/oleObject" Target="../embeddings/oleObject9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53.wmf"/><Relationship Id="rId26" Type="http://schemas.openxmlformats.org/officeDocument/2006/relationships/image" Target="../media/image106.wmf"/><Relationship Id="rId3" Type="http://schemas.openxmlformats.org/officeDocument/2006/relationships/oleObject" Target="../embeddings/oleObject113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20.bin"/><Relationship Id="rId25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2.wmf"/><Relationship Id="rId20" Type="http://schemas.openxmlformats.org/officeDocument/2006/relationships/image" Target="../media/image103.wmf"/><Relationship Id="rId29" Type="http://schemas.openxmlformats.org/officeDocument/2006/relationships/oleObject" Target="../embeddings/oleObject126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117.bin"/><Relationship Id="rId24" Type="http://schemas.openxmlformats.org/officeDocument/2006/relationships/image" Target="../media/image105.wmf"/><Relationship Id="rId32" Type="http://schemas.openxmlformats.org/officeDocument/2006/relationships/image" Target="../media/image88.wmf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3.bin"/><Relationship Id="rId28" Type="http://schemas.openxmlformats.org/officeDocument/2006/relationships/image" Target="../media/image86.wmf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121.bin"/><Relationship Id="rId31" Type="http://schemas.openxmlformats.org/officeDocument/2006/relationships/oleObject" Target="../embeddings/oleObject127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01.wmf"/><Relationship Id="rId22" Type="http://schemas.openxmlformats.org/officeDocument/2006/relationships/image" Target="../media/image104.wmf"/><Relationship Id="rId27" Type="http://schemas.openxmlformats.org/officeDocument/2006/relationships/oleObject" Target="../embeddings/oleObject125.bin"/><Relationship Id="rId30" Type="http://schemas.openxmlformats.org/officeDocument/2006/relationships/image" Target="../media/image87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10.wmf"/><Relationship Id="rId26" Type="http://schemas.openxmlformats.org/officeDocument/2006/relationships/image" Target="../media/image113.wmf"/><Relationship Id="rId21" Type="http://schemas.openxmlformats.org/officeDocument/2006/relationships/oleObject" Target="../embeddings/oleObject133.bin"/><Relationship Id="rId34" Type="http://schemas.openxmlformats.org/officeDocument/2006/relationships/image" Target="../media/image117.wmf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131.bin"/><Relationship Id="rId25" Type="http://schemas.openxmlformats.org/officeDocument/2006/relationships/oleObject" Target="../embeddings/oleObject136.bin"/><Relationship Id="rId33" Type="http://schemas.openxmlformats.org/officeDocument/2006/relationships/oleObject" Target="../embeddings/oleObject140.bin"/><Relationship Id="rId38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image" Target="../media/image111.wmf"/><Relationship Id="rId29" Type="http://schemas.openxmlformats.org/officeDocument/2006/relationships/oleObject" Target="../embeddings/oleObject138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26.bin"/><Relationship Id="rId24" Type="http://schemas.openxmlformats.org/officeDocument/2006/relationships/oleObject" Target="../embeddings/oleObject135.bin"/><Relationship Id="rId32" Type="http://schemas.openxmlformats.org/officeDocument/2006/relationships/image" Target="../media/image116.wmf"/><Relationship Id="rId37" Type="http://schemas.openxmlformats.org/officeDocument/2006/relationships/oleObject" Target="../embeddings/oleObject142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07.bin"/><Relationship Id="rId23" Type="http://schemas.openxmlformats.org/officeDocument/2006/relationships/image" Target="../media/image112.wmf"/><Relationship Id="rId28" Type="http://schemas.openxmlformats.org/officeDocument/2006/relationships/image" Target="../media/image114.wmf"/><Relationship Id="rId36" Type="http://schemas.openxmlformats.org/officeDocument/2006/relationships/image" Target="../media/image118.wmf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132.bin"/><Relationship Id="rId31" Type="http://schemas.openxmlformats.org/officeDocument/2006/relationships/oleObject" Target="../embeddings/oleObject139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88.wmf"/><Relationship Id="rId22" Type="http://schemas.openxmlformats.org/officeDocument/2006/relationships/oleObject" Target="../embeddings/oleObject134.bin"/><Relationship Id="rId27" Type="http://schemas.openxmlformats.org/officeDocument/2006/relationships/oleObject" Target="../embeddings/oleObject137.bin"/><Relationship Id="rId30" Type="http://schemas.openxmlformats.org/officeDocument/2006/relationships/image" Target="../media/image115.wmf"/><Relationship Id="rId35" Type="http://schemas.openxmlformats.org/officeDocument/2006/relationships/oleObject" Target="../embeddings/oleObject141.bin"/><Relationship Id="rId8" Type="http://schemas.openxmlformats.org/officeDocument/2006/relationships/image" Target="../media/image109.wmf"/><Relationship Id="rId3" Type="http://schemas.openxmlformats.org/officeDocument/2006/relationships/oleObject" Target="../embeddings/oleObject12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27.wmf"/><Relationship Id="rId26" Type="http://schemas.openxmlformats.org/officeDocument/2006/relationships/image" Target="../media/image130.wmf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50.bin"/><Relationship Id="rId25" Type="http://schemas.openxmlformats.org/officeDocument/2006/relationships/oleObject" Target="../embeddings/oleObject1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29" Type="http://schemas.openxmlformats.org/officeDocument/2006/relationships/oleObject" Target="../embeddings/oleObject156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47.bin"/><Relationship Id="rId24" Type="http://schemas.openxmlformats.org/officeDocument/2006/relationships/image" Target="../media/image129.wmf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23" Type="http://schemas.openxmlformats.org/officeDocument/2006/relationships/oleObject" Target="../embeddings/oleObject153.bin"/><Relationship Id="rId28" Type="http://schemas.openxmlformats.org/officeDocument/2006/relationships/image" Target="../media/image131.wmf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25.emf"/><Relationship Id="rId22" Type="http://schemas.openxmlformats.org/officeDocument/2006/relationships/image" Target="../media/image112.wmf"/><Relationship Id="rId27" Type="http://schemas.openxmlformats.org/officeDocument/2006/relationships/oleObject" Target="../embeddings/oleObject155.bin"/><Relationship Id="rId30" Type="http://schemas.openxmlformats.org/officeDocument/2006/relationships/image" Target="../media/image13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40.wmf"/><Relationship Id="rId26" Type="http://schemas.openxmlformats.org/officeDocument/2006/relationships/image" Target="../media/image144.wmf"/><Relationship Id="rId3" Type="http://schemas.openxmlformats.org/officeDocument/2006/relationships/oleObject" Target="../embeddings/oleObject157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37.wmf"/><Relationship Id="rId17" Type="http://schemas.openxmlformats.org/officeDocument/2006/relationships/oleObject" Target="../embeddings/oleObject164.bin"/><Relationship Id="rId25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wmf"/><Relationship Id="rId20" Type="http://schemas.openxmlformats.org/officeDocument/2006/relationships/image" Target="../media/image14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61.bin"/><Relationship Id="rId24" Type="http://schemas.openxmlformats.org/officeDocument/2006/relationships/image" Target="../media/image143.wmf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23" Type="http://schemas.openxmlformats.org/officeDocument/2006/relationships/oleObject" Target="../embeddings/oleObject167.bin"/><Relationship Id="rId10" Type="http://schemas.openxmlformats.org/officeDocument/2006/relationships/image" Target="../media/image136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38.wmf"/><Relationship Id="rId22" Type="http://schemas.openxmlformats.org/officeDocument/2006/relationships/image" Target="../media/image14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52.wmf"/><Relationship Id="rId26" Type="http://schemas.openxmlformats.org/officeDocument/2006/relationships/image" Target="../media/image156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49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1.wmf"/><Relationship Id="rId20" Type="http://schemas.openxmlformats.org/officeDocument/2006/relationships/image" Target="../media/image153.wmf"/><Relationship Id="rId29" Type="http://schemas.openxmlformats.org/officeDocument/2006/relationships/oleObject" Target="../embeddings/oleObject182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55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157.wmf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50.wmf"/><Relationship Id="rId22" Type="http://schemas.openxmlformats.org/officeDocument/2006/relationships/image" Target="../media/image154.wmf"/><Relationship Id="rId27" Type="http://schemas.openxmlformats.org/officeDocument/2006/relationships/oleObject" Target="../embeddings/oleObject181.bin"/><Relationship Id="rId30" Type="http://schemas.openxmlformats.org/officeDocument/2006/relationships/image" Target="../media/image15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08.wmf"/><Relationship Id="rId26" Type="http://schemas.openxmlformats.org/officeDocument/2006/relationships/image" Target="../media/image90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26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129.bin"/><Relationship Id="rId25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5.wmf"/><Relationship Id="rId20" Type="http://schemas.openxmlformats.org/officeDocument/2006/relationships/image" Target="../media/image8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87.bin"/><Relationship Id="rId24" Type="http://schemas.openxmlformats.org/officeDocument/2006/relationships/image" Target="../media/image88.wmf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23" Type="http://schemas.openxmlformats.org/officeDocument/2006/relationships/oleObject" Target="../embeddings/oleObject127.bin"/><Relationship Id="rId28" Type="http://schemas.openxmlformats.org/officeDocument/2006/relationships/image" Target="../media/image166.wmf"/><Relationship Id="rId10" Type="http://schemas.openxmlformats.org/officeDocument/2006/relationships/image" Target="../media/image162.wmf"/><Relationship Id="rId19" Type="http://schemas.openxmlformats.org/officeDocument/2006/relationships/oleObject" Target="../embeddings/oleObject125.bin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64.wmf"/><Relationship Id="rId22" Type="http://schemas.openxmlformats.org/officeDocument/2006/relationships/image" Target="../media/image87.wmf"/><Relationship Id="rId27" Type="http://schemas.openxmlformats.org/officeDocument/2006/relationships/oleObject" Target="../embeddings/oleObject190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174.wmf"/><Relationship Id="rId26" Type="http://schemas.openxmlformats.org/officeDocument/2006/relationships/image" Target="../media/image178.wmf"/><Relationship Id="rId21" Type="http://schemas.openxmlformats.org/officeDocument/2006/relationships/oleObject" Target="../embeddings/oleObject200.bin"/><Relationship Id="rId34" Type="http://schemas.openxmlformats.org/officeDocument/2006/relationships/image" Target="../media/image181.wmf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98.bin"/><Relationship Id="rId25" Type="http://schemas.openxmlformats.org/officeDocument/2006/relationships/oleObject" Target="../embeddings/oleObject202.bin"/><Relationship Id="rId33" Type="http://schemas.openxmlformats.org/officeDocument/2006/relationships/oleObject" Target="../embeddings/oleObject205.bin"/><Relationship Id="rId38" Type="http://schemas.openxmlformats.org/officeDocument/2006/relationships/image" Target="../media/image18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29" Type="http://schemas.openxmlformats.org/officeDocument/2006/relationships/oleObject" Target="../embeddings/oleObject204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95.bin"/><Relationship Id="rId24" Type="http://schemas.openxmlformats.org/officeDocument/2006/relationships/image" Target="../media/image177.wmf"/><Relationship Id="rId32" Type="http://schemas.openxmlformats.org/officeDocument/2006/relationships/image" Target="../media/image127.wmf"/><Relationship Id="rId37" Type="http://schemas.openxmlformats.org/officeDocument/2006/relationships/oleObject" Target="../embeddings/oleObject207.bin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23" Type="http://schemas.openxmlformats.org/officeDocument/2006/relationships/oleObject" Target="../embeddings/oleObject201.bin"/><Relationship Id="rId28" Type="http://schemas.openxmlformats.org/officeDocument/2006/relationships/image" Target="../media/image179.wmf"/><Relationship Id="rId36" Type="http://schemas.openxmlformats.org/officeDocument/2006/relationships/image" Target="../media/image182.wmf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199.bin"/><Relationship Id="rId31" Type="http://schemas.openxmlformats.org/officeDocument/2006/relationships/oleObject" Target="../embeddings/oleObject150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72.wmf"/><Relationship Id="rId22" Type="http://schemas.openxmlformats.org/officeDocument/2006/relationships/image" Target="../media/image176.wmf"/><Relationship Id="rId27" Type="http://schemas.openxmlformats.org/officeDocument/2006/relationships/oleObject" Target="../embeddings/oleObject203.bin"/><Relationship Id="rId30" Type="http://schemas.openxmlformats.org/officeDocument/2006/relationships/image" Target="../media/image180.wmf"/><Relationship Id="rId35" Type="http://schemas.openxmlformats.org/officeDocument/2006/relationships/oleObject" Target="../embeddings/oleObject206.bin"/><Relationship Id="rId8" Type="http://schemas.openxmlformats.org/officeDocument/2006/relationships/image" Target="../media/image169.wmf"/><Relationship Id="rId3" Type="http://schemas.openxmlformats.org/officeDocument/2006/relationships/oleObject" Target="../embeddings/oleObject191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191.wmf"/><Relationship Id="rId26" Type="http://schemas.openxmlformats.org/officeDocument/2006/relationships/image" Target="../media/image195.wmf"/><Relationship Id="rId3" Type="http://schemas.openxmlformats.org/officeDocument/2006/relationships/oleObject" Target="../embeddings/oleObject208.bin"/><Relationship Id="rId21" Type="http://schemas.openxmlformats.org/officeDocument/2006/relationships/oleObject" Target="../embeddings/oleObject217.bin"/><Relationship Id="rId34" Type="http://schemas.openxmlformats.org/officeDocument/2006/relationships/image" Target="../media/image199.wmf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188.wmf"/><Relationship Id="rId17" Type="http://schemas.openxmlformats.org/officeDocument/2006/relationships/oleObject" Target="../embeddings/oleObject215.bin"/><Relationship Id="rId25" Type="http://schemas.openxmlformats.org/officeDocument/2006/relationships/oleObject" Target="../embeddings/oleObject219.bin"/><Relationship Id="rId33" Type="http://schemas.openxmlformats.org/officeDocument/2006/relationships/oleObject" Target="../embeddings/oleObject2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wmf"/><Relationship Id="rId20" Type="http://schemas.openxmlformats.org/officeDocument/2006/relationships/image" Target="../media/image192.wmf"/><Relationship Id="rId29" Type="http://schemas.openxmlformats.org/officeDocument/2006/relationships/oleObject" Target="../embeddings/oleObject22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12.bin"/><Relationship Id="rId24" Type="http://schemas.openxmlformats.org/officeDocument/2006/relationships/image" Target="../media/image194.wmf"/><Relationship Id="rId32" Type="http://schemas.openxmlformats.org/officeDocument/2006/relationships/image" Target="../media/image198.wmf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196.wmf"/><Relationship Id="rId36" Type="http://schemas.openxmlformats.org/officeDocument/2006/relationships/image" Target="../media/image200.wmf"/><Relationship Id="rId10" Type="http://schemas.openxmlformats.org/officeDocument/2006/relationships/image" Target="../media/image187.wmf"/><Relationship Id="rId19" Type="http://schemas.openxmlformats.org/officeDocument/2006/relationships/oleObject" Target="../embeddings/oleObject216.bin"/><Relationship Id="rId31" Type="http://schemas.openxmlformats.org/officeDocument/2006/relationships/oleObject" Target="../embeddings/oleObject222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189.wmf"/><Relationship Id="rId22" Type="http://schemas.openxmlformats.org/officeDocument/2006/relationships/image" Target="../media/image193.wmf"/><Relationship Id="rId27" Type="http://schemas.openxmlformats.org/officeDocument/2006/relationships/oleObject" Target="../embeddings/oleObject220.bin"/><Relationship Id="rId30" Type="http://schemas.openxmlformats.org/officeDocument/2006/relationships/image" Target="../media/image197.wmf"/><Relationship Id="rId35" Type="http://schemas.openxmlformats.org/officeDocument/2006/relationships/oleObject" Target="../embeddings/oleObject224.bin"/><Relationship Id="rId8" Type="http://schemas.openxmlformats.org/officeDocument/2006/relationships/image" Target="../media/image18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07.wmf"/><Relationship Id="rId26" Type="http://schemas.openxmlformats.org/officeDocument/2006/relationships/image" Target="../media/image211.wmf"/><Relationship Id="rId3" Type="http://schemas.openxmlformats.org/officeDocument/2006/relationships/oleObject" Target="../embeddings/oleObject225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32.bin"/><Relationship Id="rId25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wmf"/><Relationship Id="rId20" Type="http://schemas.openxmlformats.org/officeDocument/2006/relationships/image" Target="../media/image208.wmf"/><Relationship Id="rId29" Type="http://schemas.openxmlformats.org/officeDocument/2006/relationships/oleObject" Target="../embeddings/oleObject23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29.bin"/><Relationship Id="rId24" Type="http://schemas.openxmlformats.org/officeDocument/2006/relationships/image" Target="../media/image210.wmf"/><Relationship Id="rId32" Type="http://schemas.openxmlformats.org/officeDocument/2006/relationships/image" Target="../media/image200.wmf"/><Relationship Id="rId5" Type="http://schemas.openxmlformats.org/officeDocument/2006/relationships/oleObject" Target="../embeddings/oleObject226.bin"/><Relationship Id="rId15" Type="http://schemas.openxmlformats.org/officeDocument/2006/relationships/oleObject" Target="../embeddings/oleObject231.bin"/><Relationship Id="rId23" Type="http://schemas.openxmlformats.org/officeDocument/2006/relationships/oleObject" Target="../embeddings/oleObject235.bin"/><Relationship Id="rId28" Type="http://schemas.openxmlformats.org/officeDocument/2006/relationships/image" Target="../media/image212.wmf"/><Relationship Id="rId10" Type="http://schemas.openxmlformats.org/officeDocument/2006/relationships/image" Target="../media/image203.wmf"/><Relationship Id="rId19" Type="http://schemas.openxmlformats.org/officeDocument/2006/relationships/oleObject" Target="../embeddings/oleObject233.bin"/><Relationship Id="rId31" Type="http://schemas.openxmlformats.org/officeDocument/2006/relationships/oleObject" Target="../embeddings/oleObject239.bin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05.wmf"/><Relationship Id="rId22" Type="http://schemas.openxmlformats.org/officeDocument/2006/relationships/image" Target="../media/image209.wmf"/><Relationship Id="rId27" Type="http://schemas.openxmlformats.org/officeDocument/2006/relationships/oleObject" Target="../embeddings/oleObject237.bin"/><Relationship Id="rId30" Type="http://schemas.openxmlformats.org/officeDocument/2006/relationships/image" Target="../media/image213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5.bin"/><Relationship Id="rId18" Type="http://schemas.openxmlformats.org/officeDocument/2006/relationships/image" Target="../media/image218.wmf"/><Relationship Id="rId26" Type="http://schemas.openxmlformats.org/officeDocument/2006/relationships/image" Target="../media/image222.wmf"/><Relationship Id="rId3" Type="http://schemas.openxmlformats.org/officeDocument/2006/relationships/oleObject" Target="../embeddings/oleObject240.bin"/><Relationship Id="rId21" Type="http://schemas.openxmlformats.org/officeDocument/2006/relationships/oleObject" Target="../embeddings/oleObject249.bin"/><Relationship Id="rId34" Type="http://schemas.openxmlformats.org/officeDocument/2006/relationships/image" Target="../media/image226.wmf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17.wmf"/><Relationship Id="rId17" Type="http://schemas.openxmlformats.org/officeDocument/2006/relationships/oleObject" Target="../embeddings/oleObject247.bin"/><Relationship Id="rId25" Type="http://schemas.openxmlformats.org/officeDocument/2006/relationships/oleObject" Target="../embeddings/oleObject251.bin"/><Relationship Id="rId33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wmf"/><Relationship Id="rId20" Type="http://schemas.openxmlformats.org/officeDocument/2006/relationships/image" Target="../media/image219.wmf"/><Relationship Id="rId29" Type="http://schemas.openxmlformats.org/officeDocument/2006/relationships/oleObject" Target="../embeddings/oleObject253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244.bin"/><Relationship Id="rId24" Type="http://schemas.openxmlformats.org/officeDocument/2006/relationships/image" Target="../media/image221.wmf"/><Relationship Id="rId32" Type="http://schemas.openxmlformats.org/officeDocument/2006/relationships/image" Target="../media/image225.wmf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23" Type="http://schemas.openxmlformats.org/officeDocument/2006/relationships/oleObject" Target="../embeddings/oleObject250.bin"/><Relationship Id="rId28" Type="http://schemas.openxmlformats.org/officeDocument/2006/relationships/image" Target="../media/image223.wmf"/><Relationship Id="rId36" Type="http://schemas.openxmlformats.org/officeDocument/2006/relationships/image" Target="../media/image227.wmf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48.bin"/><Relationship Id="rId31" Type="http://schemas.openxmlformats.org/officeDocument/2006/relationships/oleObject" Target="../embeddings/oleObject254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128.wmf"/><Relationship Id="rId22" Type="http://schemas.openxmlformats.org/officeDocument/2006/relationships/image" Target="../media/image220.wmf"/><Relationship Id="rId27" Type="http://schemas.openxmlformats.org/officeDocument/2006/relationships/oleObject" Target="../embeddings/oleObject252.bin"/><Relationship Id="rId30" Type="http://schemas.openxmlformats.org/officeDocument/2006/relationships/image" Target="../media/image224.wmf"/><Relationship Id="rId35" Type="http://schemas.openxmlformats.org/officeDocument/2006/relationships/oleObject" Target="../embeddings/oleObject256.bin"/><Relationship Id="rId8" Type="http://schemas.openxmlformats.org/officeDocument/2006/relationships/image" Target="../media/image21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62.bin"/><Relationship Id="rId18" Type="http://schemas.openxmlformats.org/officeDocument/2006/relationships/image" Target="../media/image235.wmf"/><Relationship Id="rId26" Type="http://schemas.openxmlformats.org/officeDocument/2006/relationships/image" Target="../media/image226.wmf"/><Relationship Id="rId3" Type="http://schemas.openxmlformats.org/officeDocument/2006/relationships/oleObject" Target="../embeddings/oleObject257.bin"/><Relationship Id="rId21" Type="http://schemas.openxmlformats.org/officeDocument/2006/relationships/oleObject" Target="../embeddings/oleObject266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32.wmf"/><Relationship Id="rId17" Type="http://schemas.openxmlformats.org/officeDocument/2006/relationships/oleObject" Target="../embeddings/oleObject264.bin"/><Relationship Id="rId25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4.wmf"/><Relationship Id="rId20" Type="http://schemas.openxmlformats.org/officeDocument/2006/relationships/image" Target="../media/image23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61.bin"/><Relationship Id="rId24" Type="http://schemas.openxmlformats.org/officeDocument/2006/relationships/image" Target="../media/image238.wmf"/><Relationship Id="rId5" Type="http://schemas.openxmlformats.org/officeDocument/2006/relationships/oleObject" Target="../embeddings/oleObject258.bin"/><Relationship Id="rId15" Type="http://schemas.openxmlformats.org/officeDocument/2006/relationships/oleObject" Target="../embeddings/oleObject263.bin"/><Relationship Id="rId23" Type="http://schemas.openxmlformats.org/officeDocument/2006/relationships/oleObject" Target="../embeddings/oleObject267.bin"/><Relationship Id="rId28" Type="http://schemas.openxmlformats.org/officeDocument/2006/relationships/image" Target="../media/image227.wmf"/><Relationship Id="rId10" Type="http://schemas.openxmlformats.org/officeDocument/2006/relationships/image" Target="../media/image231.wmf"/><Relationship Id="rId19" Type="http://schemas.openxmlformats.org/officeDocument/2006/relationships/oleObject" Target="../embeddings/oleObject265.bin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33.wmf"/><Relationship Id="rId22" Type="http://schemas.openxmlformats.org/officeDocument/2006/relationships/image" Target="../media/image237.wmf"/><Relationship Id="rId27" Type="http://schemas.openxmlformats.org/officeDocument/2006/relationships/oleObject" Target="../embeddings/oleObject26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75.bin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5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74.bin"/><Relationship Id="rId5" Type="http://schemas.openxmlformats.org/officeDocument/2006/relationships/oleObject" Target="../embeddings/oleObject271.bin"/><Relationship Id="rId15" Type="http://schemas.openxmlformats.org/officeDocument/2006/relationships/oleObject" Target="../embeddings/oleObject276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73.bin"/><Relationship Id="rId14" Type="http://schemas.openxmlformats.org/officeDocument/2006/relationships/image" Target="../media/image24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82.bin"/><Relationship Id="rId18" Type="http://schemas.openxmlformats.org/officeDocument/2006/relationships/image" Target="../media/image252.wmf"/><Relationship Id="rId3" Type="http://schemas.openxmlformats.org/officeDocument/2006/relationships/oleObject" Target="../embeddings/oleObject277.bin"/><Relationship Id="rId21" Type="http://schemas.openxmlformats.org/officeDocument/2006/relationships/oleObject" Target="../embeddings/oleObject286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49.wmf"/><Relationship Id="rId17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1.wmf"/><Relationship Id="rId20" Type="http://schemas.openxmlformats.org/officeDocument/2006/relationships/image" Target="../media/image253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255.wmf"/><Relationship Id="rId5" Type="http://schemas.openxmlformats.org/officeDocument/2006/relationships/oleObject" Target="../embeddings/oleObject278.bin"/><Relationship Id="rId15" Type="http://schemas.openxmlformats.org/officeDocument/2006/relationships/oleObject" Target="../embeddings/oleObject283.bin"/><Relationship Id="rId23" Type="http://schemas.openxmlformats.org/officeDocument/2006/relationships/oleObject" Target="../embeddings/oleObject287.bin"/><Relationship Id="rId10" Type="http://schemas.openxmlformats.org/officeDocument/2006/relationships/image" Target="../media/image248.wmf"/><Relationship Id="rId19" Type="http://schemas.openxmlformats.org/officeDocument/2006/relationships/oleObject" Target="../embeddings/oleObject285.bin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250.wmf"/><Relationship Id="rId22" Type="http://schemas.openxmlformats.org/officeDocument/2006/relationships/image" Target="../media/image254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3.bin"/><Relationship Id="rId18" Type="http://schemas.openxmlformats.org/officeDocument/2006/relationships/image" Target="../media/image263.wmf"/><Relationship Id="rId26" Type="http://schemas.openxmlformats.org/officeDocument/2006/relationships/image" Target="../media/image167.wmf"/><Relationship Id="rId39" Type="http://schemas.openxmlformats.org/officeDocument/2006/relationships/oleObject" Target="../embeddings/oleObject200.bin"/><Relationship Id="rId21" Type="http://schemas.openxmlformats.org/officeDocument/2006/relationships/oleObject" Target="../embeddings/oleObject297.bin"/><Relationship Id="rId34" Type="http://schemas.openxmlformats.org/officeDocument/2006/relationships/image" Target="../media/image171.wmf"/><Relationship Id="rId42" Type="http://schemas.openxmlformats.org/officeDocument/2006/relationships/image" Target="../media/image177.wmf"/><Relationship Id="rId7" Type="http://schemas.openxmlformats.org/officeDocument/2006/relationships/oleObject" Target="../embeddings/oleObject2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2.wmf"/><Relationship Id="rId20" Type="http://schemas.openxmlformats.org/officeDocument/2006/relationships/image" Target="../media/image264.wmf"/><Relationship Id="rId29" Type="http://schemas.openxmlformats.org/officeDocument/2006/relationships/oleObject" Target="../embeddings/oleObject193.bin"/><Relationship Id="rId41" Type="http://schemas.openxmlformats.org/officeDocument/2006/relationships/oleObject" Target="../embeddings/oleObject201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57.wmf"/><Relationship Id="rId11" Type="http://schemas.openxmlformats.org/officeDocument/2006/relationships/oleObject" Target="../embeddings/oleObject292.bin"/><Relationship Id="rId24" Type="http://schemas.openxmlformats.org/officeDocument/2006/relationships/image" Target="../media/image266.wmf"/><Relationship Id="rId32" Type="http://schemas.openxmlformats.org/officeDocument/2006/relationships/image" Target="../media/image170.wmf"/><Relationship Id="rId37" Type="http://schemas.openxmlformats.org/officeDocument/2006/relationships/oleObject" Target="../embeddings/oleObject197.bin"/><Relationship Id="rId40" Type="http://schemas.openxmlformats.org/officeDocument/2006/relationships/image" Target="../media/image176.wmf"/><Relationship Id="rId5" Type="http://schemas.openxmlformats.org/officeDocument/2006/relationships/oleObject" Target="../embeddings/oleObject289.bin"/><Relationship Id="rId15" Type="http://schemas.openxmlformats.org/officeDocument/2006/relationships/oleObject" Target="../embeddings/oleObject294.bin"/><Relationship Id="rId23" Type="http://schemas.openxmlformats.org/officeDocument/2006/relationships/oleObject" Target="../embeddings/oleObject298.bin"/><Relationship Id="rId28" Type="http://schemas.openxmlformats.org/officeDocument/2006/relationships/image" Target="../media/image168.wmf"/><Relationship Id="rId36" Type="http://schemas.openxmlformats.org/officeDocument/2006/relationships/image" Target="../media/image172.wmf"/><Relationship Id="rId10" Type="http://schemas.openxmlformats.org/officeDocument/2006/relationships/image" Target="../media/image259.wmf"/><Relationship Id="rId19" Type="http://schemas.openxmlformats.org/officeDocument/2006/relationships/oleObject" Target="../embeddings/oleObject296.bin"/><Relationship Id="rId31" Type="http://schemas.openxmlformats.org/officeDocument/2006/relationships/oleObject" Target="../embeddings/oleObject194.bin"/><Relationship Id="rId44" Type="http://schemas.openxmlformats.org/officeDocument/2006/relationships/image" Target="../media/image178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291.bin"/><Relationship Id="rId14" Type="http://schemas.openxmlformats.org/officeDocument/2006/relationships/image" Target="../media/image261.wmf"/><Relationship Id="rId22" Type="http://schemas.openxmlformats.org/officeDocument/2006/relationships/image" Target="../media/image265.wmf"/><Relationship Id="rId27" Type="http://schemas.openxmlformats.org/officeDocument/2006/relationships/oleObject" Target="../embeddings/oleObject192.bin"/><Relationship Id="rId30" Type="http://schemas.openxmlformats.org/officeDocument/2006/relationships/image" Target="../media/image169.wmf"/><Relationship Id="rId35" Type="http://schemas.openxmlformats.org/officeDocument/2006/relationships/oleObject" Target="../embeddings/oleObject196.bin"/><Relationship Id="rId43" Type="http://schemas.openxmlformats.org/officeDocument/2006/relationships/oleObject" Target="../embeddings/oleObject202.bin"/><Relationship Id="rId8" Type="http://schemas.openxmlformats.org/officeDocument/2006/relationships/image" Target="../media/image258.wmf"/><Relationship Id="rId3" Type="http://schemas.openxmlformats.org/officeDocument/2006/relationships/oleObject" Target="../embeddings/oleObject288.bin"/><Relationship Id="rId12" Type="http://schemas.openxmlformats.org/officeDocument/2006/relationships/image" Target="../media/image260.wmf"/><Relationship Id="rId17" Type="http://schemas.openxmlformats.org/officeDocument/2006/relationships/oleObject" Target="../embeddings/oleObject295.bin"/><Relationship Id="rId25" Type="http://schemas.openxmlformats.org/officeDocument/2006/relationships/oleObject" Target="../embeddings/oleObject191.bin"/><Relationship Id="rId33" Type="http://schemas.openxmlformats.org/officeDocument/2006/relationships/oleObject" Target="../embeddings/oleObject195.bin"/><Relationship Id="rId38" Type="http://schemas.openxmlformats.org/officeDocument/2006/relationships/image" Target="../media/image173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4.bin"/><Relationship Id="rId18" Type="http://schemas.openxmlformats.org/officeDocument/2006/relationships/image" Target="../media/image274.wmf"/><Relationship Id="rId26" Type="http://schemas.openxmlformats.org/officeDocument/2006/relationships/image" Target="../media/image168.wmf"/><Relationship Id="rId39" Type="http://schemas.openxmlformats.org/officeDocument/2006/relationships/oleObject" Target="../embeddings/oleObject201.bin"/><Relationship Id="rId21" Type="http://schemas.openxmlformats.org/officeDocument/2006/relationships/oleObject" Target="../embeddings/oleObject308.bin"/><Relationship Id="rId34" Type="http://schemas.openxmlformats.org/officeDocument/2006/relationships/image" Target="../media/image172.wmf"/><Relationship Id="rId42" Type="http://schemas.openxmlformats.org/officeDocument/2006/relationships/image" Target="../media/image178.wmf"/><Relationship Id="rId7" Type="http://schemas.openxmlformats.org/officeDocument/2006/relationships/oleObject" Target="../embeddings/oleObject3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3.wmf"/><Relationship Id="rId20" Type="http://schemas.openxmlformats.org/officeDocument/2006/relationships/image" Target="../media/image275.wmf"/><Relationship Id="rId29" Type="http://schemas.openxmlformats.org/officeDocument/2006/relationships/oleObject" Target="../embeddings/oleObject194.bin"/><Relationship Id="rId41" Type="http://schemas.openxmlformats.org/officeDocument/2006/relationships/oleObject" Target="../embeddings/oleObject202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303.bin"/><Relationship Id="rId24" Type="http://schemas.openxmlformats.org/officeDocument/2006/relationships/image" Target="../media/image167.wmf"/><Relationship Id="rId32" Type="http://schemas.openxmlformats.org/officeDocument/2006/relationships/image" Target="../media/image171.wmf"/><Relationship Id="rId37" Type="http://schemas.openxmlformats.org/officeDocument/2006/relationships/oleObject" Target="../embeddings/oleObject200.bin"/><Relationship Id="rId40" Type="http://schemas.openxmlformats.org/officeDocument/2006/relationships/image" Target="../media/image177.wmf"/><Relationship Id="rId5" Type="http://schemas.openxmlformats.org/officeDocument/2006/relationships/oleObject" Target="../embeddings/oleObject300.bin"/><Relationship Id="rId15" Type="http://schemas.openxmlformats.org/officeDocument/2006/relationships/oleObject" Target="../embeddings/oleObject305.bin"/><Relationship Id="rId23" Type="http://schemas.openxmlformats.org/officeDocument/2006/relationships/oleObject" Target="../embeddings/oleObject191.bin"/><Relationship Id="rId28" Type="http://schemas.openxmlformats.org/officeDocument/2006/relationships/image" Target="../media/image169.wmf"/><Relationship Id="rId36" Type="http://schemas.openxmlformats.org/officeDocument/2006/relationships/image" Target="../media/image173.wmf"/><Relationship Id="rId10" Type="http://schemas.openxmlformats.org/officeDocument/2006/relationships/image" Target="../media/image270.wmf"/><Relationship Id="rId19" Type="http://schemas.openxmlformats.org/officeDocument/2006/relationships/oleObject" Target="../embeddings/oleObject307.bin"/><Relationship Id="rId31" Type="http://schemas.openxmlformats.org/officeDocument/2006/relationships/oleObject" Target="../embeddings/oleObject195.bin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302.bin"/><Relationship Id="rId14" Type="http://schemas.openxmlformats.org/officeDocument/2006/relationships/image" Target="../media/image272.wmf"/><Relationship Id="rId22" Type="http://schemas.openxmlformats.org/officeDocument/2006/relationships/image" Target="../media/image276.wmf"/><Relationship Id="rId27" Type="http://schemas.openxmlformats.org/officeDocument/2006/relationships/oleObject" Target="../embeddings/oleObject193.bin"/><Relationship Id="rId30" Type="http://schemas.openxmlformats.org/officeDocument/2006/relationships/image" Target="../media/image170.wmf"/><Relationship Id="rId35" Type="http://schemas.openxmlformats.org/officeDocument/2006/relationships/oleObject" Target="../embeddings/oleObject197.bin"/><Relationship Id="rId8" Type="http://schemas.openxmlformats.org/officeDocument/2006/relationships/image" Target="../media/image269.wmf"/><Relationship Id="rId3" Type="http://schemas.openxmlformats.org/officeDocument/2006/relationships/oleObject" Target="../embeddings/oleObject299.bin"/><Relationship Id="rId12" Type="http://schemas.openxmlformats.org/officeDocument/2006/relationships/image" Target="../media/image271.wmf"/><Relationship Id="rId17" Type="http://schemas.openxmlformats.org/officeDocument/2006/relationships/oleObject" Target="../embeddings/oleObject306.bin"/><Relationship Id="rId25" Type="http://schemas.openxmlformats.org/officeDocument/2006/relationships/oleObject" Target="../embeddings/oleObject192.bin"/><Relationship Id="rId33" Type="http://schemas.openxmlformats.org/officeDocument/2006/relationships/oleObject" Target="../embeddings/oleObject196.bin"/><Relationship Id="rId38" Type="http://schemas.openxmlformats.org/officeDocument/2006/relationships/image" Target="../media/image17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13" Type="http://schemas.openxmlformats.org/officeDocument/2006/relationships/oleObject" Target="../embeddings/oleObject314.bin"/><Relationship Id="rId18" Type="http://schemas.openxmlformats.org/officeDocument/2006/relationships/image" Target="../media/image284.wmf"/><Relationship Id="rId26" Type="http://schemas.openxmlformats.org/officeDocument/2006/relationships/image" Target="../media/image288.wmf"/><Relationship Id="rId3" Type="http://schemas.openxmlformats.org/officeDocument/2006/relationships/oleObject" Target="../embeddings/oleObject309.bin"/><Relationship Id="rId21" Type="http://schemas.openxmlformats.org/officeDocument/2006/relationships/oleObject" Target="../embeddings/oleObject318.bin"/><Relationship Id="rId7" Type="http://schemas.openxmlformats.org/officeDocument/2006/relationships/oleObject" Target="../embeddings/oleObject311.bin"/><Relationship Id="rId12" Type="http://schemas.openxmlformats.org/officeDocument/2006/relationships/image" Target="../media/image281.wmf"/><Relationship Id="rId17" Type="http://schemas.openxmlformats.org/officeDocument/2006/relationships/oleObject" Target="../embeddings/oleObject316.bin"/><Relationship Id="rId25" Type="http://schemas.openxmlformats.org/officeDocument/2006/relationships/oleObject" Target="../embeddings/oleObject3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3.wmf"/><Relationship Id="rId20" Type="http://schemas.openxmlformats.org/officeDocument/2006/relationships/image" Target="../media/image285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313.bin"/><Relationship Id="rId24" Type="http://schemas.openxmlformats.org/officeDocument/2006/relationships/image" Target="../media/image287.wmf"/><Relationship Id="rId5" Type="http://schemas.openxmlformats.org/officeDocument/2006/relationships/oleObject" Target="../embeddings/oleObject310.bin"/><Relationship Id="rId15" Type="http://schemas.openxmlformats.org/officeDocument/2006/relationships/oleObject" Target="../embeddings/oleObject315.bin"/><Relationship Id="rId23" Type="http://schemas.openxmlformats.org/officeDocument/2006/relationships/oleObject" Target="../embeddings/oleObject319.bin"/><Relationship Id="rId10" Type="http://schemas.openxmlformats.org/officeDocument/2006/relationships/image" Target="../media/image280.wmf"/><Relationship Id="rId19" Type="http://schemas.openxmlformats.org/officeDocument/2006/relationships/oleObject" Target="../embeddings/oleObject317.bin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312.bin"/><Relationship Id="rId14" Type="http://schemas.openxmlformats.org/officeDocument/2006/relationships/image" Target="../media/image282.wmf"/><Relationship Id="rId22" Type="http://schemas.openxmlformats.org/officeDocument/2006/relationships/image" Target="../media/image28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13" Type="http://schemas.openxmlformats.org/officeDocument/2006/relationships/oleObject" Target="../embeddings/oleObject326.bin"/><Relationship Id="rId18" Type="http://schemas.openxmlformats.org/officeDocument/2006/relationships/image" Target="../media/image296.wmf"/><Relationship Id="rId3" Type="http://schemas.openxmlformats.org/officeDocument/2006/relationships/oleObject" Target="../embeddings/oleObject321.bin"/><Relationship Id="rId7" Type="http://schemas.openxmlformats.org/officeDocument/2006/relationships/oleObject" Target="../embeddings/oleObject323.bin"/><Relationship Id="rId12" Type="http://schemas.openxmlformats.org/officeDocument/2006/relationships/image" Target="../media/image293.wmf"/><Relationship Id="rId17" Type="http://schemas.openxmlformats.org/officeDocument/2006/relationships/oleObject" Target="../embeddings/oleObject3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5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90.wmf"/><Relationship Id="rId11" Type="http://schemas.openxmlformats.org/officeDocument/2006/relationships/oleObject" Target="../embeddings/oleObject325.bin"/><Relationship Id="rId5" Type="http://schemas.openxmlformats.org/officeDocument/2006/relationships/oleObject" Target="../embeddings/oleObject322.bin"/><Relationship Id="rId15" Type="http://schemas.openxmlformats.org/officeDocument/2006/relationships/oleObject" Target="../embeddings/oleObject327.bin"/><Relationship Id="rId10" Type="http://schemas.openxmlformats.org/officeDocument/2006/relationships/image" Target="../media/image292.wmf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29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334.bin"/><Relationship Id="rId18" Type="http://schemas.openxmlformats.org/officeDocument/2006/relationships/image" Target="../media/image304.wmf"/><Relationship Id="rId26" Type="http://schemas.openxmlformats.org/officeDocument/2006/relationships/oleObject" Target="../embeddings/oleObject341.bin"/><Relationship Id="rId3" Type="http://schemas.openxmlformats.org/officeDocument/2006/relationships/oleObject" Target="../embeddings/oleObject329.bin"/><Relationship Id="rId21" Type="http://schemas.openxmlformats.org/officeDocument/2006/relationships/oleObject" Target="../embeddings/oleObject338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301.wmf"/><Relationship Id="rId17" Type="http://schemas.openxmlformats.org/officeDocument/2006/relationships/oleObject" Target="../embeddings/oleObject336.bin"/><Relationship Id="rId25" Type="http://schemas.openxmlformats.org/officeDocument/2006/relationships/oleObject" Target="../embeddings/oleObject3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3.wmf"/><Relationship Id="rId20" Type="http://schemas.openxmlformats.org/officeDocument/2006/relationships/image" Target="../media/image305.wmf"/><Relationship Id="rId29" Type="http://schemas.openxmlformats.org/officeDocument/2006/relationships/image" Target="../media/image309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333.bin"/><Relationship Id="rId24" Type="http://schemas.openxmlformats.org/officeDocument/2006/relationships/image" Target="../media/image307.wmf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35.bin"/><Relationship Id="rId23" Type="http://schemas.openxmlformats.org/officeDocument/2006/relationships/oleObject" Target="../embeddings/oleObject339.bin"/><Relationship Id="rId28" Type="http://schemas.openxmlformats.org/officeDocument/2006/relationships/oleObject" Target="../embeddings/oleObject342.bin"/><Relationship Id="rId10" Type="http://schemas.openxmlformats.org/officeDocument/2006/relationships/image" Target="../media/image300.wmf"/><Relationship Id="rId19" Type="http://schemas.openxmlformats.org/officeDocument/2006/relationships/oleObject" Target="../embeddings/oleObject337.bin"/><Relationship Id="rId31" Type="http://schemas.openxmlformats.org/officeDocument/2006/relationships/image" Target="../media/image310.wmf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302.wmf"/><Relationship Id="rId22" Type="http://schemas.openxmlformats.org/officeDocument/2006/relationships/image" Target="../media/image306.wmf"/><Relationship Id="rId27" Type="http://schemas.openxmlformats.org/officeDocument/2006/relationships/image" Target="../media/image308.wmf"/><Relationship Id="rId30" Type="http://schemas.openxmlformats.org/officeDocument/2006/relationships/oleObject" Target="../embeddings/oleObject34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13" Type="http://schemas.openxmlformats.org/officeDocument/2006/relationships/oleObject" Target="../embeddings/oleObject349.bin"/><Relationship Id="rId18" Type="http://schemas.openxmlformats.org/officeDocument/2006/relationships/image" Target="../media/image318.wmf"/><Relationship Id="rId3" Type="http://schemas.openxmlformats.org/officeDocument/2006/relationships/oleObject" Target="../embeddings/oleObject344.bin"/><Relationship Id="rId21" Type="http://schemas.openxmlformats.org/officeDocument/2006/relationships/oleObject" Target="../embeddings/oleObject353.bin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315.wmf"/><Relationship Id="rId17" Type="http://schemas.openxmlformats.org/officeDocument/2006/relationships/oleObject" Target="../embeddings/oleObject3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7.wmf"/><Relationship Id="rId20" Type="http://schemas.openxmlformats.org/officeDocument/2006/relationships/image" Target="../media/image319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12.wmf"/><Relationship Id="rId11" Type="http://schemas.openxmlformats.org/officeDocument/2006/relationships/oleObject" Target="../embeddings/oleObject348.bin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10" Type="http://schemas.openxmlformats.org/officeDocument/2006/relationships/image" Target="../media/image314.wmf"/><Relationship Id="rId19" Type="http://schemas.openxmlformats.org/officeDocument/2006/relationships/oleObject" Target="../embeddings/oleObject352.bin"/><Relationship Id="rId4" Type="http://schemas.openxmlformats.org/officeDocument/2006/relationships/image" Target="../media/image311.wmf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316.wmf"/><Relationship Id="rId22" Type="http://schemas.openxmlformats.org/officeDocument/2006/relationships/image" Target="../media/image32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6.bin"/><Relationship Id="rId13" Type="http://schemas.openxmlformats.org/officeDocument/2006/relationships/image" Target="../media/image325.wmf"/><Relationship Id="rId18" Type="http://schemas.openxmlformats.org/officeDocument/2006/relationships/oleObject" Target="../embeddings/oleObject361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22.wmf"/><Relationship Id="rId12" Type="http://schemas.openxmlformats.org/officeDocument/2006/relationships/oleObject" Target="../embeddings/oleObject358.bin"/><Relationship Id="rId17" Type="http://schemas.openxmlformats.org/officeDocument/2006/relationships/image" Target="../media/image32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0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55.bin"/><Relationship Id="rId11" Type="http://schemas.openxmlformats.org/officeDocument/2006/relationships/image" Target="../media/image324.wmf"/><Relationship Id="rId5" Type="http://schemas.openxmlformats.org/officeDocument/2006/relationships/image" Target="../media/image321.wmf"/><Relationship Id="rId15" Type="http://schemas.openxmlformats.org/officeDocument/2006/relationships/image" Target="../media/image326.wmf"/><Relationship Id="rId10" Type="http://schemas.openxmlformats.org/officeDocument/2006/relationships/oleObject" Target="../embeddings/oleObject357.bin"/><Relationship Id="rId19" Type="http://schemas.openxmlformats.org/officeDocument/2006/relationships/image" Target="../media/image328.wmf"/><Relationship Id="rId4" Type="http://schemas.openxmlformats.org/officeDocument/2006/relationships/oleObject" Target="../embeddings/oleObject354.bin"/><Relationship Id="rId9" Type="http://schemas.openxmlformats.org/officeDocument/2006/relationships/image" Target="../media/image323.wmf"/><Relationship Id="rId14" Type="http://schemas.openxmlformats.org/officeDocument/2006/relationships/oleObject" Target="../embeddings/oleObject359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wmf"/><Relationship Id="rId18" Type="http://schemas.openxmlformats.org/officeDocument/2006/relationships/oleObject" Target="../embeddings/oleObject366.bin"/><Relationship Id="rId26" Type="http://schemas.openxmlformats.org/officeDocument/2006/relationships/oleObject" Target="../embeddings/oleObject370.bin"/><Relationship Id="rId39" Type="http://schemas.openxmlformats.org/officeDocument/2006/relationships/image" Target="../media/image343.wmf"/><Relationship Id="rId21" Type="http://schemas.openxmlformats.org/officeDocument/2006/relationships/image" Target="../media/image334.wmf"/><Relationship Id="rId34" Type="http://schemas.openxmlformats.org/officeDocument/2006/relationships/oleObject" Target="../embeddings/oleObject374.bin"/><Relationship Id="rId7" Type="http://schemas.openxmlformats.org/officeDocument/2006/relationships/image" Target="../media/image8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5.bin"/><Relationship Id="rId20" Type="http://schemas.openxmlformats.org/officeDocument/2006/relationships/oleObject" Target="../embeddings/oleObject367.bin"/><Relationship Id="rId29" Type="http://schemas.openxmlformats.org/officeDocument/2006/relationships/image" Target="../media/image338.wmf"/><Relationship Id="rId41" Type="http://schemas.openxmlformats.org/officeDocument/2006/relationships/image" Target="../media/image344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88.wmf"/><Relationship Id="rId24" Type="http://schemas.openxmlformats.org/officeDocument/2006/relationships/oleObject" Target="../embeddings/oleObject369.bin"/><Relationship Id="rId32" Type="http://schemas.openxmlformats.org/officeDocument/2006/relationships/oleObject" Target="../embeddings/oleObject373.bin"/><Relationship Id="rId37" Type="http://schemas.openxmlformats.org/officeDocument/2006/relationships/image" Target="../media/image342.wmf"/><Relationship Id="rId40" Type="http://schemas.openxmlformats.org/officeDocument/2006/relationships/oleObject" Target="../embeddings/oleObject377.bin"/><Relationship Id="rId5" Type="http://schemas.openxmlformats.org/officeDocument/2006/relationships/image" Target="../media/image329.wmf"/><Relationship Id="rId15" Type="http://schemas.openxmlformats.org/officeDocument/2006/relationships/image" Target="../media/image331.wmf"/><Relationship Id="rId23" Type="http://schemas.openxmlformats.org/officeDocument/2006/relationships/image" Target="../media/image335.wmf"/><Relationship Id="rId28" Type="http://schemas.openxmlformats.org/officeDocument/2006/relationships/oleObject" Target="../embeddings/oleObject371.bin"/><Relationship Id="rId36" Type="http://schemas.openxmlformats.org/officeDocument/2006/relationships/oleObject" Target="../embeddings/oleObject375.bin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333.wmf"/><Relationship Id="rId31" Type="http://schemas.openxmlformats.org/officeDocument/2006/relationships/image" Target="../media/image339.wmf"/><Relationship Id="rId4" Type="http://schemas.openxmlformats.org/officeDocument/2006/relationships/oleObject" Target="../embeddings/oleObject362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364.bin"/><Relationship Id="rId22" Type="http://schemas.openxmlformats.org/officeDocument/2006/relationships/oleObject" Target="../embeddings/oleObject368.bin"/><Relationship Id="rId27" Type="http://schemas.openxmlformats.org/officeDocument/2006/relationships/image" Target="../media/image337.wmf"/><Relationship Id="rId30" Type="http://schemas.openxmlformats.org/officeDocument/2006/relationships/oleObject" Target="../embeddings/oleObject372.bin"/><Relationship Id="rId35" Type="http://schemas.openxmlformats.org/officeDocument/2006/relationships/image" Target="../media/image341.wmf"/><Relationship Id="rId8" Type="http://schemas.openxmlformats.org/officeDocument/2006/relationships/oleObject" Target="../embeddings/oleObject126.bin"/><Relationship Id="rId3" Type="http://schemas.openxmlformats.org/officeDocument/2006/relationships/image" Target="../media/image345.png"/><Relationship Id="rId12" Type="http://schemas.openxmlformats.org/officeDocument/2006/relationships/oleObject" Target="../embeddings/oleObject363.bin"/><Relationship Id="rId17" Type="http://schemas.openxmlformats.org/officeDocument/2006/relationships/image" Target="../media/image332.wmf"/><Relationship Id="rId25" Type="http://schemas.openxmlformats.org/officeDocument/2006/relationships/image" Target="../media/image336.wmf"/><Relationship Id="rId33" Type="http://schemas.openxmlformats.org/officeDocument/2006/relationships/image" Target="../media/image340.wmf"/><Relationship Id="rId38" Type="http://schemas.openxmlformats.org/officeDocument/2006/relationships/oleObject" Target="../embeddings/oleObject37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13" Type="http://schemas.openxmlformats.org/officeDocument/2006/relationships/oleObject" Target="../embeddings/oleObject383.bin"/><Relationship Id="rId18" Type="http://schemas.openxmlformats.org/officeDocument/2006/relationships/image" Target="../media/image353.wmf"/><Relationship Id="rId26" Type="http://schemas.openxmlformats.org/officeDocument/2006/relationships/oleObject" Target="../embeddings/oleObject390.bin"/><Relationship Id="rId3" Type="http://schemas.openxmlformats.org/officeDocument/2006/relationships/oleObject" Target="../embeddings/oleObject378.bin"/><Relationship Id="rId21" Type="http://schemas.openxmlformats.org/officeDocument/2006/relationships/image" Target="../media/image354.wmf"/><Relationship Id="rId7" Type="http://schemas.openxmlformats.org/officeDocument/2006/relationships/oleObject" Target="../embeddings/oleObject380.bin"/><Relationship Id="rId12" Type="http://schemas.openxmlformats.org/officeDocument/2006/relationships/image" Target="../media/image350.wmf"/><Relationship Id="rId17" Type="http://schemas.openxmlformats.org/officeDocument/2006/relationships/oleObject" Target="../embeddings/oleObject385.bin"/><Relationship Id="rId25" Type="http://schemas.openxmlformats.org/officeDocument/2006/relationships/image" Target="../media/image35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2.wmf"/><Relationship Id="rId20" Type="http://schemas.openxmlformats.org/officeDocument/2006/relationships/oleObject" Target="../embeddings/oleObject387.bin"/><Relationship Id="rId29" Type="http://schemas.openxmlformats.org/officeDocument/2006/relationships/image" Target="../media/image358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47.wmf"/><Relationship Id="rId11" Type="http://schemas.openxmlformats.org/officeDocument/2006/relationships/oleObject" Target="../embeddings/oleObject382.bin"/><Relationship Id="rId24" Type="http://schemas.openxmlformats.org/officeDocument/2006/relationships/oleObject" Target="../embeddings/oleObject389.bin"/><Relationship Id="rId5" Type="http://schemas.openxmlformats.org/officeDocument/2006/relationships/oleObject" Target="../embeddings/oleObject379.bin"/><Relationship Id="rId15" Type="http://schemas.openxmlformats.org/officeDocument/2006/relationships/oleObject" Target="../embeddings/oleObject384.bin"/><Relationship Id="rId23" Type="http://schemas.openxmlformats.org/officeDocument/2006/relationships/image" Target="../media/image355.wmf"/><Relationship Id="rId28" Type="http://schemas.openxmlformats.org/officeDocument/2006/relationships/oleObject" Target="../embeddings/oleObject391.bin"/><Relationship Id="rId10" Type="http://schemas.openxmlformats.org/officeDocument/2006/relationships/image" Target="../media/image349.wmf"/><Relationship Id="rId19" Type="http://schemas.openxmlformats.org/officeDocument/2006/relationships/oleObject" Target="../embeddings/oleObject386.bin"/><Relationship Id="rId31" Type="http://schemas.openxmlformats.org/officeDocument/2006/relationships/image" Target="../media/image359.wmf"/><Relationship Id="rId4" Type="http://schemas.openxmlformats.org/officeDocument/2006/relationships/image" Target="../media/image346.wmf"/><Relationship Id="rId9" Type="http://schemas.openxmlformats.org/officeDocument/2006/relationships/oleObject" Target="../embeddings/oleObject381.bin"/><Relationship Id="rId14" Type="http://schemas.openxmlformats.org/officeDocument/2006/relationships/image" Target="../media/image351.wmf"/><Relationship Id="rId22" Type="http://schemas.openxmlformats.org/officeDocument/2006/relationships/oleObject" Target="../embeddings/oleObject388.bin"/><Relationship Id="rId27" Type="http://schemas.openxmlformats.org/officeDocument/2006/relationships/image" Target="../media/image357.wmf"/><Relationship Id="rId30" Type="http://schemas.openxmlformats.org/officeDocument/2006/relationships/oleObject" Target="../embeddings/oleObject39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61.wmf"/><Relationship Id="rId5" Type="http://schemas.openxmlformats.org/officeDocument/2006/relationships/oleObject" Target="../embeddings/oleObject394.bin"/><Relationship Id="rId4" Type="http://schemas.openxmlformats.org/officeDocument/2006/relationships/image" Target="../media/image36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wmf"/><Relationship Id="rId13" Type="http://schemas.openxmlformats.org/officeDocument/2006/relationships/oleObject" Target="../embeddings/oleObject400.bin"/><Relationship Id="rId18" Type="http://schemas.openxmlformats.org/officeDocument/2006/relationships/image" Target="../media/image369.wmf"/><Relationship Id="rId26" Type="http://schemas.openxmlformats.org/officeDocument/2006/relationships/image" Target="../media/image372.wmf"/><Relationship Id="rId3" Type="http://schemas.openxmlformats.org/officeDocument/2006/relationships/oleObject" Target="../embeddings/oleObject395.bin"/><Relationship Id="rId21" Type="http://schemas.openxmlformats.org/officeDocument/2006/relationships/oleObject" Target="../embeddings/oleObject404.bin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366.wmf"/><Relationship Id="rId17" Type="http://schemas.openxmlformats.org/officeDocument/2006/relationships/oleObject" Target="../embeddings/oleObject402.bin"/><Relationship Id="rId25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8.wmf"/><Relationship Id="rId20" Type="http://schemas.openxmlformats.org/officeDocument/2006/relationships/image" Target="../media/image370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63.wmf"/><Relationship Id="rId11" Type="http://schemas.openxmlformats.org/officeDocument/2006/relationships/oleObject" Target="../embeddings/oleObject399.bin"/><Relationship Id="rId24" Type="http://schemas.openxmlformats.org/officeDocument/2006/relationships/oleObject" Target="../embeddings/oleObject406.bin"/><Relationship Id="rId5" Type="http://schemas.openxmlformats.org/officeDocument/2006/relationships/oleObject" Target="../embeddings/oleObject396.bin"/><Relationship Id="rId15" Type="http://schemas.openxmlformats.org/officeDocument/2006/relationships/oleObject" Target="../embeddings/oleObject401.bin"/><Relationship Id="rId23" Type="http://schemas.openxmlformats.org/officeDocument/2006/relationships/image" Target="../media/image371.wmf"/><Relationship Id="rId10" Type="http://schemas.openxmlformats.org/officeDocument/2006/relationships/image" Target="../media/image365.wmf"/><Relationship Id="rId19" Type="http://schemas.openxmlformats.org/officeDocument/2006/relationships/oleObject" Target="../embeddings/oleObject403.bin"/><Relationship Id="rId4" Type="http://schemas.openxmlformats.org/officeDocument/2006/relationships/image" Target="../media/image362.wmf"/><Relationship Id="rId9" Type="http://schemas.openxmlformats.org/officeDocument/2006/relationships/oleObject" Target="../embeddings/oleObject398.bin"/><Relationship Id="rId14" Type="http://schemas.openxmlformats.org/officeDocument/2006/relationships/image" Target="../media/image367.wmf"/><Relationship Id="rId22" Type="http://schemas.openxmlformats.org/officeDocument/2006/relationships/oleObject" Target="../embeddings/oleObject40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1.bin"/><Relationship Id="rId13" Type="http://schemas.openxmlformats.org/officeDocument/2006/relationships/oleObject" Target="../embeddings/oleObject414.bin"/><Relationship Id="rId18" Type="http://schemas.openxmlformats.org/officeDocument/2006/relationships/oleObject" Target="../embeddings/oleObject417.bin"/><Relationship Id="rId3" Type="http://schemas.openxmlformats.org/officeDocument/2006/relationships/oleObject" Target="../embeddings/oleObject408.bin"/><Relationship Id="rId21" Type="http://schemas.openxmlformats.org/officeDocument/2006/relationships/image" Target="../media/image365.wmf"/><Relationship Id="rId7" Type="http://schemas.openxmlformats.org/officeDocument/2006/relationships/oleObject" Target="../embeddings/oleObject410.bin"/><Relationship Id="rId12" Type="http://schemas.openxmlformats.org/officeDocument/2006/relationships/oleObject" Target="../embeddings/oleObject413.bin"/><Relationship Id="rId17" Type="http://schemas.openxmlformats.org/officeDocument/2006/relationships/image" Target="../media/image37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16.bin"/><Relationship Id="rId20" Type="http://schemas.openxmlformats.org/officeDocument/2006/relationships/oleObject" Target="../embeddings/oleObject418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69.wmf"/><Relationship Id="rId11" Type="http://schemas.openxmlformats.org/officeDocument/2006/relationships/image" Target="../media/image375.wmf"/><Relationship Id="rId5" Type="http://schemas.openxmlformats.org/officeDocument/2006/relationships/oleObject" Target="../embeddings/oleObject409.bin"/><Relationship Id="rId15" Type="http://schemas.openxmlformats.org/officeDocument/2006/relationships/image" Target="../media/image376.wmf"/><Relationship Id="rId23" Type="http://schemas.openxmlformats.org/officeDocument/2006/relationships/image" Target="../media/image366.wmf"/><Relationship Id="rId10" Type="http://schemas.openxmlformats.org/officeDocument/2006/relationships/oleObject" Target="../embeddings/oleObject412.bin"/><Relationship Id="rId19" Type="http://schemas.openxmlformats.org/officeDocument/2006/relationships/image" Target="../media/image364.wmf"/><Relationship Id="rId4" Type="http://schemas.openxmlformats.org/officeDocument/2006/relationships/image" Target="../media/image373.wmf"/><Relationship Id="rId9" Type="http://schemas.openxmlformats.org/officeDocument/2006/relationships/image" Target="../media/image374.wmf"/><Relationship Id="rId14" Type="http://schemas.openxmlformats.org/officeDocument/2006/relationships/oleObject" Target="../embeddings/oleObject415.bin"/><Relationship Id="rId22" Type="http://schemas.openxmlformats.org/officeDocument/2006/relationships/oleObject" Target="../embeddings/oleObject41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wmf"/><Relationship Id="rId13" Type="http://schemas.openxmlformats.org/officeDocument/2006/relationships/oleObject" Target="../embeddings/oleObject425.bin"/><Relationship Id="rId18" Type="http://schemas.openxmlformats.org/officeDocument/2006/relationships/image" Target="../media/image385.wmf"/><Relationship Id="rId3" Type="http://schemas.openxmlformats.org/officeDocument/2006/relationships/oleObject" Target="../embeddings/oleObject420.bin"/><Relationship Id="rId7" Type="http://schemas.openxmlformats.org/officeDocument/2006/relationships/oleObject" Target="../embeddings/oleObject422.bin"/><Relationship Id="rId12" Type="http://schemas.openxmlformats.org/officeDocument/2006/relationships/image" Target="../media/image382.wmf"/><Relationship Id="rId17" Type="http://schemas.openxmlformats.org/officeDocument/2006/relationships/oleObject" Target="../embeddings/oleObject4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4.wmf"/><Relationship Id="rId20" Type="http://schemas.openxmlformats.org/officeDocument/2006/relationships/image" Target="../media/image38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79.wmf"/><Relationship Id="rId11" Type="http://schemas.openxmlformats.org/officeDocument/2006/relationships/oleObject" Target="../embeddings/oleObject424.bin"/><Relationship Id="rId5" Type="http://schemas.openxmlformats.org/officeDocument/2006/relationships/oleObject" Target="../embeddings/oleObject421.bin"/><Relationship Id="rId15" Type="http://schemas.openxmlformats.org/officeDocument/2006/relationships/oleObject" Target="../embeddings/oleObject426.bin"/><Relationship Id="rId10" Type="http://schemas.openxmlformats.org/officeDocument/2006/relationships/image" Target="../media/image381.wmf"/><Relationship Id="rId19" Type="http://schemas.openxmlformats.org/officeDocument/2006/relationships/oleObject" Target="../embeddings/oleObject428.bin"/><Relationship Id="rId4" Type="http://schemas.openxmlformats.org/officeDocument/2006/relationships/image" Target="../media/image378.wmf"/><Relationship Id="rId9" Type="http://schemas.openxmlformats.org/officeDocument/2006/relationships/oleObject" Target="../embeddings/oleObject423.bin"/><Relationship Id="rId14" Type="http://schemas.openxmlformats.org/officeDocument/2006/relationships/image" Target="../media/image38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432.bin"/><Relationship Id="rId18" Type="http://schemas.openxmlformats.org/officeDocument/2006/relationships/image" Target="../media/image391.wmf"/><Relationship Id="rId3" Type="http://schemas.openxmlformats.org/officeDocument/2006/relationships/oleObject" Target="../embeddings/oleObject429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388.wmf"/><Relationship Id="rId17" Type="http://schemas.openxmlformats.org/officeDocument/2006/relationships/oleObject" Target="../embeddings/oleObject4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0.wmf"/><Relationship Id="rId20" Type="http://schemas.openxmlformats.org/officeDocument/2006/relationships/image" Target="../media/image392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87.wmf"/><Relationship Id="rId11" Type="http://schemas.openxmlformats.org/officeDocument/2006/relationships/oleObject" Target="../embeddings/oleObject431.bin"/><Relationship Id="rId5" Type="http://schemas.openxmlformats.org/officeDocument/2006/relationships/oleObject" Target="../embeddings/oleObject430.bin"/><Relationship Id="rId15" Type="http://schemas.openxmlformats.org/officeDocument/2006/relationships/oleObject" Target="../embeddings/oleObject433.bin"/><Relationship Id="rId10" Type="http://schemas.openxmlformats.org/officeDocument/2006/relationships/image" Target="../media/image206.wmf"/><Relationship Id="rId19" Type="http://schemas.openxmlformats.org/officeDocument/2006/relationships/oleObject" Target="../embeddings/oleObject435.bin"/><Relationship Id="rId4" Type="http://schemas.openxmlformats.org/officeDocument/2006/relationships/image" Target="../media/image385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38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13" Type="http://schemas.openxmlformats.org/officeDocument/2006/relationships/oleObject" Target="../embeddings/oleObject231.bin"/><Relationship Id="rId18" Type="http://schemas.openxmlformats.org/officeDocument/2006/relationships/image" Target="../media/image398.wmf"/><Relationship Id="rId26" Type="http://schemas.openxmlformats.org/officeDocument/2006/relationships/image" Target="../media/image402.wmf"/><Relationship Id="rId3" Type="http://schemas.openxmlformats.org/officeDocument/2006/relationships/oleObject" Target="../embeddings/oleObject436.bin"/><Relationship Id="rId21" Type="http://schemas.openxmlformats.org/officeDocument/2006/relationships/oleObject" Target="../embeddings/oleObject443.bin"/><Relationship Id="rId7" Type="http://schemas.openxmlformats.org/officeDocument/2006/relationships/oleObject" Target="../embeddings/oleObject438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441.bin"/><Relationship Id="rId25" Type="http://schemas.openxmlformats.org/officeDocument/2006/relationships/oleObject" Target="../embeddings/oleObject4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7.wmf"/><Relationship Id="rId20" Type="http://schemas.openxmlformats.org/officeDocument/2006/relationships/image" Target="../media/image399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94.wmf"/><Relationship Id="rId11" Type="http://schemas.openxmlformats.org/officeDocument/2006/relationships/oleObject" Target="../embeddings/oleObject230.bin"/><Relationship Id="rId24" Type="http://schemas.openxmlformats.org/officeDocument/2006/relationships/image" Target="../media/image401.wmf"/><Relationship Id="rId5" Type="http://schemas.openxmlformats.org/officeDocument/2006/relationships/oleObject" Target="../embeddings/oleObject437.bin"/><Relationship Id="rId15" Type="http://schemas.openxmlformats.org/officeDocument/2006/relationships/oleObject" Target="../embeddings/oleObject440.bin"/><Relationship Id="rId23" Type="http://schemas.openxmlformats.org/officeDocument/2006/relationships/oleObject" Target="../embeddings/oleObject444.bin"/><Relationship Id="rId10" Type="http://schemas.openxmlformats.org/officeDocument/2006/relationships/image" Target="../media/image396.wmf"/><Relationship Id="rId19" Type="http://schemas.openxmlformats.org/officeDocument/2006/relationships/oleObject" Target="../embeddings/oleObject442.bin"/><Relationship Id="rId4" Type="http://schemas.openxmlformats.org/officeDocument/2006/relationships/image" Target="../media/image393.wmf"/><Relationship Id="rId9" Type="http://schemas.openxmlformats.org/officeDocument/2006/relationships/oleObject" Target="../embeddings/oleObject439.bin"/><Relationship Id="rId14" Type="http://schemas.openxmlformats.org/officeDocument/2006/relationships/image" Target="../media/image206.wmf"/><Relationship Id="rId22" Type="http://schemas.openxmlformats.org/officeDocument/2006/relationships/image" Target="../media/image40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wmf"/><Relationship Id="rId13" Type="http://schemas.openxmlformats.org/officeDocument/2006/relationships/oleObject" Target="../embeddings/oleObject451.bin"/><Relationship Id="rId18" Type="http://schemas.openxmlformats.org/officeDocument/2006/relationships/image" Target="../media/image410.wmf"/><Relationship Id="rId3" Type="http://schemas.openxmlformats.org/officeDocument/2006/relationships/oleObject" Target="../embeddings/oleObject446.bin"/><Relationship Id="rId7" Type="http://schemas.openxmlformats.org/officeDocument/2006/relationships/oleObject" Target="../embeddings/oleObject448.bin"/><Relationship Id="rId12" Type="http://schemas.openxmlformats.org/officeDocument/2006/relationships/image" Target="../media/image407.wmf"/><Relationship Id="rId17" Type="http://schemas.openxmlformats.org/officeDocument/2006/relationships/oleObject" Target="../embeddings/oleObject4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9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404.wmf"/><Relationship Id="rId11" Type="http://schemas.openxmlformats.org/officeDocument/2006/relationships/oleObject" Target="../embeddings/oleObject450.bin"/><Relationship Id="rId5" Type="http://schemas.openxmlformats.org/officeDocument/2006/relationships/oleObject" Target="../embeddings/oleObject447.bin"/><Relationship Id="rId15" Type="http://schemas.openxmlformats.org/officeDocument/2006/relationships/oleObject" Target="../embeddings/oleObject452.bin"/><Relationship Id="rId10" Type="http://schemas.openxmlformats.org/officeDocument/2006/relationships/image" Target="../media/image406.wmf"/><Relationship Id="rId4" Type="http://schemas.openxmlformats.org/officeDocument/2006/relationships/image" Target="../media/image403.wmf"/><Relationship Id="rId9" Type="http://schemas.openxmlformats.org/officeDocument/2006/relationships/oleObject" Target="../embeddings/oleObject449.bin"/><Relationship Id="rId14" Type="http://schemas.openxmlformats.org/officeDocument/2006/relationships/image" Target="../media/image408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wmf"/><Relationship Id="rId13" Type="http://schemas.openxmlformats.org/officeDocument/2006/relationships/oleObject" Target="../embeddings/oleObject459.bin"/><Relationship Id="rId18" Type="http://schemas.openxmlformats.org/officeDocument/2006/relationships/image" Target="../media/image418.wmf"/><Relationship Id="rId3" Type="http://schemas.openxmlformats.org/officeDocument/2006/relationships/oleObject" Target="../embeddings/oleObject454.bin"/><Relationship Id="rId21" Type="http://schemas.openxmlformats.org/officeDocument/2006/relationships/oleObject" Target="../embeddings/oleObject463.bin"/><Relationship Id="rId7" Type="http://schemas.openxmlformats.org/officeDocument/2006/relationships/oleObject" Target="../embeddings/oleObject456.bin"/><Relationship Id="rId12" Type="http://schemas.openxmlformats.org/officeDocument/2006/relationships/image" Target="../media/image415.wmf"/><Relationship Id="rId17" Type="http://schemas.openxmlformats.org/officeDocument/2006/relationships/oleObject" Target="../embeddings/oleObject461.bin"/><Relationship Id="rId25" Type="http://schemas.openxmlformats.org/officeDocument/2006/relationships/oleObject" Target="../embeddings/oleObject4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7.wmf"/><Relationship Id="rId20" Type="http://schemas.openxmlformats.org/officeDocument/2006/relationships/image" Target="../media/image419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412.wmf"/><Relationship Id="rId11" Type="http://schemas.openxmlformats.org/officeDocument/2006/relationships/oleObject" Target="../embeddings/oleObject458.bin"/><Relationship Id="rId24" Type="http://schemas.openxmlformats.org/officeDocument/2006/relationships/image" Target="../media/image421.wmf"/><Relationship Id="rId5" Type="http://schemas.openxmlformats.org/officeDocument/2006/relationships/oleObject" Target="../embeddings/oleObject455.bin"/><Relationship Id="rId15" Type="http://schemas.openxmlformats.org/officeDocument/2006/relationships/oleObject" Target="../embeddings/oleObject460.bin"/><Relationship Id="rId23" Type="http://schemas.openxmlformats.org/officeDocument/2006/relationships/oleObject" Target="../embeddings/oleObject464.bin"/><Relationship Id="rId10" Type="http://schemas.openxmlformats.org/officeDocument/2006/relationships/image" Target="../media/image414.wmf"/><Relationship Id="rId19" Type="http://schemas.openxmlformats.org/officeDocument/2006/relationships/oleObject" Target="../embeddings/oleObject462.bin"/><Relationship Id="rId4" Type="http://schemas.openxmlformats.org/officeDocument/2006/relationships/image" Target="../media/image411.wmf"/><Relationship Id="rId9" Type="http://schemas.openxmlformats.org/officeDocument/2006/relationships/oleObject" Target="../embeddings/oleObject457.bin"/><Relationship Id="rId14" Type="http://schemas.openxmlformats.org/officeDocument/2006/relationships/image" Target="../media/image416.wmf"/><Relationship Id="rId22" Type="http://schemas.openxmlformats.org/officeDocument/2006/relationships/image" Target="../media/image42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wmf"/><Relationship Id="rId13" Type="http://schemas.openxmlformats.org/officeDocument/2006/relationships/oleObject" Target="../embeddings/oleObject471.bin"/><Relationship Id="rId3" Type="http://schemas.openxmlformats.org/officeDocument/2006/relationships/oleObject" Target="../embeddings/oleObject466.bin"/><Relationship Id="rId7" Type="http://schemas.openxmlformats.org/officeDocument/2006/relationships/oleObject" Target="../embeddings/oleObject468.bin"/><Relationship Id="rId12" Type="http://schemas.openxmlformats.org/officeDocument/2006/relationships/image" Target="../media/image4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8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423.wmf"/><Relationship Id="rId11" Type="http://schemas.openxmlformats.org/officeDocument/2006/relationships/oleObject" Target="../embeddings/oleObject470.bin"/><Relationship Id="rId5" Type="http://schemas.openxmlformats.org/officeDocument/2006/relationships/oleObject" Target="../embeddings/oleObject467.bin"/><Relationship Id="rId15" Type="http://schemas.openxmlformats.org/officeDocument/2006/relationships/oleObject" Target="../embeddings/oleObject472.bin"/><Relationship Id="rId10" Type="http://schemas.openxmlformats.org/officeDocument/2006/relationships/image" Target="../media/image425.wmf"/><Relationship Id="rId4" Type="http://schemas.openxmlformats.org/officeDocument/2006/relationships/image" Target="../media/image422.wmf"/><Relationship Id="rId9" Type="http://schemas.openxmlformats.org/officeDocument/2006/relationships/oleObject" Target="../embeddings/oleObject469.bin"/><Relationship Id="rId14" Type="http://schemas.openxmlformats.org/officeDocument/2006/relationships/image" Target="../media/image427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E89D6-6020-4BBE-B26B-090587B5876F}"/>
              </a:ext>
            </a:extLst>
          </p:cNvPr>
          <p:cNvSpPr txBox="1">
            <a:spLocks/>
          </p:cNvSpPr>
          <p:nvPr/>
        </p:nvSpPr>
        <p:spPr>
          <a:xfrm>
            <a:off x="683567" y="68250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5081D4-65B0-41FD-B0E4-ABE50A911EB7}"/>
              </a:ext>
            </a:extLst>
          </p:cNvPr>
          <p:cNvSpPr txBox="1">
            <a:spLocks/>
          </p:cNvSpPr>
          <p:nvPr/>
        </p:nvSpPr>
        <p:spPr>
          <a:xfrm>
            <a:off x="1475656" y="2283718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第四节  函数的极限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CABB0D-3462-4DC9-B943-38D8838762A5}"/>
              </a:ext>
            </a:extLst>
          </p:cNvPr>
          <p:cNvSpPr/>
          <p:nvPr/>
        </p:nvSpPr>
        <p:spPr>
          <a:xfrm>
            <a:off x="3203848" y="3291830"/>
            <a:ext cx="3094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 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EFC020-9AA7-42E6-9D3B-D93DCC5C20F7}"/>
              </a:ext>
            </a:extLst>
          </p:cNvPr>
          <p:cNvSpPr txBox="1"/>
          <p:nvPr/>
        </p:nvSpPr>
        <p:spPr>
          <a:xfrm>
            <a:off x="1019539" y="186556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整标函数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C18ECC-BAEC-48EC-83DF-A3B7FEC55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051703"/>
              </p:ext>
            </p:extLst>
          </p:nvPr>
        </p:nvGraphicFramePr>
        <p:xfrm>
          <a:off x="2603715" y="267494"/>
          <a:ext cx="133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06" name="Equation" r:id="rId3" imgW="1333440" imgH="380880" progId="Equation.DSMT4">
                  <p:embed/>
                </p:oleObj>
              </mc:Choice>
              <mc:Fallback>
                <p:oleObj name="Equation" r:id="rId3" imgW="1333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3715" y="267494"/>
                        <a:ext cx="1333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66D3C2-BB46-4D21-9A3A-5EEC7C15A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254207"/>
              </p:ext>
            </p:extLst>
          </p:nvPr>
        </p:nvGraphicFramePr>
        <p:xfrm>
          <a:off x="4159250" y="267494"/>
          <a:ext cx="82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07" name="Equation" r:id="rId5" imgW="825480" imgH="380880" progId="Equation.DSMT4">
                  <p:embed/>
                </p:oleObj>
              </mc:Choice>
              <mc:Fallback>
                <p:oleObj name="Equation" r:id="rId5" imgW="8254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9250" y="267494"/>
                        <a:ext cx="825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49280442-7CC7-4CB9-A996-F503D5564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280596"/>
              </p:ext>
            </p:extLst>
          </p:nvPr>
        </p:nvGraphicFramePr>
        <p:xfrm>
          <a:off x="1126199" y="1050131"/>
          <a:ext cx="1333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08" name="Equation" r:id="rId7" imgW="1333440" imgH="482400" progId="Equation.DSMT4">
                  <p:embed/>
                </p:oleObj>
              </mc:Choice>
              <mc:Fallback>
                <p:oleObj name="Equation" r:id="rId7" imgW="1333440" imgH="482400" progId="Equation.DSMT4">
                  <p:embed/>
                  <p:pic>
                    <p:nvPicPr>
                      <p:cNvPr id="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199" y="1050131"/>
                        <a:ext cx="1333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869AB27F-B9FC-4DC1-BB9F-3CADADF1A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20850"/>
              </p:ext>
            </p:extLst>
          </p:nvPr>
        </p:nvGraphicFramePr>
        <p:xfrm>
          <a:off x="2648115" y="1050131"/>
          <a:ext cx="355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09" name="Equation" r:id="rId9" imgW="3555720" imgH="393480" progId="Equation.DSMT4">
                  <p:embed/>
                </p:oleObj>
              </mc:Choice>
              <mc:Fallback>
                <p:oleObj name="Equation" r:id="rId9" imgW="3555720" imgH="393480" progId="Equation.DSMT4">
                  <p:embed/>
                  <p:pic>
                    <p:nvPicPr>
                      <p:cNvPr id="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8115" y="1050131"/>
                        <a:ext cx="3556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3EE3D3E-EA65-45C3-8183-C27EBC7BA94A}"/>
              </a:ext>
            </a:extLst>
          </p:cNvPr>
          <p:cNvSpPr txBox="1"/>
          <p:nvPr/>
        </p:nvSpPr>
        <p:spPr>
          <a:xfrm>
            <a:off x="1019539" y="1845468"/>
            <a:ext cx="183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一般函数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20952B9-3498-4B11-8341-AE5A6E5268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359710"/>
              </p:ext>
            </p:extLst>
          </p:nvPr>
        </p:nvGraphicFramePr>
        <p:xfrm>
          <a:off x="2641112" y="190485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10" name="Equation" r:id="rId11" imgW="2108160" imgH="342720" progId="Equation.DSMT4">
                  <p:embed/>
                </p:oleObj>
              </mc:Choice>
              <mc:Fallback>
                <p:oleObj name="Equation" r:id="rId11" imgW="2108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41112" y="1904850"/>
                        <a:ext cx="210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>
            <a:extLst>
              <a:ext uri="{FF2B5EF4-FFF2-40B4-BE49-F238E27FC236}">
                <a16:creationId xmlns:a16="http://schemas.microsoft.com/office/drawing/2014/main" id="{F158BCD8-1C6E-455C-82B4-8481A12E1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475" y="2562820"/>
            <a:ext cx="8496944" cy="1566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    在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自变量</a:t>
            </a:r>
            <a:r>
              <a:rPr kumimoji="1" lang="zh-CN" altLang="en-US" sz="2400" b="1" dirty="0">
                <a:latin typeface="+mn-ea"/>
              </a:rPr>
              <a:t>的某个变化过程中，如果对应的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函数值</a:t>
            </a:r>
            <a:r>
              <a:rPr kumimoji="1" lang="zh-CN" altLang="en-US" sz="2400" b="1" dirty="0">
                <a:latin typeface="+mn-ea"/>
              </a:rPr>
              <a:t>无限接近于某个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确定的数</a:t>
            </a:r>
            <a:r>
              <a:rPr kumimoji="1" lang="zh-CN" altLang="en-US" sz="2400" b="1" dirty="0">
                <a:latin typeface="+mn-ea"/>
              </a:rPr>
              <a:t>，那么这个确定的数就叫做在这一变化过程中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函数的极限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CFE20CF-0FE3-43AA-AF65-CAB2CE2F34BC}"/>
              </a:ext>
            </a:extLst>
          </p:cNvPr>
          <p:cNvGrpSpPr/>
          <p:nvPr/>
        </p:nvGrpSpPr>
        <p:grpSpPr>
          <a:xfrm>
            <a:off x="2929103" y="1079897"/>
            <a:ext cx="826740" cy="282838"/>
            <a:chOff x="6756710" y="1188765"/>
            <a:chExt cx="970186" cy="34290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E5AC547F-F87B-41CF-8D6F-E240F5C03AE8}"/>
                </a:ext>
              </a:extLst>
            </p:cNvPr>
            <p:cNvSpPr/>
            <p:nvPr/>
          </p:nvSpPr>
          <p:spPr>
            <a:xfrm>
              <a:off x="6756710" y="1188765"/>
              <a:ext cx="970186" cy="342900"/>
            </a:xfrm>
            <a:prstGeom prst="roundRect">
              <a:avLst/>
            </a:prstGeom>
            <a:gradFill>
              <a:gsLst>
                <a:gs pos="80000">
                  <a:srgbClr val="0064FF"/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b="1" dirty="0">
                <a:solidFill>
                  <a:schemeClr val="lt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0" name="Object 14">
              <a:extLst>
                <a:ext uri="{FF2B5EF4-FFF2-40B4-BE49-F238E27FC236}">
                  <a16:creationId xmlns:a16="http://schemas.microsoft.com/office/drawing/2014/main" id="{489238D1-D51D-44F5-9DF5-2F5AD739A2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0620895"/>
                </p:ext>
              </p:extLst>
            </p:nvPr>
          </p:nvGraphicFramePr>
          <p:xfrm>
            <a:off x="6803595" y="1245059"/>
            <a:ext cx="877446" cy="229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811" name="Equation" r:id="rId13" imgW="876240" imgH="228600" progId="Equation.DSMT4">
                    <p:embed/>
                  </p:oleObj>
                </mc:Choice>
                <mc:Fallback>
                  <p:oleObj name="Equation" r:id="rId13" imgW="876240" imgH="228600" progId="Equation.DSMT4">
                    <p:embed/>
                    <p:pic>
                      <p:nvPicPr>
                        <p:cNvPr id="6" name="Object 14">
                          <a:extLst>
                            <a:ext uri="{FF2B5EF4-FFF2-40B4-BE49-F238E27FC236}">
                              <a16:creationId xmlns:a16="http://schemas.microsoft.com/office/drawing/2014/main" id="{869AB27F-B9FC-4DC1-BB9F-3CADADF1A0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3595" y="1245059"/>
                          <a:ext cx="877446" cy="22903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1548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文本框 4">
            <a:extLst>
              <a:ext uri="{FF2B5EF4-FFF2-40B4-BE49-F238E27FC236}">
                <a16:creationId xmlns:a16="http://schemas.microsoft.com/office/drawing/2014/main" id="{65497E3A-37D5-4EDF-95B3-5CA545BC21E6}"/>
              </a:ext>
            </a:extLst>
          </p:cNvPr>
          <p:cNvSpPr txBox="1"/>
          <p:nvPr/>
        </p:nvSpPr>
        <p:spPr>
          <a:xfrm>
            <a:off x="899592" y="267494"/>
            <a:ext cx="7152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自变量趋于无穷大时函数的极限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B855BFC-5669-4758-A965-84857C46AF33}"/>
              </a:ext>
            </a:extLst>
          </p:cNvPr>
          <p:cNvGrpSpPr/>
          <p:nvPr/>
        </p:nvGrpSpPr>
        <p:grpSpPr>
          <a:xfrm>
            <a:off x="1059108" y="3507854"/>
            <a:ext cx="6848554" cy="1071015"/>
            <a:chOff x="787687" y="3723878"/>
            <a:chExt cx="6848554" cy="1071015"/>
          </a:xfrm>
        </p:grpSpPr>
        <p:sp>
          <p:nvSpPr>
            <p:cNvPr id="152" name="矩形: 圆角 47">
              <a:extLst>
                <a:ext uri="{FF2B5EF4-FFF2-40B4-BE49-F238E27FC236}">
                  <a16:creationId xmlns:a16="http://schemas.microsoft.com/office/drawing/2014/main" id="{70FD1BB4-1875-4866-B10B-D912CB51D1DC}"/>
                </a:ext>
              </a:extLst>
            </p:cNvPr>
            <p:cNvSpPr/>
            <p:nvPr/>
          </p:nvSpPr>
          <p:spPr>
            <a:xfrm>
              <a:off x="787687" y="3723878"/>
              <a:ext cx="6848554" cy="1071015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 dirty="0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53" name="对象 152">
              <a:extLst>
                <a:ext uri="{FF2B5EF4-FFF2-40B4-BE49-F238E27FC236}">
                  <a16:creationId xmlns:a16="http://schemas.microsoft.com/office/drawing/2014/main" id="{B0BDC3BF-3B38-4265-AC13-07130FDC17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949949"/>
                </p:ext>
              </p:extLst>
            </p:nvPr>
          </p:nvGraphicFramePr>
          <p:xfrm>
            <a:off x="4624444" y="3842011"/>
            <a:ext cx="1003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44" name="Equation" r:id="rId4" imgW="1002960" imgH="279360" progId="Equation.DSMT4">
                    <p:embed/>
                  </p:oleObj>
                </mc:Choice>
                <mc:Fallback>
                  <p:oleObj name="Equation" r:id="rId4" imgW="1002960" imgH="27936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7A35EE7D-36A1-4550-9F17-105BEA9A14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4444" y="3842011"/>
                          <a:ext cx="10033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" name="对象 153">
              <a:extLst>
                <a:ext uri="{FF2B5EF4-FFF2-40B4-BE49-F238E27FC236}">
                  <a16:creationId xmlns:a16="http://schemas.microsoft.com/office/drawing/2014/main" id="{E8089767-1FB2-44EB-B32C-34D37C0F0A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7740022"/>
                </p:ext>
              </p:extLst>
            </p:nvPr>
          </p:nvGraphicFramePr>
          <p:xfrm>
            <a:off x="2667689" y="3790380"/>
            <a:ext cx="1922463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45" name="Equation" r:id="rId6" imgW="1828800" imgH="482400" progId="Equation.DSMT4">
                    <p:embed/>
                  </p:oleObj>
                </mc:Choice>
                <mc:Fallback>
                  <p:oleObj name="Equation" r:id="rId6" imgW="1828800" imgH="4824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C04BAA76-461D-4E62-BE3A-C0A910F3AE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689" y="3790380"/>
                          <a:ext cx="1922463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" name="对象 154">
              <a:extLst>
                <a:ext uri="{FF2B5EF4-FFF2-40B4-BE49-F238E27FC236}">
                  <a16:creationId xmlns:a16="http://schemas.microsoft.com/office/drawing/2014/main" id="{46130FFC-4F57-4C78-991C-E73ADFB7EE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9511906"/>
                </p:ext>
              </p:extLst>
            </p:nvPr>
          </p:nvGraphicFramePr>
          <p:xfrm>
            <a:off x="4827929" y="4325367"/>
            <a:ext cx="1498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46" name="Equation" r:id="rId8" imgW="1498320" imgH="380880" progId="Equation.DSMT4">
                    <p:embed/>
                  </p:oleObj>
                </mc:Choice>
                <mc:Fallback>
                  <p:oleObj name="Equation" r:id="rId8" imgW="1498320" imgH="38088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CE9D43EA-B6D0-4DBC-9E00-B1A51BF9E0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7929" y="4325367"/>
                          <a:ext cx="14986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D0F6CC13-F969-4420-8B7C-2F9905AB2C18}"/>
                </a:ext>
              </a:extLst>
            </p:cNvPr>
            <p:cNvGrpSpPr/>
            <p:nvPr/>
          </p:nvGrpSpPr>
          <p:grpSpPr>
            <a:xfrm>
              <a:off x="5739688" y="3757164"/>
              <a:ext cx="1563854" cy="461665"/>
              <a:chOff x="13268417" y="849949"/>
              <a:chExt cx="1563854" cy="461665"/>
            </a:xfrm>
          </p:grpSpPr>
          <p:graphicFrame>
            <p:nvGraphicFramePr>
              <p:cNvPr id="164" name="对象 163">
                <a:extLst>
                  <a:ext uri="{FF2B5EF4-FFF2-40B4-BE49-F238E27FC236}">
                    <a16:creationId xmlns:a16="http://schemas.microsoft.com/office/drawing/2014/main" id="{EBE29573-45E7-4621-868C-6126113E1F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26769329"/>
                  </p:ext>
                </p:extLst>
              </p:nvPr>
            </p:nvGraphicFramePr>
            <p:xfrm>
              <a:off x="14413171" y="967674"/>
              <a:ext cx="4191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47" name="Equation" r:id="rId10" imgW="419040" imgH="266400" progId="Equation.DSMT4">
                      <p:embed/>
                    </p:oleObj>
                  </mc:Choice>
                  <mc:Fallback>
                    <p:oleObj name="Equation" r:id="rId10" imgW="419040" imgH="266400" progId="Equation.DSMT4">
                      <p:embed/>
                      <p:pic>
                        <p:nvPicPr>
                          <p:cNvPr id="48" name="对象 47">
                            <a:extLst>
                              <a:ext uri="{FF2B5EF4-FFF2-40B4-BE49-F238E27FC236}">
                                <a16:creationId xmlns:a16="http://schemas.microsoft.com/office/drawing/2014/main" id="{B1A3FAC8-19E4-4ED5-8F64-C6062987084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13171" y="967674"/>
                            <a:ext cx="419100" cy="266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5" name="TextBox 47">
                <a:extLst>
                  <a:ext uri="{FF2B5EF4-FFF2-40B4-BE49-F238E27FC236}">
                    <a16:creationId xmlns:a16="http://schemas.microsoft.com/office/drawing/2014/main" id="{F95731D4-7381-4EA1-B8E2-9A9DCE15DE01}"/>
                  </a:ext>
                </a:extLst>
              </p:cNvPr>
              <p:cNvSpPr txBox="1"/>
              <p:nvPr/>
            </p:nvSpPr>
            <p:spPr>
              <a:xfrm>
                <a:off x="13384317" y="849949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正整数</a:t>
                </a:r>
              </a:p>
            </p:txBody>
          </p:sp>
          <p:graphicFrame>
            <p:nvGraphicFramePr>
              <p:cNvPr id="166" name="对象 165">
                <a:extLst>
                  <a:ext uri="{FF2B5EF4-FFF2-40B4-BE49-F238E27FC236}">
                    <a16:creationId xmlns:a16="http://schemas.microsoft.com/office/drawing/2014/main" id="{8D127738-EF02-45FE-A956-6A6DF4CE40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0902536"/>
                  </p:ext>
                </p:extLst>
              </p:nvPr>
            </p:nvGraphicFramePr>
            <p:xfrm>
              <a:off x="13268417" y="958270"/>
              <a:ext cx="1905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48" name="Equation" r:id="rId12" imgW="190440" imgH="253800" progId="Equation.DSMT4">
                      <p:embed/>
                    </p:oleObj>
                  </mc:Choice>
                  <mc:Fallback>
                    <p:oleObj name="Equation" r:id="rId12" imgW="190440" imgH="253800" progId="Equation.DSMT4">
                      <p:embed/>
                      <p:pic>
                        <p:nvPicPr>
                          <p:cNvPr id="50" name="对象 49">
                            <a:extLst>
                              <a:ext uri="{FF2B5EF4-FFF2-40B4-BE49-F238E27FC236}">
                                <a16:creationId xmlns:a16="http://schemas.microsoft.com/office/drawing/2014/main" id="{9E2EA358-0BFA-4539-B94C-7C280CCC8E2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268417" y="958270"/>
                            <a:ext cx="190500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B7AD0B1C-02CF-4BCC-81EF-439D8C7F0A20}"/>
                </a:ext>
              </a:extLst>
            </p:cNvPr>
            <p:cNvGrpSpPr/>
            <p:nvPr/>
          </p:nvGrpSpPr>
          <p:grpSpPr>
            <a:xfrm>
              <a:off x="2523673" y="4307827"/>
              <a:ext cx="2016224" cy="461665"/>
              <a:chOff x="7532122" y="1574245"/>
              <a:chExt cx="2016224" cy="461665"/>
            </a:xfrm>
          </p:grpSpPr>
          <p:sp>
            <p:nvSpPr>
              <p:cNvPr id="162" name="TextBox 50">
                <a:extLst>
                  <a:ext uri="{FF2B5EF4-FFF2-40B4-BE49-F238E27FC236}">
                    <a16:creationId xmlns:a16="http://schemas.microsoft.com/office/drawing/2014/main" id="{18D2116D-0705-49AA-A61D-C38E27B6FCC5}"/>
                  </a:ext>
                </a:extLst>
              </p:cNvPr>
              <p:cNvSpPr txBox="1"/>
              <p:nvPr/>
            </p:nvSpPr>
            <p:spPr>
              <a:xfrm>
                <a:off x="7532122" y="1574245"/>
                <a:ext cx="20162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当            时，</a:t>
                </a:r>
              </a:p>
            </p:txBody>
          </p:sp>
          <p:graphicFrame>
            <p:nvGraphicFramePr>
              <p:cNvPr id="163" name="对象 162">
                <a:extLst>
                  <a:ext uri="{FF2B5EF4-FFF2-40B4-BE49-F238E27FC236}">
                    <a16:creationId xmlns:a16="http://schemas.microsoft.com/office/drawing/2014/main" id="{09D57390-E81B-4098-A368-97BE8875453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96881153"/>
                  </p:ext>
                </p:extLst>
              </p:nvPr>
            </p:nvGraphicFramePr>
            <p:xfrm>
              <a:off x="8007975" y="1710607"/>
              <a:ext cx="676275" cy="247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49" name="Equation" r:id="rId14" imgW="749160" imgH="266400" progId="Equation.DSMT4">
                      <p:embed/>
                    </p:oleObj>
                  </mc:Choice>
                  <mc:Fallback>
                    <p:oleObj name="Equation" r:id="rId14" imgW="749160" imgH="266400" progId="Equation.DSMT4">
                      <p:embed/>
                      <p:pic>
                        <p:nvPicPr>
                          <p:cNvPr id="47" name="对象 46">
                            <a:extLst>
                              <a:ext uri="{FF2B5EF4-FFF2-40B4-BE49-F238E27FC236}">
                                <a16:creationId xmlns:a16="http://schemas.microsoft.com/office/drawing/2014/main" id="{FAACFE7C-80C1-4BB5-B7E1-C4EDEDFF62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07975" y="1710607"/>
                            <a:ext cx="676275" cy="2476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8" name="TextBox 52">
              <a:extLst>
                <a:ext uri="{FF2B5EF4-FFF2-40B4-BE49-F238E27FC236}">
                  <a16:creationId xmlns:a16="http://schemas.microsoft.com/office/drawing/2014/main" id="{F34618F6-4925-4AF1-9C4D-ACD2BCDD7D62}"/>
                </a:ext>
              </a:extLst>
            </p:cNvPr>
            <p:cNvSpPr txBox="1"/>
            <p:nvPr/>
          </p:nvSpPr>
          <p:spPr>
            <a:xfrm>
              <a:off x="4260867" y="4297642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有</a:t>
              </a:r>
            </a:p>
          </p:txBody>
        </p:sp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A63A26A3-115C-41C9-A434-91BC097F9E5D}"/>
                </a:ext>
              </a:extLst>
            </p:cNvPr>
            <p:cNvGrpSpPr/>
            <p:nvPr/>
          </p:nvGrpSpPr>
          <p:grpSpPr>
            <a:xfrm>
              <a:off x="963239" y="4027801"/>
              <a:ext cx="1762905" cy="461665"/>
              <a:chOff x="6979800" y="1198977"/>
              <a:chExt cx="1762905" cy="461665"/>
            </a:xfrm>
          </p:grpSpPr>
          <p:graphicFrame>
            <p:nvGraphicFramePr>
              <p:cNvPr id="160" name="对象 159">
                <a:extLst>
                  <a:ext uri="{FF2B5EF4-FFF2-40B4-BE49-F238E27FC236}">
                    <a16:creationId xmlns:a16="http://schemas.microsoft.com/office/drawing/2014/main" id="{7BB6E95B-7591-4020-90B0-87BA0FF50B2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8132744"/>
                  </p:ext>
                </p:extLst>
              </p:nvPr>
            </p:nvGraphicFramePr>
            <p:xfrm>
              <a:off x="6979800" y="1297254"/>
              <a:ext cx="757237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50" name="Equation" r:id="rId16" imgW="723600" imgH="266400" progId="Equation.DSMT4">
                      <p:embed/>
                    </p:oleObj>
                  </mc:Choice>
                  <mc:Fallback>
                    <p:oleObj name="Equation" r:id="rId16" imgW="723600" imgH="266400" progId="Equation.DSMT4">
                      <p:embed/>
                      <p:pic>
                        <p:nvPicPr>
                          <p:cNvPr id="44" name="对象 43">
                            <a:extLst>
                              <a:ext uri="{FF2B5EF4-FFF2-40B4-BE49-F238E27FC236}">
                                <a16:creationId xmlns:a16="http://schemas.microsoft.com/office/drawing/2014/main" id="{A4404F08-D722-4D11-8323-E67B8FBA674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79800" y="1297254"/>
                            <a:ext cx="757237" cy="265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1" name="TextBox 53">
                <a:extLst>
                  <a:ext uri="{FF2B5EF4-FFF2-40B4-BE49-F238E27FC236}">
                    <a16:creationId xmlns:a16="http://schemas.microsoft.com/office/drawing/2014/main" id="{CD6C518F-7C55-409D-87A3-B4A3C4280C7C}"/>
                  </a:ext>
                </a:extLst>
              </p:cNvPr>
              <p:cNvSpPr txBox="1"/>
              <p:nvPr/>
            </p:nvSpPr>
            <p:spPr>
              <a:xfrm>
                <a:off x="7662585" y="1198977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</a:rPr>
                  <a:t>定义</a:t>
                </a:r>
              </a:p>
            </p:txBody>
          </p:sp>
        </p:grpSp>
      </p:grpSp>
      <p:sp>
        <p:nvSpPr>
          <p:cNvPr id="167" name="Text Box 27">
            <a:extLst>
              <a:ext uri="{FF2B5EF4-FFF2-40B4-BE49-F238E27FC236}">
                <a16:creationId xmlns:a16="http://schemas.microsoft.com/office/drawing/2014/main" id="{7EEE54C2-43B7-44D0-8B83-52BB0CC9F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86" y="925465"/>
            <a:ext cx="1706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68" name="Object 32">
            <a:extLst>
              <a:ext uri="{FF2B5EF4-FFF2-40B4-BE49-F238E27FC236}">
                <a16:creationId xmlns:a16="http://schemas.microsoft.com/office/drawing/2014/main" id="{E67EE768-9E8B-4E33-92EF-3172689F65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857045"/>
              </p:ext>
            </p:extLst>
          </p:nvPr>
        </p:nvGraphicFramePr>
        <p:xfrm>
          <a:off x="1573314" y="1628081"/>
          <a:ext cx="410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51" name="Equation" r:id="rId18" imgW="4101840" imgH="380880" progId="Equation.DSMT4">
                  <p:embed/>
                </p:oleObj>
              </mc:Choice>
              <mc:Fallback>
                <p:oleObj name="Equation" r:id="rId18" imgW="4101840" imgH="380880" progId="Equation.DSMT4">
                  <p:embed/>
                  <p:pic>
                    <p:nvPicPr>
                      <p:cNvPr id="55" name="Object 32">
                        <a:extLst>
                          <a:ext uri="{FF2B5EF4-FFF2-40B4-BE49-F238E27FC236}">
                            <a16:creationId xmlns:a16="http://schemas.microsoft.com/office/drawing/2014/main" id="{0F76C77B-2B3E-43A6-A4EC-81083F0045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314" y="1628081"/>
                        <a:ext cx="4102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" name="Text Box 34">
            <a:extLst>
              <a:ext uri="{FF2B5EF4-FFF2-40B4-BE49-F238E27FC236}">
                <a16:creationId xmlns:a16="http://schemas.microsoft.com/office/drawing/2014/main" id="{18B3AC4D-D9FA-4FE2-A7E4-EFC486E16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50" y="2240961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时的极限，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sp>
        <p:nvSpPr>
          <p:cNvPr id="170" name="Text Box 48">
            <a:extLst>
              <a:ext uri="{FF2B5EF4-FFF2-40B4-BE49-F238E27FC236}">
                <a16:creationId xmlns:a16="http://schemas.microsoft.com/office/drawing/2014/main" id="{B4B7B447-3422-4E40-9BB5-5699FDF3B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039" y="224096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记作</a:t>
            </a: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41AF46DF-C4C8-40D2-BCAD-276DE7A34CB9}"/>
              </a:ext>
            </a:extLst>
          </p:cNvPr>
          <p:cNvGrpSpPr/>
          <p:nvPr/>
        </p:nvGrpSpPr>
        <p:grpSpPr>
          <a:xfrm>
            <a:off x="6703837" y="915566"/>
            <a:ext cx="1477361" cy="461665"/>
            <a:chOff x="6774464" y="1347614"/>
            <a:chExt cx="1477361" cy="461665"/>
          </a:xfrm>
        </p:grpSpPr>
        <p:sp>
          <p:nvSpPr>
            <p:cNvPr id="172" name="Text Box 30">
              <a:extLst>
                <a:ext uri="{FF2B5EF4-FFF2-40B4-BE49-F238E27FC236}">
                  <a16:creationId xmlns:a16="http://schemas.microsoft.com/office/drawing/2014/main" id="{2143B1D2-CDEF-4E11-83BC-88D7B2C54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4464" y="1347614"/>
              <a:ext cx="609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若</a:t>
              </a:r>
            </a:p>
          </p:txBody>
        </p:sp>
        <p:graphicFrame>
          <p:nvGraphicFramePr>
            <p:cNvPr id="173" name="Object 52">
              <a:extLst>
                <a:ext uri="{FF2B5EF4-FFF2-40B4-BE49-F238E27FC236}">
                  <a16:creationId xmlns:a16="http://schemas.microsoft.com/office/drawing/2014/main" id="{C7678FDA-8527-47E2-8B5D-73FB0ADD7B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6836293"/>
                </p:ext>
              </p:extLst>
            </p:nvPr>
          </p:nvGraphicFramePr>
          <p:xfrm>
            <a:off x="7248525" y="1460500"/>
            <a:ext cx="1003300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52" name="Equation" r:id="rId20" imgW="1002960" imgH="342720" progId="Equation.DSMT4">
                    <p:embed/>
                  </p:oleObj>
                </mc:Choice>
                <mc:Fallback>
                  <p:oleObj name="Equation" r:id="rId20" imgW="1002960" imgH="342720" progId="Equation.DSMT4">
                    <p:embed/>
                    <p:pic>
                      <p:nvPicPr>
                        <p:cNvPr id="59" name="Object 52">
                          <a:extLst>
                            <a:ext uri="{FF2B5EF4-FFF2-40B4-BE49-F238E27FC236}">
                              <a16:creationId xmlns:a16="http://schemas.microsoft.com/office/drawing/2014/main" id="{D384F104-F6E9-47FC-9756-4BF3677875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8525" y="1460500"/>
                          <a:ext cx="1003300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" name="Object 53">
            <a:extLst>
              <a:ext uri="{FF2B5EF4-FFF2-40B4-BE49-F238E27FC236}">
                <a16:creationId xmlns:a16="http://schemas.microsoft.com/office/drawing/2014/main" id="{73B7EA79-7063-4304-9BB9-025A8C90D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598349"/>
              </p:ext>
            </p:extLst>
          </p:nvPr>
        </p:nvGraphicFramePr>
        <p:xfrm>
          <a:off x="994894" y="2312026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53" name="Equation" r:id="rId22" imgW="1384200" imgH="380880" progId="Equation.DSMT4">
                  <p:embed/>
                </p:oleObj>
              </mc:Choice>
              <mc:Fallback>
                <p:oleObj name="Equation" r:id="rId22" imgW="1384200" imgH="380880" progId="Equation.DSMT4">
                  <p:embed/>
                  <p:pic>
                    <p:nvPicPr>
                      <p:cNvPr id="60" name="Object 53">
                        <a:extLst>
                          <a:ext uri="{FF2B5EF4-FFF2-40B4-BE49-F238E27FC236}">
                            <a16:creationId xmlns:a16="http://schemas.microsoft.com/office/drawing/2014/main" id="{014959CE-2AD1-4579-B1E7-8033635266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894" y="2312026"/>
                        <a:ext cx="1384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" name="对象 174">
            <a:extLst>
              <a:ext uri="{FF2B5EF4-FFF2-40B4-BE49-F238E27FC236}">
                <a16:creationId xmlns:a16="http://schemas.microsoft.com/office/drawing/2014/main" id="{34BE0409-6A7B-499F-BDE8-76286ECFC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816668"/>
              </p:ext>
            </p:extLst>
          </p:nvPr>
        </p:nvGraphicFramePr>
        <p:xfrm>
          <a:off x="408486" y="1669356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54" name="Equation" r:id="rId24" imgW="1041120" imgH="342720" progId="Equation.DSMT4">
                  <p:embed/>
                </p:oleObj>
              </mc:Choice>
              <mc:Fallback>
                <p:oleObj name="Equation" r:id="rId24" imgW="1041120" imgH="34272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FDEDC95B-D8B8-41FD-A92F-CC4C37DD4D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08486" y="1669356"/>
                        <a:ext cx="1041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对象 175">
            <a:extLst>
              <a:ext uri="{FF2B5EF4-FFF2-40B4-BE49-F238E27FC236}">
                <a16:creationId xmlns:a16="http://schemas.microsoft.com/office/drawing/2014/main" id="{4A5848F0-207C-4B69-AB4F-E267FE5362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793978"/>
              </p:ext>
            </p:extLst>
          </p:nvPr>
        </p:nvGraphicFramePr>
        <p:xfrm>
          <a:off x="2116604" y="2853514"/>
          <a:ext cx="170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55" name="Equation" r:id="rId26" imgW="1701720" imgH="482400" progId="Equation.DSMT4">
                  <p:embed/>
                </p:oleObj>
              </mc:Choice>
              <mc:Fallback>
                <p:oleObj name="Equation" r:id="rId26" imgW="1701720" imgH="48240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902B826F-EBA9-4546-BFC6-7E11B2D837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116604" y="2853514"/>
                        <a:ext cx="1701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Text Box 33">
            <a:extLst>
              <a:ext uri="{FF2B5EF4-FFF2-40B4-BE49-F238E27FC236}">
                <a16:creationId xmlns:a16="http://schemas.microsoft.com/office/drawing/2014/main" id="{15E5692D-BC06-4A29-BB42-C75B49AD7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5414" y="1563638"/>
            <a:ext cx="29698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则称常数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</a:rPr>
              <a:t>为函数</a:t>
            </a:r>
          </a:p>
        </p:txBody>
      </p:sp>
      <p:graphicFrame>
        <p:nvGraphicFramePr>
          <p:cNvPr id="178" name="对象 177">
            <a:extLst>
              <a:ext uri="{FF2B5EF4-FFF2-40B4-BE49-F238E27FC236}">
                <a16:creationId xmlns:a16="http://schemas.microsoft.com/office/drawing/2014/main" id="{3EE2AA5E-925B-4FC3-85D6-B1128DCA7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282748"/>
              </p:ext>
            </p:extLst>
          </p:nvPr>
        </p:nvGraphicFramePr>
        <p:xfrm>
          <a:off x="408300" y="233107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56" name="Equation" r:id="rId28" imgW="622080" imgH="342720" progId="Equation.DSMT4">
                  <p:embed/>
                </p:oleObj>
              </mc:Choice>
              <mc:Fallback>
                <p:oleObj name="Equation" r:id="rId28" imgW="622080" imgH="34272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B85AC2D-DF98-4BDB-930A-23B8D900CB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08300" y="233107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BBBE028E-FB81-4970-97BB-BC1BB7826293}"/>
              </a:ext>
            </a:extLst>
          </p:cNvPr>
          <p:cNvGrpSpPr/>
          <p:nvPr/>
        </p:nvGrpSpPr>
        <p:grpSpPr>
          <a:xfrm>
            <a:off x="1909085" y="918651"/>
            <a:ext cx="5404352" cy="478066"/>
            <a:chOff x="1979712" y="1350699"/>
            <a:chExt cx="5404352" cy="478066"/>
          </a:xfrm>
        </p:grpSpPr>
        <p:graphicFrame>
          <p:nvGraphicFramePr>
            <p:cNvPr id="180" name="Object 28">
              <a:extLst>
                <a:ext uri="{FF2B5EF4-FFF2-40B4-BE49-F238E27FC236}">
                  <a16:creationId xmlns:a16="http://schemas.microsoft.com/office/drawing/2014/main" id="{4AEDD0DE-247E-4390-8F00-E1FAA052FE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2178176"/>
                </p:ext>
              </p:extLst>
            </p:nvPr>
          </p:nvGraphicFramePr>
          <p:xfrm>
            <a:off x="3009737" y="1419444"/>
            <a:ext cx="11937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57" name="Equation" r:id="rId30" imgW="1193760" imgH="380880" progId="Equation.DSMT4">
                    <p:embed/>
                  </p:oleObj>
                </mc:Choice>
                <mc:Fallback>
                  <p:oleObj name="Equation" r:id="rId30" imgW="1193760" imgH="380880" progId="Equation.DSMT4">
                    <p:embed/>
                    <p:pic>
                      <p:nvPicPr>
                        <p:cNvPr id="52" name="Object 28">
                          <a:extLst>
                            <a:ext uri="{FF2B5EF4-FFF2-40B4-BE49-F238E27FC236}">
                              <a16:creationId xmlns:a16="http://schemas.microsoft.com/office/drawing/2014/main" id="{DB05C292-A85B-4B84-BFE5-03B6BCADFE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9737" y="1419444"/>
                          <a:ext cx="1193760" cy="380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1" name="Text Box 29">
              <a:extLst>
                <a:ext uri="{FF2B5EF4-FFF2-40B4-BE49-F238E27FC236}">
                  <a16:creationId xmlns:a16="http://schemas.microsoft.com/office/drawing/2014/main" id="{AA50935F-3C43-4599-9891-502D88428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857" y="1350699"/>
              <a:ext cx="3294207" cy="478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大于某数时有定义，</a:t>
              </a:r>
              <a:endParaRPr kumimoji="1" lang="en-US" altLang="zh-CN" sz="2400" dirty="0">
                <a:latin typeface="Symbol" panose="05050102010706020507" pitchFamily="18" charset="2"/>
              </a:endParaRPr>
            </a:p>
          </p:txBody>
        </p:sp>
        <p:sp>
          <p:nvSpPr>
            <p:cNvPr id="182" name="Text Box 27">
              <a:extLst>
                <a:ext uri="{FF2B5EF4-FFF2-40B4-BE49-F238E27FC236}">
                  <a16:creationId xmlns:a16="http://schemas.microsoft.com/office/drawing/2014/main" id="{363CCD39-F275-4EF8-8314-F1AFE2BF1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712" y="1357512"/>
              <a:ext cx="126584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设函数</a:t>
              </a:r>
            </a:p>
          </p:txBody>
        </p:sp>
      </p:grpSp>
      <p:graphicFrame>
        <p:nvGraphicFramePr>
          <p:cNvPr id="183" name="对象 182">
            <a:extLst>
              <a:ext uri="{FF2B5EF4-FFF2-40B4-BE49-F238E27FC236}">
                <a16:creationId xmlns:a16="http://schemas.microsoft.com/office/drawing/2014/main" id="{4353F1D1-5D14-466C-A615-63EAEA52E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407953"/>
              </p:ext>
            </p:extLst>
          </p:nvPr>
        </p:nvGraphicFramePr>
        <p:xfrm>
          <a:off x="4091238" y="2844106"/>
          <a:ext cx="350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58" name="Equation" r:id="rId32" imgW="3504960" imgH="380880" progId="Equation.DSMT4">
                  <p:embed/>
                </p:oleObj>
              </mc:Choice>
              <mc:Fallback>
                <p:oleObj name="Equation" r:id="rId32" imgW="3504960" imgH="38088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F7668937-EBA7-4A03-BF3E-A494C98E38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091238" y="2844106"/>
                        <a:ext cx="350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对象 183">
            <a:extLst>
              <a:ext uri="{FF2B5EF4-FFF2-40B4-BE49-F238E27FC236}">
                <a16:creationId xmlns:a16="http://schemas.microsoft.com/office/drawing/2014/main" id="{9C6A9ED3-26E9-41A6-84E8-30764581E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375974"/>
              </p:ext>
            </p:extLst>
          </p:nvPr>
        </p:nvGraphicFramePr>
        <p:xfrm>
          <a:off x="3242699" y="3915136"/>
          <a:ext cx="302148" cy="15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59" name="Equation" r:id="rId34" imgW="431640" imgH="215640" progId="Equation.DSMT4">
                  <p:embed/>
                </p:oleObj>
              </mc:Choice>
              <mc:Fallback>
                <p:oleObj name="Equation" r:id="rId34" imgW="431640" imgH="215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242699" y="3915136"/>
                        <a:ext cx="302148" cy="150948"/>
                      </a:xfrm>
                      <a:prstGeom prst="rect">
                        <a:avLst/>
                      </a:prstGeom>
                      <a:solidFill>
                        <a:srgbClr val="FFC86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对象 184">
            <a:extLst>
              <a:ext uri="{FF2B5EF4-FFF2-40B4-BE49-F238E27FC236}">
                <a16:creationId xmlns:a16="http://schemas.microsoft.com/office/drawing/2014/main" id="{5DE51C21-91D3-4F0C-9FF2-F72E87245A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064897"/>
              </p:ext>
            </p:extLst>
          </p:nvPr>
        </p:nvGraphicFramePr>
        <p:xfrm>
          <a:off x="2791786" y="3565364"/>
          <a:ext cx="170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0" name="Equation" r:id="rId36" imgW="1701720" imgH="482400" progId="Equation.DSMT4">
                  <p:embed/>
                </p:oleObj>
              </mc:Choice>
              <mc:Fallback>
                <p:oleObj name="Equation" r:id="rId36" imgW="1701720" imgH="48240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DED004A5-C2AA-485E-957E-F0561E3A2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791786" y="3565364"/>
                        <a:ext cx="1701800" cy="482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对象 185">
            <a:extLst>
              <a:ext uri="{FF2B5EF4-FFF2-40B4-BE49-F238E27FC236}">
                <a16:creationId xmlns:a16="http://schemas.microsoft.com/office/drawing/2014/main" id="{1211BB09-0EBC-45D0-80E8-9E53353D9F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637324"/>
              </p:ext>
            </p:extLst>
          </p:nvPr>
        </p:nvGraphicFramePr>
        <p:xfrm>
          <a:off x="6232614" y="3618208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1" name="Equation" r:id="rId38" imgW="1180800" imgH="342720" progId="Equation.DSMT4">
                  <p:embed/>
                </p:oleObj>
              </mc:Choice>
              <mc:Fallback>
                <p:oleObj name="Equation" r:id="rId38" imgW="1180800" imgH="34272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DECA9C35-BB7B-4C72-B91A-D155EF3B4E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232614" y="3618208"/>
                        <a:ext cx="11811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对象 186">
            <a:extLst>
              <a:ext uri="{FF2B5EF4-FFF2-40B4-BE49-F238E27FC236}">
                <a16:creationId xmlns:a16="http://schemas.microsoft.com/office/drawing/2014/main" id="{FAAE17FB-2216-467E-A7E1-1D5832DC76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442613"/>
              </p:ext>
            </p:extLst>
          </p:nvPr>
        </p:nvGraphicFramePr>
        <p:xfrm>
          <a:off x="3248763" y="4179481"/>
          <a:ext cx="762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2" name="Equation" r:id="rId40" imgW="761760" imgH="279360" progId="Equation.DSMT4">
                  <p:embed/>
                </p:oleObj>
              </mc:Choice>
              <mc:Fallback>
                <p:oleObj name="Equation" r:id="rId40" imgW="761760" imgH="27936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D355D19B-D0F4-415E-A963-103B15FE74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248763" y="4179481"/>
                        <a:ext cx="762000" cy="279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" name="对象 187">
            <a:extLst>
              <a:ext uri="{FF2B5EF4-FFF2-40B4-BE49-F238E27FC236}">
                <a16:creationId xmlns:a16="http://schemas.microsoft.com/office/drawing/2014/main" id="{938E441C-6F87-4243-9928-7E257F9AE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956480"/>
              </p:ext>
            </p:extLst>
          </p:nvPr>
        </p:nvGraphicFramePr>
        <p:xfrm>
          <a:off x="5099350" y="4147443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3" name="Equation" r:id="rId42" imgW="1854000" imgH="342720" progId="Equation.DSMT4">
                  <p:embed/>
                </p:oleObj>
              </mc:Choice>
              <mc:Fallback>
                <p:oleObj name="Equation" r:id="rId42" imgW="18540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7A5BE7A-9760-4FC1-9495-C33C9F46C7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099350" y="4147443"/>
                        <a:ext cx="1854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" name="对象 188">
            <a:extLst>
              <a:ext uri="{FF2B5EF4-FFF2-40B4-BE49-F238E27FC236}">
                <a16:creationId xmlns:a16="http://schemas.microsoft.com/office/drawing/2014/main" id="{667E4B29-C6B8-4761-9498-3A94B3F493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727992"/>
              </p:ext>
            </p:extLst>
          </p:nvPr>
        </p:nvGraphicFramePr>
        <p:xfrm>
          <a:off x="1689701" y="3909868"/>
          <a:ext cx="317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4" name="Equation" r:id="rId44" imgW="304560" imgH="266400" progId="Equation.DSMT4">
                  <p:embed/>
                </p:oleObj>
              </mc:Choice>
              <mc:Fallback>
                <p:oleObj name="Equation" r:id="rId44" imgW="304560" imgH="2664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31AE2722-BEDE-487B-87AF-0579FE58E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701" y="3909868"/>
                        <a:ext cx="317500" cy="2651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" name="对象 189">
            <a:extLst>
              <a:ext uri="{FF2B5EF4-FFF2-40B4-BE49-F238E27FC236}">
                <a16:creationId xmlns:a16="http://schemas.microsoft.com/office/drawing/2014/main" id="{3E2C476A-A05C-48DB-B8E9-7316D76304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848360"/>
              </p:ext>
            </p:extLst>
          </p:nvPr>
        </p:nvGraphicFramePr>
        <p:xfrm>
          <a:off x="1892350" y="1654843"/>
          <a:ext cx="939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5" name="Equation" r:id="rId46" imgW="939600" imgH="279360" progId="Equation.DSMT4">
                  <p:embed/>
                </p:oleObj>
              </mc:Choice>
              <mc:Fallback>
                <p:oleObj name="Equation" r:id="rId46" imgW="939600" imgH="27936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D355D19B-D0F4-415E-A963-103B15FE74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892350" y="1654843"/>
                        <a:ext cx="939800" cy="279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9236C0BD-FAD6-4FEA-8233-C956A4EDA53C}"/>
              </a:ext>
            </a:extLst>
          </p:cNvPr>
          <p:cNvGrpSpPr/>
          <p:nvPr/>
        </p:nvGrpSpPr>
        <p:grpSpPr>
          <a:xfrm>
            <a:off x="4075765" y="985393"/>
            <a:ext cx="417821" cy="360000"/>
            <a:chOff x="4985897" y="1319642"/>
            <a:chExt cx="417821" cy="360000"/>
          </a:xfrm>
        </p:grpSpPr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53D2E01B-6BE5-40E9-A1E0-187890BB40CB}"/>
                </a:ext>
              </a:extLst>
            </p:cNvPr>
            <p:cNvSpPr/>
            <p:nvPr/>
          </p:nvSpPr>
          <p:spPr>
            <a:xfrm>
              <a:off x="4985897" y="1319642"/>
              <a:ext cx="360000" cy="36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93" name="对象 192">
              <a:extLst>
                <a:ext uri="{FF2B5EF4-FFF2-40B4-BE49-F238E27FC236}">
                  <a16:creationId xmlns:a16="http://schemas.microsoft.com/office/drawing/2014/main" id="{565D1CDB-9992-4309-A39A-46F5F5D58C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5133476"/>
                </p:ext>
              </p:extLst>
            </p:nvPr>
          </p:nvGraphicFramePr>
          <p:xfrm>
            <a:off x="5010018" y="1326268"/>
            <a:ext cx="393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66" name="Equation" r:id="rId48" imgW="393480" imgH="342720" progId="Equation.DSMT4">
                    <p:embed/>
                  </p:oleObj>
                </mc:Choice>
                <mc:Fallback>
                  <p:oleObj name="Equation" r:id="rId48" imgW="393480" imgH="342720" progId="Equation.DSMT4">
                    <p:embed/>
                    <p:pic>
                      <p:nvPicPr>
                        <p:cNvPr id="71" name="对象 70"/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5010018" y="1326268"/>
                          <a:ext cx="3937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53FEFEB7-4A56-4F82-83EE-907C034F1738}"/>
              </a:ext>
            </a:extLst>
          </p:cNvPr>
          <p:cNvGrpSpPr/>
          <p:nvPr/>
        </p:nvGrpSpPr>
        <p:grpSpPr>
          <a:xfrm>
            <a:off x="1933924" y="2331076"/>
            <a:ext cx="485192" cy="360000"/>
            <a:chOff x="4985897" y="1319642"/>
            <a:chExt cx="485192" cy="360000"/>
          </a:xfrm>
        </p:grpSpPr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F44D8D9E-496B-4D9F-A8B5-F5441E67B79F}"/>
                </a:ext>
              </a:extLst>
            </p:cNvPr>
            <p:cNvSpPr/>
            <p:nvPr/>
          </p:nvSpPr>
          <p:spPr>
            <a:xfrm>
              <a:off x="4985897" y="1319642"/>
              <a:ext cx="485192" cy="36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96" name="对象 195">
              <a:extLst>
                <a:ext uri="{FF2B5EF4-FFF2-40B4-BE49-F238E27FC236}">
                  <a16:creationId xmlns:a16="http://schemas.microsoft.com/office/drawing/2014/main" id="{3987A922-6565-4BA4-8D4C-5CBE19C353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6553787"/>
                </p:ext>
              </p:extLst>
            </p:nvPr>
          </p:nvGraphicFramePr>
          <p:xfrm>
            <a:off x="5004973" y="1396144"/>
            <a:ext cx="431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67" name="Equation" r:id="rId50" imgW="431640" imgH="203040" progId="Equation.DSMT4">
                    <p:embed/>
                  </p:oleObj>
                </mc:Choice>
                <mc:Fallback>
                  <p:oleObj name="Equation" r:id="rId50" imgW="431640" imgH="203040" progId="Equation.DSMT4">
                    <p:embed/>
                    <p:pic>
                      <p:nvPicPr>
                        <p:cNvPr id="75" name="对象 74"/>
                        <p:cNvPicPr/>
                        <p:nvPr/>
                      </p:nvPicPr>
                      <p:blipFill>
                        <a:blip r:embed="rId51"/>
                        <a:stretch>
                          <a:fillRect/>
                        </a:stretch>
                      </p:blipFill>
                      <p:spPr>
                        <a:xfrm>
                          <a:off x="5004973" y="1396144"/>
                          <a:ext cx="431800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7" name="对象 196">
            <a:extLst>
              <a:ext uri="{FF2B5EF4-FFF2-40B4-BE49-F238E27FC236}">
                <a16:creationId xmlns:a16="http://schemas.microsoft.com/office/drawing/2014/main" id="{0815E688-88C6-4966-8AF1-E516897A5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828842"/>
              </p:ext>
            </p:extLst>
          </p:nvPr>
        </p:nvGraphicFramePr>
        <p:xfrm>
          <a:off x="2419116" y="3194826"/>
          <a:ext cx="303212" cy="14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8" name="Equation" r:id="rId52" imgW="431640" imgH="203040" progId="Equation.DSMT4">
                  <p:embed/>
                </p:oleObj>
              </mc:Choice>
              <mc:Fallback>
                <p:oleObj name="Equation" r:id="rId52" imgW="431640" imgH="20304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2419116" y="3194826"/>
                        <a:ext cx="303212" cy="1412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" name="对象 197">
            <a:extLst>
              <a:ext uri="{FF2B5EF4-FFF2-40B4-BE49-F238E27FC236}">
                <a16:creationId xmlns:a16="http://schemas.microsoft.com/office/drawing/2014/main" id="{A0CB6213-21AD-454D-B4D9-FD04C400B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798828"/>
              </p:ext>
            </p:extLst>
          </p:nvPr>
        </p:nvGraphicFramePr>
        <p:xfrm>
          <a:off x="7008637" y="2944774"/>
          <a:ext cx="431640" cy="20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9" name="Equation" r:id="rId54" imgW="431640" imgH="203040" progId="Equation.DSMT4">
                  <p:embed/>
                </p:oleObj>
              </mc:Choice>
              <mc:Fallback>
                <p:oleObj name="Equation" r:id="rId54" imgW="431640" imgH="203040" progId="Equation.DSMT4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7008637" y="2944774"/>
                        <a:ext cx="431640" cy="2030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2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2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2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5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7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2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5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25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25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utoUpdateAnimBg="0"/>
      <p:bldP spid="169" grpId="0" autoUpdateAnimBg="0"/>
      <p:bldP spid="170" grpId="0" autoUpdateAnimBg="0"/>
      <p:bldP spid="1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椭圆 65"/>
          <p:cNvSpPr/>
          <p:nvPr/>
        </p:nvSpPr>
        <p:spPr>
          <a:xfrm>
            <a:off x="3907100" y="433380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9EA8764B-C96F-459C-86CD-F002A56A3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505" y="339503"/>
            <a:ext cx="1706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9" name="Object 32">
            <a:extLst>
              <a:ext uri="{FF2B5EF4-FFF2-40B4-BE49-F238E27FC236}">
                <a16:creationId xmlns:a16="http://schemas.microsoft.com/office/drawing/2014/main" id="{0F76C77B-2B3E-43A6-A4EC-81083F004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475287"/>
              </p:ext>
            </p:extLst>
          </p:nvPr>
        </p:nvGraphicFramePr>
        <p:xfrm>
          <a:off x="1526436" y="1084783"/>
          <a:ext cx="415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2" name="Equation" r:id="rId4" imgW="4152600" imgH="380880" progId="Equation.DSMT4">
                  <p:embed/>
                </p:oleObj>
              </mc:Choice>
              <mc:Fallback>
                <p:oleObj name="Equation" r:id="rId4" imgW="4152600" imgH="380880" progId="Equation.DSMT4">
                  <p:embed/>
                  <p:pic>
                    <p:nvPicPr>
                      <p:cNvPr id="55" name="Object 32">
                        <a:extLst>
                          <a:ext uri="{FF2B5EF4-FFF2-40B4-BE49-F238E27FC236}">
                            <a16:creationId xmlns:a16="http://schemas.microsoft.com/office/drawing/2014/main" id="{0F76C77B-2B3E-43A6-A4EC-81083F0045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436" y="1084783"/>
                        <a:ext cx="4152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4">
            <a:extLst>
              <a:ext uri="{FF2B5EF4-FFF2-40B4-BE49-F238E27FC236}">
                <a16:creationId xmlns:a16="http://schemas.microsoft.com/office/drawing/2014/main" id="{AF8A4593-C27A-4D2B-A051-D08572E72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55" y="1740147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时的极限，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sp>
        <p:nvSpPr>
          <p:cNvPr id="21" name="Text Box 48">
            <a:extLst>
              <a:ext uri="{FF2B5EF4-FFF2-40B4-BE49-F238E27FC236}">
                <a16:creationId xmlns:a16="http://schemas.microsoft.com/office/drawing/2014/main" id="{2F0A804B-6C4A-43DF-8203-67A59A620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0015" y="1740147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记作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7620C4E-6AE2-4538-A361-224E354AABFE}"/>
              </a:ext>
            </a:extLst>
          </p:cNvPr>
          <p:cNvGrpSpPr/>
          <p:nvPr/>
        </p:nvGrpSpPr>
        <p:grpSpPr>
          <a:xfrm>
            <a:off x="6892052" y="336230"/>
            <a:ext cx="1477361" cy="461665"/>
            <a:chOff x="6774464" y="1347614"/>
            <a:chExt cx="1477361" cy="461665"/>
          </a:xfrm>
        </p:grpSpPr>
        <p:sp>
          <p:nvSpPr>
            <p:cNvPr id="23" name="Text Box 30">
              <a:extLst>
                <a:ext uri="{FF2B5EF4-FFF2-40B4-BE49-F238E27FC236}">
                  <a16:creationId xmlns:a16="http://schemas.microsoft.com/office/drawing/2014/main" id="{DF596825-8F22-44B2-8298-7EF0107AD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4464" y="1347614"/>
              <a:ext cx="609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若</a:t>
              </a:r>
            </a:p>
          </p:txBody>
        </p:sp>
        <p:graphicFrame>
          <p:nvGraphicFramePr>
            <p:cNvPr id="24" name="Object 52">
              <a:extLst>
                <a:ext uri="{FF2B5EF4-FFF2-40B4-BE49-F238E27FC236}">
                  <a16:creationId xmlns:a16="http://schemas.microsoft.com/office/drawing/2014/main" id="{D384F104-F6E9-47FC-9756-4BF3677875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2956460"/>
                </p:ext>
              </p:extLst>
            </p:nvPr>
          </p:nvGraphicFramePr>
          <p:xfrm>
            <a:off x="7248525" y="1460500"/>
            <a:ext cx="1003300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83" name="Equation" r:id="rId6" imgW="1002960" imgH="342720" progId="Equation.DSMT4">
                    <p:embed/>
                  </p:oleObj>
                </mc:Choice>
                <mc:Fallback>
                  <p:oleObj name="Equation" r:id="rId6" imgW="1002960" imgH="342720" progId="Equation.DSMT4">
                    <p:embed/>
                    <p:pic>
                      <p:nvPicPr>
                        <p:cNvPr id="59" name="Object 52">
                          <a:extLst>
                            <a:ext uri="{FF2B5EF4-FFF2-40B4-BE49-F238E27FC236}">
                              <a16:creationId xmlns:a16="http://schemas.microsoft.com/office/drawing/2014/main" id="{D384F104-F6E9-47FC-9756-4BF3677875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8525" y="1460500"/>
                          <a:ext cx="1003300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53">
            <a:extLst>
              <a:ext uri="{FF2B5EF4-FFF2-40B4-BE49-F238E27FC236}">
                <a16:creationId xmlns:a16="http://schemas.microsoft.com/office/drawing/2014/main" id="{014959CE-2AD1-4579-B1E7-803363526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64802"/>
              </p:ext>
            </p:extLst>
          </p:nvPr>
        </p:nvGraphicFramePr>
        <p:xfrm>
          <a:off x="1057727" y="1811281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4" name="Equation" r:id="rId8" imgW="1193760" imgH="380880" progId="Equation.DSMT4">
                  <p:embed/>
                </p:oleObj>
              </mc:Choice>
              <mc:Fallback>
                <p:oleObj name="Equation" r:id="rId8" imgW="1193760" imgH="380880" progId="Equation.DSMT4">
                  <p:embed/>
                  <p:pic>
                    <p:nvPicPr>
                      <p:cNvPr id="60" name="Object 53">
                        <a:extLst>
                          <a:ext uri="{FF2B5EF4-FFF2-40B4-BE49-F238E27FC236}">
                            <a16:creationId xmlns:a16="http://schemas.microsoft.com/office/drawing/2014/main" id="{014959CE-2AD1-4579-B1E7-8033635266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727" y="1811281"/>
                        <a:ext cx="1193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FDEDC95B-D8B8-41FD-A92F-CC4C37DD4D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994724"/>
              </p:ext>
            </p:extLst>
          </p:nvPr>
        </p:nvGraphicFramePr>
        <p:xfrm>
          <a:off x="406919" y="1126231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5" name="Equation" r:id="rId10" imgW="1041120" imgH="342720" progId="Equation.DSMT4">
                  <p:embed/>
                </p:oleObj>
              </mc:Choice>
              <mc:Fallback>
                <p:oleObj name="Equation" r:id="rId10" imgW="1041120" imgH="34272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FDEDC95B-D8B8-41FD-A92F-CC4C37DD4D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6919" y="1126231"/>
                        <a:ext cx="1041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02B826F-EBA9-4546-BFC6-7E11B2D83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134664"/>
              </p:ext>
            </p:extLst>
          </p:nvPr>
        </p:nvGraphicFramePr>
        <p:xfrm>
          <a:off x="1052319" y="2511300"/>
          <a:ext cx="160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6" name="Equation" r:id="rId12" imgW="1600200" imgH="482400" progId="Equation.DSMT4">
                  <p:embed/>
                </p:oleObj>
              </mc:Choice>
              <mc:Fallback>
                <p:oleObj name="Equation" r:id="rId12" imgW="1600200" imgH="48240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902B826F-EBA9-4546-BFC6-7E11B2D837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52319" y="2511300"/>
                        <a:ext cx="1600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3">
            <a:extLst>
              <a:ext uri="{FF2B5EF4-FFF2-40B4-BE49-F238E27FC236}">
                <a16:creationId xmlns:a16="http://schemas.microsoft.com/office/drawing/2014/main" id="{84D9B5BE-C4CF-4173-9B6A-7EE2C0F5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4033" y="1020067"/>
            <a:ext cx="29698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则称常数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</a:rPr>
              <a:t>为函数</a:t>
            </a: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0B85AC2D-DF98-4BDB-930A-23B8D900C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484158"/>
              </p:ext>
            </p:extLst>
          </p:nvPr>
        </p:nvGraphicFramePr>
        <p:xfrm>
          <a:off x="406919" y="183026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7" name="Equation" r:id="rId14" imgW="622080" imgH="342720" progId="Equation.DSMT4">
                  <p:embed/>
                </p:oleObj>
              </mc:Choice>
              <mc:Fallback>
                <p:oleObj name="Equation" r:id="rId14" imgW="622080" imgH="34272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B85AC2D-DF98-4BDB-930A-23B8D900CB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6919" y="183026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69EDA2A6-00B8-4203-B4CE-806032969F06}"/>
              </a:ext>
            </a:extLst>
          </p:cNvPr>
          <p:cNvGrpSpPr/>
          <p:nvPr/>
        </p:nvGrpSpPr>
        <p:grpSpPr>
          <a:xfrm>
            <a:off x="1907704" y="339502"/>
            <a:ext cx="5630743" cy="494158"/>
            <a:chOff x="1979712" y="1357512"/>
            <a:chExt cx="5630743" cy="494158"/>
          </a:xfrm>
        </p:grpSpPr>
        <p:graphicFrame>
          <p:nvGraphicFramePr>
            <p:cNvPr id="31" name="Object 28">
              <a:extLst>
                <a:ext uri="{FF2B5EF4-FFF2-40B4-BE49-F238E27FC236}">
                  <a16:creationId xmlns:a16="http://schemas.microsoft.com/office/drawing/2014/main" id="{DB05C292-A85B-4B84-BFE5-03B6BCADFE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1349371"/>
                </p:ext>
              </p:extLst>
            </p:nvPr>
          </p:nvGraphicFramePr>
          <p:xfrm>
            <a:off x="2973095" y="1420168"/>
            <a:ext cx="1397000" cy="379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88" name="Equation" r:id="rId16" imgW="1396800" imgH="380880" progId="Equation.DSMT4">
                    <p:embed/>
                  </p:oleObj>
                </mc:Choice>
                <mc:Fallback>
                  <p:oleObj name="Equation" r:id="rId16" imgW="1396800" imgH="380880" progId="Equation.DSMT4">
                    <p:embed/>
                    <p:pic>
                      <p:nvPicPr>
                        <p:cNvPr id="52" name="Object 28">
                          <a:extLst>
                            <a:ext uri="{FF2B5EF4-FFF2-40B4-BE49-F238E27FC236}">
                              <a16:creationId xmlns:a16="http://schemas.microsoft.com/office/drawing/2014/main" id="{DB05C292-A85B-4B84-BFE5-03B6BCADFE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3095" y="1420168"/>
                          <a:ext cx="1397000" cy="379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BC9FFF56-A6AB-4FE5-85A4-5D1DE96C3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248" y="1373604"/>
              <a:ext cx="3294207" cy="478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大于某数时有定义，</a:t>
              </a:r>
              <a:endParaRPr kumimoji="1" lang="en-US" altLang="zh-CN" sz="2400" dirty="0">
                <a:latin typeface="Symbol" panose="05050102010706020507" pitchFamily="18" charset="2"/>
              </a:endParaRP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25F1A071-2FC7-4441-A1A6-D32E025A4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712" y="1357512"/>
              <a:ext cx="126584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设函数</a:t>
              </a:r>
            </a:p>
          </p:txBody>
        </p:sp>
      </p:grp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7668937-EBA7-4A03-BF3E-A494C98E3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476798"/>
              </p:ext>
            </p:extLst>
          </p:nvPr>
        </p:nvGraphicFramePr>
        <p:xfrm>
          <a:off x="3071619" y="2501775"/>
          <a:ext cx="331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9" name="Equation" r:id="rId18" imgW="3314520" imgH="380880" progId="Equation.DSMT4">
                  <p:embed/>
                </p:oleObj>
              </mc:Choice>
              <mc:Fallback>
                <p:oleObj name="Equation" r:id="rId18" imgW="3314520" imgH="38088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F7668937-EBA7-4A03-BF3E-A494C98E38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071619" y="2501775"/>
                        <a:ext cx="3314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组合 50"/>
          <p:cNvGrpSpPr/>
          <p:nvPr/>
        </p:nvGrpSpPr>
        <p:grpSpPr>
          <a:xfrm>
            <a:off x="445864" y="3281932"/>
            <a:ext cx="6048672" cy="1071015"/>
            <a:chOff x="539552" y="3507854"/>
            <a:chExt cx="6048672" cy="1071015"/>
          </a:xfrm>
        </p:grpSpPr>
        <p:sp>
          <p:nvSpPr>
            <p:cNvPr id="3" name="矩形: 圆角 47">
              <a:extLst>
                <a:ext uri="{FF2B5EF4-FFF2-40B4-BE49-F238E27FC236}">
                  <a16:creationId xmlns:a16="http://schemas.microsoft.com/office/drawing/2014/main" id="{8CEEC93C-AF12-4CD4-8CD4-6222C53E538E}"/>
                </a:ext>
              </a:extLst>
            </p:cNvPr>
            <p:cNvSpPr/>
            <p:nvPr/>
          </p:nvSpPr>
          <p:spPr>
            <a:xfrm>
              <a:off x="539552" y="3507854"/>
              <a:ext cx="6048672" cy="1071015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 dirty="0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A35EE7D-36A1-4550-9F17-105BEA9A14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4063887"/>
                </p:ext>
              </p:extLst>
            </p:nvPr>
          </p:nvGraphicFramePr>
          <p:xfrm>
            <a:off x="4360788" y="3625987"/>
            <a:ext cx="1003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0" name="Equation" r:id="rId20" imgW="1002960" imgH="279360" progId="Equation.DSMT4">
                    <p:embed/>
                  </p:oleObj>
                </mc:Choice>
                <mc:Fallback>
                  <p:oleObj name="Equation" r:id="rId20" imgW="1002960" imgH="27936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7A35EE7D-36A1-4550-9F17-105BEA9A14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0788" y="3625987"/>
                          <a:ext cx="10033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04BAA76-461D-4E62-BE3A-C0A910F3AE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577167"/>
                </p:ext>
              </p:extLst>
            </p:nvPr>
          </p:nvGraphicFramePr>
          <p:xfrm>
            <a:off x="2121793" y="3574157"/>
            <a:ext cx="2162175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1" name="Equation" r:id="rId22" imgW="2057400" imgH="482400" progId="Equation.DSMT4">
                    <p:embed/>
                  </p:oleObj>
                </mc:Choice>
                <mc:Fallback>
                  <p:oleObj name="Equation" r:id="rId22" imgW="2057400" imgH="4824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C04BAA76-461D-4E62-BE3A-C0A910F3AE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793" y="3574157"/>
                          <a:ext cx="2162175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E9D43EA-B6D0-4DBC-9E00-B1A51BF9E0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1863807"/>
                </p:ext>
              </p:extLst>
            </p:nvPr>
          </p:nvGraphicFramePr>
          <p:xfrm>
            <a:off x="4319767" y="4155926"/>
            <a:ext cx="1854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2" name="Equation" r:id="rId24" imgW="1854000" imgH="342720" progId="Equation.DSMT4">
                    <p:embed/>
                  </p:oleObj>
                </mc:Choice>
                <mc:Fallback>
                  <p:oleObj name="Equation" r:id="rId24" imgW="1854000" imgH="34272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CE9D43EA-B6D0-4DBC-9E00-B1A51BF9E0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767" y="4155926"/>
                          <a:ext cx="1854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7C9EBE9-391F-4296-903A-42A0DE6642E4}"/>
                </a:ext>
              </a:extLst>
            </p:cNvPr>
            <p:cNvGrpSpPr/>
            <p:nvPr/>
          </p:nvGrpSpPr>
          <p:grpSpPr>
            <a:xfrm>
              <a:off x="2051720" y="4091803"/>
              <a:ext cx="2016224" cy="461665"/>
              <a:chOff x="7532122" y="1574245"/>
              <a:chExt cx="2016224" cy="461665"/>
            </a:xfrm>
          </p:grpSpPr>
          <p:sp>
            <p:nvSpPr>
              <p:cNvPr id="13" name="TextBox 50">
                <a:extLst>
                  <a:ext uri="{FF2B5EF4-FFF2-40B4-BE49-F238E27FC236}">
                    <a16:creationId xmlns:a16="http://schemas.microsoft.com/office/drawing/2014/main" id="{BFFB44CF-4079-47C9-96CA-8E03906C8CA2}"/>
                  </a:ext>
                </a:extLst>
              </p:cNvPr>
              <p:cNvSpPr txBox="1"/>
              <p:nvPr/>
            </p:nvSpPr>
            <p:spPr>
              <a:xfrm>
                <a:off x="7532122" y="1574245"/>
                <a:ext cx="20162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当              时，</a:t>
                </a:r>
              </a:p>
            </p:txBody>
          </p:sp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FAACFE7C-80C1-4BB5-B7E1-C4EDEDFF628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216289"/>
                  </p:ext>
                </p:extLst>
              </p:nvPr>
            </p:nvGraphicFramePr>
            <p:xfrm>
              <a:off x="8003926" y="1649220"/>
              <a:ext cx="836613" cy="319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293" name="Equation" r:id="rId26" imgW="927000" imgH="342720" progId="Equation.DSMT4">
                      <p:embed/>
                    </p:oleObj>
                  </mc:Choice>
                  <mc:Fallback>
                    <p:oleObj name="Equation" r:id="rId26" imgW="927000" imgH="342720" progId="Equation.DSMT4">
                      <p:embed/>
                      <p:pic>
                        <p:nvPicPr>
                          <p:cNvPr id="47" name="对象 46">
                            <a:extLst>
                              <a:ext uri="{FF2B5EF4-FFF2-40B4-BE49-F238E27FC236}">
                                <a16:creationId xmlns:a16="http://schemas.microsoft.com/office/drawing/2014/main" id="{FAACFE7C-80C1-4BB5-B7E1-C4EDEDFF62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03926" y="1649220"/>
                            <a:ext cx="836613" cy="3190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TextBox 52">
              <a:extLst>
                <a:ext uri="{FF2B5EF4-FFF2-40B4-BE49-F238E27FC236}">
                  <a16:creationId xmlns:a16="http://schemas.microsoft.com/office/drawing/2014/main" id="{CEC3CF10-0C57-4152-9386-810A418E7662}"/>
                </a:ext>
              </a:extLst>
            </p:cNvPr>
            <p:cNvSpPr txBox="1"/>
            <p:nvPr/>
          </p:nvSpPr>
          <p:spPr>
            <a:xfrm>
              <a:off x="3851920" y="4081618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有</a:t>
              </a: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4CA7141-FFEB-46E3-89E2-B7180F893B5A}"/>
                </a:ext>
              </a:extLst>
            </p:cNvPr>
            <p:cNvGrpSpPr/>
            <p:nvPr/>
          </p:nvGrpSpPr>
          <p:grpSpPr>
            <a:xfrm>
              <a:off x="611560" y="3811777"/>
              <a:ext cx="1763435" cy="461665"/>
              <a:chOff x="6876256" y="1198977"/>
              <a:chExt cx="1763435" cy="461665"/>
            </a:xfrm>
          </p:grpSpPr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A4404F08-D722-4D11-8323-E67B8FBA674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0860262"/>
                  </p:ext>
                </p:extLst>
              </p:nvPr>
            </p:nvGraphicFramePr>
            <p:xfrm>
              <a:off x="6876256" y="1291557"/>
              <a:ext cx="757237" cy="2778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294" name="Equation" r:id="rId28" imgW="723600" imgH="279360" progId="Equation.DSMT4">
                      <p:embed/>
                    </p:oleObj>
                  </mc:Choice>
                  <mc:Fallback>
                    <p:oleObj name="Equation" r:id="rId28" imgW="723600" imgH="279360" progId="Equation.DSMT4">
                      <p:embed/>
                      <p:pic>
                        <p:nvPicPr>
                          <p:cNvPr id="44" name="对象 43">
                            <a:extLst>
                              <a:ext uri="{FF2B5EF4-FFF2-40B4-BE49-F238E27FC236}">
                                <a16:creationId xmlns:a16="http://schemas.microsoft.com/office/drawing/2014/main" id="{A4404F08-D722-4D11-8323-E67B8FBA674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76256" y="1291557"/>
                            <a:ext cx="757237" cy="2778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TextBox 53">
                <a:extLst>
                  <a:ext uri="{FF2B5EF4-FFF2-40B4-BE49-F238E27FC236}">
                    <a16:creationId xmlns:a16="http://schemas.microsoft.com/office/drawing/2014/main" id="{66A16D78-AEF7-488F-AB15-0CC706CE9CCF}"/>
                  </a:ext>
                </a:extLst>
              </p:cNvPr>
              <p:cNvSpPr txBox="1"/>
              <p:nvPr/>
            </p:nvSpPr>
            <p:spPr>
              <a:xfrm>
                <a:off x="7559571" y="1198977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</a:rPr>
                  <a:t>定义</a:t>
                </a:r>
              </a:p>
            </p:txBody>
          </p:sp>
        </p:grpSp>
        <p:graphicFrame>
          <p:nvGraphicFramePr>
            <p:cNvPr id="5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2836773"/>
                </p:ext>
              </p:extLst>
            </p:nvPr>
          </p:nvGraphicFramePr>
          <p:xfrm>
            <a:off x="5440908" y="3621161"/>
            <a:ext cx="1066800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5" name="Equation" r:id="rId30" imgW="1066680" imgH="342720" progId="Equation.DSMT4">
                    <p:embed/>
                  </p:oleObj>
                </mc:Choice>
                <mc:Fallback>
                  <p:oleObj name="Equation" r:id="rId30" imgW="1066680" imgH="342720" progId="Equation.DSMT4">
                    <p:embed/>
                    <p:pic>
                      <p:nvPicPr>
                        <p:cNvPr id="1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0908" y="3621161"/>
                          <a:ext cx="1066800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/>
          <p:cNvGrpSpPr/>
          <p:nvPr/>
        </p:nvGrpSpPr>
        <p:grpSpPr>
          <a:xfrm>
            <a:off x="6620407" y="1913780"/>
            <a:ext cx="2268538" cy="1978025"/>
            <a:chOff x="6672707" y="2284522"/>
            <a:chExt cx="2268538" cy="1978025"/>
          </a:xfrm>
        </p:grpSpPr>
        <p:sp>
          <p:nvSpPr>
            <p:cNvPr id="61" name="Line 40">
              <a:extLst>
                <a:ext uri="{FF2B5EF4-FFF2-40B4-BE49-F238E27FC236}">
                  <a16:creationId xmlns:a16="http://schemas.microsoft.com/office/drawing/2014/main" id="{AC7EF412-059D-4BA4-88B0-A29B8FD42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1757" y="3352910"/>
              <a:ext cx="2249488" cy="9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stealth" w="med" len="med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A0934CFB-DF70-4FAD-8485-46701E249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9832" y="2555985"/>
              <a:ext cx="1038225" cy="742950"/>
            </a:xfrm>
            <a:custGeom>
              <a:avLst/>
              <a:gdLst>
                <a:gd name="T0" fmla="*/ 6 w 654"/>
                <a:gd name="T1" fmla="*/ 162 h 468"/>
                <a:gd name="T2" fmla="*/ 24 w 654"/>
                <a:gd name="T3" fmla="*/ 288 h 468"/>
                <a:gd name="T4" fmla="*/ 42 w 654"/>
                <a:gd name="T5" fmla="*/ 342 h 468"/>
                <a:gd name="T6" fmla="*/ 66 w 654"/>
                <a:gd name="T7" fmla="*/ 372 h 468"/>
                <a:gd name="T8" fmla="*/ 84 w 654"/>
                <a:gd name="T9" fmla="*/ 390 h 468"/>
                <a:gd name="T10" fmla="*/ 102 w 654"/>
                <a:gd name="T11" fmla="*/ 408 h 468"/>
                <a:gd name="T12" fmla="*/ 120 w 654"/>
                <a:gd name="T13" fmla="*/ 414 h 468"/>
                <a:gd name="T14" fmla="*/ 138 w 654"/>
                <a:gd name="T15" fmla="*/ 426 h 468"/>
                <a:gd name="T16" fmla="*/ 156 w 654"/>
                <a:gd name="T17" fmla="*/ 432 h 468"/>
                <a:gd name="T18" fmla="*/ 174 w 654"/>
                <a:gd name="T19" fmla="*/ 432 h 468"/>
                <a:gd name="T20" fmla="*/ 192 w 654"/>
                <a:gd name="T21" fmla="*/ 438 h 468"/>
                <a:gd name="T22" fmla="*/ 216 w 654"/>
                <a:gd name="T23" fmla="*/ 444 h 468"/>
                <a:gd name="T24" fmla="*/ 234 w 654"/>
                <a:gd name="T25" fmla="*/ 444 h 468"/>
                <a:gd name="T26" fmla="*/ 252 w 654"/>
                <a:gd name="T27" fmla="*/ 444 h 468"/>
                <a:gd name="T28" fmla="*/ 270 w 654"/>
                <a:gd name="T29" fmla="*/ 450 h 468"/>
                <a:gd name="T30" fmla="*/ 288 w 654"/>
                <a:gd name="T31" fmla="*/ 450 h 468"/>
                <a:gd name="T32" fmla="*/ 306 w 654"/>
                <a:gd name="T33" fmla="*/ 450 h 468"/>
                <a:gd name="T34" fmla="*/ 324 w 654"/>
                <a:gd name="T35" fmla="*/ 456 h 468"/>
                <a:gd name="T36" fmla="*/ 348 w 654"/>
                <a:gd name="T37" fmla="*/ 456 h 468"/>
                <a:gd name="T38" fmla="*/ 366 w 654"/>
                <a:gd name="T39" fmla="*/ 456 h 468"/>
                <a:gd name="T40" fmla="*/ 384 w 654"/>
                <a:gd name="T41" fmla="*/ 456 h 468"/>
                <a:gd name="T42" fmla="*/ 402 w 654"/>
                <a:gd name="T43" fmla="*/ 456 h 468"/>
                <a:gd name="T44" fmla="*/ 420 w 654"/>
                <a:gd name="T45" fmla="*/ 462 h 468"/>
                <a:gd name="T46" fmla="*/ 438 w 654"/>
                <a:gd name="T47" fmla="*/ 462 h 468"/>
                <a:gd name="T48" fmla="*/ 456 w 654"/>
                <a:gd name="T49" fmla="*/ 462 h 468"/>
                <a:gd name="T50" fmla="*/ 474 w 654"/>
                <a:gd name="T51" fmla="*/ 462 h 468"/>
                <a:gd name="T52" fmla="*/ 498 w 654"/>
                <a:gd name="T53" fmla="*/ 462 h 468"/>
                <a:gd name="T54" fmla="*/ 516 w 654"/>
                <a:gd name="T55" fmla="*/ 462 h 468"/>
                <a:gd name="T56" fmla="*/ 534 w 654"/>
                <a:gd name="T57" fmla="*/ 462 h 468"/>
                <a:gd name="T58" fmla="*/ 552 w 654"/>
                <a:gd name="T59" fmla="*/ 462 h 468"/>
                <a:gd name="T60" fmla="*/ 570 w 654"/>
                <a:gd name="T61" fmla="*/ 462 h 468"/>
                <a:gd name="T62" fmla="*/ 588 w 654"/>
                <a:gd name="T63" fmla="*/ 468 h 468"/>
                <a:gd name="T64" fmla="*/ 606 w 654"/>
                <a:gd name="T65" fmla="*/ 468 h 468"/>
                <a:gd name="T66" fmla="*/ 624 w 654"/>
                <a:gd name="T67" fmla="*/ 468 h 468"/>
                <a:gd name="T68" fmla="*/ 648 w 654"/>
                <a:gd name="T69" fmla="*/ 468 h 4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54"/>
                <a:gd name="T106" fmla="*/ 0 h 468"/>
                <a:gd name="T107" fmla="*/ 654 w 654"/>
                <a:gd name="T108" fmla="*/ 468 h 4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54" h="468">
                  <a:moveTo>
                    <a:pt x="0" y="0"/>
                  </a:moveTo>
                  <a:lnTo>
                    <a:pt x="6" y="162"/>
                  </a:lnTo>
                  <a:lnTo>
                    <a:pt x="18" y="240"/>
                  </a:lnTo>
                  <a:lnTo>
                    <a:pt x="24" y="288"/>
                  </a:lnTo>
                  <a:lnTo>
                    <a:pt x="36" y="318"/>
                  </a:lnTo>
                  <a:lnTo>
                    <a:pt x="42" y="342"/>
                  </a:lnTo>
                  <a:lnTo>
                    <a:pt x="54" y="360"/>
                  </a:lnTo>
                  <a:lnTo>
                    <a:pt x="66" y="372"/>
                  </a:lnTo>
                  <a:lnTo>
                    <a:pt x="72" y="384"/>
                  </a:lnTo>
                  <a:lnTo>
                    <a:pt x="84" y="390"/>
                  </a:lnTo>
                  <a:lnTo>
                    <a:pt x="90" y="402"/>
                  </a:lnTo>
                  <a:lnTo>
                    <a:pt x="102" y="408"/>
                  </a:lnTo>
                  <a:lnTo>
                    <a:pt x="108" y="414"/>
                  </a:lnTo>
                  <a:lnTo>
                    <a:pt x="120" y="414"/>
                  </a:lnTo>
                  <a:lnTo>
                    <a:pt x="132" y="420"/>
                  </a:lnTo>
                  <a:lnTo>
                    <a:pt x="138" y="426"/>
                  </a:lnTo>
                  <a:lnTo>
                    <a:pt x="150" y="426"/>
                  </a:lnTo>
                  <a:lnTo>
                    <a:pt x="156" y="432"/>
                  </a:lnTo>
                  <a:lnTo>
                    <a:pt x="168" y="432"/>
                  </a:lnTo>
                  <a:lnTo>
                    <a:pt x="174" y="432"/>
                  </a:lnTo>
                  <a:lnTo>
                    <a:pt x="186" y="438"/>
                  </a:lnTo>
                  <a:lnTo>
                    <a:pt x="192" y="438"/>
                  </a:lnTo>
                  <a:lnTo>
                    <a:pt x="204" y="438"/>
                  </a:lnTo>
                  <a:lnTo>
                    <a:pt x="216" y="444"/>
                  </a:lnTo>
                  <a:lnTo>
                    <a:pt x="222" y="444"/>
                  </a:lnTo>
                  <a:lnTo>
                    <a:pt x="234" y="444"/>
                  </a:lnTo>
                  <a:lnTo>
                    <a:pt x="240" y="444"/>
                  </a:lnTo>
                  <a:lnTo>
                    <a:pt x="252" y="444"/>
                  </a:lnTo>
                  <a:lnTo>
                    <a:pt x="258" y="450"/>
                  </a:lnTo>
                  <a:lnTo>
                    <a:pt x="270" y="450"/>
                  </a:lnTo>
                  <a:lnTo>
                    <a:pt x="282" y="450"/>
                  </a:lnTo>
                  <a:lnTo>
                    <a:pt x="288" y="450"/>
                  </a:lnTo>
                  <a:lnTo>
                    <a:pt x="300" y="450"/>
                  </a:lnTo>
                  <a:lnTo>
                    <a:pt x="306" y="450"/>
                  </a:lnTo>
                  <a:lnTo>
                    <a:pt x="318" y="456"/>
                  </a:lnTo>
                  <a:lnTo>
                    <a:pt x="324" y="456"/>
                  </a:lnTo>
                  <a:lnTo>
                    <a:pt x="336" y="456"/>
                  </a:lnTo>
                  <a:lnTo>
                    <a:pt x="348" y="456"/>
                  </a:lnTo>
                  <a:lnTo>
                    <a:pt x="354" y="456"/>
                  </a:lnTo>
                  <a:lnTo>
                    <a:pt x="366" y="456"/>
                  </a:lnTo>
                  <a:lnTo>
                    <a:pt x="372" y="456"/>
                  </a:lnTo>
                  <a:lnTo>
                    <a:pt x="384" y="456"/>
                  </a:lnTo>
                  <a:lnTo>
                    <a:pt x="390" y="456"/>
                  </a:lnTo>
                  <a:lnTo>
                    <a:pt x="402" y="456"/>
                  </a:lnTo>
                  <a:lnTo>
                    <a:pt x="408" y="462"/>
                  </a:lnTo>
                  <a:lnTo>
                    <a:pt x="420" y="462"/>
                  </a:lnTo>
                  <a:lnTo>
                    <a:pt x="432" y="462"/>
                  </a:lnTo>
                  <a:lnTo>
                    <a:pt x="438" y="462"/>
                  </a:lnTo>
                  <a:lnTo>
                    <a:pt x="450" y="462"/>
                  </a:lnTo>
                  <a:lnTo>
                    <a:pt x="456" y="462"/>
                  </a:lnTo>
                  <a:lnTo>
                    <a:pt x="468" y="462"/>
                  </a:lnTo>
                  <a:lnTo>
                    <a:pt x="474" y="462"/>
                  </a:lnTo>
                  <a:lnTo>
                    <a:pt x="486" y="462"/>
                  </a:lnTo>
                  <a:lnTo>
                    <a:pt x="498" y="462"/>
                  </a:lnTo>
                  <a:lnTo>
                    <a:pt x="504" y="462"/>
                  </a:lnTo>
                  <a:lnTo>
                    <a:pt x="516" y="462"/>
                  </a:lnTo>
                  <a:lnTo>
                    <a:pt x="522" y="462"/>
                  </a:lnTo>
                  <a:lnTo>
                    <a:pt x="534" y="462"/>
                  </a:lnTo>
                  <a:lnTo>
                    <a:pt x="540" y="462"/>
                  </a:lnTo>
                  <a:lnTo>
                    <a:pt x="552" y="462"/>
                  </a:lnTo>
                  <a:lnTo>
                    <a:pt x="558" y="462"/>
                  </a:lnTo>
                  <a:lnTo>
                    <a:pt x="570" y="462"/>
                  </a:lnTo>
                  <a:lnTo>
                    <a:pt x="582" y="462"/>
                  </a:lnTo>
                  <a:lnTo>
                    <a:pt x="588" y="468"/>
                  </a:lnTo>
                  <a:lnTo>
                    <a:pt x="600" y="468"/>
                  </a:lnTo>
                  <a:lnTo>
                    <a:pt x="606" y="468"/>
                  </a:lnTo>
                  <a:lnTo>
                    <a:pt x="618" y="468"/>
                  </a:lnTo>
                  <a:lnTo>
                    <a:pt x="624" y="468"/>
                  </a:lnTo>
                  <a:lnTo>
                    <a:pt x="636" y="468"/>
                  </a:lnTo>
                  <a:lnTo>
                    <a:pt x="648" y="468"/>
                  </a:lnTo>
                  <a:lnTo>
                    <a:pt x="654" y="468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CD5A844D-1AFB-4862-A292-93CBD69B8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707" y="3404340"/>
              <a:ext cx="1028700" cy="742950"/>
            </a:xfrm>
            <a:custGeom>
              <a:avLst/>
              <a:gdLst>
                <a:gd name="T0" fmla="*/ 642 w 648"/>
                <a:gd name="T1" fmla="*/ 306 h 468"/>
                <a:gd name="T2" fmla="*/ 624 w 648"/>
                <a:gd name="T3" fmla="*/ 180 h 468"/>
                <a:gd name="T4" fmla="*/ 606 w 648"/>
                <a:gd name="T5" fmla="*/ 126 h 468"/>
                <a:gd name="T6" fmla="*/ 582 w 648"/>
                <a:gd name="T7" fmla="*/ 96 h 468"/>
                <a:gd name="T8" fmla="*/ 564 w 648"/>
                <a:gd name="T9" fmla="*/ 78 h 468"/>
                <a:gd name="T10" fmla="*/ 546 w 648"/>
                <a:gd name="T11" fmla="*/ 60 h 468"/>
                <a:gd name="T12" fmla="*/ 528 w 648"/>
                <a:gd name="T13" fmla="*/ 54 h 468"/>
                <a:gd name="T14" fmla="*/ 510 w 648"/>
                <a:gd name="T15" fmla="*/ 42 h 468"/>
                <a:gd name="T16" fmla="*/ 492 w 648"/>
                <a:gd name="T17" fmla="*/ 36 h 468"/>
                <a:gd name="T18" fmla="*/ 474 w 648"/>
                <a:gd name="T19" fmla="*/ 36 h 468"/>
                <a:gd name="T20" fmla="*/ 456 w 648"/>
                <a:gd name="T21" fmla="*/ 30 h 468"/>
                <a:gd name="T22" fmla="*/ 432 w 648"/>
                <a:gd name="T23" fmla="*/ 24 h 468"/>
                <a:gd name="T24" fmla="*/ 414 w 648"/>
                <a:gd name="T25" fmla="*/ 24 h 468"/>
                <a:gd name="T26" fmla="*/ 396 w 648"/>
                <a:gd name="T27" fmla="*/ 24 h 468"/>
                <a:gd name="T28" fmla="*/ 378 w 648"/>
                <a:gd name="T29" fmla="*/ 18 h 468"/>
                <a:gd name="T30" fmla="*/ 360 w 648"/>
                <a:gd name="T31" fmla="*/ 18 h 468"/>
                <a:gd name="T32" fmla="*/ 342 w 648"/>
                <a:gd name="T33" fmla="*/ 18 h 468"/>
                <a:gd name="T34" fmla="*/ 324 w 648"/>
                <a:gd name="T35" fmla="*/ 12 h 468"/>
                <a:gd name="T36" fmla="*/ 300 w 648"/>
                <a:gd name="T37" fmla="*/ 12 h 468"/>
                <a:gd name="T38" fmla="*/ 282 w 648"/>
                <a:gd name="T39" fmla="*/ 12 h 468"/>
                <a:gd name="T40" fmla="*/ 264 w 648"/>
                <a:gd name="T41" fmla="*/ 12 h 468"/>
                <a:gd name="T42" fmla="*/ 246 w 648"/>
                <a:gd name="T43" fmla="*/ 12 h 468"/>
                <a:gd name="T44" fmla="*/ 228 w 648"/>
                <a:gd name="T45" fmla="*/ 6 h 468"/>
                <a:gd name="T46" fmla="*/ 210 w 648"/>
                <a:gd name="T47" fmla="*/ 6 h 468"/>
                <a:gd name="T48" fmla="*/ 192 w 648"/>
                <a:gd name="T49" fmla="*/ 6 h 468"/>
                <a:gd name="T50" fmla="*/ 174 w 648"/>
                <a:gd name="T51" fmla="*/ 6 h 468"/>
                <a:gd name="T52" fmla="*/ 150 w 648"/>
                <a:gd name="T53" fmla="*/ 6 h 468"/>
                <a:gd name="T54" fmla="*/ 132 w 648"/>
                <a:gd name="T55" fmla="*/ 6 h 468"/>
                <a:gd name="T56" fmla="*/ 114 w 648"/>
                <a:gd name="T57" fmla="*/ 6 h 468"/>
                <a:gd name="T58" fmla="*/ 96 w 648"/>
                <a:gd name="T59" fmla="*/ 6 h 468"/>
                <a:gd name="T60" fmla="*/ 78 w 648"/>
                <a:gd name="T61" fmla="*/ 6 h 468"/>
                <a:gd name="T62" fmla="*/ 60 w 648"/>
                <a:gd name="T63" fmla="*/ 0 h 468"/>
                <a:gd name="T64" fmla="*/ 42 w 648"/>
                <a:gd name="T65" fmla="*/ 0 h 468"/>
                <a:gd name="T66" fmla="*/ 24 w 648"/>
                <a:gd name="T67" fmla="*/ 0 h 468"/>
                <a:gd name="T68" fmla="*/ 6 w 648"/>
                <a:gd name="T69" fmla="*/ 0 h 4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8"/>
                <a:gd name="T106" fmla="*/ 0 h 468"/>
                <a:gd name="T107" fmla="*/ 648 w 648"/>
                <a:gd name="T108" fmla="*/ 468 h 4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8" h="468">
                  <a:moveTo>
                    <a:pt x="648" y="468"/>
                  </a:moveTo>
                  <a:lnTo>
                    <a:pt x="642" y="306"/>
                  </a:lnTo>
                  <a:lnTo>
                    <a:pt x="630" y="228"/>
                  </a:lnTo>
                  <a:lnTo>
                    <a:pt x="624" y="180"/>
                  </a:lnTo>
                  <a:lnTo>
                    <a:pt x="612" y="150"/>
                  </a:lnTo>
                  <a:lnTo>
                    <a:pt x="606" y="126"/>
                  </a:lnTo>
                  <a:lnTo>
                    <a:pt x="594" y="108"/>
                  </a:lnTo>
                  <a:lnTo>
                    <a:pt x="582" y="96"/>
                  </a:lnTo>
                  <a:lnTo>
                    <a:pt x="576" y="84"/>
                  </a:lnTo>
                  <a:lnTo>
                    <a:pt x="564" y="78"/>
                  </a:lnTo>
                  <a:lnTo>
                    <a:pt x="558" y="66"/>
                  </a:lnTo>
                  <a:lnTo>
                    <a:pt x="546" y="60"/>
                  </a:lnTo>
                  <a:lnTo>
                    <a:pt x="540" y="54"/>
                  </a:lnTo>
                  <a:lnTo>
                    <a:pt x="528" y="54"/>
                  </a:lnTo>
                  <a:lnTo>
                    <a:pt x="516" y="48"/>
                  </a:lnTo>
                  <a:lnTo>
                    <a:pt x="510" y="42"/>
                  </a:lnTo>
                  <a:lnTo>
                    <a:pt x="498" y="42"/>
                  </a:lnTo>
                  <a:lnTo>
                    <a:pt x="492" y="36"/>
                  </a:lnTo>
                  <a:lnTo>
                    <a:pt x="480" y="36"/>
                  </a:lnTo>
                  <a:lnTo>
                    <a:pt x="474" y="36"/>
                  </a:lnTo>
                  <a:lnTo>
                    <a:pt x="462" y="30"/>
                  </a:lnTo>
                  <a:lnTo>
                    <a:pt x="456" y="30"/>
                  </a:lnTo>
                  <a:lnTo>
                    <a:pt x="444" y="30"/>
                  </a:lnTo>
                  <a:lnTo>
                    <a:pt x="432" y="24"/>
                  </a:lnTo>
                  <a:lnTo>
                    <a:pt x="426" y="24"/>
                  </a:lnTo>
                  <a:lnTo>
                    <a:pt x="414" y="24"/>
                  </a:lnTo>
                  <a:lnTo>
                    <a:pt x="408" y="24"/>
                  </a:lnTo>
                  <a:lnTo>
                    <a:pt x="396" y="24"/>
                  </a:lnTo>
                  <a:lnTo>
                    <a:pt x="390" y="18"/>
                  </a:lnTo>
                  <a:lnTo>
                    <a:pt x="378" y="18"/>
                  </a:lnTo>
                  <a:lnTo>
                    <a:pt x="366" y="18"/>
                  </a:lnTo>
                  <a:lnTo>
                    <a:pt x="360" y="18"/>
                  </a:lnTo>
                  <a:lnTo>
                    <a:pt x="348" y="18"/>
                  </a:lnTo>
                  <a:lnTo>
                    <a:pt x="342" y="18"/>
                  </a:lnTo>
                  <a:lnTo>
                    <a:pt x="330" y="12"/>
                  </a:lnTo>
                  <a:lnTo>
                    <a:pt x="324" y="12"/>
                  </a:lnTo>
                  <a:lnTo>
                    <a:pt x="312" y="12"/>
                  </a:lnTo>
                  <a:lnTo>
                    <a:pt x="300" y="12"/>
                  </a:lnTo>
                  <a:lnTo>
                    <a:pt x="294" y="12"/>
                  </a:lnTo>
                  <a:lnTo>
                    <a:pt x="282" y="12"/>
                  </a:lnTo>
                  <a:lnTo>
                    <a:pt x="276" y="12"/>
                  </a:lnTo>
                  <a:lnTo>
                    <a:pt x="264" y="12"/>
                  </a:lnTo>
                  <a:lnTo>
                    <a:pt x="258" y="12"/>
                  </a:lnTo>
                  <a:lnTo>
                    <a:pt x="246" y="12"/>
                  </a:lnTo>
                  <a:lnTo>
                    <a:pt x="240" y="6"/>
                  </a:lnTo>
                  <a:lnTo>
                    <a:pt x="228" y="6"/>
                  </a:lnTo>
                  <a:lnTo>
                    <a:pt x="216" y="6"/>
                  </a:lnTo>
                  <a:lnTo>
                    <a:pt x="210" y="6"/>
                  </a:lnTo>
                  <a:lnTo>
                    <a:pt x="198" y="6"/>
                  </a:lnTo>
                  <a:lnTo>
                    <a:pt x="192" y="6"/>
                  </a:lnTo>
                  <a:lnTo>
                    <a:pt x="180" y="6"/>
                  </a:lnTo>
                  <a:lnTo>
                    <a:pt x="174" y="6"/>
                  </a:lnTo>
                  <a:lnTo>
                    <a:pt x="162" y="6"/>
                  </a:lnTo>
                  <a:lnTo>
                    <a:pt x="150" y="6"/>
                  </a:lnTo>
                  <a:lnTo>
                    <a:pt x="144" y="6"/>
                  </a:lnTo>
                  <a:lnTo>
                    <a:pt x="132" y="6"/>
                  </a:lnTo>
                  <a:lnTo>
                    <a:pt x="126" y="6"/>
                  </a:lnTo>
                  <a:lnTo>
                    <a:pt x="114" y="6"/>
                  </a:lnTo>
                  <a:lnTo>
                    <a:pt x="108" y="6"/>
                  </a:lnTo>
                  <a:lnTo>
                    <a:pt x="96" y="6"/>
                  </a:lnTo>
                  <a:lnTo>
                    <a:pt x="90" y="6"/>
                  </a:lnTo>
                  <a:lnTo>
                    <a:pt x="78" y="6"/>
                  </a:lnTo>
                  <a:lnTo>
                    <a:pt x="66" y="0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56" name="Line 35">
              <a:extLst>
                <a:ext uri="{FF2B5EF4-FFF2-40B4-BE49-F238E27FC236}">
                  <a16:creationId xmlns:a16="http://schemas.microsoft.com/office/drawing/2014/main" id="{F1E4DEEE-FE53-48A2-B404-8C982C4E9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7445" y="2284522"/>
              <a:ext cx="4763" cy="1978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/>
              <a:tailEnd type="none" w="med" len="lg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57" name="Object 36">
              <a:extLst>
                <a:ext uri="{FF2B5EF4-FFF2-40B4-BE49-F238E27FC236}">
                  <a16:creationId xmlns:a16="http://schemas.microsoft.com/office/drawing/2014/main" id="{C30498FB-437C-4E57-B49E-CD5F04B5E1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1710389"/>
                </p:ext>
              </p:extLst>
            </p:nvPr>
          </p:nvGraphicFramePr>
          <p:xfrm>
            <a:off x="7717282" y="3330685"/>
            <a:ext cx="3016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6" name="Equation" r:id="rId32" imgW="92880" imgH="103680" progId="Equation.3">
                    <p:embed/>
                  </p:oleObj>
                </mc:Choice>
                <mc:Fallback>
                  <p:oleObj name="Equation" r:id="rId32" imgW="92880" imgH="103680" progId="Equation.3">
                    <p:embed/>
                    <p:pic>
                      <p:nvPicPr>
                        <p:cNvPr id="32" name="Object 36">
                          <a:extLst>
                            <a:ext uri="{FF2B5EF4-FFF2-40B4-BE49-F238E27FC236}">
                              <a16:creationId xmlns:a16="http://schemas.microsoft.com/office/drawing/2014/main" id="{C30498FB-437C-4E57-B49E-CD5F04B5E1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7282" y="3330685"/>
                          <a:ext cx="301625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37">
              <a:extLst>
                <a:ext uri="{FF2B5EF4-FFF2-40B4-BE49-F238E27FC236}">
                  <a16:creationId xmlns:a16="http://schemas.microsoft.com/office/drawing/2014/main" id="{5403B09D-DC49-4311-B95A-1FEA870750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1385198"/>
                </p:ext>
              </p:extLst>
            </p:nvPr>
          </p:nvGraphicFramePr>
          <p:xfrm>
            <a:off x="8739632" y="3440222"/>
            <a:ext cx="201613" cy="220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7" name="Equation" r:id="rId34" imgW="92880" imgH="103680" progId="Equation.3">
                    <p:embed/>
                  </p:oleObj>
                </mc:Choice>
                <mc:Fallback>
                  <p:oleObj name="Equation" r:id="rId34" imgW="92880" imgH="103680" progId="Equation.3">
                    <p:embed/>
                    <p:pic>
                      <p:nvPicPr>
                        <p:cNvPr id="33" name="Object 37">
                          <a:extLst>
                            <a:ext uri="{FF2B5EF4-FFF2-40B4-BE49-F238E27FC236}">
                              <a16:creationId xmlns:a16="http://schemas.microsoft.com/office/drawing/2014/main" id="{5403B09D-DC49-4311-B95A-1FEA870750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39632" y="3440222"/>
                          <a:ext cx="201613" cy="220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38">
              <a:extLst>
                <a:ext uri="{FF2B5EF4-FFF2-40B4-BE49-F238E27FC236}">
                  <a16:creationId xmlns:a16="http://schemas.microsoft.com/office/drawing/2014/main" id="{0287494C-CB56-4C41-AE74-2C1F95B7A6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8091022"/>
                </p:ext>
              </p:extLst>
            </p:nvPr>
          </p:nvGraphicFramePr>
          <p:xfrm>
            <a:off x="7512495" y="2292460"/>
            <a:ext cx="20478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8" name="Equation" r:id="rId36" imgW="104400" imgH="126720" progId="Equation.3">
                    <p:embed/>
                  </p:oleObj>
                </mc:Choice>
                <mc:Fallback>
                  <p:oleObj name="Equation" r:id="rId36" imgW="104400" imgH="126720" progId="Equation.3">
                    <p:embed/>
                    <p:pic>
                      <p:nvPicPr>
                        <p:cNvPr id="34" name="Object 38">
                          <a:extLst>
                            <a:ext uri="{FF2B5EF4-FFF2-40B4-BE49-F238E27FC236}">
                              <a16:creationId xmlns:a16="http://schemas.microsoft.com/office/drawing/2014/main" id="{0287494C-CB56-4C41-AE74-2C1F95B7A6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2495" y="2292460"/>
                          <a:ext cx="204788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39">
              <a:extLst>
                <a:ext uri="{FF2B5EF4-FFF2-40B4-BE49-F238E27FC236}">
                  <a16:creationId xmlns:a16="http://schemas.microsoft.com/office/drawing/2014/main" id="{CBD4271D-E792-43C6-BD04-F644833DF5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8187818"/>
                </p:ext>
              </p:extLst>
            </p:nvPr>
          </p:nvGraphicFramePr>
          <p:xfrm>
            <a:off x="7941115" y="2609417"/>
            <a:ext cx="6096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99" name="Equation" r:id="rId38" imgW="609480" imgH="609480" progId="Equation.DSMT4">
                    <p:embed/>
                  </p:oleObj>
                </mc:Choice>
                <mc:Fallback>
                  <p:oleObj name="Equation" r:id="rId38" imgW="609480" imgH="609480" progId="Equation.DSMT4">
                    <p:embed/>
                    <p:pic>
                      <p:nvPicPr>
                        <p:cNvPr id="35" name="Object 39">
                          <a:extLst>
                            <a:ext uri="{FF2B5EF4-FFF2-40B4-BE49-F238E27FC236}">
                              <a16:creationId xmlns:a16="http://schemas.microsoft.com/office/drawing/2014/main" id="{CBD4271D-E792-43C6-BD04-F644833DF5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1115" y="2609417"/>
                          <a:ext cx="6096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503693"/>
              </p:ext>
            </p:extLst>
          </p:nvPr>
        </p:nvGraphicFramePr>
        <p:xfrm>
          <a:off x="7283563" y="3888846"/>
          <a:ext cx="116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00" name="Equation" r:id="rId40" imgW="1168200" imgH="736560" progId="Equation.DSMT4">
                  <p:embed/>
                </p:oleObj>
              </mc:Choice>
              <mc:Fallback>
                <p:oleObj name="Equation" r:id="rId40" imgW="1168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7283563" y="3888846"/>
                        <a:ext cx="1168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椭圆 67"/>
          <p:cNvSpPr/>
          <p:nvPr/>
        </p:nvSpPr>
        <p:spPr>
          <a:xfrm>
            <a:off x="1895359" y="1109131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5510704" y="3341072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10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18" grpId="0" autoUpdateAnimBg="0"/>
      <p:bldP spid="20" grpId="0" autoUpdateAnimBg="0"/>
      <p:bldP spid="21" grpId="0" autoUpdateAnimBg="0"/>
      <p:bldP spid="28" grpId="0"/>
      <p:bldP spid="68" grpId="0" animBg="1"/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150ABD-4082-4675-87B3-229B233CA787}"/>
              </a:ext>
            </a:extLst>
          </p:cNvPr>
          <p:cNvSpPr txBox="1">
            <a:spLocks noChangeArrowheads="1"/>
          </p:cNvSpPr>
          <p:nvPr/>
        </p:nvSpPr>
        <p:spPr>
          <a:xfrm>
            <a:off x="986210" y="355137"/>
            <a:ext cx="3091284" cy="469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用定义证明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B122B18-5FA4-4E8B-95D9-A09DED11A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014900"/>
              </p:ext>
            </p:extLst>
          </p:nvPr>
        </p:nvGraphicFramePr>
        <p:xfrm>
          <a:off x="3276600" y="267494"/>
          <a:ext cx="129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75" name="Equation" r:id="rId3" imgW="1295280" imgH="736560" progId="Equation.DSMT4">
                  <p:embed/>
                </p:oleObj>
              </mc:Choice>
              <mc:Fallback>
                <p:oleObj name="Equation" r:id="rId3" imgW="1295280" imgH="736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FB122B18-5FA4-4E8B-95D9-A09DED11A3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67494"/>
                        <a:ext cx="1295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1BA4D9D6-8B31-4BDF-9FAA-71F565DF8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210" y="1234602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8261793-30F2-4F3D-BCBA-F9446887B9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210457"/>
              </p:ext>
            </p:extLst>
          </p:nvPr>
        </p:nvGraphicFramePr>
        <p:xfrm>
          <a:off x="1647825" y="1353486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76" name="Equation" r:id="rId5" imgW="1002960" imgH="342720" progId="Equation.DSMT4">
                  <p:embed/>
                </p:oleObj>
              </mc:Choice>
              <mc:Fallback>
                <p:oleObj name="Equation" r:id="rId5" imgW="100296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8261793-30F2-4F3D-BCBA-F9446887B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47825" y="1353486"/>
                        <a:ext cx="1003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7">
            <a:extLst>
              <a:ext uri="{FF2B5EF4-FFF2-40B4-BE49-F238E27FC236}">
                <a16:creationId xmlns:a16="http://schemas.microsoft.com/office/drawing/2014/main" id="{D51BAA44-A205-4556-8278-C20E13DDE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397" y="1234602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8B6982B4-267C-4E48-AED0-E8CA52CA9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565" y="1234602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只要</a:t>
            </a:r>
          </a:p>
        </p:txBody>
      </p:sp>
      <p:graphicFrame>
        <p:nvGraphicFramePr>
          <p:cNvPr id="10" name="Object 20">
            <a:extLst>
              <a:ext uri="{FF2B5EF4-FFF2-40B4-BE49-F238E27FC236}">
                <a16:creationId xmlns:a16="http://schemas.microsoft.com/office/drawing/2014/main" id="{50F7719B-046A-4043-ABF5-AB8025AFA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798664"/>
              </p:ext>
            </p:extLst>
          </p:nvPr>
        </p:nvGraphicFramePr>
        <p:xfrm>
          <a:off x="6517853" y="1097898"/>
          <a:ext cx="104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77" name="Equation" r:id="rId7" imgW="1041120" imgH="736560" progId="Equation.DSMT4">
                  <p:embed/>
                </p:oleObj>
              </mc:Choice>
              <mc:Fallback>
                <p:oleObj name="Equation" r:id="rId7" imgW="1041120" imgH="736560" progId="Equation.DSMT4">
                  <p:embed/>
                  <p:pic>
                    <p:nvPicPr>
                      <p:cNvPr id="9" name="Object 20">
                        <a:extLst>
                          <a:ext uri="{FF2B5EF4-FFF2-40B4-BE49-F238E27FC236}">
                            <a16:creationId xmlns:a16="http://schemas.microsoft.com/office/drawing/2014/main" id="{50F7719B-046A-4043-ABF5-AB8025AFA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853" y="1097898"/>
                        <a:ext cx="1041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>
            <a:extLst>
              <a:ext uri="{FF2B5EF4-FFF2-40B4-BE49-F238E27FC236}">
                <a16:creationId xmlns:a16="http://schemas.microsoft.com/office/drawing/2014/main" id="{88C49E5F-79CE-48F6-B7C8-1D9A09AB9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461" y="2225144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n-ea"/>
              </a:rPr>
              <a:t>取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C523489-B188-4B36-B59F-B765A7EBF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432756"/>
              </p:ext>
            </p:extLst>
          </p:nvPr>
        </p:nvGraphicFramePr>
        <p:xfrm>
          <a:off x="934517" y="2123264"/>
          <a:ext cx="95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78" name="Equation" r:id="rId9" imgW="952200" imgH="736560" progId="Equation.DSMT4">
                  <p:embed/>
                </p:oleObj>
              </mc:Choice>
              <mc:Fallback>
                <p:oleObj name="Equation" r:id="rId9" imgW="95220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C523489-B188-4B36-B59F-B765A7EBF2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34517" y="2123264"/>
                        <a:ext cx="95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2">
            <a:extLst>
              <a:ext uri="{FF2B5EF4-FFF2-40B4-BE49-F238E27FC236}">
                <a16:creationId xmlns:a16="http://schemas.microsoft.com/office/drawing/2014/main" id="{0EB09171-5FB2-4097-BBAD-38F16A5AA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338" y="2233971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8C1ECA9A-9EB4-4BFD-B425-506F6FEB1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737208"/>
              </p:ext>
            </p:extLst>
          </p:nvPr>
        </p:nvGraphicFramePr>
        <p:xfrm>
          <a:off x="2381037" y="2321247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79" name="Equation" r:id="rId11" imgW="927000" imgH="342720" progId="Equation.DSMT4">
                  <p:embed/>
                </p:oleObj>
              </mc:Choice>
              <mc:Fallback>
                <p:oleObj name="Equation" r:id="rId11" imgW="927000" imgH="342720" progId="Equation.DSMT4">
                  <p:embed/>
                  <p:pic>
                    <p:nvPicPr>
                      <p:cNvPr id="13" name="Object 23">
                        <a:extLst>
                          <a:ext uri="{FF2B5EF4-FFF2-40B4-BE49-F238E27FC236}">
                            <a16:creationId xmlns:a16="http://schemas.microsoft.com/office/drawing/2014/main" id="{8C1ECA9A-9EB4-4BFD-B425-506F6FEB1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037" y="2321247"/>
                        <a:ext cx="927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4">
            <a:extLst>
              <a:ext uri="{FF2B5EF4-FFF2-40B4-BE49-F238E27FC236}">
                <a16:creationId xmlns:a16="http://schemas.microsoft.com/office/drawing/2014/main" id="{AC1BBC7B-5BF3-4468-B6B2-FFC214D64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773" y="2225144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</a:t>
            </a:r>
            <a:r>
              <a:rPr kumimoji="1" lang="zh-CN" altLang="en-US" sz="2400" b="1" dirty="0">
                <a:latin typeface="Symbol" panose="05050102010706020507" pitchFamily="18" charset="2"/>
              </a:rPr>
              <a:t>，</a:t>
            </a:r>
            <a:r>
              <a:rPr kumimoji="1" lang="en-US" altLang="zh-CN" sz="2400" b="1" dirty="0">
                <a:latin typeface="+mn-ea"/>
              </a:rPr>
              <a:t> 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B14E103D-5FE1-40F5-9B23-B53B9837A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657" y="2233970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10219C2-6EFA-498E-BB75-7508F12DD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18090"/>
              </p:ext>
            </p:extLst>
          </p:nvPr>
        </p:nvGraphicFramePr>
        <p:xfrm>
          <a:off x="4246885" y="2085181"/>
          <a:ext cx="1498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0" name="Equation" r:id="rId13" imgW="1498320" imgH="812520" progId="Equation.DSMT4">
                  <p:embed/>
                </p:oleObj>
              </mc:Choice>
              <mc:Fallback>
                <p:oleObj name="Equation" r:id="rId13" imgW="1498320" imgH="8125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E10219C2-6EFA-498E-BB75-7508F12DD5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46885" y="2085181"/>
                        <a:ext cx="1498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1">
            <a:extLst>
              <a:ext uri="{FF2B5EF4-FFF2-40B4-BE49-F238E27FC236}">
                <a16:creationId xmlns:a16="http://schemas.microsoft.com/office/drawing/2014/main" id="{8BAF53AC-9DF4-42CB-8246-4968C6B3A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589" y="3154355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86C134D6-8AEC-4951-A79F-E0CC843E13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04498"/>
              </p:ext>
            </p:extLst>
          </p:nvPr>
        </p:nvGraphicFramePr>
        <p:xfrm>
          <a:off x="2355850" y="3058319"/>
          <a:ext cx="129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1" name="Equation" r:id="rId15" imgW="1295280" imgH="736560" progId="Equation.DSMT4">
                  <p:embed/>
                </p:oleObj>
              </mc:Choice>
              <mc:Fallback>
                <p:oleObj name="Equation" r:id="rId15" imgW="1295280" imgH="736560" progId="Equation.DSMT4">
                  <p:embed/>
                  <p:pic>
                    <p:nvPicPr>
                      <p:cNvPr id="29" name="Object 12">
                        <a:extLst>
                          <a:ext uri="{FF2B5EF4-FFF2-40B4-BE49-F238E27FC236}">
                            <a16:creationId xmlns:a16="http://schemas.microsoft.com/office/drawing/2014/main" id="{86C134D6-8AEC-4951-A79F-E0CC843E1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3058319"/>
                        <a:ext cx="1295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6047085" y="2067024"/>
            <a:ext cx="2268538" cy="1978025"/>
            <a:chOff x="6672707" y="2284522"/>
            <a:chExt cx="2268538" cy="1978025"/>
          </a:xfrm>
        </p:grpSpPr>
        <p:sp>
          <p:nvSpPr>
            <p:cNvPr id="33" name="Line 40">
              <a:extLst>
                <a:ext uri="{FF2B5EF4-FFF2-40B4-BE49-F238E27FC236}">
                  <a16:creationId xmlns:a16="http://schemas.microsoft.com/office/drawing/2014/main" id="{AC7EF412-059D-4BA4-88B0-A29B8FD42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1757" y="3352910"/>
              <a:ext cx="2249488" cy="9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A0934CFB-DF70-4FAD-8485-46701E249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9832" y="2555985"/>
              <a:ext cx="1038225" cy="742950"/>
            </a:xfrm>
            <a:custGeom>
              <a:avLst/>
              <a:gdLst>
                <a:gd name="T0" fmla="*/ 6 w 654"/>
                <a:gd name="T1" fmla="*/ 162 h 468"/>
                <a:gd name="T2" fmla="*/ 24 w 654"/>
                <a:gd name="T3" fmla="*/ 288 h 468"/>
                <a:gd name="T4" fmla="*/ 42 w 654"/>
                <a:gd name="T5" fmla="*/ 342 h 468"/>
                <a:gd name="T6" fmla="*/ 66 w 654"/>
                <a:gd name="T7" fmla="*/ 372 h 468"/>
                <a:gd name="T8" fmla="*/ 84 w 654"/>
                <a:gd name="T9" fmla="*/ 390 h 468"/>
                <a:gd name="T10" fmla="*/ 102 w 654"/>
                <a:gd name="T11" fmla="*/ 408 h 468"/>
                <a:gd name="T12" fmla="*/ 120 w 654"/>
                <a:gd name="T13" fmla="*/ 414 h 468"/>
                <a:gd name="T14" fmla="*/ 138 w 654"/>
                <a:gd name="T15" fmla="*/ 426 h 468"/>
                <a:gd name="T16" fmla="*/ 156 w 654"/>
                <a:gd name="T17" fmla="*/ 432 h 468"/>
                <a:gd name="T18" fmla="*/ 174 w 654"/>
                <a:gd name="T19" fmla="*/ 432 h 468"/>
                <a:gd name="T20" fmla="*/ 192 w 654"/>
                <a:gd name="T21" fmla="*/ 438 h 468"/>
                <a:gd name="T22" fmla="*/ 216 w 654"/>
                <a:gd name="T23" fmla="*/ 444 h 468"/>
                <a:gd name="T24" fmla="*/ 234 w 654"/>
                <a:gd name="T25" fmla="*/ 444 h 468"/>
                <a:gd name="T26" fmla="*/ 252 w 654"/>
                <a:gd name="T27" fmla="*/ 444 h 468"/>
                <a:gd name="T28" fmla="*/ 270 w 654"/>
                <a:gd name="T29" fmla="*/ 450 h 468"/>
                <a:gd name="T30" fmla="*/ 288 w 654"/>
                <a:gd name="T31" fmla="*/ 450 h 468"/>
                <a:gd name="T32" fmla="*/ 306 w 654"/>
                <a:gd name="T33" fmla="*/ 450 h 468"/>
                <a:gd name="T34" fmla="*/ 324 w 654"/>
                <a:gd name="T35" fmla="*/ 456 h 468"/>
                <a:gd name="T36" fmla="*/ 348 w 654"/>
                <a:gd name="T37" fmla="*/ 456 h 468"/>
                <a:gd name="T38" fmla="*/ 366 w 654"/>
                <a:gd name="T39" fmla="*/ 456 h 468"/>
                <a:gd name="T40" fmla="*/ 384 w 654"/>
                <a:gd name="T41" fmla="*/ 456 h 468"/>
                <a:gd name="T42" fmla="*/ 402 w 654"/>
                <a:gd name="T43" fmla="*/ 456 h 468"/>
                <a:gd name="T44" fmla="*/ 420 w 654"/>
                <a:gd name="T45" fmla="*/ 462 h 468"/>
                <a:gd name="T46" fmla="*/ 438 w 654"/>
                <a:gd name="T47" fmla="*/ 462 h 468"/>
                <a:gd name="T48" fmla="*/ 456 w 654"/>
                <a:gd name="T49" fmla="*/ 462 h 468"/>
                <a:gd name="T50" fmla="*/ 474 w 654"/>
                <a:gd name="T51" fmla="*/ 462 h 468"/>
                <a:gd name="T52" fmla="*/ 498 w 654"/>
                <a:gd name="T53" fmla="*/ 462 h 468"/>
                <a:gd name="T54" fmla="*/ 516 w 654"/>
                <a:gd name="T55" fmla="*/ 462 h 468"/>
                <a:gd name="T56" fmla="*/ 534 w 654"/>
                <a:gd name="T57" fmla="*/ 462 h 468"/>
                <a:gd name="T58" fmla="*/ 552 w 654"/>
                <a:gd name="T59" fmla="*/ 462 h 468"/>
                <a:gd name="T60" fmla="*/ 570 w 654"/>
                <a:gd name="T61" fmla="*/ 462 h 468"/>
                <a:gd name="T62" fmla="*/ 588 w 654"/>
                <a:gd name="T63" fmla="*/ 468 h 468"/>
                <a:gd name="T64" fmla="*/ 606 w 654"/>
                <a:gd name="T65" fmla="*/ 468 h 468"/>
                <a:gd name="T66" fmla="*/ 624 w 654"/>
                <a:gd name="T67" fmla="*/ 468 h 468"/>
                <a:gd name="T68" fmla="*/ 648 w 654"/>
                <a:gd name="T69" fmla="*/ 468 h 4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54"/>
                <a:gd name="T106" fmla="*/ 0 h 468"/>
                <a:gd name="T107" fmla="*/ 654 w 654"/>
                <a:gd name="T108" fmla="*/ 468 h 4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54" h="468">
                  <a:moveTo>
                    <a:pt x="0" y="0"/>
                  </a:moveTo>
                  <a:lnTo>
                    <a:pt x="6" y="162"/>
                  </a:lnTo>
                  <a:lnTo>
                    <a:pt x="18" y="240"/>
                  </a:lnTo>
                  <a:lnTo>
                    <a:pt x="24" y="288"/>
                  </a:lnTo>
                  <a:lnTo>
                    <a:pt x="36" y="318"/>
                  </a:lnTo>
                  <a:lnTo>
                    <a:pt x="42" y="342"/>
                  </a:lnTo>
                  <a:lnTo>
                    <a:pt x="54" y="360"/>
                  </a:lnTo>
                  <a:lnTo>
                    <a:pt x="66" y="372"/>
                  </a:lnTo>
                  <a:lnTo>
                    <a:pt x="72" y="384"/>
                  </a:lnTo>
                  <a:lnTo>
                    <a:pt x="84" y="390"/>
                  </a:lnTo>
                  <a:lnTo>
                    <a:pt x="90" y="402"/>
                  </a:lnTo>
                  <a:lnTo>
                    <a:pt x="102" y="408"/>
                  </a:lnTo>
                  <a:lnTo>
                    <a:pt x="108" y="414"/>
                  </a:lnTo>
                  <a:lnTo>
                    <a:pt x="120" y="414"/>
                  </a:lnTo>
                  <a:lnTo>
                    <a:pt x="132" y="420"/>
                  </a:lnTo>
                  <a:lnTo>
                    <a:pt x="138" y="426"/>
                  </a:lnTo>
                  <a:lnTo>
                    <a:pt x="150" y="426"/>
                  </a:lnTo>
                  <a:lnTo>
                    <a:pt x="156" y="432"/>
                  </a:lnTo>
                  <a:lnTo>
                    <a:pt x="168" y="432"/>
                  </a:lnTo>
                  <a:lnTo>
                    <a:pt x="174" y="432"/>
                  </a:lnTo>
                  <a:lnTo>
                    <a:pt x="186" y="438"/>
                  </a:lnTo>
                  <a:lnTo>
                    <a:pt x="192" y="438"/>
                  </a:lnTo>
                  <a:lnTo>
                    <a:pt x="204" y="438"/>
                  </a:lnTo>
                  <a:lnTo>
                    <a:pt x="216" y="444"/>
                  </a:lnTo>
                  <a:lnTo>
                    <a:pt x="222" y="444"/>
                  </a:lnTo>
                  <a:lnTo>
                    <a:pt x="234" y="444"/>
                  </a:lnTo>
                  <a:lnTo>
                    <a:pt x="240" y="444"/>
                  </a:lnTo>
                  <a:lnTo>
                    <a:pt x="252" y="444"/>
                  </a:lnTo>
                  <a:lnTo>
                    <a:pt x="258" y="450"/>
                  </a:lnTo>
                  <a:lnTo>
                    <a:pt x="270" y="450"/>
                  </a:lnTo>
                  <a:lnTo>
                    <a:pt x="282" y="450"/>
                  </a:lnTo>
                  <a:lnTo>
                    <a:pt x="288" y="450"/>
                  </a:lnTo>
                  <a:lnTo>
                    <a:pt x="300" y="450"/>
                  </a:lnTo>
                  <a:lnTo>
                    <a:pt x="306" y="450"/>
                  </a:lnTo>
                  <a:lnTo>
                    <a:pt x="318" y="456"/>
                  </a:lnTo>
                  <a:lnTo>
                    <a:pt x="324" y="456"/>
                  </a:lnTo>
                  <a:lnTo>
                    <a:pt x="336" y="456"/>
                  </a:lnTo>
                  <a:lnTo>
                    <a:pt x="348" y="456"/>
                  </a:lnTo>
                  <a:lnTo>
                    <a:pt x="354" y="456"/>
                  </a:lnTo>
                  <a:lnTo>
                    <a:pt x="366" y="456"/>
                  </a:lnTo>
                  <a:lnTo>
                    <a:pt x="372" y="456"/>
                  </a:lnTo>
                  <a:lnTo>
                    <a:pt x="384" y="456"/>
                  </a:lnTo>
                  <a:lnTo>
                    <a:pt x="390" y="456"/>
                  </a:lnTo>
                  <a:lnTo>
                    <a:pt x="402" y="456"/>
                  </a:lnTo>
                  <a:lnTo>
                    <a:pt x="408" y="462"/>
                  </a:lnTo>
                  <a:lnTo>
                    <a:pt x="420" y="462"/>
                  </a:lnTo>
                  <a:lnTo>
                    <a:pt x="432" y="462"/>
                  </a:lnTo>
                  <a:lnTo>
                    <a:pt x="438" y="462"/>
                  </a:lnTo>
                  <a:lnTo>
                    <a:pt x="450" y="462"/>
                  </a:lnTo>
                  <a:lnTo>
                    <a:pt x="456" y="462"/>
                  </a:lnTo>
                  <a:lnTo>
                    <a:pt x="468" y="462"/>
                  </a:lnTo>
                  <a:lnTo>
                    <a:pt x="474" y="462"/>
                  </a:lnTo>
                  <a:lnTo>
                    <a:pt x="486" y="462"/>
                  </a:lnTo>
                  <a:lnTo>
                    <a:pt x="498" y="462"/>
                  </a:lnTo>
                  <a:lnTo>
                    <a:pt x="504" y="462"/>
                  </a:lnTo>
                  <a:lnTo>
                    <a:pt x="516" y="462"/>
                  </a:lnTo>
                  <a:lnTo>
                    <a:pt x="522" y="462"/>
                  </a:lnTo>
                  <a:lnTo>
                    <a:pt x="534" y="462"/>
                  </a:lnTo>
                  <a:lnTo>
                    <a:pt x="540" y="462"/>
                  </a:lnTo>
                  <a:lnTo>
                    <a:pt x="552" y="462"/>
                  </a:lnTo>
                  <a:lnTo>
                    <a:pt x="558" y="462"/>
                  </a:lnTo>
                  <a:lnTo>
                    <a:pt x="570" y="462"/>
                  </a:lnTo>
                  <a:lnTo>
                    <a:pt x="582" y="462"/>
                  </a:lnTo>
                  <a:lnTo>
                    <a:pt x="588" y="468"/>
                  </a:lnTo>
                  <a:lnTo>
                    <a:pt x="600" y="468"/>
                  </a:lnTo>
                  <a:lnTo>
                    <a:pt x="606" y="468"/>
                  </a:lnTo>
                  <a:lnTo>
                    <a:pt x="618" y="468"/>
                  </a:lnTo>
                  <a:lnTo>
                    <a:pt x="624" y="468"/>
                  </a:lnTo>
                  <a:lnTo>
                    <a:pt x="636" y="468"/>
                  </a:lnTo>
                  <a:lnTo>
                    <a:pt x="648" y="468"/>
                  </a:lnTo>
                  <a:lnTo>
                    <a:pt x="654" y="468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CD5A844D-1AFB-4862-A292-93CBD69B8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707" y="3404340"/>
              <a:ext cx="1028700" cy="742950"/>
            </a:xfrm>
            <a:custGeom>
              <a:avLst/>
              <a:gdLst>
                <a:gd name="T0" fmla="*/ 642 w 648"/>
                <a:gd name="T1" fmla="*/ 306 h 468"/>
                <a:gd name="T2" fmla="*/ 624 w 648"/>
                <a:gd name="T3" fmla="*/ 180 h 468"/>
                <a:gd name="T4" fmla="*/ 606 w 648"/>
                <a:gd name="T5" fmla="*/ 126 h 468"/>
                <a:gd name="T6" fmla="*/ 582 w 648"/>
                <a:gd name="T7" fmla="*/ 96 h 468"/>
                <a:gd name="T8" fmla="*/ 564 w 648"/>
                <a:gd name="T9" fmla="*/ 78 h 468"/>
                <a:gd name="T10" fmla="*/ 546 w 648"/>
                <a:gd name="T11" fmla="*/ 60 h 468"/>
                <a:gd name="T12" fmla="*/ 528 w 648"/>
                <a:gd name="T13" fmla="*/ 54 h 468"/>
                <a:gd name="T14" fmla="*/ 510 w 648"/>
                <a:gd name="T15" fmla="*/ 42 h 468"/>
                <a:gd name="T16" fmla="*/ 492 w 648"/>
                <a:gd name="T17" fmla="*/ 36 h 468"/>
                <a:gd name="T18" fmla="*/ 474 w 648"/>
                <a:gd name="T19" fmla="*/ 36 h 468"/>
                <a:gd name="T20" fmla="*/ 456 w 648"/>
                <a:gd name="T21" fmla="*/ 30 h 468"/>
                <a:gd name="T22" fmla="*/ 432 w 648"/>
                <a:gd name="T23" fmla="*/ 24 h 468"/>
                <a:gd name="T24" fmla="*/ 414 w 648"/>
                <a:gd name="T25" fmla="*/ 24 h 468"/>
                <a:gd name="T26" fmla="*/ 396 w 648"/>
                <a:gd name="T27" fmla="*/ 24 h 468"/>
                <a:gd name="T28" fmla="*/ 378 w 648"/>
                <a:gd name="T29" fmla="*/ 18 h 468"/>
                <a:gd name="T30" fmla="*/ 360 w 648"/>
                <a:gd name="T31" fmla="*/ 18 h 468"/>
                <a:gd name="T32" fmla="*/ 342 w 648"/>
                <a:gd name="T33" fmla="*/ 18 h 468"/>
                <a:gd name="T34" fmla="*/ 324 w 648"/>
                <a:gd name="T35" fmla="*/ 12 h 468"/>
                <a:gd name="T36" fmla="*/ 300 w 648"/>
                <a:gd name="T37" fmla="*/ 12 h 468"/>
                <a:gd name="T38" fmla="*/ 282 w 648"/>
                <a:gd name="T39" fmla="*/ 12 h 468"/>
                <a:gd name="T40" fmla="*/ 264 w 648"/>
                <a:gd name="T41" fmla="*/ 12 h 468"/>
                <a:gd name="T42" fmla="*/ 246 w 648"/>
                <a:gd name="T43" fmla="*/ 12 h 468"/>
                <a:gd name="T44" fmla="*/ 228 w 648"/>
                <a:gd name="T45" fmla="*/ 6 h 468"/>
                <a:gd name="T46" fmla="*/ 210 w 648"/>
                <a:gd name="T47" fmla="*/ 6 h 468"/>
                <a:gd name="T48" fmla="*/ 192 w 648"/>
                <a:gd name="T49" fmla="*/ 6 h 468"/>
                <a:gd name="T50" fmla="*/ 174 w 648"/>
                <a:gd name="T51" fmla="*/ 6 h 468"/>
                <a:gd name="T52" fmla="*/ 150 w 648"/>
                <a:gd name="T53" fmla="*/ 6 h 468"/>
                <a:gd name="T54" fmla="*/ 132 w 648"/>
                <a:gd name="T55" fmla="*/ 6 h 468"/>
                <a:gd name="T56" fmla="*/ 114 w 648"/>
                <a:gd name="T57" fmla="*/ 6 h 468"/>
                <a:gd name="T58" fmla="*/ 96 w 648"/>
                <a:gd name="T59" fmla="*/ 6 h 468"/>
                <a:gd name="T60" fmla="*/ 78 w 648"/>
                <a:gd name="T61" fmla="*/ 6 h 468"/>
                <a:gd name="T62" fmla="*/ 60 w 648"/>
                <a:gd name="T63" fmla="*/ 0 h 468"/>
                <a:gd name="T64" fmla="*/ 42 w 648"/>
                <a:gd name="T65" fmla="*/ 0 h 468"/>
                <a:gd name="T66" fmla="*/ 24 w 648"/>
                <a:gd name="T67" fmla="*/ 0 h 468"/>
                <a:gd name="T68" fmla="*/ 6 w 648"/>
                <a:gd name="T69" fmla="*/ 0 h 4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8"/>
                <a:gd name="T106" fmla="*/ 0 h 468"/>
                <a:gd name="T107" fmla="*/ 648 w 648"/>
                <a:gd name="T108" fmla="*/ 468 h 4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8" h="468">
                  <a:moveTo>
                    <a:pt x="648" y="468"/>
                  </a:moveTo>
                  <a:lnTo>
                    <a:pt x="642" y="306"/>
                  </a:lnTo>
                  <a:lnTo>
                    <a:pt x="630" y="228"/>
                  </a:lnTo>
                  <a:lnTo>
                    <a:pt x="624" y="180"/>
                  </a:lnTo>
                  <a:lnTo>
                    <a:pt x="612" y="150"/>
                  </a:lnTo>
                  <a:lnTo>
                    <a:pt x="606" y="126"/>
                  </a:lnTo>
                  <a:lnTo>
                    <a:pt x="594" y="108"/>
                  </a:lnTo>
                  <a:lnTo>
                    <a:pt x="582" y="96"/>
                  </a:lnTo>
                  <a:lnTo>
                    <a:pt x="576" y="84"/>
                  </a:lnTo>
                  <a:lnTo>
                    <a:pt x="564" y="78"/>
                  </a:lnTo>
                  <a:lnTo>
                    <a:pt x="558" y="66"/>
                  </a:lnTo>
                  <a:lnTo>
                    <a:pt x="546" y="60"/>
                  </a:lnTo>
                  <a:lnTo>
                    <a:pt x="540" y="54"/>
                  </a:lnTo>
                  <a:lnTo>
                    <a:pt x="528" y="54"/>
                  </a:lnTo>
                  <a:lnTo>
                    <a:pt x="516" y="48"/>
                  </a:lnTo>
                  <a:lnTo>
                    <a:pt x="510" y="42"/>
                  </a:lnTo>
                  <a:lnTo>
                    <a:pt x="498" y="42"/>
                  </a:lnTo>
                  <a:lnTo>
                    <a:pt x="492" y="36"/>
                  </a:lnTo>
                  <a:lnTo>
                    <a:pt x="480" y="36"/>
                  </a:lnTo>
                  <a:lnTo>
                    <a:pt x="474" y="36"/>
                  </a:lnTo>
                  <a:lnTo>
                    <a:pt x="462" y="30"/>
                  </a:lnTo>
                  <a:lnTo>
                    <a:pt x="456" y="30"/>
                  </a:lnTo>
                  <a:lnTo>
                    <a:pt x="444" y="30"/>
                  </a:lnTo>
                  <a:lnTo>
                    <a:pt x="432" y="24"/>
                  </a:lnTo>
                  <a:lnTo>
                    <a:pt x="426" y="24"/>
                  </a:lnTo>
                  <a:lnTo>
                    <a:pt x="414" y="24"/>
                  </a:lnTo>
                  <a:lnTo>
                    <a:pt x="408" y="24"/>
                  </a:lnTo>
                  <a:lnTo>
                    <a:pt x="396" y="24"/>
                  </a:lnTo>
                  <a:lnTo>
                    <a:pt x="390" y="18"/>
                  </a:lnTo>
                  <a:lnTo>
                    <a:pt x="378" y="18"/>
                  </a:lnTo>
                  <a:lnTo>
                    <a:pt x="366" y="18"/>
                  </a:lnTo>
                  <a:lnTo>
                    <a:pt x="360" y="18"/>
                  </a:lnTo>
                  <a:lnTo>
                    <a:pt x="348" y="18"/>
                  </a:lnTo>
                  <a:lnTo>
                    <a:pt x="342" y="18"/>
                  </a:lnTo>
                  <a:lnTo>
                    <a:pt x="330" y="12"/>
                  </a:lnTo>
                  <a:lnTo>
                    <a:pt x="324" y="12"/>
                  </a:lnTo>
                  <a:lnTo>
                    <a:pt x="312" y="12"/>
                  </a:lnTo>
                  <a:lnTo>
                    <a:pt x="300" y="12"/>
                  </a:lnTo>
                  <a:lnTo>
                    <a:pt x="294" y="12"/>
                  </a:lnTo>
                  <a:lnTo>
                    <a:pt x="282" y="12"/>
                  </a:lnTo>
                  <a:lnTo>
                    <a:pt x="276" y="12"/>
                  </a:lnTo>
                  <a:lnTo>
                    <a:pt x="264" y="12"/>
                  </a:lnTo>
                  <a:lnTo>
                    <a:pt x="258" y="12"/>
                  </a:lnTo>
                  <a:lnTo>
                    <a:pt x="246" y="12"/>
                  </a:lnTo>
                  <a:lnTo>
                    <a:pt x="240" y="6"/>
                  </a:lnTo>
                  <a:lnTo>
                    <a:pt x="228" y="6"/>
                  </a:lnTo>
                  <a:lnTo>
                    <a:pt x="216" y="6"/>
                  </a:lnTo>
                  <a:lnTo>
                    <a:pt x="210" y="6"/>
                  </a:lnTo>
                  <a:lnTo>
                    <a:pt x="198" y="6"/>
                  </a:lnTo>
                  <a:lnTo>
                    <a:pt x="192" y="6"/>
                  </a:lnTo>
                  <a:lnTo>
                    <a:pt x="180" y="6"/>
                  </a:lnTo>
                  <a:lnTo>
                    <a:pt x="174" y="6"/>
                  </a:lnTo>
                  <a:lnTo>
                    <a:pt x="162" y="6"/>
                  </a:lnTo>
                  <a:lnTo>
                    <a:pt x="150" y="6"/>
                  </a:lnTo>
                  <a:lnTo>
                    <a:pt x="144" y="6"/>
                  </a:lnTo>
                  <a:lnTo>
                    <a:pt x="132" y="6"/>
                  </a:lnTo>
                  <a:lnTo>
                    <a:pt x="126" y="6"/>
                  </a:lnTo>
                  <a:lnTo>
                    <a:pt x="114" y="6"/>
                  </a:lnTo>
                  <a:lnTo>
                    <a:pt x="108" y="6"/>
                  </a:lnTo>
                  <a:lnTo>
                    <a:pt x="96" y="6"/>
                  </a:lnTo>
                  <a:lnTo>
                    <a:pt x="90" y="6"/>
                  </a:lnTo>
                  <a:lnTo>
                    <a:pt x="78" y="6"/>
                  </a:lnTo>
                  <a:lnTo>
                    <a:pt x="66" y="0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F1E4DEEE-FE53-48A2-B404-8C982C4E9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7445" y="2284522"/>
              <a:ext cx="4763" cy="1978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/>
              <a:tailEnd type="none" w="med" len="lg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37" name="Object 36">
              <a:extLst>
                <a:ext uri="{FF2B5EF4-FFF2-40B4-BE49-F238E27FC236}">
                  <a16:creationId xmlns:a16="http://schemas.microsoft.com/office/drawing/2014/main" id="{C30498FB-437C-4E57-B49E-CD5F04B5E1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3538964"/>
                </p:ext>
              </p:extLst>
            </p:nvPr>
          </p:nvGraphicFramePr>
          <p:xfrm>
            <a:off x="7782370" y="3347476"/>
            <a:ext cx="3016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982" name="Equation" r:id="rId17" imgW="92880" imgH="103680" progId="Equation.3">
                    <p:embed/>
                  </p:oleObj>
                </mc:Choice>
                <mc:Fallback>
                  <p:oleObj name="Equation" r:id="rId17" imgW="92880" imgH="103680" progId="Equation.3">
                    <p:embed/>
                    <p:pic>
                      <p:nvPicPr>
                        <p:cNvPr id="57" name="Object 36">
                          <a:extLst>
                            <a:ext uri="{FF2B5EF4-FFF2-40B4-BE49-F238E27FC236}">
                              <a16:creationId xmlns:a16="http://schemas.microsoft.com/office/drawing/2014/main" id="{C30498FB-437C-4E57-B49E-CD5F04B5E1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82370" y="3347476"/>
                          <a:ext cx="301625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7">
              <a:extLst>
                <a:ext uri="{FF2B5EF4-FFF2-40B4-BE49-F238E27FC236}">
                  <a16:creationId xmlns:a16="http://schemas.microsoft.com/office/drawing/2014/main" id="{5403B09D-DC49-4311-B95A-1FEA870750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8484232"/>
                </p:ext>
              </p:extLst>
            </p:nvPr>
          </p:nvGraphicFramePr>
          <p:xfrm>
            <a:off x="8739632" y="3404852"/>
            <a:ext cx="201613" cy="220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983" name="Equation" r:id="rId19" imgW="92880" imgH="103680" progId="Equation.DSMT4">
                    <p:embed/>
                  </p:oleObj>
                </mc:Choice>
                <mc:Fallback>
                  <p:oleObj name="Equation" r:id="rId19" imgW="92880" imgH="103680" progId="Equation.DSMT4">
                    <p:embed/>
                    <p:pic>
                      <p:nvPicPr>
                        <p:cNvPr id="58" name="Object 37">
                          <a:extLst>
                            <a:ext uri="{FF2B5EF4-FFF2-40B4-BE49-F238E27FC236}">
                              <a16:creationId xmlns:a16="http://schemas.microsoft.com/office/drawing/2014/main" id="{5403B09D-DC49-4311-B95A-1FEA870750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39632" y="3404852"/>
                          <a:ext cx="201613" cy="220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>
              <a:extLst>
                <a:ext uri="{FF2B5EF4-FFF2-40B4-BE49-F238E27FC236}">
                  <a16:creationId xmlns:a16="http://schemas.microsoft.com/office/drawing/2014/main" id="{0287494C-CB56-4C41-AE74-2C1F95B7A6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859613"/>
                </p:ext>
              </p:extLst>
            </p:nvPr>
          </p:nvGraphicFramePr>
          <p:xfrm>
            <a:off x="7512495" y="2292460"/>
            <a:ext cx="20478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984" name="Equation" r:id="rId21" imgW="104400" imgH="126720" progId="Equation.3">
                    <p:embed/>
                  </p:oleObj>
                </mc:Choice>
                <mc:Fallback>
                  <p:oleObj name="Equation" r:id="rId21" imgW="104400" imgH="126720" progId="Equation.3">
                    <p:embed/>
                    <p:pic>
                      <p:nvPicPr>
                        <p:cNvPr id="59" name="Object 38">
                          <a:extLst>
                            <a:ext uri="{FF2B5EF4-FFF2-40B4-BE49-F238E27FC236}">
                              <a16:creationId xmlns:a16="http://schemas.microsoft.com/office/drawing/2014/main" id="{0287494C-CB56-4C41-AE74-2C1F95B7A6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2495" y="2292460"/>
                          <a:ext cx="204788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>
              <a:extLst>
                <a:ext uri="{FF2B5EF4-FFF2-40B4-BE49-F238E27FC236}">
                  <a16:creationId xmlns:a16="http://schemas.microsoft.com/office/drawing/2014/main" id="{CBD4271D-E792-43C6-BD04-F644833DF5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9551539"/>
                </p:ext>
              </p:extLst>
            </p:nvPr>
          </p:nvGraphicFramePr>
          <p:xfrm>
            <a:off x="7941115" y="2609417"/>
            <a:ext cx="6096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985" name="Equation" r:id="rId23" imgW="609480" imgH="609480" progId="Equation.DSMT4">
                    <p:embed/>
                  </p:oleObj>
                </mc:Choice>
                <mc:Fallback>
                  <p:oleObj name="Equation" r:id="rId23" imgW="609480" imgH="609480" progId="Equation.DSMT4">
                    <p:embed/>
                    <p:pic>
                      <p:nvPicPr>
                        <p:cNvPr id="60" name="Object 39">
                          <a:extLst>
                            <a:ext uri="{FF2B5EF4-FFF2-40B4-BE49-F238E27FC236}">
                              <a16:creationId xmlns:a16="http://schemas.microsoft.com/office/drawing/2014/main" id="{CBD4271D-E792-43C6-BD04-F644833DF5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1115" y="2609417"/>
                          <a:ext cx="6096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Line 34">
            <a:extLst>
              <a:ext uri="{FF2B5EF4-FFF2-40B4-BE49-F238E27FC236}">
                <a16:creationId xmlns:a16="http://schemas.microsoft.com/office/drawing/2014/main" id="{28B76E8E-F42D-4C64-A9B8-6C3E4F163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6135" y="3136083"/>
            <a:ext cx="2282825" cy="142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none" w="med" len="med"/>
          </a:ln>
        </p:spPr>
        <p:txBody>
          <a:bodyPr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43" name="Text Box 4">
            <a:extLst>
              <a:ext uri="{FF2B5EF4-FFF2-40B4-BE49-F238E27FC236}">
                <a16:creationId xmlns:a16="http://schemas.microsoft.com/office/drawing/2014/main" id="{66C49917-7D28-41C0-9ABB-9438EBBDF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703" y="4053361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注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D765A3E-B393-4731-96D8-A56AB17B41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956722"/>
              </p:ext>
            </p:extLst>
          </p:nvPr>
        </p:nvGraphicFramePr>
        <p:xfrm>
          <a:off x="3592165" y="1099588"/>
          <a:ext cx="2184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6" name="Equation" r:id="rId25" imgW="2184120" imgH="812520" progId="Equation.DSMT4">
                  <p:embed/>
                </p:oleObj>
              </mc:Choice>
              <mc:Fallback>
                <p:oleObj name="Equation" r:id="rId25" imgW="2184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92165" y="1099588"/>
                        <a:ext cx="2184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55E8692-03B9-4E32-9678-C118C4E73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684996"/>
              </p:ext>
            </p:extLst>
          </p:nvPr>
        </p:nvGraphicFramePr>
        <p:xfrm>
          <a:off x="1598265" y="3949533"/>
          <a:ext cx="516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7" name="Equation" r:id="rId27" imgW="5168880" imgH="736560" progId="Equation.DSMT4">
                  <p:embed/>
                </p:oleObj>
              </mc:Choice>
              <mc:Fallback>
                <p:oleObj name="Equation" r:id="rId27" imgW="5168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98265" y="3949533"/>
                        <a:ext cx="516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242CA4B8-319B-41F4-BB32-D8E676434200}"/>
              </a:ext>
            </a:extLst>
          </p:cNvPr>
          <p:cNvGrpSpPr/>
          <p:nvPr/>
        </p:nvGrpSpPr>
        <p:grpSpPr>
          <a:xfrm>
            <a:off x="6434509" y="235574"/>
            <a:ext cx="1945760" cy="966331"/>
            <a:chOff x="6399584" y="452268"/>
            <a:chExt cx="1945760" cy="966331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2E112A9-B2D5-433F-84A3-3E7ACA338CAE}"/>
                </a:ext>
              </a:extLst>
            </p:cNvPr>
            <p:cNvGrpSpPr/>
            <p:nvPr/>
          </p:nvGrpSpPr>
          <p:grpSpPr>
            <a:xfrm>
              <a:off x="6412778" y="477746"/>
              <a:ext cx="1932566" cy="787400"/>
              <a:chOff x="6259359" y="386698"/>
              <a:chExt cx="1932566" cy="787400"/>
            </a:xfrm>
          </p:grpSpPr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B13D401E-9CFD-43D1-9D69-D921B89B4B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60286039"/>
                  </p:ext>
                </p:extLst>
              </p:nvPr>
            </p:nvGraphicFramePr>
            <p:xfrm>
              <a:off x="6259359" y="386698"/>
              <a:ext cx="711200" cy="787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9988" name="Equation" r:id="rId29" imgW="711000" imgH="787320" progId="Equation.DSMT4">
                      <p:embed/>
                    </p:oleObj>
                  </mc:Choice>
                  <mc:Fallback>
                    <p:oleObj name="Equation" r:id="rId29" imgW="711000" imgH="787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6259359" y="386698"/>
                            <a:ext cx="711200" cy="787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3C6BC33-AA75-46F8-8585-8C66D225EAA0}"/>
                  </a:ext>
                </a:extLst>
              </p:cNvPr>
              <p:cNvSpPr/>
              <p:nvPr/>
            </p:nvSpPr>
            <p:spPr>
              <a:xfrm>
                <a:off x="6881078" y="497949"/>
                <a:ext cx="1310847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为常数</a:t>
                </a:r>
                <a:endPara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7E46AD25-F61E-4119-93F8-1A795FE8A415}"/>
                </a:ext>
              </a:extLst>
            </p:cNvPr>
            <p:cNvSpPr/>
            <p:nvPr/>
          </p:nvSpPr>
          <p:spPr>
            <a:xfrm>
              <a:off x="6399584" y="452268"/>
              <a:ext cx="1881114" cy="966331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351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7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9" grpId="0" autoUpdateAnimBg="0"/>
      <p:bldP spid="11" grpId="0" autoUpdateAnimBg="0"/>
      <p:bldP spid="13" grpId="0" autoUpdateAnimBg="0"/>
      <p:bldP spid="15" grpId="0" autoUpdateAnimBg="0"/>
      <p:bldP spid="16" grpId="0" autoUpdateAnimBg="0"/>
      <p:bldP spid="28" grpId="0" autoUpdateAnimBg="0"/>
      <p:bldP spid="41" grpId="0" animBg="1"/>
      <p:bldP spid="4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615B66-E1EC-4E3F-9AD6-2D5D71C20A1D}"/>
              </a:ext>
            </a:extLst>
          </p:cNvPr>
          <p:cNvSpPr txBox="1"/>
          <p:nvPr/>
        </p:nvSpPr>
        <p:spPr>
          <a:xfrm>
            <a:off x="1115616" y="411510"/>
            <a:ext cx="612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自变量趋于无穷大时函数极限的</a:t>
            </a:r>
            <a:r>
              <a:rPr lang="zh-CN" altLang="zh-CN" sz="2400" b="1" dirty="0">
                <a:solidFill>
                  <a:srgbClr val="0064FF"/>
                </a:solidFill>
              </a:rPr>
              <a:t>几何意义</a:t>
            </a:r>
            <a:endParaRPr lang="zh-CN" altLang="en-US" sz="2400" b="1" dirty="0">
              <a:solidFill>
                <a:srgbClr val="0064FF"/>
              </a:solidFill>
            </a:endParaRPr>
          </a:p>
        </p:txBody>
      </p:sp>
      <p:grpSp>
        <p:nvGrpSpPr>
          <p:cNvPr id="44" name="Group 14">
            <a:extLst>
              <a:ext uri="{FF2B5EF4-FFF2-40B4-BE49-F238E27FC236}">
                <a16:creationId xmlns:a16="http://schemas.microsoft.com/office/drawing/2014/main" id="{4E22822B-3A4E-464F-9813-01480984860D}"/>
              </a:ext>
            </a:extLst>
          </p:cNvPr>
          <p:cNvGrpSpPr>
            <a:grpSpLocks/>
          </p:cNvGrpSpPr>
          <p:nvPr/>
        </p:nvGrpSpPr>
        <p:grpSpPr bwMode="auto">
          <a:xfrm>
            <a:off x="1259632" y="1196654"/>
            <a:ext cx="6038851" cy="1728788"/>
            <a:chOff x="482" y="2855"/>
            <a:chExt cx="3804" cy="1089"/>
          </a:xfrm>
        </p:grpSpPr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4DCCBD84-4CB2-4C16-9D27-9963E462A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" y="3759"/>
              <a:ext cx="378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6" name="Line 16">
              <a:extLst>
                <a:ext uri="{FF2B5EF4-FFF2-40B4-BE49-F238E27FC236}">
                  <a16:creationId xmlns:a16="http://schemas.microsoft.com/office/drawing/2014/main" id="{48AEF0E3-73E4-4921-8E8C-329EB646F0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855"/>
              <a:ext cx="13" cy="106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 sz="2800" b="1">
                <a:latin typeface="+mn-ea"/>
              </a:endParaRPr>
            </a:p>
          </p:txBody>
        </p:sp>
        <p:graphicFrame>
          <p:nvGraphicFramePr>
            <p:cNvPr id="47" name="Object 17">
              <a:extLst>
                <a:ext uri="{FF2B5EF4-FFF2-40B4-BE49-F238E27FC236}">
                  <a16:creationId xmlns:a16="http://schemas.microsoft.com/office/drawing/2014/main" id="{5614DA27-E7C3-4B16-BA0B-79B7B55A4B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908681"/>
                </p:ext>
              </p:extLst>
            </p:nvPr>
          </p:nvGraphicFramePr>
          <p:xfrm>
            <a:off x="2095" y="377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272" name="Equation" r:id="rId3" imgW="228600" imgH="241200" progId="Equation.DSMT4">
                    <p:embed/>
                  </p:oleObj>
                </mc:Choice>
                <mc:Fallback>
                  <p:oleObj name="Equation" r:id="rId3" imgW="228600" imgH="241200" progId="Equation.DSMT4">
                    <p:embed/>
                    <p:pic>
                      <p:nvPicPr>
                        <p:cNvPr id="5" name="Object 17">
                          <a:extLst>
                            <a:ext uri="{FF2B5EF4-FFF2-40B4-BE49-F238E27FC236}">
                              <a16:creationId xmlns:a16="http://schemas.microsoft.com/office/drawing/2014/main" id="{FA7E333F-9530-41C8-A1BB-8751465D06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" y="3778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18">
              <a:extLst>
                <a:ext uri="{FF2B5EF4-FFF2-40B4-BE49-F238E27FC236}">
                  <a16:creationId xmlns:a16="http://schemas.microsoft.com/office/drawing/2014/main" id="{DB4A1D05-FA0A-4A73-A1DF-D83339C8F0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231624"/>
                </p:ext>
              </p:extLst>
            </p:nvPr>
          </p:nvGraphicFramePr>
          <p:xfrm>
            <a:off x="4166" y="3816"/>
            <a:ext cx="120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273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6" name="Object 18">
                          <a:extLst>
                            <a:ext uri="{FF2B5EF4-FFF2-40B4-BE49-F238E27FC236}">
                              <a16:creationId xmlns:a16="http://schemas.microsoft.com/office/drawing/2014/main" id="{D387B033-93DF-481F-916D-71B96741D8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3816"/>
                          <a:ext cx="120" cy="1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19">
              <a:extLst>
                <a:ext uri="{FF2B5EF4-FFF2-40B4-BE49-F238E27FC236}">
                  <a16:creationId xmlns:a16="http://schemas.microsoft.com/office/drawing/2014/main" id="{67E7CC44-FB92-463C-931F-EC5AC7A424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1322058"/>
                </p:ext>
              </p:extLst>
            </p:nvPr>
          </p:nvGraphicFramePr>
          <p:xfrm>
            <a:off x="2109" y="2855"/>
            <a:ext cx="124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274" name="Equation" r:id="rId7" imgW="196920" imgH="265320" progId="Equation.DSMT4">
                    <p:embed/>
                  </p:oleObj>
                </mc:Choice>
                <mc:Fallback>
                  <p:oleObj name="Equation" r:id="rId7" imgW="196920" imgH="265320" progId="Equation.DSMT4">
                    <p:embed/>
                    <p:pic>
                      <p:nvPicPr>
                        <p:cNvPr id="7" name="Object 19">
                          <a:extLst>
                            <a:ext uri="{FF2B5EF4-FFF2-40B4-BE49-F238E27FC236}">
                              <a16:creationId xmlns:a16="http://schemas.microsoft.com/office/drawing/2014/main" id="{B61F1E3F-B0E1-4FB3-A0F2-EE40A79A6A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2855"/>
                          <a:ext cx="124" cy="1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Group 20">
            <a:extLst>
              <a:ext uri="{FF2B5EF4-FFF2-40B4-BE49-F238E27FC236}">
                <a16:creationId xmlns:a16="http://schemas.microsoft.com/office/drawing/2014/main" id="{6D2D6E32-5E88-457E-A448-4971B737E8E7}"/>
              </a:ext>
            </a:extLst>
          </p:cNvPr>
          <p:cNvGrpSpPr>
            <a:grpSpLocks/>
          </p:cNvGrpSpPr>
          <p:nvPr/>
        </p:nvGrpSpPr>
        <p:grpSpPr bwMode="auto">
          <a:xfrm>
            <a:off x="1364409" y="1551193"/>
            <a:ext cx="6978649" cy="909638"/>
            <a:chOff x="516" y="3089"/>
            <a:chExt cx="4396" cy="573"/>
          </a:xfrm>
        </p:grpSpPr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8C8D0DF1-C89B-4071-B9BD-1455061C3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" y="3089"/>
              <a:ext cx="3642" cy="573"/>
            </a:xfrm>
            <a:custGeom>
              <a:avLst/>
              <a:gdLst>
                <a:gd name="T0" fmla="*/ 0 w 4512"/>
                <a:gd name="T1" fmla="*/ 143 h 704"/>
                <a:gd name="T2" fmla="*/ 119 w 4512"/>
                <a:gd name="T3" fmla="*/ 126 h 704"/>
                <a:gd name="T4" fmla="*/ 204 w 4512"/>
                <a:gd name="T5" fmla="*/ 108 h 704"/>
                <a:gd name="T6" fmla="*/ 305 w 4512"/>
                <a:gd name="T7" fmla="*/ 160 h 704"/>
                <a:gd name="T8" fmla="*/ 441 w 4512"/>
                <a:gd name="T9" fmla="*/ 108 h 704"/>
                <a:gd name="T10" fmla="*/ 543 w 4512"/>
                <a:gd name="T11" fmla="*/ 177 h 704"/>
                <a:gd name="T12" fmla="*/ 611 w 4512"/>
                <a:gd name="T13" fmla="*/ 143 h 704"/>
                <a:gd name="T14" fmla="*/ 679 w 4512"/>
                <a:gd name="T15" fmla="*/ 6 h 704"/>
                <a:gd name="T16" fmla="*/ 798 w 4512"/>
                <a:gd name="T17" fmla="*/ 177 h 704"/>
                <a:gd name="T18" fmla="*/ 831 w 4512"/>
                <a:gd name="T19" fmla="*/ 246 h 704"/>
                <a:gd name="T20" fmla="*/ 916 w 4512"/>
                <a:gd name="T21" fmla="*/ 143 h 704"/>
                <a:gd name="T22" fmla="*/ 1086 w 4512"/>
                <a:gd name="T23" fmla="*/ 108 h 704"/>
                <a:gd name="T24" fmla="*/ 1154 w 4512"/>
                <a:gd name="T25" fmla="*/ 160 h 704"/>
                <a:gd name="T26" fmla="*/ 1323 w 4512"/>
                <a:gd name="T27" fmla="*/ 108 h 704"/>
                <a:gd name="T28" fmla="*/ 1460 w 4512"/>
                <a:gd name="T29" fmla="*/ 143 h 704"/>
                <a:gd name="T30" fmla="*/ 1562 w 4512"/>
                <a:gd name="T31" fmla="*/ 108 h 704"/>
                <a:gd name="T32" fmla="*/ 1595 w 4512"/>
                <a:gd name="T33" fmla="*/ 108 h 70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512"/>
                <a:gd name="T52" fmla="*/ 0 h 704"/>
                <a:gd name="T53" fmla="*/ 4512 w 4512"/>
                <a:gd name="T54" fmla="*/ 704 h 70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512" h="704">
                  <a:moveTo>
                    <a:pt x="0" y="400"/>
                  </a:moveTo>
                  <a:cubicBezTo>
                    <a:pt x="120" y="384"/>
                    <a:pt x="240" y="368"/>
                    <a:pt x="336" y="352"/>
                  </a:cubicBezTo>
                  <a:cubicBezTo>
                    <a:pt x="432" y="336"/>
                    <a:pt x="488" y="288"/>
                    <a:pt x="576" y="304"/>
                  </a:cubicBezTo>
                  <a:cubicBezTo>
                    <a:pt x="664" y="320"/>
                    <a:pt x="752" y="448"/>
                    <a:pt x="864" y="448"/>
                  </a:cubicBezTo>
                  <a:cubicBezTo>
                    <a:pt x="976" y="448"/>
                    <a:pt x="1136" y="296"/>
                    <a:pt x="1248" y="304"/>
                  </a:cubicBezTo>
                  <a:cubicBezTo>
                    <a:pt x="1360" y="312"/>
                    <a:pt x="1456" y="480"/>
                    <a:pt x="1536" y="496"/>
                  </a:cubicBezTo>
                  <a:cubicBezTo>
                    <a:pt x="1616" y="512"/>
                    <a:pt x="1664" y="480"/>
                    <a:pt x="1728" y="400"/>
                  </a:cubicBezTo>
                  <a:cubicBezTo>
                    <a:pt x="1792" y="320"/>
                    <a:pt x="1832" y="0"/>
                    <a:pt x="1920" y="16"/>
                  </a:cubicBezTo>
                  <a:cubicBezTo>
                    <a:pt x="2008" y="32"/>
                    <a:pt x="2184" y="384"/>
                    <a:pt x="2256" y="496"/>
                  </a:cubicBezTo>
                  <a:cubicBezTo>
                    <a:pt x="2328" y="608"/>
                    <a:pt x="2296" y="704"/>
                    <a:pt x="2352" y="688"/>
                  </a:cubicBezTo>
                  <a:cubicBezTo>
                    <a:pt x="2408" y="672"/>
                    <a:pt x="2472" y="464"/>
                    <a:pt x="2592" y="400"/>
                  </a:cubicBezTo>
                  <a:cubicBezTo>
                    <a:pt x="2712" y="336"/>
                    <a:pt x="2960" y="296"/>
                    <a:pt x="3072" y="304"/>
                  </a:cubicBezTo>
                  <a:cubicBezTo>
                    <a:pt x="3184" y="312"/>
                    <a:pt x="3152" y="448"/>
                    <a:pt x="3264" y="448"/>
                  </a:cubicBezTo>
                  <a:cubicBezTo>
                    <a:pt x="3376" y="448"/>
                    <a:pt x="3600" y="312"/>
                    <a:pt x="3744" y="304"/>
                  </a:cubicBezTo>
                  <a:cubicBezTo>
                    <a:pt x="3888" y="296"/>
                    <a:pt x="4016" y="400"/>
                    <a:pt x="4128" y="400"/>
                  </a:cubicBezTo>
                  <a:cubicBezTo>
                    <a:pt x="4240" y="400"/>
                    <a:pt x="4352" y="320"/>
                    <a:pt x="4416" y="304"/>
                  </a:cubicBezTo>
                  <a:cubicBezTo>
                    <a:pt x="4480" y="288"/>
                    <a:pt x="4496" y="304"/>
                    <a:pt x="4512" y="304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 b="1">
                <a:latin typeface="+mn-ea"/>
              </a:endParaRPr>
            </a:p>
          </p:txBody>
        </p:sp>
        <p:graphicFrame>
          <p:nvGraphicFramePr>
            <p:cNvPr id="52" name="Object 22">
              <a:extLst>
                <a:ext uri="{FF2B5EF4-FFF2-40B4-BE49-F238E27FC236}">
                  <a16:creationId xmlns:a16="http://schemas.microsoft.com/office/drawing/2014/main" id="{58208F02-AEA7-4BCC-8B8A-B86A3F831F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720878"/>
                </p:ext>
              </p:extLst>
            </p:nvPr>
          </p:nvGraphicFramePr>
          <p:xfrm>
            <a:off x="4216" y="3211"/>
            <a:ext cx="69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275" name="Equation" r:id="rId9" imgW="1104840" imgH="342720" progId="Equation.DSMT4">
                    <p:embed/>
                  </p:oleObj>
                </mc:Choice>
                <mc:Fallback>
                  <p:oleObj name="Equation" r:id="rId9" imgW="1104840" imgH="342720" progId="Equation.DSMT4">
                    <p:embed/>
                    <p:pic>
                      <p:nvPicPr>
                        <p:cNvPr id="10" name="Object 22">
                          <a:extLst>
                            <a:ext uri="{FF2B5EF4-FFF2-40B4-BE49-F238E27FC236}">
                              <a16:creationId xmlns:a16="http://schemas.microsoft.com/office/drawing/2014/main" id="{8039D351-6649-44B6-9C4D-C2CD4DBE51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6" y="3211"/>
                          <a:ext cx="69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Rectangle 4">
            <a:extLst>
              <a:ext uri="{FF2B5EF4-FFF2-40B4-BE49-F238E27FC236}">
                <a16:creationId xmlns:a16="http://schemas.microsoft.com/office/drawing/2014/main" id="{0FA49244-AF7F-4BE5-9336-8449B4907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545" y="1729797"/>
            <a:ext cx="2044454" cy="504826"/>
          </a:xfrm>
          <a:prstGeom prst="rect">
            <a:avLst/>
          </a:prstGeom>
          <a:solidFill>
            <a:srgbClr val="00FFFF">
              <a:alpha val="50000"/>
            </a:srgbClr>
          </a:solidFill>
          <a:ln w="9525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84985737-F94A-41E5-9FE6-86CDFC1BD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738" y="1745673"/>
            <a:ext cx="2414664" cy="479680"/>
          </a:xfrm>
          <a:prstGeom prst="rect">
            <a:avLst/>
          </a:prstGeom>
          <a:solidFill>
            <a:srgbClr val="00FFFF">
              <a:alpha val="50000"/>
            </a:srgbClr>
          </a:solidFill>
          <a:ln w="9525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6">
            <a:extLst>
              <a:ext uri="{FF2B5EF4-FFF2-40B4-BE49-F238E27FC236}">
                <a16:creationId xmlns:a16="http://schemas.microsoft.com/office/drawing/2014/main" id="{C03F9230-4769-4207-8A4E-E56ACAA71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1688" y="2233034"/>
            <a:ext cx="4419600" cy="0"/>
          </a:xfrm>
          <a:prstGeom prst="line">
            <a:avLst/>
          </a:prstGeom>
          <a:noFill/>
          <a:ln w="19050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7">
            <a:extLst>
              <a:ext uri="{FF2B5EF4-FFF2-40B4-BE49-F238E27FC236}">
                <a16:creationId xmlns:a16="http://schemas.microsoft.com/office/drawing/2014/main" id="{5F317D5F-07CA-4BD7-B78F-2E28D7B27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1688" y="1737734"/>
            <a:ext cx="4419600" cy="0"/>
          </a:xfrm>
          <a:prstGeom prst="line">
            <a:avLst/>
          </a:prstGeom>
          <a:noFill/>
          <a:ln w="19050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0">
            <a:extLst>
              <a:ext uri="{FF2B5EF4-FFF2-40B4-BE49-F238E27FC236}">
                <a16:creationId xmlns:a16="http://schemas.microsoft.com/office/drawing/2014/main" id="{E4C2D99E-923C-455C-82DA-A6FC41D5C9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2624" y="1724398"/>
            <a:ext cx="1587" cy="909638"/>
          </a:xfrm>
          <a:prstGeom prst="line">
            <a:avLst/>
          </a:prstGeom>
          <a:noFill/>
          <a:ln w="19050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11">
            <a:extLst>
              <a:ext uri="{FF2B5EF4-FFF2-40B4-BE49-F238E27FC236}">
                <a16:creationId xmlns:a16="http://schemas.microsoft.com/office/drawing/2014/main" id="{232A52AA-327B-4C5F-8A70-DB0EFC9342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42738" y="1719927"/>
            <a:ext cx="944" cy="909639"/>
          </a:xfrm>
          <a:prstGeom prst="line">
            <a:avLst/>
          </a:prstGeom>
          <a:noFill/>
          <a:ln w="19050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20">
            <a:extLst>
              <a:ext uri="{FF2B5EF4-FFF2-40B4-BE49-F238E27FC236}">
                <a16:creationId xmlns:a16="http://schemas.microsoft.com/office/drawing/2014/main" id="{F9775006-05ED-43EB-AE2D-4CBB788A6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9463" y="1802822"/>
            <a:ext cx="4419600" cy="0"/>
          </a:xfrm>
          <a:prstGeom prst="line">
            <a:avLst/>
          </a:prstGeom>
          <a:noFill/>
          <a:ln w="19050" cap="flat" cmpd="sng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21">
            <a:extLst>
              <a:ext uri="{FF2B5EF4-FFF2-40B4-BE49-F238E27FC236}">
                <a16:creationId xmlns:a16="http://schemas.microsoft.com/office/drawing/2014/main" id="{B950DC6D-34B2-4F4D-A472-179D7F9DE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9463" y="2163184"/>
            <a:ext cx="4419600" cy="0"/>
          </a:xfrm>
          <a:prstGeom prst="line">
            <a:avLst/>
          </a:prstGeom>
          <a:noFill/>
          <a:ln w="19050" cap="flat" cmpd="sng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24">
            <a:extLst>
              <a:ext uri="{FF2B5EF4-FFF2-40B4-BE49-F238E27FC236}">
                <a16:creationId xmlns:a16="http://schemas.microsoft.com/office/drawing/2014/main" id="{4FE544D4-AC0A-4649-9039-BA5036BBE4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75726" y="1802821"/>
            <a:ext cx="0" cy="824557"/>
          </a:xfrm>
          <a:prstGeom prst="line">
            <a:avLst/>
          </a:prstGeom>
          <a:noFill/>
          <a:ln w="19050" cap="flat" cmpd="sng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25">
            <a:extLst>
              <a:ext uri="{FF2B5EF4-FFF2-40B4-BE49-F238E27FC236}">
                <a16:creationId xmlns:a16="http://schemas.microsoft.com/office/drawing/2014/main" id="{27D13134-BEDA-479F-BB9E-9240CDEBE1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70355" y="1802821"/>
            <a:ext cx="16220" cy="836613"/>
          </a:xfrm>
          <a:prstGeom prst="line">
            <a:avLst/>
          </a:prstGeom>
          <a:noFill/>
          <a:ln w="19050" cap="flat" cmpd="sng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Rectangle 26">
            <a:extLst>
              <a:ext uri="{FF2B5EF4-FFF2-40B4-BE49-F238E27FC236}">
                <a16:creationId xmlns:a16="http://schemas.microsoft.com/office/drawing/2014/main" id="{A870B230-135F-441C-938E-1A48BC755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545" y="1807584"/>
            <a:ext cx="1254181" cy="355600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Rectangle 27">
            <a:extLst>
              <a:ext uri="{FF2B5EF4-FFF2-40B4-BE49-F238E27FC236}">
                <a16:creationId xmlns:a16="http://schemas.microsoft.com/office/drawing/2014/main" id="{45699CBF-A2A4-4600-969F-73D723F3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0355" y="1807199"/>
            <a:ext cx="1576002" cy="355985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FA4CC5B8-391A-47DD-9527-62A964699C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585632"/>
              </p:ext>
            </p:extLst>
          </p:nvPr>
        </p:nvGraphicFramePr>
        <p:xfrm>
          <a:off x="3868291" y="1964631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76" name="Equation" r:id="rId11" imgW="215640" imgH="228600" progId="Equation.DSMT4">
                  <p:embed/>
                </p:oleObj>
              </mc:Choice>
              <mc:Fallback>
                <p:oleObj name="Equation" r:id="rId11" imgW="215640" imgH="2286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537082E-7CA7-420C-9772-41499AD38E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68291" y="1964631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1176FDCD-E4FC-4365-BDEF-0A857C3A46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353753"/>
              </p:ext>
            </p:extLst>
          </p:nvPr>
        </p:nvGraphicFramePr>
        <p:xfrm>
          <a:off x="4133007" y="1455954"/>
          <a:ext cx="571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77" name="Equation" r:id="rId13" imgW="571320" imgH="241200" progId="Equation.DSMT4">
                  <p:embed/>
                </p:oleObj>
              </mc:Choice>
              <mc:Fallback>
                <p:oleObj name="Equation" r:id="rId13" imgW="571320" imgH="24120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559EF8FB-EA3D-4A56-B30B-D363A81A0B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33007" y="1455954"/>
                        <a:ext cx="571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9187D233-B38D-4390-BC28-C1E59A7C6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480343"/>
              </p:ext>
            </p:extLst>
          </p:nvPr>
        </p:nvGraphicFramePr>
        <p:xfrm>
          <a:off x="3486687" y="2267617"/>
          <a:ext cx="571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78" name="Equation" r:id="rId15" imgW="571320" imgH="241200" progId="Equation.DSMT4">
                  <p:embed/>
                </p:oleObj>
              </mc:Choice>
              <mc:Fallback>
                <p:oleObj name="Equation" r:id="rId15" imgW="571320" imgH="2412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D72EB6E7-2C47-4047-A2D2-3B07BC0841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86687" y="2267617"/>
                        <a:ext cx="571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D120AE25-BAF0-4990-A734-C93FB232D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97907"/>
              </p:ext>
            </p:extLst>
          </p:nvPr>
        </p:nvGraphicFramePr>
        <p:xfrm>
          <a:off x="3111983" y="2676202"/>
          <a:ext cx="40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79" name="Equation" r:id="rId17" imgW="406080" imgH="228600" progId="Equation.DSMT4">
                  <p:embed/>
                </p:oleObj>
              </mc:Choice>
              <mc:Fallback>
                <p:oleObj name="Equation" r:id="rId17" imgW="406080" imgH="2286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5E103369-5653-4F45-AD44-E72B798C4E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11983" y="2676202"/>
                        <a:ext cx="40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8158FE2C-985D-4D55-80B0-0F368FA352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545176"/>
              </p:ext>
            </p:extLst>
          </p:nvPr>
        </p:nvGraphicFramePr>
        <p:xfrm>
          <a:off x="4630716" y="2669143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0" name="Equation" r:id="rId19" imgW="253800" imgH="228600" progId="Equation.DSMT4">
                  <p:embed/>
                </p:oleObj>
              </mc:Choice>
              <mc:Fallback>
                <p:oleObj name="Equation" r:id="rId19" imgW="253800" imgH="22860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601CCBC7-CA8B-4A98-9BEA-B2CEB774D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30716" y="2669143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737F72B5-6290-4CBB-B75D-4E35A8599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733916"/>
              </p:ext>
            </p:extLst>
          </p:nvPr>
        </p:nvGraphicFramePr>
        <p:xfrm>
          <a:off x="2332461" y="2702233"/>
          <a:ext cx="40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1" name="Equation" r:id="rId21" imgW="406080" imgH="228600" progId="Equation.DSMT4">
                  <p:embed/>
                </p:oleObj>
              </mc:Choice>
              <mc:Fallback>
                <p:oleObj name="Equation" r:id="rId21" imgW="406080" imgH="2286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ED17EB60-B43D-4BFB-A9BF-5077A8663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32461" y="2702233"/>
                        <a:ext cx="40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27AF022F-79B8-41A1-980B-936E944DA8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740423"/>
              </p:ext>
            </p:extLst>
          </p:nvPr>
        </p:nvGraphicFramePr>
        <p:xfrm>
          <a:off x="5581299" y="2703190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2" name="Equation" r:id="rId22" imgW="253800" imgH="228600" progId="Equation.DSMT4">
                  <p:embed/>
                </p:oleObj>
              </mc:Choice>
              <mc:Fallback>
                <p:oleObj name="Equation" r:id="rId22" imgW="253800" imgH="22860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6BFCB67E-8565-431A-8B03-E24B305181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81299" y="2703190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20">
            <a:extLst>
              <a:ext uri="{FF2B5EF4-FFF2-40B4-BE49-F238E27FC236}">
                <a16:creationId xmlns:a16="http://schemas.microsoft.com/office/drawing/2014/main" id="{91D84A3A-B9BC-4988-B8E8-5A5DB42D8C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0782"/>
              </p:ext>
            </p:extLst>
          </p:nvPr>
        </p:nvGraphicFramePr>
        <p:xfrm>
          <a:off x="2559000" y="3445768"/>
          <a:ext cx="10048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3" name="Equation" r:id="rId23" imgW="1002960" imgH="342720" progId="Equation.DSMT4">
                  <p:embed/>
                </p:oleObj>
              </mc:Choice>
              <mc:Fallback>
                <p:oleObj name="Equation" r:id="rId23" imgW="1002960" imgH="342720" progId="Equation.DSMT4">
                  <p:embed/>
                  <p:pic>
                    <p:nvPicPr>
                      <p:cNvPr id="36" name="Object 20">
                        <a:extLst>
                          <a:ext uri="{FF2B5EF4-FFF2-40B4-BE49-F238E27FC236}">
                            <a16:creationId xmlns:a16="http://schemas.microsoft.com/office/drawing/2014/main" id="{6CFF5C4A-3D94-448E-83FF-687B711B5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00" y="3445768"/>
                        <a:ext cx="1004888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21">
            <a:extLst>
              <a:ext uri="{FF2B5EF4-FFF2-40B4-BE49-F238E27FC236}">
                <a16:creationId xmlns:a16="http://schemas.microsoft.com/office/drawing/2014/main" id="{B15724B9-BD19-4503-BD57-264F271417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975738"/>
              </p:ext>
            </p:extLst>
          </p:nvPr>
        </p:nvGraphicFramePr>
        <p:xfrm>
          <a:off x="3707904" y="3445768"/>
          <a:ext cx="1041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4" name="Equation" r:id="rId25" imgW="1041120" imgH="342720" progId="Equation.DSMT4">
                  <p:embed/>
                </p:oleObj>
              </mc:Choice>
              <mc:Fallback>
                <p:oleObj name="Equation" r:id="rId25" imgW="1041120" imgH="342720" progId="Equation.DSMT4">
                  <p:embed/>
                  <p:pic>
                    <p:nvPicPr>
                      <p:cNvPr id="37" name="Object 21">
                        <a:extLst>
                          <a:ext uri="{FF2B5EF4-FFF2-40B4-BE49-F238E27FC236}">
                            <a16:creationId xmlns:a16="http://schemas.microsoft.com/office/drawing/2014/main" id="{64D85878-3129-4250-8588-CE9D23F315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445768"/>
                        <a:ext cx="10414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3">
            <a:extLst>
              <a:ext uri="{FF2B5EF4-FFF2-40B4-BE49-F238E27FC236}">
                <a16:creationId xmlns:a16="http://schemas.microsoft.com/office/drawing/2014/main" id="{BEE12645-8F34-4301-979F-4466B20EB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123394"/>
              </p:ext>
            </p:extLst>
          </p:nvPr>
        </p:nvGraphicFramePr>
        <p:xfrm>
          <a:off x="683568" y="3387454"/>
          <a:ext cx="1714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5" name="Equation" r:id="rId27" imgW="1714320" imgH="482400" progId="Equation.DSMT4">
                  <p:embed/>
                </p:oleObj>
              </mc:Choice>
              <mc:Fallback>
                <p:oleObj name="Equation" r:id="rId27" imgW="1714320" imgH="482400" progId="Equation.DSMT4">
                  <p:embed/>
                  <p:pic>
                    <p:nvPicPr>
                      <p:cNvPr id="38" name="Object 13">
                        <a:extLst>
                          <a:ext uri="{FF2B5EF4-FFF2-40B4-BE49-F238E27FC236}">
                            <a16:creationId xmlns:a16="http://schemas.microsoft.com/office/drawing/2014/main" id="{41BA4C02-EDBA-4B2B-B369-49EA58D462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387454"/>
                        <a:ext cx="1714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22">
            <a:extLst>
              <a:ext uri="{FF2B5EF4-FFF2-40B4-BE49-F238E27FC236}">
                <a16:creationId xmlns:a16="http://schemas.microsoft.com/office/drawing/2014/main" id="{DCA8B243-9009-46B7-A745-769F55533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808" y="3338732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sp>
        <p:nvSpPr>
          <p:cNvPr id="78" name="Text Box 24">
            <a:extLst>
              <a:ext uri="{FF2B5EF4-FFF2-40B4-BE49-F238E27FC236}">
                <a16:creationId xmlns:a16="http://schemas.microsoft.com/office/drawing/2014/main" id="{D56AB90D-9B5B-497F-ABBE-887625E74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1451" y="3330569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时，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5200EAE-1811-45B1-83C6-067777015C66}"/>
              </a:ext>
            </a:extLst>
          </p:cNvPr>
          <p:cNvSpPr txBox="1"/>
          <p:nvPr/>
        </p:nvSpPr>
        <p:spPr>
          <a:xfrm>
            <a:off x="6660232" y="333801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函数</a:t>
            </a:r>
          </a:p>
        </p:txBody>
      </p:sp>
      <p:graphicFrame>
        <p:nvGraphicFramePr>
          <p:cNvPr id="80" name="Object 22">
            <a:extLst>
              <a:ext uri="{FF2B5EF4-FFF2-40B4-BE49-F238E27FC236}">
                <a16:creationId xmlns:a16="http://schemas.microsoft.com/office/drawing/2014/main" id="{8E1EA03E-1828-45E4-8C3A-B9A2BD6DD9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09642"/>
              </p:ext>
            </p:extLst>
          </p:nvPr>
        </p:nvGraphicFramePr>
        <p:xfrm>
          <a:off x="7427540" y="3418229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6" name="Equation" r:id="rId29" imgW="1104840" imgH="342720" progId="Equation.DSMT4">
                  <p:embed/>
                </p:oleObj>
              </mc:Choice>
              <mc:Fallback>
                <p:oleObj name="Equation" r:id="rId29" imgW="1104840" imgH="342720" progId="Equation.DSMT4">
                  <p:embed/>
                  <p:pic>
                    <p:nvPicPr>
                      <p:cNvPr id="43" name="Object 22">
                        <a:extLst>
                          <a:ext uri="{FF2B5EF4-FFF2-40B4-BE49-F238E27FC236}">
                            <a16:creationId xmlns:a16="http://schemas.microsoft.com/office/drawing/2014/main" id="{95324529-58F1-44D3-9F17-18C9124FEE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540" y="3418229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" name="组合 83">
            <a:extLst>
              <a:ext uri="{FF2B5EF4-FFF2-40B4-BE49-F238E27FC236}">
                <a16:creationId xmlns:a16="http://schemas.microsoft.com/office/drawing/2014/main" id="{B8B57D7F-78BE-417E-987F-7CDC3C713FA4}"/>
              </a:ext>
            </a:extLst>
          </p:cNvPr>
          <p:cNvGrpSpPr/>
          <p:nvPr/>
        </p:nvGrpSpPr>
        <p:grpSpPr>
          <a:xfrm>
            <a:off x="1150404" y="4054302"/>
            <a:ext cx="6949988" cy="461665"/>
            <a:chOff x="1006388" y="4342334"/>
            <a:chExt cx="6949988" cy="461665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7C2482FF-700B-412E-B73C-BEA3781178F0}"/>
                </a:ext>
              </a:extLst>
            </p:cNvPr>
            <p:cNvSpPr txBox="1"/>
            <p:nvPr/>
          </p:nvSpPr>
          <p:spPr>
            <a:xfrm>
              <a:off x="1006388" y="4342334"/>
              <a:ext cx="6949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的图形位于两条直线                  和                   之间</a:t>
              </a:r>
              <a:r>
                <a:rPr lang="zh-CN" altLang="en-US" sz="2400" dirty="0">
                  <a:latin typeface="Symbol" panose="05050102010706020507" pitchFamily="18" charset="2"/>
                </a:rPr>
                <a:t>．</a:t>
              </a:r>
            </a:p>
          </p:txBody>
        </p:sp>
        <p:graphicFrame>
          <p:nvGraphicFramePr>
            <p:cNvPr id="82" name="对象 81">
              <a:extLst>
                <a:ext uri="{FF2B5EF4-FFF2-40B4-BE49-F238E27FC236}">
                  <a16:creationId xmlns:a16="http://schemas.microsoft.com/office/drawing/2014/main" id="{98D6EC6D-BB98-4050-A9C6-BA77D009EB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1115247"/>
                </p:ext>
              </p:extLst>
            </p:nvPr>
          </p:nvGraphicFramePr>
          <p:xfrm>
            <a:off x="3920813" y="4421186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287" name="Equation" r:id="rId31" imgW="1155600" imgH="342720" progId="Equation.DSMT4">
                    <p:embed/>
                  </p:oleObj>
                </mc:Choice>
                <mc:Fallback>
                  <p:oleObj name="Equation" r:id="rId31" imgW="1155600" imgH="34272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9DE91A69-0ECB-41E9-9B90-6295D6B459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920813" y="4421186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对象 82">
              <a:extLst>
                <a:ext uri="{FF2B5EF4-FFF2-40B4-BE49-F238E27FC236}">
                  <a16:creationId xmlns:a16="http://schemas.microsoft.com/office/drawing/2014/main" id="{C1332EE1-27DF-4881-BB1F-D41263067E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1818571"/>
                </p:ext>
              </p:extLst>
            </p:nvPr>
          </p:nvGraphicFramePr>
          <p:xfrm>
            <a:off x="5447826" y="4418189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288" name="Equation" r:id="rId33" imgW="1155600" imgH="342720" progId="Equation.DSMT4">
                    <p:embed/>
                  </p:oleObj>
                </mc:Choice>
                <mc:Fallback>
                  <p:oleObj name="Equation" r:id="rId33" imgW="1155600" imgH="34272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63EB5605-5CC5-45A5-B164-A14929CFDC2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447826" y="4418189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" name="椭圆 84">
            <a:extLst>
              <a:ext uri="{FF2B5EF4-FFF2-40B4-BE49-F238E27FC236}">
                <a16:creationId xmlns:a16="http://schemas.microsoft.com/office/drawing/2014/main" id="{51D36610-D2FC-406F-9E68-9B5BE5FEC22E}"/>
              </a:ext>
            </a:extLst>
          </p:cNvPr>
          <p:cNvSpPr/>
          <p:nvPr/>
        </p:nvSpPr>
        <p:spPr>
          <a:xfrm>
            <a:off x="4060760" y="1965814"/>
            <a:ext cx="36000" cy="36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Line 16">
            <a:extLst>
              <a:ext uri="{FF2B5EF4-FFF2-40B4-BE49-F238E27FC236}">
                <a16:creationId xmlns:a16="http://schemas.microsoft.com/office/drawing/2014/main" id="{AD97E2B1-A1F9-4109-B0D6-545C74131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8338" y="1985384"/>
            <a:ext cx="4724400" cy="0"/>
          </a:xfrm>
          <a:prstGeom prst="line">
            <a:avLst/>
          </a:prstGeom>
          <a:noFill/>
          <a:ln w="254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86662A4-7678-4868-90A4-CA6F35BBE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388429"/>
              </p:ext>
            </p:extLst>
          </p:nvPr>
        </p:nvGraphicFramePr>
        <p:xfrm>
          <a:off x="5242592" y="3444181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89" name="Equation" r:id="rId35" imgW="927000" imgH="342720" progId="Equation.DSMT4">
                  <p:embed/>
                </p:oleObj>
              </mc:Choice>
              <mc:Fallback>
                <p:oleObj name="Equation" r:id="rId35" imgW="927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242592" y="3444181"/>
                        <a:ext cx="92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653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75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5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3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utoUpdateAnimBg="0"/>
      <p:bldP spid="78" grpId="0" autoUpdateAnimBg="0"/>
      <p:bldP spid="79" grpId="0"/>
      <p:bldP spid="8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34C355D2-80FB-40AD-A3EF-8ED07697D061}"/>
              </a:ext>
            </a:extLst>
          </p:cNvPr>
          <p:cNvSpPr txBox="1"/>
          <p:nvPr/>
        </p:nvSpPr>
        <p:spPr>
          <a:xfrm>
            <a:off x="971600" y="285115"/>
            <a:ext cx="612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自变量趋于无穷大时函数极限的</a:t>
            </a:r>
            <a:r>
              <a:rPr lang="zh-CN" altLang="zh-CN" sz="2400" b="1" dirty="0">
                <a:solidFill>
                  <a:srgbClr val="0064FF"/>
                </a:solidFill>
              </a:rPr>
              <a:t>几何意义</a:t>
            </a:r>
            <a:endParaRPr lang="zh-CN" altLang="en-US" sz="2400" b="1" dirty="0">
              <a:solidFill>
                <a:srgbClr val="0064FF"/>
              </a:solidFill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21558E5-51B3-4984-BDA2-26DAEEAF2684}"/>
              </a:ext>
            </a:extLst>
          </p:cNvPr>
          <p:cNvGrpSpPr/>
          <p:nvPr/>
        </p:nvGrpSpPr>
        <p:grpSpPr>
          <a:xfrm>
            <a:off x="1062585" y="986821"/>
            <a:ext cx="7083426" cy="1735136"/>
            <a:chOff x="1115616" y="1484686"/>
            <a:chExt cx="7083426" cy="1735136"/>
          </a:xfrm>
        </p:grpSpPr>
        <p:grpSp>
          <p:nvGrpSpPr>
            <p:cNvPr id="40" name="Group 14">
              <a:extLst>
                <a:ext uri="{FF2B5EF4-FFF2-40B4-BE49-F238E27FC236}">
                  <a16:creationId xmlns:a16="http://schemas.microsoft.com/office/drawing/2014/main" id="{955FF1AC-4735-4509-8DC4-CED5B9B15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5616" y="1484686"/>
              <a:ext cx="6038851" cy="1728788"/>
              <a:chOff x="482" y="2855"/>
              <a:chExt cx="3804" cy="1089"/>
            </a:xfrm>
          </p:grpSpPr>
          <p:sp>
            <p:nvSpPr>
              <p:cNvPr id="41" name="Line 15">
                <a:extLst>
                  <a:ext uri="{FF2B5EF4-FFF2-40B4-BE49-F238E27FC236}">
                    <a16:creationId xmlns:a16="http://schemas.microsoft.com/office/drawing/2014/main" id="{D2E3A073-5593-48E2-8364-32CF71A62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" y="3759"/>
                <a:ext cx="3781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42" name="Line 16">
                <a:extLst>
                  <a:ext uri="{FF2B5EF4-FFF2-40B4-BE49-F238E27FC236}">
                    <a16:creationId xmlns:a16="http://schemas.microsoft.com/office/drawing/2014/main" id="{76CDAA30-7AC0-4DA1-9E93-3551370EC9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6" y="2855"/>
                <a:ext cx="13" cy="1062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graphicFrame>
            <p:nvGraphicFramePr>
              <p:cNvPr id="43" name="Object 17">
                <a:extLst>
                  <a:ext uri="{FF2B5EF4-FFF2-40B4-BE49-F238E27FC236}">
                    <a16:creationId xmlns:a16="http://schemas.microsoft.com/office/drawing/2014/main" id="{E5A779B4-1D6B-463C-987C-3A271DE760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03630302"/>
                  </p:ext>
                </p:extLst>
              </p:nvPr>
            </p:nvGraphicFramePr>
            <p:xfrm>
              <a:off x="2095" y="3778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8964" name="Equation" r:id="rId3" imgW="228600" imgH="241200" progId="Equation.DSMT4">
                      <p:embed/>
                    </p:oleObj>
                  </mc:Choice>
                  <mc:Fallback>
                    <p:oleObj name="Equation" r:id="rId3" imgW="228600" imgH="241200" progId="Equation.DSMT4">
                      <p:embed/>
                      <p:pic>
                        <p:nvPicPr>
                          <p:cNvPr id="47" name="Object 17">
                            <a:extLst>
                              <a:ext uri="{FF2B5EF4-FFF2-40B4-BE49-F238E27FC236}">
                                <a16:creationId xmlns:a16="http://schemas.microsoft.com/office/drawing/2014/main" id="{5614DA27-E7C3-4B16-BA0B-79B7B55A4B4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95" y="3778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18">
                <a:extLst>
                  <a:ext uri="{FF2B5EF4-FFF2-40B4-BE49-F238E27FC236}">
                    <a16:creationId xmlns:a16="http://schemas.microsoft.com/office/drawing/2014/main" id="{B7598D7E-49F1-40D3-A1DA-AB244E2958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45509526"/>
                  </p:ext>
                </p:extLst>
              </p:nvPr>
            </p:nvGraphicFramePr>
            <p:xfrm>
              <a:off x="4166" y="3816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8965" name="Equation" r:id="rId5" imgW="190440" imgH="203040" progId="Equation.DSMT4">
                      <p:embed/>
                    </p:oleObj>
                  </mc:Choice>
                  <mc:Fallback>
                    <p:oleObj name="Equation" r:id="rId5" imgW="190440" imgH="203040" progId="Equation.DSMT4">
                      <p:embed/>
                      <p:pic>
                        <p:nvPicPr>
                          <p:cNvPr id="48" name="Object 18">
                            <a:extLst>
                              <a:ext uri="{FF2B5EF4-FFF2-40B4-BE49-F238E27FC236}">
                                <a16:creationId xmlns:a16="http://schemas.microsoft.com/office/drawing/2014/main" id="{DB4A1D05-FA0A-4A73-A1DF-D83339C8F00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66" y="3816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19">
                <a:extLst>
                  <a:ext uri="{FF2B5EF4-FFF2-40B4-BE49-F238E27FC236}">
                    <a16:creationId xmlns:a16="http://schemas.microsoft.com/office/drawing/2014/main" id="{56BFF18A-D658-4A59-AE7B-E12E2AFE896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4106711"/>
                  </p:ext>
                </p:extLst>
              </p:nvPr>
            </p:nvGraphicFramePr>
            <p:xfrm>
              <a:off x="2109" y="2855"/>
              <a:ext cx="124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8966" name="Equation" r:id="rId7" imgW="196920" imgH="265320" progId="Equation.DSMT4">
                      <p:embed/>
                    </p:oleObj>
                  </mc:Choice>
                  <mc:Fallback>
                    <p:oleObj name="Equation" r:id="rId7" imgW="196920" imgH="265320" progId="Equation.DSMT4">
                      <p:embed/>
                      <p:pic>
                        <p:nvPicPr>
                          <p:cNvPr id="49" name="Object 19">
                            <a:extLst>
                              <a:ext uri="{FF2B5EF4-FFF2-40B4-BE49-F238E27FC236}">
                                <a16:creationId xmlns:a16="http://schemas.microsoft.com/office/drawing/2014/main" id="{67E7CC44-FB92-463C-931F-EC5AC7A4249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09" y="2855"/>
                            <a:ext cx="124" cy="1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1DEA658-8D1F-4E37-AB72-C1E8D5DDB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0393" y="1839225"/>
              <a:ext cx="6978649" cy="909638"/>
              <a:chOff x="516" y="3089"/>
              <a:chExt cx="4396" cy="573"/>
            </a:xfrm>
          </p:grpSpPr>
          <p:sp>
            <p:nvSpPr>
              <p:cNvPr id="47" name="Freeform 21">
                <a:extLst>
                  <a:ext uri="{FF2B5EF4-FFF2-40B4-BE49-F238E27FC236}">
                    <a16:creationId xmlns:a16="http://schemas.microsoft.com/office/drawing/2014/main" id="{A89A7B74-0618-405B-9EC1-28DC4428B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" y="3089"/>
                <a:ext cx="3642" cy="573"/>
              </a:xfrm>
              <a:custGeom>
                <a:avLst/>
                <a:gdLst>
                  <a:gd name="T0" fmla="*/ 0 w 4512"/>
                  <a:gd name="T1" fmla="*/ 143 h 704"/>
                  <a:gd name="T2" fmla="*/ 119 w 4512"/>
                  <a:gd name="T3" fmla="*/ 126 h 704"/>
                  <a:gd name="T4" fmla="*/ 204 w 4512"/>
                  <a:gd name="T5" fmla="*/ 108 h 704"/>
                  <a:gd name="T6" fmla="*/ 305 w 4512"/>
                  <a:gd name="T7" fmla="*/ 160 h 704"/>
                  <a:gd name="T8" fmla="*/ 441 w 4512"/>
                  <a:gd name="T9" fmla="*/ 108 h 704"/>
                  <a:gd name="T10" fmla="*/ 543 w 4512"/>
                  <a:gd name="T11" fmla="*/ 177 h 704"/>
                  <a:gd name="T12" fmla="*/ 611 w 4512"/>
                  <a:gd name="T13" fmla="*/ 143 h 704"/>
                  <a:gd name="T14" fmla="*/ 679 w 4512"/>
                  <a:gd name="T15" fmla="*/ 6 h 704"/>
                  <a:gd name="T16" fmla="*/ 798 w 4512"/>
                  <a:gd name="T17" fmla="*/ 177 h 704"/>
                  <a:gd name="T18" fmla="*/ 831 w 4512"/>
                  <a:gd name="T19" fmla="*/ 246 h 704"/>
                  <a:gd name="T20" fmla="*/ 916 w 4512"/>
                  <a:gd name="T21" fmla="*/ 143 h 704"/>
                  <a:gd name="T22" fmla="*/ 1086 w 4512"/>
                  <a:gd name="T23" fmla="*/ 108 h 704"/>
                  <a:gd name="T24" fmla="*/ 1154 w 4512"/>
                  <a:gd name="T25" fmla="*/ 160 h 704"/>
                  <a:gd name="T26" fmla="*/ 1323 w 4512"/>
                  <a:gd name="T27" fmla="*/ 108 h 704"/>
                  <a:gd name="T28" fmla="*/ 1460 w 4512"/>
                  <a:gd name="T29" fmla="*/ 143 h 704"/>
                  <a:gd name="T30" fmla="*/ 1562 w 4512"/>
                  <a:gd name="T31" fmla="*/ 108 h 704"/>
                  <a:gd name="T32" fmla="*/ 1595 w 4512"/>
                  <a:gd name="T33" fmla="*/ 108 h 70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512"/>
                  <a:gd name="T52" fmla="*/ 0 h 704"/>
                  <a:gd name="T53" fmla="*/ 4512 w 4512"/>
                  <a:gd name="T54" fmla="*/ 704 h 70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512" h="704">
                    <a:moveTo>
                      <a:pt x="0" y="400"/>
                    </a:moveTo>
                    <a:cubicBezTo>
                      <a:pt x="120" y="384"/>
                      <a:pt x="240" y="368"/>
                      <a:pt x="336" y="352"/>
                    </a:cubicBezTo>
                    <a:cubicBezTo>
                      <a:pt x="432" y="336"/>
                      <a:pt x="488" y="288"/>
                      <a:pt x="576" y="304"/>
                    </a:cubicBezTo>
                    <a:cubicBezTo>
                      <a:pt x="664" y="320"/>
                      <a:pt x="752" y="448"/>
                      <a:pt x="864" y="448"/>
                    </a:cubicBezTo>
                    <a:cubicBezTo>
                      <a:pt x="976" y="448"/>
                      <a:pt x="1136" y="296"/>
                      <a:pt x="1248" y="304"/>
                    </a:cubicBezTo>
                    <a:cubicBezTo>
                      <a:pt x="1360" y="312"/>
                      <a:pt x="1456" y="480"/>
                      <a:pt x="1536" y="496"/>
                    </a:cubicBezTo>
                    <a:cubicBezTo>
                      <a:pt x="1616" y="512"/>
                      <a:pt x="1664" y="480"/>
                      <a:pt x="1728" y="400"/>
                    </a:cubicBezTo>
                    <a:cubicBezTo>
                      <a:pt x="1792" y="320"/>
                      <a:pt x="1832" y="0"/>
                      <a:pt x="1920" y="16"/>
                    </a:cubicBezTo>
                    <a:cubicBezTo>
                      <a:pt x="2008" y="32"/>
                      <a:pt x="2184" y="384"/>
                      <a:pt x="2256" y="496"/>
                    </a:cubicBezTo>
                    <a:cubicBezTo>
                      <a:pt x="2328" y="608"/>
                      <a:pt x="2296" y="704"/>
                      <a:pt x="2352" y="688"/>
                    </a:cubicBezTo>
                    <a:cubicBezTo>
                      <a:pt x="2408" y="672"/>
                      <a:pt x="2472" y="464"/>
                      <a:pt x="2592" y="400"/>
                    </a:cubicBezTo>
                    <a:cubicBezTo>
                      <a:pt x="2712" y="336"/>
                      <a:pt x="2960" y="296"/>
                      <a:pt x="3072" y="304"/>
                    </a:cubicBezTo>
                    <a:cubicBezTo>
                      <a:pt x="3184" y="312"/>
                      <a:pt x="3152" y="448"/>
                      <a:pt x="3264" y="448"/>
                    </a:cubicBezTo>
                    <a:cubicBezTo>
                      <a:pt x="3376" y="448"/>
                      <a:pt x="3600" y="312"/>
                      <a:pt x="3744" y="304"/>
                    </a:cubicBezTo>
                    <a:cubicBezTo>
                      <a:pt x="3888" y="296"/>
                      <a:pt x="4016" y="400"/>
                      <a:pt x="4128" y="400"/>
                    </a:cubicBezTo>
                    <a:cubicBezTo>
                      <a:pt x="4240" y="400"/>
                      <a:pt x="4352" y="320"/>
                      <a:pt x="4416" y="304"/>
                    </a:cubicBezTo>
                    <a:cubicBezTo>
                      <a:pt x="4480" y="288"/>
                      <a:pt x="4496" y="304"/>
                      <a:pt x="4512" y="304"/>
                    </a:cubicBez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graphicFrame>
            <p:nvGraphicFramePr>
              <p:cNvPr id="48" name="Object 22">
                <a:extLst>
                  <a:ext uri="{FF2B5EF4-FFF2-40B4-BE49-F238E27FC236}">
                    <a16:creationId xmlns:a16="http://schemas.microsoft.com/office/drawing/2014/main" id="{D55ABB66-63ED-4B3C-B085-C15EFA8492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32188700"/>
                  </p:ext>
                </p:extLst>
              </p:nvPr>
            </p:nvGraphicFramePr>
            <p:xfrm>
              <a:off x="4216" y="3211"/>
              <a:ext cx="696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8967" name="Equation" r:id="rId9" imgW="1104840" imgH="342720" progId="Equation.DSMT4">
                      <p:embed/>
                    </p:oleObj>
                  </mc:Choice>
                  <mc:Fallback>
                    <p:oleObj name="Equation" r:id="rId9" imgW="1104840" imgH="342720" progId="Equation.DSMT4">
                      <p:embed/>
                      <p:pic>
                        <p:nvPicPr>
                          <p:cNvPr id="52" name="Object 22">
                            <a:extLst>
                              <a:ext uri="{FF2B5EF4-FFF2-40B4-BE49-F238E27FC236}">
                                <a16:creationId xmlns:a16="http://schemas.microsoft.com/office/drawing/2014/main" id="{58208F02-AEA7-4BCC-8B8A-B86A3F831F8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6" y="3211"/>
                            <a:ext cx="696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" name="Rectangle 4">
              <a:extLst>
                <a:ext uri="{FF2B5EF4-FFF2-40B4-BE49-F238E27FC236}">
                  <a16:creationId xmlns:a16="http://schemas.microsoft.com/office/drawing/2014/main" id="{36EB25DA-7500-4C77-A254-B5EE58766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529" y="2017829"/>
              <a:ext cx="2044454" cy="504826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952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021A8EE2-09F7-4C88-8E3F-0D59D4334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722" y="2033705"/>
              <a:ext cx="2414664" cy="47968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952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6">
              <a:extLst>
                <a:ext uri="{FF2B5EF4-FFF2-40B4-BE49-F238E27FC236}">
                  <a16:creationId xmlns:a16="http://schemas.microsoft.com/office/drawing/2014/main" id="{D85D7AB6-25B4-44D8-BCC1-D339E70EF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7672" y="2521066"/>
              <a:ext cx="44196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7">
              <a:extLst>
                <a:ext uri="{FF2B5EF4-FFF2-40B4-BE49-F238E27FC236}">
                  <a16:creationId xmlns:a16="http://schemas.microsoft.com/office/drawing/2014/main" id="{A585F46A-58B6-4C0E-956C-9A5A1F3F0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7672" y="2025766"/>
              <a:ext cx="44196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10">
              <a:extLst>
                <a:ext uri="{FF2B5EF4-FFF2-40B4-BE49-F238E27FC236}">
                  <a16:creationId xmlns:a16="http://schemas.microsoft.com/office/drawing/2014/main" id="{A0CCA7F8-6105-4E62-A0D2-B9B41F5C5E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608" y="2012430"/>
              <a:ext cx="1587" cy="909638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11">
              <a:extLst>
                <a:ext uri="{FF2B5EF4-FFF2-40B4-BE49-F238E27FC236}">
                  <a16:creationId xmlns:a16="http://schemas.microsoft.com/office/drawing/2014/main" id="{A174D77B-EC7D-489A-9DFC-2FC1D096C0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8722" y="2007959"/>
              <a:ext cx="944" cy="909639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20">
              <a:extLst>
                <a:ext uri="{FF2B5EF4-FFF2-40B4-BE49-F238E27FC236}">
                  <a16:creationId xmlns:a16="http://schemas.microsoft.com/office/drawing/2014/main" id="{840B2A4B-5B25-49C1-B482-6191C3BFF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447" y="2090854"/>
              <a:ext cx="4419600" cy="0"/>
            </a:xfrm>
            <a:prstGeom prst="line">
              <a:avLst/>
            </a:prstGeom>
            <a:noFill/>
            <a:ln w="19050" cap="flat" cmpd="sng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21">
              <a:extLst>
                <a:ext uri="{FF2B5EF4-FFF2-40B4-BE49-F238E27FC236}">
                  <a16:creationId xmlns:a16="http://schemas.microsoft.com/office/drawing/2014/main" id="{0C80F7C5-D1B0-4479-8590-CDC93AF94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447" y="2451216"/>
              <a:ext cx="4419600" cy="0"/>
            </a:xfrm>
            <a:prstGeom prst="line">
              <a:avLst/>
            </a:prstGeom>
            <a:noFill/>
            <a:ln w="19050" cap="flat" cmpd="sng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24">
              <a:extLst>
                <a:ext uri="{FF2B5EF4-FFF2-40B4-BE49-F238E27FC236}">
                  <a16:creationId xmlns:a16="http://schemas.microsoft.com/office/drawing/2014/main" id="{5CD90BED-5AC4-4301-B983-0EB1E5ADA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31710" y="2090853"/>
              <a:ext cx="0" cy="824557"/>
            </a:xfrm>
            <a:prstGeom prst="line">
              <a:avLst/>
            </a:prstGeom>
            <a:noFill/>
            <a:ln w="19050" cap="flat" cmpd="sng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68745517-BD83-46BE-8CB3-61B89F2A2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26339" y="2090853"/>
              <a:ext cx="16220" cy="836613"/>
            </a:xfrm>
            <a:prstGeom prst="line">
              <a:avLst/>
            </a:prstGeom>
            <a:noFill/>
            <a:ln w="19050" cap="flat" cmpd="sng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Rectangle 26">
              <a:extLst>
                <a:ext uri="{FF2B5EF4-FFF2-40B4-BE49-F238E27FC236}">
                  <a16:creationId xmlns:a16="http://schemas.microsoft.com/office/drawing/2014/main" id="{60BDC1C3-2A4A-407C-B271-F27582E01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529" y="2095616"/>
              <a:ext cx="1254181" cy="355600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9525" cap="flat" cmpd="sng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Rectangle 27">
              <a:extLst>
                <a:ext uri="{FF2B5EF4-FFF2-40B4-BE49-F238E27FC236}">
                  <a16:creationId xmlns:a16="http://schemas.microsoft.com/office/drawing/2014/main" id="{7D8737D5-E660-4076-A813-C7655EB3B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339" y="2095231"/>
              <a:ext cx="1576002" cy="355985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9525" cap="flat" cmpd="sng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" name="对象 60">
              <a:extLst>
                <a:ext uri="{FF2B5EF4-FFF2-40B4-BE49-F238E27FC236}">
                  <a16:creationId xmlns:a16="http://schemas.microsoft.com/office/drawing/2014/main" id="{D78AEFF6-07A1-41C9-AE69-5470DFAE07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830737"/>
                </p:ext>
              </p:extLst>
            </p:nvPr>
          </p:nvGraphicFramePr>
          <p:xfrm>
            <a:off x="3723879" y="2252889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68" name="Equation" r:id="rId11" imgW="215640" imgH="228600" progId="Equation.DSMT4">
                    <p:embed/>
                  </p:oleObj>
                </mc:Choice>
                <mc:Fallback>
                  <p:oleObj name="Equation" r:id="rId11" imgW="215640" imgH="228600" progId="Equation.DSMT4">
                    <p:embed/>
                    <p:pic>
                      <p:nvPicPr>
                        <p:cNvPr id="66" name="对象 65">
                          <a:extLst>
                            <a:ext uri="{FF2B5EF4-FFF2-40B4-BE49-F238E27FC236}">
                              <a16:creationId xmlns:a16="http://schemas.microsoft.com/office/drawing/2014/main" id="{FA4CC5B8-391A-47DD-9527-62A964699C2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23879" y="2252889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A890842D-C50A-4886-BE43-67CFB3FDEC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5588821"/>
                </p:ext>
              </p:extLst>
            </p:nvPr>
          </p:nvGraphicFramePr>
          <p:xfrm>
            <a:off x="3988991" y="1743986"/>
            <a:ext cx="571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69" name="Equation" r:id="rId13" imgW="571320" imgH="241200" progId="Equation.DSMT4">
                    <p:embed/>
                  </p:oleObj>
                </mc:Choice>
                <mc:Fallback>
                  <p:oleObj name="Equation" r:id="rId13" imgW="571320" imgH="241200" progId="Equation.DSMT4">
                    <p:embed/>
                    <p:pic>
                      <p:nvPicPr>
                        <p:cNvPr id="67" name="对象 66">
                          <a:extLst>
                            <a:ext uri="{FF2B5EF4-FFF2-40B4-BE49-F238E27FC236}">
                              <a16:creationId xmlns:a16="http://schemas.microsoft.com/office/drawing/2014/main" id="{1176FDCD-E4FC-4365-BDEF-0A857C3A46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988991" y="1743986"/>
                          <a:ext cx="571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83A222E4-03D7-4858-A5C3-D75049A3A6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6194999"/>
                </p:ext>
              </p:extLst>
            </p:nvPr>
          </p:nvGraphicFramePr>
          <p:xfrm>
            <a:off x="3342671" y="2555649"/>
            <a:ext cx="571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70" name="Equation" r:id="rId15" imgW="571320" imgH="241200" progId="Equation.DSMT4">
                    <p:embed/>
                  </p:oleObj>
                </mc:Choice>
                <mc:Fallback>
                  <p:oleObj name="Equation" r:id="rId15" imgW="571320" imgH="24120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9187D233-B38D-4390-BC28-C1E59A7C64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42671" y="2555649"/>
                          <a:ext cx="571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68928E8A-010E-4EC0-A25F-27D775E2D7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0372592"/>
                </p:ext>
              </p:extLst>
            </p:nvPr>
          </p:nvGraphicFramePr>
          <p:xfrm>
            <a:off x="2967967" y="2964234"/>
            <a:ext cx="406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71" name="Equation" r:id="rId17" imgW="406080" imgH="228600" progId="Equation.DSMT4">
                    <p:embed/>
                  </p:oleObj>
                </mc:Choice>
                <mc:Fallback>
                  <p:oleObj name="Equation" r:id="rId17" imgW="406080" imgH="22860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D120AE25-BAF0-4990-A734-C93FB232D4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967967" y="2964234"/>
                          <a:ext cx="406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对象 64">
              <a:extLst>
                <a:ext uri="{FF2B5EF4-FFF2-40B4-BE49-F238E27FC236}">
                  <a16:creationId xmlns:a16="http://schemas.microsoft.com/office/drawing/2014/main" id="{634A9DC2-F17E-4108-8765-49F1EB130A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3275750"/>
                </p:ext>
              </p:extLst>
            </p:nvPr>
          </p:nvGraphicFramePr>
          <p:xfrm>
            <a:off x="4486700" y="2957175"/>
            <a:ext cx="2540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72" name="Equation" r:id="rId19" imgW="253800" imgH="228600" progId="Equation.DSMT4">
                    <p:embed/>
                  </p:oleObj>
                </mc:Choice>
                <mc:Fallback>
                  <p:oleObj name="Equation" r:id="rId19" imgW="253800" imgH="228600" progId="Equation.DSMT4">
                    <p:embed/>
                    <p:pic>
                      <p:nvPicPr>
                        <p:cNvPr id="70" name="对象 69">
                          <a:extLst>
                            <a:ext uri="{FF2B5EF4-FFF2-40B4-BE49-F238E27FC236}">
                              <a16:creationId xmlns:a16="http://schemas.microsoft.com/office/drawing/2014/main" id="{8158FE2C-985D-4D55-80B0-0F368FA352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86700" y="2957175"/>
                          <a:ext cx="2540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>
              <a:extLst>
                <a:ext uri="{FF2B5EF4-FFF2-40B4-BE49-F238E27FC236}">
                  <a16:creationId xmlns:a16="http://schemas.microsoft.com/office/drawing/2014/main" id="{25127B23-101A-4D7A-BA9D-71DA32FC65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5302483"/>
                </p:ext>
              </p:extLst>
            </p:nvPr>
          </p:nvGraphicFramePr>
          <p:xfrm>
            <a:off x="2188445" y="2990265"/>
            <a:ext cx="406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73" name="Equation" r:id="rId21" imgW="406080" imgH="228600" progId="Equation.DSMT4">
                    <p:embed/>
                  </p:oleObj>
                </mc:Choice>
                <mc:Fallback>
                  <p:oleObj name="Equation" r:id="rId21" imgW="406080" imgH="228600" progId="Equation.DSMT4">
                    <p:embed/>
                    <p:pic>
                      <p:nvPicPr>
                        <p:cNvPr id="71" name="对象 70">
                          <a:extLst>
                            <a:ext uri="{FF2B5EF4-FFF2-40B4-BE49-F238E27FC236}">
                              <a16:creationId xmlns:a16="http://schemas.microsoft.com/office/drawing/2014/main" id="{737F72B5-6290-4CBB-B75D-4E35A85992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88445" y="2990265"/>
                          <a:ext cx="406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>
              <a:extLst>
                <a:ext uri="{FF2B5EF4-FFF2-40B4-BE49-F238E27FC236}">
                  <a16:creationId xmlns:a16="http://schemas.microsoft.com/office/drawing/2014/main" id="{B5238746-F4E2-4B92-868C-8E4FE0F0F0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4841597"/>
                </p:ext>
              </p:extLst>
            </p:nvPr>
          </p:nvGraphicFramePr>
          <p:xfrm>
            <a:off x="5437283" y="2991222"/>
            <a:ext cx="2540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74" name="Equation" r:id="rId22" imgW="253800" imgH="228600" progId="Equation.DSMT4">
                    <p:embed/>
                  </p:oleObj>
                </mc:Choice>
                <mc:Fallback>
                  <p:oleObj name="Equation" r:id="rId22" imgW="253800" imgH="228600" progId="Equation.DSMT4">
                    <p:embed/>
                    <p:pic>
                      <p:nvPicPr>
                        <p:cNvPr id="72" name="对象 71">
                          <a:extLst>
                            <a:ext uri="{FF2B5EF4-FFF2-40B4-BE49-F238E27FC236}">
                              <a16:creationId xmlns:a16="http://schemas.microsoft.com/office/drawing/2014/main" id="{27AF022F-79B8-41A1-980B-936E944DA8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37283" y="2991222"/>
                          <a:ext cx="2540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F756C539-48C1-46BF-BB73-522CBE31284B}"/>
                </a:ext>
              </a:extLst>
            </p:cNvPr>
            <p:cNvSpPr/>
            <p:nvPr/>
          </p:nvSpPr>
          <p:spPr>
            <a:xfrm>
              <a:off x="3916744" y="2253846"/>
              <a:ext cx="36000" cy="36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Line 16">
              <a:extLst>
                <a:ext uri="{FF2B5EF4-FFF2-40B4-BE49-F238E27FC236}">
                  <a16:creationId xmlns:a16="http://schemas.microsoft.com/office/drawing/2014/main" id="{A28BFBDB-489C-4828-BB92-4F009A052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322" y="2273416"/>
              <a:ext cx="4724400" cy="0"/>
            </a:xfrm>
            <a:prstGeom prst="line">
              <a:avLst/>
            </a:prstGeom>
            <a:noFill/>
            <a:ln w="254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" name="Text Box 27">
            <a:extLst>
              <a:ext uri="{FF2B5EF4-FFF2-40B4-BE49-F238E27FC236}">
                <a16:creationId xmlns:a16="http://schemas.microsoft.com/office/drawing/2014/main" id="{59EE0757-DFBF-4514-BE8E-30710D0B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585" y="3119480"/>
            <a:ext cx="1706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3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C654FE41-66D0-4144-81D6-0FF02692E2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334691"/>
              </p:ext>
            </p:extLst>
          </p:nvPr>
        </p:nvGraphicFramePr>
        <p:xfrm>
          <a:off x="2146725" y="3205148"/>
          <a:ext cx="2082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75" name="Equation" r:id="rId23" imgW="2082600" imgH="495000" progId="Equation.DSMT4">
                  <p:embed/>
                </p:oleObj>
              </mc:Choice>
              <mc:Fallback>
                <p:oleObj name="Equation" r:id="rId23" imgW="20826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46725" y="3205148"/>
                        <a:ext cx="20828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8DFD6B6A-94B9-4272-88BA-94DF26C02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832810"/>
              </p:ext>
            </p:extLst>
          </p:nvPr>
        </p:nvGraphicFramePr>
        <p:xfrm>
          <a:off x="589907" y="3882380"/>
          <a:ext cx="670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76" name="Equation" r:id="rId25" imgW="6705360" imgH="380880" progId="Equation.DSMT4">
                  <p:embed/>
                </p:oleObj>
              </mc:Choice>
              <mc:Fallback>
                <p:oleObj name="Equation" r:id="rId25" imgW="6705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89907" y="3882380"/>
                        <a:ext cx="6705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9005A5B9-1E4D-4A16-9A61-64A4D67D5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034552"/>
              </p:ext>
            </p:extLst>
          </p:nvPr>
        </p:nvGraphicFramePr>
        <p:xfrm>
          <a:off x="4139952" y="3201088"/>
          <a:ext cx="381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77" name="Equation" r:id="rId27" imgW="3809880" imgH="482400" progId="Equation.DSMT4">
                  <p:embed/>
                </p:oleObj>
              </mc:Choice>
              <mc:Fallback>
                <p:oleObj name="Equation" r:id="rId27" imgW="38098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39952" y="3201088"/>
                        <a:ext cx="3810000" cy="482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13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EFF01-82E5-469E-9AEB-5D3D0F9D6362}"/>
              </a:ext>
            </a:extLst>
          </p:cNvPr>
          <p:cNvSpPr txBox="1">
            <a:spLocks noChangeArrowheads="1"/>
          </p:cNvSpPr>
          <p:nvPr/>
        </p:nvSpPr>
        <p:spPr>
          <a:xfrm>
            <a:off x="958925" y="391914"/>
            <a:ext cx="3091284" cy="469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用定义证明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FC9FEF56-2C7A-4C08-AAAA-9A96C0405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7084250"/>
              </p:ext>
            </p:extLst>
          </p:nvPr>
        </p:nvGraphicFramePr>
        <p:xfrm>
          <a:off x="3203848" y="411510"/>
          <a:ext cx="1447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1" name="Equation" r:id="rId3" imgW="1447560" imgH="520560" progId="Equation.DSMT4">
                  <p:embed/>
                </p:oleObj>
              </mc:Choice>
              <mc:Fallback>
                <p:oleObj name="Equation" r:id="rId3" imgW="1447560" imgH="5205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B122B18-5FA4-4E8B-95D9-A09DED11A3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11510"/>
                        <a:ext cx="1447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254CC4DA-5958-40CF-844A-D8D5B8DB8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925" y="1265273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F562341-3D6B-4C0A-93A5-7B1B90AC0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932375"/>
              </p:ext>
            </p:extLst>
          </p:nvPr>
        </p:nvGraphicFramePr>
        <p:xfrm>
          <a:off x="1543050" y="1374894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2" name="Equation" r:id="rId5" imgW="1002960" imgH="342720" progId="Equation.DSMT4">
                  <p:embed/>
                </p:oleObj>
              </mc:Choice>
              <mc:Fallback>
                <p:oleObj name="Equation" r:id="rId5" imgW="10029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8261793-30F2-4F3D-BCBA-F9446887B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3050" y="1374894"/>
                        <a:ext cx="1003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7">
            <a:extLst>
              <a:ext uri="{FF2B5EF4-FFF2-40B4-BE49-F238E27FC236}">
                <a16:creationId xmlns:a16="http://schemas.microsoft.com/office/drawing/2014/main" id="{E7F025FA-0A45-41F3-A69A-E51928E53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6466" y="1256010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07997113-528C-4A37-AB62-07A842339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645396"/>
              </p:ext>
            </p:extLst>
          </p:nvPr>
        </p:nvGraphicFramePr>
        <p:xfrm>
          <a:off x="3809876" y="1281213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3" name="Equation" r:id="rId7" imgW="1993680" imgH="406080" progId="Equation.DSMT4">
                  <p:embed/>
                </p:oleObj>
              </mc:Choice>
              <mc:Fallback>
                <p:oleObj name="Equation" r:id="rId7" imgW="1993680" imgH="406080" progId="Equation.DSMT4">
                  <p:embed/>
                  <p:pic>
                    <p:nvPicPr>
                      <p:cNvPr id="8" name="Object 18">
                        <a:extLst>
                          <a:ext uri="{FF2B5EF4-FFF2-40B4-BE49-F238E27FC236}">
                            <a16:creationId xmlns:a16="http://schemas.microsoft.com/office/drawing/2014/main" id="{B6EB30B7-EAAB-460E-B55C-6983137F6F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876" y="1281213"/>
                        <a:ext cx="1993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9">
            <a:extLst>
              <a:ext uri="{FF2B5EF4-FFF2-40B4-BE49-F238E27FC236}">
                <a16:creationId xmlns:a16="http://schemas.microsoft.com/office/drawing/2014/main" id="{FE94FE46-545B-4438-93E7-DC2CA0664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98" y="2112109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只要</a:t>
            </a:r>
          </a:p>
        </p:txBody>
      </p:sp>
      <p:graphicFrame>
        <p:nvGraphicFramePr>
          <p:cNvPr id="9" name="Object 20">
            <a:extLst>
              <a:ext uri="{FF2B5EF4-FFF2-40B4-BE49-F238E27FC236}">
                <a16:creationId xmlns:a16="http://schemas.microsoft.com/office/drawing/2014/main" id="{97ED8C52-FD02-439D-AC36-DB3CA4035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67141"/>
              </p:ext>
            </p:extLst>
          </p:nvPr>
        </p:nvGraphicFramePr>
        <p:xfrm>
          <a:off x="1251365" y="2222048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4" name="Equation" r:id="rId9" imgW="1066680" imgH="342720" progId="Equation.DSMT4">
                  <p:embed/>
                </p:oleObj>
              </mc:Choice>
              <mc:Fallback>
                <p:oleObj name="Equation" r:id="rId9" imgW="1066680" imgH="342720" progId="Equation.DSMT4">
                  <p:embed/>
                  <p:pic>
                    <p:nvPicPr>
                      <p:cNvPr id="10" name="Object 20">
                        <a:extLst>
                          <a:ext uri="{FF2B5EF4-FFF2-40B4-BE49-F238E27FC236}">
                            <a16:creationId xmlns:a16="http://schemas.microsoft.com/office/drawing/2014/main" id="{50F7719B-046A-4043-ABF5-AB8025AFA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365" y="2222048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7BD91A82-7B07-481B-804C-C7A1DEDD7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632" y="2118466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n-ea"/>
              </a:rPr>
              <a:t>取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D4B5D51-89DC-4D36-9F57-419EE7583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772233"/>
              </p:ext>
            </p:extLst>
          </p:nvPr>
        </p:nvGraphicFramePr>
        <p:xfrm>
          <a:off x="2879987" y="2228463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5" name="Equation" r:id="rId11" imgW="1384200" imgH="342720" progId="Equation.DSMT4">
                  <p:embed/>
                </p:oleObj>
              </mc:Choice>
              <mc:Fallback>
                <p:oleObj name="Equation" r:id="rId11" imgW="138420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C523489-B188-4B36-B59F-B765A7EBF2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79987" y="2228463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2">
            <a:extLst>
              <a:ext uri="{FF2B5EF4-FFF2-40B4-BE49-F238E27FC236}">
                <a16:creationId xmlns:a16="http://schemas.microsoft.com/office/drawing/2014/main" id="{569D1D45-27EF-4C8A-A259-282BCAC66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393" y="2107973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CF88B08C-C9B3-4B47-A9B2-7B65FCB29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270731"/>
              </p:ext>
            </p:extLst>
          </p:nvPr>
        </p:nvGraphicFramePr>
        <p:xfrm>
          <a:off x="4774903" y="219586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6" name="Equation" r:id="rId13" imgW="901440" imgH="342720" progId="Equation.DSMT4">
                  <p:embed/>
                </p:oleObj>
              </mc:Choice>
              <mc:Fallback>
                <p:oleObj name="Equation" r:id="rId13" imgW="901440" imgH="342720" progId="Equation.DSMT4">
                  <p:embed/>
                  <p:pic>
                    <p:nvPicPr>
                      <p:cNvPr id="14" name="Object 23">
                        <a:extLst>
                          <a:ext uri="{FF2B5EF4-FFF2-40B4-BE49-F238E27FC236}">
                            <a16:creationId xmlns:a16="http://schemas.microsoft.com/office/drawing/2014/main" id="{8C1ECA9A-9EB4-4BFD-B425-506F6FEB1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4903" y="219586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4">
            <a:extLst>
              <a:ext uri="{FF2B5EF4-FFF2-40B4-BE49-F238E27FC236}">
                <a16:creationId xmlns:a16="http://schemas.microsoft.com/office/drawing/2014/main" id="{66C6BBE2-C1D5-4160-8673-86EE1BFB3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760" y="2075257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</a:t>
            </a:r>
            <a:r>
              <a:rPr kumimoji="1" lang="zh-CN" altLang="en-US" sz="2400" b="1" dirty="0">
                <a:latin typeface="Symbol" panose="05050102010706020507" pitchFamily="18" charset="2"/>
              </a:rPr>
              <a:t>，</a:t>
            </a:r>
            <a:r>
              <a:rPr kumimoji="1" lang="en-US" altLang="zh-CN" sz="2400" b="1" dirty="0">
                <a:latin typeface="+mn-ea"/>
              </a:rPr>
              <a:t> 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03F455A9-EA26-4692-86E6-6F958387C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83" y="2924983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20BB29A-8D51-470D-A8B1-B6A500562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407836"/>
              </p:ext>
            </p:extLst>
          </p:nvPr>
        </p:nvGraphicFramePr>
        <p:xfrm>
          <a:off x="979240" y="2962622"/>
          <a:ext cx="149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7" name="Equation" r:id="rId15" imgW="1498320" imgH="393480" progId="Equation.DSMT4">
                  <p:embed/>
                </p:oleObj>
              </mc:Choice>
              <mc:Fallback>
                <p:oleObj name="Equation" r:id="rId15" imgW="1498320" imgH="393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E10219C2-6EFA-498E-BB75-7508F12DD5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79240" y="2962622"/>
                        <a:ext cx="1498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1">
            <a:extLst>
              <a:ext uri="{FF2B5EF4-FFF2-40B4-BE49-F238E27FC236}">
                <a16:creationId xmlns:a16="http://schemas.microsoft.com/office/drawing/2014/main" id="{361341EC-D89A-414A-9F11-B27B05345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220" y="2912194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18" name="Object 12">
            <a:extLst>
              <a:ext uri="{FF2B5EF4-FFF2-40B4-BE49-F238E27FC236}">
                <a16:creationId xmlns:a16="http://schemas.microsoft.com/office/drawing/2014/main" id="{6D5B6499-09FB-41B6-8623-6D7A02E7F6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579999"/>
              </p:ext>
            </p:extLst>
          </p:nvPr>
        </p:nvGraphicFramePr>
        <p:xfrm>
          <a:off x="3283496" y="2968972"/>
          <a:ext cx="1447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8" name="Equation" r:id="rId17" imgW="1447560" imgH="520560" progId="Equation.DSMT4">
                  <p:embed/>
                </p:oleObj>
              </mc:Choice>
              <mc:Fallback>
                <p:oleObj name="Equation" r:id="rId17" imgW="1447560" imgH="520560" progId="Equation.DSMT4">
                  <p:embed/>
                  <p:pic>
                    <p:nvPicPr>
                      <p:cNvPr id="29" name="Object 12">
                        <a:extLst>
                          <a:ext uri="{FF2B5EF4-FFF2-40B4-BE49-F238E27FC236}">
                            <a16:creationId xmlns:a16="http://schemas.microsoft.com/office/drawing/2014/main" id="{86C134D6-8AEC-4951-A79F-E0CC843E1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3496" y="2968972"/>
                        <a:ext cx="1447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7D121F89-7F74-4AFC-9F35-617C88184DC7}"/>
              </a:ext>
            </a:extLst>
          </p:cNvPr>
          <p:cNvGrpSpPr/>
          <p:nvPr/>
        </p:nvGrpSpPr>
        <p:grpSpPr>
          <a:xfrm>
            <a:off x="6163816" y="700062"/>
            <a:ext cx="2498110" cy="2267835"/>
            <a:chOff x="6608858" y="1362872"/>
            <a:chExt cx="2498110" cy="2267835"/>
          </a:xfrm>
        </p:grpSpPr>
        <p:sp>
          <p:nvSpPr>
            <p:cNvPr id="32" name="Line 40">
              <a:extLst>
                <a:ext uri="{FF2B5EF4-FFF2-40B4-BE49-F238E27FC236}">
                  <a16:creationId xmlns:a16="http://schemas.microsoft.com/office/drawing/2014/main" id="{E323E8EF-92DE-44A8-BEFD-52526E283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8858" y="3352910"/>
              <a:ext cx="2249488" cy="9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8F6580CF-46E1-450C-BA4B-8FCC91351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06218" y="1369098"/>
              <a:ext cx="0" cy="22227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/>
              <a:tailEnd type="none" w="med" len="lg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36" name="Object 36">
              <a:extLst>
                <a:ext uri="{FF2B5EF4-FFF2-40B4-BE49-F238E27FC236}">
                  <a16:creationId xmlns:a16="http://schemas.microsoft.com/office/drawing/2014/main" id="{B500A36A-2D86-4DD4-8E3E-C1458A5411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4009051"/>
                </p:ext>
              </p:extLst>
            </p:nvPr>
          </p:nvGraphicFramePr>
          <p:xfrm>
            <a:off x="7819210" y="3407219"/>
            <a:ext cx="203040" cy="223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69" name="Equation" r:id="rId19" imgW="253800" imgH="279360" progId="Equation.DSMT4">
                    <p:embed/>
                  </p:oleObj>
                </mc:Choice>
                <mc:Fallback>
                  <p:oleObj name="Equation" r:id="rId19" imgW="253800" imgH="279360" progId="Equation.DSMT4">
                    <p:embed/>
                    <p:pic>
                      <p:nvPicPr>
                        <p:cNvPr id="37" name="Object 36">
                          <a:extLst>
                            <a:ext uri="{FF2B5EF4-FFF2-40B4-BE49-F238E27FC236}">
                              <a16:creationId xmlns:a16="http://schemas.microsoft.com/office/drawing/2014/main" id="{C30498FB-437C-4E57-B49E-CD5F04B5E1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9210" y="3407219"/>
                          <a:ext cx="203040" cy="223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7">
              <a:extLst>
                <a:ext uri="{FF2B5EF4-FFF2-40B4-BE49-F238E27FC236}">
                  <a16:creationId xmlns:a16="http://schemas.microsoft.com/office/drawing/2014/main" id="{2FE3E273-5B1B-4DE7-B026-9E423027B9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7526436"/>
                </p:ext>
              </p:extLst>
            </p:nvPr>
          </p:nvGraphicFramePr>
          <p:xfrm>
            <a:off x="8714330" y="3424699"/>
            <a:ext cx="152352" cy="162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70" name="Equation" r:id="rId21" imgW="190440" imgH="203040" progId="Equation.DSMT4">
                    <p:embed/>
                  </p:oleObj>
                </mc:Choice>
                <mc:Fallback>
                  <p:oleObj name="Equation" r:id="rId21" imgW="190440" imgH="203040" progId="Equation.DSMT4">
                    <p:embed/>
                    <p:pic>
                      <p:nvPicPr>
                        <p:cNvPr id="38" name="Object 37">
                          <a:extLst>
                            <a:ext uri="{FF2B5EF4-FFF2-40B4-BE49-F238E27FC236}">
                              <a16:creationId xmlns:a16="http://schemas.microsoft.com/office/drawing/2014/main" id="{5403B09D-DC49-4311-B95A-1FEA870750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14330" y="3424699"/>
                          <a:ext cx="152352" cy="162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8">
              <a:extLst>
                <a:ext uri="{FF2B5EF4-FFF2-40B4-BE49-F238E27FC236}">
                  <a16:creationId xmlns:a16="http://schemas.microsoft.com/office/drawing/2014/main" id="{B5489536-72E9-416F-BF71-DB7E635821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1394763"/>
                </p:ext>
              </p:extLst>
            </p:nvPr>
          </p:nvGraphicFramePr>
          <p:xfrm>
            <a:off x="7849067" y="1362872"/>
            <a:ext cx="171450" cy="21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71" name="Equation" r:id="rId23" imgW="215640" imgH="266400" progId="Equation.DSMT4">
                    <p:embed/>
                  </p:oleObj>
                </mc:Choice>
                <mc:Fallback>
                  <p:oleObj name="Equation" r:id="rId23" imgW="215640" imgH="266400" progId="Equation.DSMT4">
                    <p:embed/>
                    <p:pic>
                      <p:nvPicPr>
                        <p:cNvPr id="39" name="Object 38">
                          <a:extLst>
                            <a:ext uri="{FF2B5EF4-FFF2-40B4-BE49-F238E27FC236}">
                              <a16:creationId xmlns:a16="http://schemas.microsoft.com/office/drawing/2014/main" id="{0287494C-CB56-4C41-AE74-2C1F95B7A6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9067" y="1362872"/>
                          <a:ext cx="171450" cy="212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9">
              <a:extLst>
                <a:ext uri="{FF2B5EF4-FFF2-40B4-BE49-F238E27FC236}">
                  <a16:creationId xmlns:a16="http://schemas.microsoft.com/office/drawing/2014/main" id="{89CC28B8-1ADF-45E5-9B59-8486472829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8788082"/>
                </p:ext>
              </p:extLst>
            </p:nvPr>
          </p:nvGraphicFramePr>
          <p:xfrm>
            <a:off x="8344968" y="1690638"/>
            <a:ext cx="762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72" name="Equation" r:id="rId25" imgW="761760" imgH="406080" progId="Equation.DSMT4">
                    <p:embed/>
                  </p:oleObj>
                </mc:Choice>
                <mc:Fallback>
                  <p:oleObj name="Equation" r:id="rId25" imgW="761760" imgH="406080" progId="Equation.DSMT4">
                    <p:embed/>
                    <p:pic>
                      <p:nvPicPr>
                        <p:cNvPr id="40" name="Object 39">
                          <a:extLst>
                            <a:ext uri="{FF2B5EF4-FFF2-40B4-BE49-F238E27FC236}">
                              <a16:creationId xmlns:a16="http://schemas.microsoft.com/office/drawing/2014/main" id="{CBD4271D-E792-43C6-BD04-F644833DF5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4968" y="1690638"/>
                          <a:ext cx="7620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AFC31790-5FCA-4B81-B0D4-3915AB1A53BF}"/>
              </a:ext>
            </a:extLst>
          </p:cNvPr>
          <p:cNvSpPr/>
          <p:nvPr/>
        </p:nvSpPr>
        <p:spPr>
          <a:xfrm>
            <a:off x="6286930" y="696763"/>
            <a:ext cx="1755354" cy="1916935"/>
          </a:xfrm>
          <a:custGeom>
            <a:avLst/>
            <a:gdLst>
              <a:gd name="connsiteX0" fmla="*/ 0 w 1755354"/>
              <a:gd name="connsiteY0" fmla="*/ 1916935 h 1916935"/>
              <a:gd name="connsiteX1" fmla="*/ 326833 w 1755354"/>
              <a:gd name="connsiteY1" fmla="*/ 1850834 h 1916935"/>
              <a:gd name="connsiteX2" fmla="*/ 602255 w 1755354"/>
              <a:gd name="connsiteY2" fmla="*/ 1759027 h 1916935"/>
              <a:gd name="connsiteX3" fmla="*/ 870332 w 1755354"/>
              <a:gd name="connsiteY3" fmla="*/ 1597446 h 1916935"/>
              <a:gd name="connsiteX4" fmla="*/ 1153099 w 1755354"/>
              <a:gd name="connsiteY4" fmla="*/ 1333041 h 1916935"/>
              <a:gd name="connsiteX5" fmla="*/ 1399142 w 1755354"/>
              <a:gd name="connsiteY5" fmla="*/ 958468 h 1916935"/>
              <a:gd name="connsiteX6" fmla="*/ 1560723 w 1755354"/>
              <a:gd name="connsiteY6" fmla="*/ 558188 h 1916935"/>
              <a:gd name="connsiteX7" fmla="*/ 1755354 w 1755354"/>
              <a:gd name="connsiteY7" fmla="*/ 0 h 191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5354" h="1916935">
                <a:moveTo>
                  <a:pt x="0" y="1916935"/>
                </a:moveTo>
                <a:cubicBezTo>
                  <a:pt x="113228" y="1897043"/>
                  <a:pt x="226457" y="1877152"/>
                  <a:pt x="326833" y="1850834"/>
                </a:cubicBezTo>
                <a:cubicBezTo>
                  <a:pt x="427209" y="1824516"/>
                  <a:pt x="511672" y="1801258"/>
                  <a:pt x="602255" y="1759027"/>
                </a:cubicBezTo>
                <a:cubicBezTo>
                  <a:pt x="692838" y="1716796"/>
                  <a:pt x="778525" y="1668444"/>
                  <a:pt x="870332" y="1597446"/>
                </a:cubicBezTo>
                <a:cubicBezTo>
                  <a:pt x="962139" y="1526448"/>
                  <a:pt x="1064964" y="1439537"/>
                  <a:pt x="1153099" y="1333041"/>
                </a:cubicBezTo>
                <a:cubicBezTo>
                  <a:pt x="1241234" y="1226545"/>
                  <a:pt x="1331205" y="1087610"/>
                  <a:pt x="1399142" y="958468"/>
                </a:cubicBezTo>
                <a:cubicBezTo>
                  <a:pt x="1467079" y="829326"/>
                  <a:pt x="1501354" y="717933"/>
                  <a:pt x="1560723" y="558188"/>
                </a:cubicBezTo>
                <a:cubicBezTo>
                  <a:pt x="1620092" y="398443"/>
                  <a:pt x="1687723" y="199221"/>
                  <a:pt x="1755354" y="0"/>
                </a:cubicBezTo>
              </a:path>
            </a:pathLst>
          </a:custGeom>
          <a:noFill/>
          <a:ln w="19050" cmpd="sng">
            <a:solidFill>
              <a:srgbClr val="0064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0C64C36-F659-4A46-ABA3-7E57DC610F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642612"/>
              </p:ext>
            </p:extLst>
          </p:nvPr>
        </p:nvGraphicFramePr>
        <p:xfrm>
          <a:off x="7422455" y="2054857"/>
          <a:ext cx="101376" cy="21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3" name="Equation" r:id="rId27" imgW="126720" imgH="266400" progId="Equation.DSMT4">
                  <p:embed/>
                </p:oleObj>
              </mc:Choice>
              <mc:Fallback>
                <p:oleObj name="Equation" r:id="rId27" imgW="126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22455" y="2054857"/>
                        <a:ext cx="101376" cy="21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59D124A-96E8-4A12-B53F-6ADB10D086B8}"/>
              </a:ext>
            </a:extLst>
          </p:cNvPr>
          <p:cNvSpPr/>
          <p:nvPr/>
        </p:nvSpPr>
        <p:spPr>
          <a:xfrm>
            <a:off x="6469076" y="696762"/>
            <a:ext cx="1755354" cy="1916935"/>
          </a:xfrm>
          <a:custGeom>
            <a:avLst/>
            <a:gdLst>
              <a:gd name="connsiteX0" fmla="*/ 0 w 1755354"/>
              <a:gd name="connsiteY0" fmla="*/ 1916935 h 1916935"/>
              <a:gd name="connsiteX1" fmla="*/ 326833 w 1755354"/>
              <a:gd name="connsiteY1" fmla="*/ 1850834 h 1916935"/>
              <a:gd name="connsiteX2" fmla="*/ 602255 w 1755354"/>
              <a:gd name="connsiteY2" fmla="*/ 1759027 h 1916935"/>
              <a:gd name="connsiteX3" fmla="*/ 870332 w 1755354"/>
              <a:gd name="connsiteY3" fmla="*/ 1597446 h 1916935"/>
              <a:gd name="connsiteX4" fmla="*/ 1153099 w 1755354"/>
              <a:gd name="connsiteY4" fmla="*/ 1333041 h 1916935"/>
              <a:gd name="connsiteX5" fmla="*/ 1399142 w 1755354"/>
              <a:gd name="connsiteY5" fmla="*/ 958468 h 1916935"/>
              <a:gd name="connsiteX6" fmla="*/ 1560723 w 1755354"/>
              <a:gd name="connsiteY6" fmla="*/ 558188 h 1916935"/>
              <a:gd name="connsiteX7" fmla="*/ 1755354 w 1755354"/>
              <a:gd name="connsiteY7" fmla="*/ 0 h 191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5354" h="1916935">
                <a:moveTo>
                  <a:pt x="0" y="1916935"/>
                </a:moveTo>
                <a:cubicBezTo>
                  <a:pt x="113228" y="1897043"/>
                  <a:pt x="226457" y="1877152"/>
                  <a:pt x="326833" y="1850834"/>
                </a:cubicBezTo>
                <a:cubicBezTo>
                  <a:pt x="427209" y="1824516"/>
                  <a:pt x="511672" y="1801258"/>
                  <a:pt x="602255" y="1759027"/>
                </a:cubicBezTo>
                <a:cubicBezTo>
                  <a:pt x="692838" y="1716796"/>
                  <a:pt x="778525" y="1668444"/>
                  <a:pt x="870332" y="1597446"/>
                </a:cubicBezTo>
                <a:cubicBezTo>
                  <a:pt x="962139" y="1526448"/>
                  <a:pt x="1064964" y="1439537"/>
                  <a:pt x="1153099" y="1333041"/>
                </a:cubicBezTo>
                <a:cubicBezTo>
                  <a:pt x="1241234" y="1226545"/>
                  <a:pt x="1331205" y="1087610"/>
                  <a:pt x="1399142" y="958468"/>
                </a:cubicBezTo>
                <a:cubicBezTo>
                  <a:pt x="1467079" y="829326"/>
                  <a:pt x="1501354" y="717933"/>
                  <a:pt x="1560723" y="558188"/>
                </a:cubicBezTo>
                <a:cubicBezTo>
                  <a:pt x="1620092" y="398443"/>
                  <a:pt x="1687723" y="199221"/>
                  <a:pt x="1755354" y="0"/>
                </a:cubicBezTo>
              </a:path>
            </a:pathLst>
          </a:custGeom>
          <a:noFill/>
          <a:ln w="19050" cmpd="sng">
            <a:solidFill>
              <a:srgbClr val="0064FF"/>
            </a:solidFill>
            <a:prstDash val="solid"/>
            <a:round/>
            <a:headEnd/>
            <a:tailEnd/>
          </a:ln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lstStyle/>
          <a:p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D2C0DF15-B642-45E3-B56C-38B3AC673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951184"/>
              </p:ext>
            </p:extLst>
          </p:nvPr>
        </p:nvGraphicFramePr>
        <p:xfrm>
          <a:off x="1537928" y="1375460"/>
          <a:ext cx="142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4" name="Equation" r:id="rId29" imgW="1422360" imgH="342720" progId="Equation.DSMT4">
                  <p:embed/>
                </p:oleObj>
              </mc:Choice>
              <mc:Fallback>
                <p:oleObj name="Equation" r:id="rId29" imgW="1422360" imgH="34272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42FCBD69-B5E4-4289-BF0D-F3213CE054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37928" y="1375460"/>
                        <a:ext cx="14224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" name="组合 60">
            <a:extLst>
              <a:ext uri="{FF2B5EF4-FFF2-40B4-BE49-F238E27FC236}">
                <a16:creationId xmlns:a16="http://schemas.microsoft.com/office/drawing/2014/main" id="{7E7569AC-7313-4C15-BA78-A82B2B74D743}"/>
              </a:ext>
            </a:extLst>
          </p:cNvPr>
          <p:cNvGrpSpPr/>
          <p:nvPr/>
        </p:nvGrpSpPr>
        <p:grpSpPr>
          <a:xfrm>
            <a:off x="542832" y="3743419"/>
            <a:ext cx="5548976" cy="680943"/>
            <a:chOff x="535192" y="4051047"/>
            <a:chExt cx="5548976" cy="680943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3B22DEBC-8140-441E-A37E-1CE97E1EFF5D}"/>
                </a:ext>
              </a:extLst>
            </p:cNvPr>
            <p:cNvSpPr/>
            <p:nvPr/>
          </p:nvSpPr>
          <p:spPr>
            <a:xfrm>
              <a:off x="535192" y="4051047"/>
              <a:ext cx="5533374" cy="680943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0" name="对象 59">
              <a:extLst>
                <a:ext uri="{FF2B5EF4-FFF2-40B4-BE49-F238E27FC236}">
                  <a16:creationId xmlns:a16="http://schemas.microsoft.com/office/drawing/2014/main" id="{AE9775F4-A29C-4582-96DC-B2E035B62B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9968695"/>
                </p:ext>
              </p:extLst>
            </p:nvPr>
          </p:nvGraphicFramePr>
          <p:xfrm>
            <a:off x="610468" y="4160108"/>
            <a:ext cx="5473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75" name="Equation" r:id="rId31" imgW="5473440" imgH="482400" progId="Equation.DSMT4">
                    <p:embed/>
                  </p:oleObj>
                </mc:Choice>
                <mc:Fallback>
                  <p:oleObj name="Equation" r:id="rId31" imgW="547344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10468" y="4160108"/>
                          <a:ext cx="5473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CC2603B-387D-4290-9DF6-2A165E34FD16}"/>
              </a:ext>
            </a:extLst>
          </p:cNvPr>
          <p:cNvGrpSpPr/>
          <p:nvPr/>
        </p:nvGrpSpPr>
        <p:grpSpPr>
          <a:xfrm>
            <a:off x="6916740" y="3278757"/>
            <a:ext cx="1352548" cy="497533"/>
            <a:chOff x="6756710" y="928477"/>
            <a:chExt cx="1587225" cy="603187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8C0FD75D-F201-4E2E-8CA9-C625731EFB4B}"/>
                </a:ext>
              </a:extLst>
            </p:cNvPr>
            <p:cNvSpPr/>
            <p:nvPr/>
          </p:nvSpPr>
          <p:spPr>
            <a:xfrm>
              <a:off x="6756710" y="928477"/>
              <a:ext cx="1587225" cy="603187"/>
            </a:xfrm>
            <a:prstGeom prst="roundRect">
              <a:avLst/>
            </a:prstGeom>
            <a:gradFill>
              <a:gsLst>
                <a:gs pos="80000">
                  <a:srgbClr val="0064FF"/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b="1" dirty="0">
                <a:solidFill>
                  <a:schemeClr val="lt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64" name="Object 14">
              <a:extLst>
                <a:ext uri="{FF2B5EF4-FFF2-40B4-BE49-F238E27FC236}">
                  <a16:creationId xmlns:a16="http://schemas.microsoft.com/office/drawing/2014/main" id="{59F59332-AC82-49CC-84AF-F2DC902675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846204"/>
                </p:ext>
              </p:extLst>
            </p:nvPr>
          </p:nvGraphicFramePr>
          <p:xfrm>
            <a:off x="6864409" y="984021"/>
            <a:ext cx="1372990" cy="521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76" name="Equation" r:id="rId33" imgW="1371600" imgH="520560" progId="Equation.DSMT4">
                    <p:embed/>
                  </p:oleObj>
                </mc:Choice>
                <mc:Fallback>
                  <p:oleObj name="Equation" r:id="rId33" imgW="1371600" imgH="520560" progId="Equation.DSMT4">
                    <p:embed/>
                    <p:pic>
                      <p:nvPicPr>
                        <p:cNvPr id="10" name="Object 14">
                          <a:extLst>
                            <a:ext uri="{FF2B5EF4-FFF2-40B4-BE49-F238E27FC236}">
                              <a16:creationId xmlns:a16="http://schemas.microsoft.com/office/drawing/2014/main" id="{489238D1-D51D-44F5-9DF5-2F5AD739A2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4409" y="984021"/>
                          <a:ext cx="1372990" cy="52157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538324F-0A3C-488C-864B-2537A4859BD9}"/>
              </a:ext>
            </a:extLst>
          </p:cNvPr>
          <p:cNvGrpSpPr/>
          <p:nvPr/>
        </p:nvGrpSpPr>
        <p:grpSpPr>
          <a:xfrm>
            <a:off x="6925376" y="3939822"/>
            <a:ext cx="1352548" cy="497533"/>
            <a:chOff x="6756710" y="928477"/>
            <a:chExt cx="1587225" cy="603187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1DB281A4-7B9C-4E6A-B727-625AF1817717}"/>
                </a:ext>
              </a:extLst>
            </p:cNvPr>
            <p:cNvSpPr/>
            <p:nvPr/>
          </p:nvSpPr>
          <p:spPr>
            <a:xfrm>
              <a:off x="6756710" y="928477"/>
              <a:ext cx="1587225" cy="603187"/>
            </a:xfrm>
            <a:prstGeom prst="roundRect">
              <a:avLst/>
            </a:prstGeom>
            <a:gradFill>
              <a:gsLst>
                <a:gs pos="80000">
                  <a:srgbClr val="0064FF"/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b="1" dirty="0">
                <a:solidFill>
                  <a:schemeClr val="lt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67" name="Object 14">
              <a:extLst>
                <a:ext uri="{FF2B5EF4-FFF2-40B4-BE49-F238E27FC236}">
                  <a16:creationId xmlns:a16="http://schemas.microsoft.com/office/drawing/2014/main" id="{DCF29B43-FB9E-4503-96EB-CBDB5297A0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6908247"/>
                </p:ext>
              </p:extLst>
            </p:nvPr>
          </p:nvGraphicFramePr>
          <p:xfrm>
            <a:off x="6798386" y="985140"/>
            <a:ext cx="1501532" cy="521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77" name="Equation" r:id="rId35" imgW="1498320" imgH="520560" progId="Equation.DSMT4">
                    <p:embed/>
                  </p:oleObj>
                </mc:Choice>
                <mc:Fallback>
                  <p:oleObj name="Equation" r:id="rId35" imgW="1498320" imgH="520560" progId="Equation.DSMT4">
                    <p:embed/>
                    <p:pic>
                      <p:nvPicPr>
                        <p:cNvPr id="64" name="Object 14">
                          <a:extLst>
                            <a:ext uri="{FF2B5EF4-FFF2-40B4-BE49-F238E27FC236}">
                              <a16:creationId xmlns:a16="http://schemas.microsoft.com/office/drawing/2014/main" id="{59F59332-AC82-49CC-84AF-F2DC902675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8386" y="985140"/>
                          <a:ext cx="1501532" cy="52157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" name="Line 34">
            <a:extLst>
              <a:ext uri="{FF2B5EF4-FFF2-40B4-BE49-F238E27FC236}">
                <a16:creationId xmlns:a16="http://schemas.microsoft.com/office/drawing/2014/main" id="{19E941E4-6EE4-4DEA-8055-5DE6688C3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3816" y="2691340"/>
            <a:ext cx="2282825" cy="142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med" len="med"/>
          </a:ln>
        </p:spPr>
        <p:txBody>
          <a:bodyPr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968D8A07-021F-4A38-9E0B-6F58EBCDF4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445452"/>
              </p:ext>
            </p:extLst>
          </p:nvPr>
        </p:nvGraphicFramePr>
        <p:xfrm>
          <a:off x="7789011" y="2086199"/>
          <a:ext cx="86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8" name="Equation" r:id="rId37" imgW="863280" imgH="406080" progId="Equation.DSMT4">
                  <p:embed/>
                </p:oleObj>
              </mc:Choice>
              <mc:Fallback>
                <p:oleObj name="Equation" r:id="rId37" imgW="863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789011" y="2086199"/>
                        <a:ext cx="863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428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7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utoUpdateAnimBg="0"/>
      <p:bldP spid="6" grpId="0" autoUpdateAnimBg="0"/>
      <p:bldP spid="8" grpId="0" autoUpdateAnimBg="0"/>
      <p:bldP spid="10" grpId="0" autoUpdateAnimBg="0"/>
      <p:bldP spid="12" grpId="0" autoUpdateAnimBg="0"/>
      <p:bldP spid="14" grpId="0" autoUpdateAnimBg="0"/>
      <p:bldP spid="15" grpId="0" autoUpdateAnimBg="0"/>
      <p:bldP spid="17" grpId="0" autoUpdateAnimBg="0"/>
      <p:bldP spid="50" grpId="0" animBg="1"/>
      <p:bldP spid="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E559B998-6401-465C-A5DF-20C8871253A5}"/>
              </a:ext>
            </a:extLst>
          </p:cNvPr>
          <p:cNvSpPr txBox="1">
            <a:spLocks noChangeArrowheads="1"/>
          </p:cNvSpPr>
          <p:nvPr/>
        </p:nvSpPr>
        <p:spPr>
          <a:xfrm>
            <a:off x="952128" y="355608"/>
            <a:ext cx="3091284" cy="469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用定义证明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36DCD046-CAAA-4CBA-9575-FEE5B4C79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687994"/>
              </p:ext>
            </p:extLst>
          </p:nvPr>
        </p:nvGraphicFramePr>
        <p:xfrm>
          <a:off x="3275856" y="267494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6" name="Equation" r:id="rId3" imgW="1688760" imgH="736560" progId="Equation.DSMT4">
                  <p:embed/>
                </p:oleObj>
              </mc:Choice>
              <mc:Fallback>
                <p:oleObj name="Equation" r:id="rId3" imgW="1688760" imgH="736560" progId="Equation.DSMT4">
                  <p:embed/>
                  <p:pic>
                    <p:nvPicPr>
                      <p:cNvPr id="33" name="Object 3">
                        <a:extLst>
                          <a:ext uri="{FF2B5EF4-FFF2-40B4-BE49-F238E27FC236}">
                            <a16:creationId xmlns:a16="http://schemas.microsoft.com/office/drawing/2014/main" id="{A0025533-8393-4901-8BFE-F55F964D77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267494"/>
                        <a:ext cx="1689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>
            <a:extLst>
              <a:ext uri="{FF2B5EF4-FFF2-40B4-BE49-F238E27FC236}">
                <a16:creationId xmlns:a16="http://schemas.microsoft.com/office/drawing/2014/main" id="{4044EE61-D769-4910-9DD3-1402FAA00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128" y="1362338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BFCAC9F-DCD3-4D82-9DB8-B70F0C2CF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66374"/>
              </p:ext>
            </p:extLst>
          </p:nvPr>
        </p:nvGraphicFramePr>
        <p:xfrm>
          <a:off x="653306" y="2740819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7" name="Equation" r:id="rId5" imgW="1002960" imgH="342720" progId="Equation.DSMT4">
                  <p:embed/>
                </p:oleObj>
              </mc:Choice>
              <mc:Fallback>
                <p:oleObj name="Equation" r:id="rId5" imgW="1002960" imgH="34272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87FBC522-1D3A-4FBD-B92B-C38EDF294E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3306" y="2740819"/>
                        <a:ext cx="1003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7">
            <a:extLst>
              <a:ext uri="{FF2B5EF4-FFF2-40B4-BE49-F238E27FC236}">
                <a16:creationId xmlns:a16="http://schemas.microsoft.com/office/drawing/2014/main" id="{17A9DD6A-AE45-430F-ADFE-677CD2159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673" y="2622431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graphicFrame>
        <p:nvGraphicFramePr>
          <p:cNvPr id="15" name="Object 18">
            <a:extLst>
              <a:ext uri="{FF2B5EF4-FFF2-40B4-BE49-F238E27FC236}">
                <a16:creationId xmlns:a16="http://schemas.microsoft.com/office/drawing/2014/main" id="{42CD8DF4-B480-4593-8E20-342E234B43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464129"/>
              </p:ext>
            </p:extLst>
          </p:nvPr>
        </p:nvGraphicFramePr>
        <p:xfrm>
          <a:off x="2477219" y="2478881"/>
          <a:ext cx="1879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8" name="Equation" r:id="rId7" imgW="1879560" imgH="812520" progId="Equation.DSMT4">
                  <p:embed/>
                </p:oleObj>
              </mc:Choice>
              <mc:Fallback>
                <p:oleObj name="Equation" r:id="rId7" imgW="1879560" imgH="812520" progId="Equation.DSMT4">
                  <p:embed/>
                  <p:pic>
                    <p:nvPicPr>
                      <p:cNvPr id="37" name="Object 18">
                        <a:extLst>
                          <a:ext uri="{FF2B5EF4-FFF2-40B4-BE49-F238E27FC236}">
                            <a16:creationId xmlns:a16="http://schemas.microsoft.com/office/drawing/2014/main" id="{C79D9082-9F98-4EBA-883D-B87DA27E0E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219" y="2478881"/>
                        <a:ext cx="18796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9">
            <a:extLst>
              <a:ext uri="{FF2B5EF4-FFF2-40B4-BE49-F238E27FC236}">
                <a16:creationId xmlns:a16="http://schemas.microsoft.com/office/drawing/2014/main" id="{B64997E9-EF00-48CC-B178-9BBEED168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6929" y="2623911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只要</a:t>
            </a:r>
          </a:p>
        </p:txBody>
      </p:sp>
      <p:graphicFrame>
        <p:nvGraphicFramePr>
          <p:cNvPr id="17" name="Object 20">
            <a:extLst>
              <a:ext uri="{FF2B5EF4-FFF2-40B4-BE49-F238E27FC236}">
                <a16:creationId xmlns:a16="http://schemas.microsoft.com/office/drawing/2014/main" id="{FD91B83B-1DB4-4AEC-886D-A435FD4D9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589267"/>
              </p:ext>
            </p:extLst>
          </p:nvPr>
        </p:nvGraphicFramePr>
        <p:xfrm>
          <a:off x="5207570" y="2486819"/>
          <a:ext cx="104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9" name="Equation" r:id="rId9" imgW="1041120" imgH="736560" progId="Equation.DSMT4">
                  <p:embed/>
                </p:oleObj>
              </mc:Choice>
              <mc:Fallback>
                <p:oleObj name="Equation" r:id="rId9" imgW="1041120" imgH="736560" progId="Equation.DSMT4">
                  <p:embed/>
                  <p:pic>
                    <p:nvPicPr>
                      <p:cNvPr id="39" name="Object 20">
                        <a:extLst>
                          <a:ext uri="{FF2B5EF4-FFF2-40B4-BE49-F238E27FC236}">
                            <a16:creationId xmlns:a16="http://schemas.microsoft.com/office/drawing/2014/main" id="{AF7526C6-10EF-467E-A106-30BF2F62A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570" y="2486819"/>
                        <a:ext cx="1041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B88029E-B571-45AF-A624-96FF699D0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674128"/>
              </p:ext>
            </p:extLst>
          </p:nvPr>
        </p:nvGraphicFramePr>
        <p:xfrm>
          <a:off x="1489918" y="1254919"/>
          <a:ext cx="241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30" name="Equation" r:id="rId11" imgW="2412720" imgH="812520" progId="Equation.DSMT4">
                  <p:embed/>
                </p:oleObj>
              </mc:Choice>
              <mc:Fallback>
                <p:oleObj name="Equation" r:id="rId11" imgW="2412720" imgH="8125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F5573F37-DC49-47EE-804B-EEC4143667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89918" y="1254919"/>
                        <a:ext cx="2413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48DDC5A-A3F2-4951-9668-57B51231D2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426990"/>
              </p:ext>
            </p:extLst>
          </p:nvPr>
        </p:nvGraphicFramePr>
        <p:xfrm>
          <a:off x="4251325" y="1268289"/>
          <a:ext cx="81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31" name="Equation" r:id="rId13" imgW="812520" imgH="787320" progId="Equation.DSMT4">
                  <p:embed/>
                </p:oleObj>
              </mc:Choice>
              <mc:Fallback>
                <p:oleObj name="Equation" r:id="rId13" imgW="812520" imgH="78732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A897CFF6-C3F5-40E9-961C-6701E6B49F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51325" y="1268289"/>
                        <a:ext cx="812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5EB44BE-2504-4F98-8692-0615967946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856555"/>
              </p:ext>
            </p:extLst>
          </p:nvPr>
        </p:nvGraphicFramePr>
        <p:xfrm>
          <a:off x="6420395" y="2518569"/>
          <a:ext cx="1320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32" name="Equation" r:id="rId15" imgW="1320480" imgH="736560" progId="Equation.DSMT4">
                  <p:embed/>
                </p:oleObj>
              </mc:Choice>
              <mc:Fallback>
                <p:oleObj name="Equation" r:id="rId15" imgW="1320480" imgH="73656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60FFF194-301F-4ABA-BBCA-0627F5EB4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20395" y="2518569"/>
                        <a:ext cx="1320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2">
            <a:extLst>
              <a:ext uri="{FF2B5EF4-FFF2-40B4-BE49-F238E27FC236}">
                <a16:creationId xmlns:a16="http://schemas.microsoft.com/office/drawing/2014/main" id="{6B0A3CDB-D6C7-4183-8137-972C04082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77" y="3780639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9692B657-A52A-49C8-AD72-4808574597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06711"/>
              </p:ext>
            </p:extLst>
          </p:nvPr>
        </p:nvGraphicFramePr>
        <p:xfrm>
          <a:off x="945076" y="3867915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33" name="Equation" r:id="rId17" imgW="927000" imgH="342720" progId="Equation.DSMT4">
                  <p:embed/>
                </p:oleObj>
              </mc:Choice>
              <mc:Fallback>
                <p:oleObj name="Equation" r:id="rId17" imgW="927000" imgH="342720" progId="Equation.DSMT4">
                  <p:embed/>
                  <p:pic>
                    <p:nvPicPr>
                      <p:cNvPr id="44" name="Object 23">
                        <a:extLst>
                          <a:ext uri="{FF2B5EF4-FFF2-40B4-BE49-F238E27FC236}">
                            <a16:creationId xmlns:a16="http://schemas.microsoft.com/office/drawing/2014/main" id="{703F9226-C924-4F96-9321-89B5FC1DD4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076" y="3867915"/>
                        <a:ext cx="927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4">
            <a:extLst>
              <a:ext uri="{FF2B5EF4-FFF2-40B4-BE49-F238E27FC236}">
                <a16:creationId xmlns:a16="http://schemas.microsoft.com/office/drawing/2014/main" id="{D3D16682-9645-4470-A357-91052936D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2812" y="3771812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时，</a:t>
            </a:r>
          </a:p>
        </p:txBody>
      </p:sp>
      <p:sp>
        <p:nvSpPr>
          <p:cNvPr id="24" name="Text Box 14">
            <a:extLst>
              <a:ext uri="{FF2B5EF4-FFF2-40B4-BE49-F238E27FC236}">
                <a16:creationId xmlns:a16="http://schemas.microsoft.com/office/drawing/2014/main" id="{B1E2B671-BF94-41B5-9AB7-9954D484F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447" y="3780638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27E27F9-D24D-4B7E-95EC-CE77688A5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362402"/>
              </p:ext>
            </p:extLst>
          </p:nvPr>
        </p:nvGraphicFramePr>
        <p:xfrm>
          <a:off x="2844651" y="3631406"/>
          <a:ext cx="1892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34" name="Equation" r:id="rId19" imgW="1892160" imgH="812520" progId="Equation.DSMT4">
                  <p:embed/>
                </p:oleObj>
              </mc:Choice>
              <mc:Fallback>
                <p:oleObj name="Equation" r:id="rId19" imgW="1892160" imgH="81252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6C26E955-BA8A-4FEC-B8B5-386726033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44651" y="3631406"/>
                        <a:ext cx="1892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1">
            <a:extLst>
              <a:ext uri="{FF2B5EF4-FFF2-40B4-BE49-F238E27FC236}">
                <a16:creationId xmlns:a16="http://schemas.microsoft.com/office/drawing/2014/main" id="{B00C4C70-B44C-4B55-B6A7-FFD83FE2E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748" y="3764401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27" name="Object 12">
            <a:extLst>
              <a:ext uri="{FF2B5EF4-FFF2-40B4-BE49-F238E27FC236}">
                <a16:creationId xmlns:a16="http://schemas.microsoft.com/office/drawing/2014/main" id="{569D4C2D-A6F7-4AF7-9167-0EE391DE68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602055"/>
              </p:ext>
            </p:extLst>
          </p:nvPr>
        </p:nvGraphicFramePr>
        <p:xfrm>
          <a:off x="5620047" y="3667919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35" name="Equation" r:id="rId21" imgW="1688760" imgH="736560" progId="Equation.DSMT4">
                  <p:embed/>
                </p:oleObj>
              </mc:Choice>
              <mc:Fallback>
                <p:oleObj name="Equation" r:id="rId21" imgW="1688760" imgH="736560" progId="Equation.DSMT4">
                  <p:embed/>
                  <p:pic>
                    <p:nvPicPr>
                      <p:cNvPr id="49" name="Object 12">
                        <a:extLst>
                          <a:ext uri="{FF2B5EF4-FFF2-40B4-BE49-F238E27FC236}">
                            <a16:creationId xmlns:a16="http://schemas.microsoft.com/office/drawing/2014/main" id="{2708648C-1AE7-4AF6-96AD-EC619D7AF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0047" y="3667919"/>
                        <a:ext cx="1689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99AB09C9-8E70-4798-BFF4-22C5F3B56BC7}"/>
              </a:ext>
            </a:extLst>
          </p:cNvPr>
          <p:cNvGrpSpPr/>
          <p:nvPr/>
        </p:nvGrpSpPr>
        <p:grpSpPr>
          <a:xfrm>
            <a:off x="5384841" y="168827"/>
            <a:ext cx="3251880" cy="2331386"/>
            <a:chOff x="5383998" y="528396"/>
            <a:chExt cx="3251880" cy="2331386"/>
          </a:xfrm>
        </p:grpSpPr>
        <p:graphicFrame>
          <p:nvGraphicFramePr>
            <p:cNvPr id="7" name="Object 3">
              <a:extLst>
                <a:ext uri="{FF2B5EF4-FFF2-40B4-BE49-F238E27FC236}">
                  <a16:creationId xmlns:a16="http://schemas.microsoft.com/office/drawing/2014/main" id="{234977C5-746D-41D5-9CBE-9FDFBDD48B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4595947"/>
                </p:ext>
              </p:extLst>
            </p:nvPr>
          </p:nvGraphicFramePr>
          <p:xfrm>
            <a:off x="5383998" y="773870"/>
            <a:ext cx="3251880" cy="208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036" name="BMP 图像" r:id="rId23" imgW="5419800" imgH="3476520" progId="Paint.Picture">
                    <p:embed/>
                  </p:oleObj>
                </mc:Choice>
                <mc:Fallback>
                  <p:oleObj name="BMP 图像" r:id="rId23" imgW="5419800" imgH="3476520" progId="Paint.Picture">
                    <p:embed/>
                    <p:pic>
                      <p:nvPicPr>
                        <p:cNvPr id="51" name="Object 3">
                          <a:extLst>
                            <a:ext uri="{FF2B5EF4-FFF2-40B4-BE49-F238E27FC236}">
                              <a16:creationId xmlns:a16="http://schemas.microsoft.com/office/drawing/2014/main" id="{59D0EB99-0B12-411B-B7B8-C934FD5820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3998" y="773870"/>
                          <a:ext cx="3251880" cy="2085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4">
              <a:extLst>
                <a:ext uri="{FF2B5EF4-FFF2-40B4-BE49-F238E27FC236}">
                  <a16:creationId xmlns:a16="http://schemas.microsoft.com/office/drawing/2014/main" id="{54CFB1CB-9B59-48D7-AA70-02A2013264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8436884"/>
                </p:ext>
              </p:extLst>
            </p:nvPr>
          </p:nvGraphicFramePr>
          <p:xfrm>
            <a:off x="7261613" y="1161889"/>
            <a:ext cx="893952" cy="589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037" name="Equation" r:id="rId25" imgW="1117440" imgH="736560" progId="Equation.DSMT4">
                    <p:embed/>
                  </p:oleObj>
                </mc:Choice>
                <mc:Fallback>
                  <p:oleObj name="Equation" r:id="rId25" imgW="1117440" imgH="736560" progId="Equation.DSMT4">
                    <p:embed/>
                    <p:pic>
                      <p:nvPicPr>
                        <p:cNvPr id="52" name="Object 4">
                          <a:extLst>
                            <a:ext uri="{FF2B5EF4-FFF2-40B4-BE49-F238E27FC236}">
                              <a16:creationId xmlns:a16="http://schemas.microsoft.com/office/drawing/2014/main" id="{CB3B1873-9EC0-495C-A7FB-ACBBD64D53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1613" y="1161889"/>
                          <a:ext cx="893952" cy="589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2DD5551B-DECD-4F6C-8D8B-A1375065BD3B}"/>
                </a:ext>
              </a:extLst>
            </p:cNvPr>
            <p:cNvGrpSpPr/>
            <p:nvPr/>
          </p:nvGrpSpPr>
          <p:grpSpPr>
            <a:xfrm>
              <a:off x="5535353" y="528396"/>
              <a:ext cx="3100523" cy="2222724"/>
              <a:chOff x="6261209" y="2029999"/>
              <a:chExt cx="3100523" cy="2222724"/>
            </a:xfrm>
          </p:grpSpPr>
          <p:sp>
            <p:nvSpPr>
              <p:cNvPr id="29" name="Line 40">
                <a:extLst>
                  <a:ext uri="{FF2B5EF4-FFF2-40B4-BE49-F238E27FC236}">
                    <a16:creationId xmlns:a16="http://schemas.microsoft.com/office/drawing/2014/main" id="{A85714EE-97DA-4EE6-9494-657BF7DE2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61209" y="3344337"/>
                <a:ext cx="3100523" cy="12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30" name="Line 35">
                <a:extLst>
                  <a:ext uri="{FF2B5EF4-FFF2-40B4-BE49-F238E27FC236}">
                    <a16:creationId xmlns:a16="http://schemas.microsoft.com/office/drawing/2014/main" id="{E5DD24A1-1651-4B89-B3A1-6F84C90A2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06218" y="2029999"/>
                <a:ext cx="0" cy="22227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/>
                <a:tailEnd type="none" w="med" len="lg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31" name="Object 36">
                <a:extLst>
                  <a:ext uri="{FF2B5EF4-FFF2-40B4-BE49-F238E27FC236}">
                    <a16:creationId xmlns:a16="http://schemas.microsoft.com/office/drawing/2014/main" id="{6E8734D8-8857-4000-B431-29B05FFE0D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0882139"/>
                  </p:ext>
                </p:extLst>
              </p:nvPr>
            </p:nvGraphicFramePr>
            <p:xfrm>
              <a:off x="7501551" y="3368222"/>
              <a:ext cx="203040" cy="223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2038" name="Equation" r:id="rId27" imgW="253800" imgH="279360" progId="Equation.DSMT4">
                      <p:embed/>
                    </p:oleObj>
                  </mc:Choice>
                  <mc:Fallback>
                    <p:oleObj name="Equation" r:id="rId27" imgW="253800" imgH="279360" progId="Equation.DSMT4">
                      <p:embed/>
                      <p:pic>
                        <p:nvPicPr>
                          <p:cNvPr id="36" name="Object 36">
                            <a:extLst>
                              <a:ext uri="{FF2B5EF4-FFF2-40B4-BE49-F238E27FC236}">
                                <a16:creationId xmlns:a16="http://schemas.microsoft.com/office/drawing/2014/main" id="{B500A36A-2D86-4DD4-8E3E-C1458A54113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3368222"/>
                            <a:ext cx="203040" cy="2234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37">
                <a:extLst>
                  <a:ext uri="{FF2B5EF4-FFF2-40B4-BE49-F238E27FC236}">
                    <a16:creationId xmlns:a16="http://schemas.microsoft.com/office/drawing/2014/main" id="{BB2BAB4D-199A-45A5-90F2-44F46FAE59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9491517"/>
                  </p:ext>
                </p:extLst>
              </p:nvPr>
            </p:nvGraphicFramePr>
            <p:xfrm>
              <a:off x="9165071" y="3430301"/>
              <a:ext cx="152352" cy="162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2039" name="Equation" r:id="rId29" imgW="190440" imgH="203040" progId="Equation.DSMT4">
                      <p:embed/>
                    </p:oleObj>
                  </mc:Choice>
                  <mc:Fallback>
                    <p:oleObj name="Equation" r:id="rId29" imgW="190440" imgH="203040" progId="Equation.DSMT4">
                      <p:embed/>
                      <p:pic>
                        <p:nvPicPr>
                          <p:cNvPr id="37" name="Object 37">
                            <a:extLst>
                              <a:ext uri="{FF2B5EF4-FFF2-40B4-BE49-F238E27FC236}">
                                <a16:creationId xmlns:a16="http://schemas.microsoft.com/office/drawing/2014/main" id="{2FE3E273-5B1B-4DE7-B026-9E423027B91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65071" y="3430301"/>
                            <a:ext cx="152352" cy="162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38">
                <a:extLst>
                  <a:ext uri="{FF2B5EF4-FFF2-40B4-BE49-F238E27FC236}">
                    <a16:creationId xmlns:a16="http://schemas.microsoft.com/office/drawing/2014/main" id="{2D5C7EA2-F3D9-45B1-8FA5-6716A5B50D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08884731"/>
                  </p:ext>
                </p:extLst>
              </p:nvPr>
            </p:nvGraphicFramePr>
            <p:xfrm>
              <a:off x="7501551" y="2079893"/>
              <a:ext cx="171450" cy="212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2040" name="Equation" r:id="rId31" imgW="215640" imgH="266400" progId="Equation.DSMT4">
                      <p:embed/>
                    </p:oleObj>
                  </mc:Choice>
                  <mc:Fallback>
                    <p:oleObj name="Equation" r:id="rId31" imgW="215640" imgH="266400" progId="Equation.DSMT4">
                      <p:embed/>
                      <p:pic>
                        <p:nvPicPr>
                          <p:cNvPr id="38" name="Object 38">
                            <a:extLst>
                              <a:ext uri="{FF2B5EF4-FFF2-40B4-BE49-F238E27FC236}">
                                <a16:creationId xmlns:a16="http://schemas.microsoft.com/office/drawing/2014/main" id="{B5489536-72E9-416F-BF71-DB7E635821D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2079893"/>
                            <a:ext cx="171450" cy="212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98195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4" grpId="0" autoUpdateAnimBg="0"/>
      <p:bldP spid="16" grpId="0" autoUpdateAnimBg="0"/>
      <p:bldP spid="21" grpId="0" autoUpdateAnimBg="0"/>
      <p:bldP spid="23" grpId="0" autoUpdateAnimBg="0"/>
      <p:bldP spid="24" grpId="0" autoUpdateAnimBg="0"/>
      <p:bldP spid="2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C16BA1B-DAC5-42A9-9EBB-8AAF88ADFD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178425"/>
              </p:ext>
            </p:extLst>
          </p:nvPr>
        </p:nvGraphicFramePr>
        <p:xfrm>
          <a:off x="7501884" y="2044739"/>
          <a:ext cx="83185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12" name="Equation" r:id="rId3" imgW="1041120" imgH="342720" progId="Equation.DSMT4">
                  <p:embed/>
                </p:oleObj>
              </mc:Choice>
              <mc:Fallback>
                <p:oleObj name="Equation" r:id="rId3" imgW="1041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01884" y="2044739"/>
                        <a:ext cx="831850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06BA102-2C4C-45B1-B3B9-F3107638B9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731429"/>
              </p:ext>
            </p:extLst>
          </p:nvPr>
        </p:nvGraphicFramePr>
        <p:xfrm>
          <a:off x="7494116" y="1892040"/>
          <a:ext cx="975168" cy="61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13" name="Equation" r:id="rId5" imgW="1218960" imgH="774360" progId="Equation.DSMT4">
                  <p:embed/>
                </p:oleObj>
              </mc:Choice>
              <mc:Fallback>
                <p:oleObj name="Equation" r:id="rId5" imgW="12189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94116" y="1892040"/>
                        <a:ext cx="975168" cy="619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9132B37-6E6A-48D2-983F-F469B721DA9D}"/>
              </a:ext>
            </a:extLst>
          </p:cNvPr>
          <p:cNvSpPr txBox="1"/>
          <p:nvPr/>
        </p:nvSpPr>
        <p:spPr>
          <a:xfrm>
            <a:off x="971600" y="267494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二、自变量趋于有限值时函数的极限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BF3AFAD-0D0A-4860-8994-596A2F9436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848193"/>
              </p:ext>
            </p:extLst>
          </p:nvPr>
        </p:nvGraphicFramePr>
        <p:xfrm>
          <a:off x="458530" y="951349"/>
          <a:ext cx="7912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14" name="Equation" r:id="rId7" imgW="7912080" imgH="774360" progId="Equation.DSMT4">
                  <p:embed/>
                </p:oleObj>
              </mc:Choice>
              <mc:Fallback>
                <p:oleObj name="Equation" r:id="rId7" imgW="79120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530" y="951349"/>
                        <a:ext cx="7912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E4C10FEA-D18B-4D62-B7EE-F51C9C1F0F16}"/>
              </a:ext>
            </a:extLst>
          </p:cNvPr>
          <p:cNvGrpSpPr/>
          <p:nvPr/>
        </p:nvGrpSpPr>
        <p:grpSpPr>
          <a:xfrm>
            <a:off x="5745960" y="1897658"/>
            <a:ext cx="2094941" cy="1562734"/>
            <a:chOff x="6699063" y="2029999"/>
            <a:chExt cx="2094941" cy="1562734"/>
          </a:xfrm>
        </p:grpSpPr>
        <p:sp>
          <p:nvSpPr>
            <p:cNvPr id="8" name="Line 40">
              <a:extLst>
                <a:ext uri="{FF2B5EF4-FFF2-40B4-BE49-F238E27FC236}">
                  <a16:creationId xmlns:a16="http://schemas.microsoft.com/office/drawing/2014/main" id="{9A2BAF2B-8748-4995-AF25-85F484211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9063" y="3336943"/>
              <a:ext cx="20866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9" name="Line 35">
              <a:extLst>
                <a:ext uri="{FF2B5EF4-FFF2-40B4-BE49-F238E27FC236}">
                  <a16:creationId xmlns:a16="http://schemas.microsoft.com/office/drawing/2014/main" id="{05251B9E-B443-4649-A1B6-D707450F0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04591" y="2029999"/>
              <a:ext cx="1627" cy="1561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/>
              <a:tailEnd type="none" w="med" len="lg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10" name="Object 36">
              <a:extLst>
                <a:ext uri="{FF2B5EF4-FFF2-40B4-BE49-F238E27FC236}">
                  <a16:creationId xmlns:a16="http://schemas.microsoft.com/office/drawing/2014/main" id="{E0E30B8E-2F74-4AF3-848E-E864CC2447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0470029"/>
                </p:ext>
              </p:extLst>
            </p:nvPr>
          </p:nvGraphicFramePr>
          <p:xfrm>
            <a:off x="7501551" y="3368222"/>
            <a:ext cx="203040" cy="223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15" name="Equation" r:id="rId9" imgW="253800" imgH="279360" progId="Equation.DSMT4">
                    <p:embed/>
                  </p:oleObj>
                </mc:Choice>
                <mc:Fallback>
                  <p:oleObj name="Equation" r:id="rId9" imgW="253800" imgH="279360" progId="Equation.DSMT4">
                    <p:embed/>
                    <p:pic>
                      <p:nvPicPr>
                        <p:cNvPr id="31" name="Object 36">
                          <a:extLst>
                            <a:ext uri="{FF2B5EF4-FFF2-40B4-BE49-F238E27FC236}">
                              <a16:creationId xmlns:a16="http://schemas.microsoft.com/office/drawing/2014/main" id="{6E8734D8-8857-4000-B431-29B05FFE0D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1551" y="3368222"/>
                          <a:ext cx="203040" cy="223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37">
              <a:extLst>
                <a:ext uri="{FF2B5EF4-FFF2-40B4-BE49-F238E27FC236}">
                  <a16:creationId xmlns:a16="http://schemas.microsoft.com/office/drawing/2014/main" id="{04345BB0-0D38-4B38-89E1-2888DAABC8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2173275"/>
                </p:ext>
              </p:extLst>
            </p:nvPr>
          </p:nvGraphicFramePr>
          <p:xfrm>
            <a:off x="8641652" y="3430301"/>
            <a:ext cx="152352" cy="162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16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32" name="Object 37">
                          <a:extLst>
                            <a:ext uri="{FF2B5EF4-FFF2-40B4-BE49-F238E27FC236}">
                              <a16:creationId xmlns:a16="http://schemas.microsoft.com/office/drawing/2014/main" id="{BB2BAB4D-199A-45A5-90F2-44F46FAE59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1652" y="3430301"/>
                          <a:ext cx="152352" cy="162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38">
              <a:extLst>
                <a:ext uri="{FF2B5EF4-FFF2-40B4-BE49-F238E27FC236}">
                  <a16:creationId xmlns:a16="http://schemas.microsoft.com/office/drawing/2014/main" id="{ED6B8203-C823-43B0-B906-AD1C229EF4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7771123"/>
                </p:ext>
              </p:extLst>
            </p:nvPr>
          </p:nvGraphicFramePr>
          <p:xfrm>
            <a:off x="7501551" y="2079893"/>
            <a:ext cx="171450" cy="21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17" name="Equation" r:id="rId13" imgW="215640" imgH="266400" progId="Equation.DSMT4">
                    <p:embed/>
                  </p:oleObj>
                </mc:Choice>
                <mc:Fallback>
                  <p:oleObj name="Equation" r:id="rId13" imgW="215640" imgH="266400" progId="Equation.DSMT4">
                    <p:embed/>
                    <p:pic>
                      <p:nvPicPr>
                        <p:cNvPr id="33" name="Object 38">
                          <a:extLst>
                            <a:ext uri="{FF2B5EF4-FFF2-40B4-BE49-F238E27FC236}">
                              <a16:creationId xmlns:a16="http://schemas.microsoft.com/office/drawing/2014/main" id="{2D5C7EA2-F3D9-45B1-8FA5-6716A5B50D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1551" y="2079893"/>
                          <a:ext cx="171450" cy="212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Line 52">
            <a:extLst>
              <a:ext uri="{FF2B5EF4-FFF2-40B4-BE49-F238E27FC236}">
                <a16:creationId xmlns:a16="http://schemas.microsoft.com/office/drawing/2014/main" id="{AC498341-68A8-4013-A028-7DCDC272FF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57722" y="1897658"/>
            <a:ext cx="1571943" cy="1515398"/>
          </a:xfrm>
          <a:prstGeom prst="line">
            <a:avLst/>
          </a:prstGeom>
          <a:noFill/>
          <a:ln w="19050">
            <a:solidFill>
              <a:srgbClr val="0064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 b="1">
              <a:latin typeface="+mn-ea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6063A60-7332-421D-85B3-15ABBE1BCAB4}"/>
              </a:ext>
            </a:extLst>
          </p:cNvPr>
          <p:cNvCxnSpPr>
            <a:cxnSpLocks/>
          </p:cNvCxnSpPr>
          <p:nvPr/>
        </p:nvCxnSpPr>
        <p:spPr>
          <a:xfrm>
            <a:off x="7228064" y="2326264"/>
            <a:ext cx="0" cy="87833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DF4C437C-4E13-4273-958B-E0938EAD38DE}"/>
              </a:ext>
            </a:extLst>
          </p:cNvPr>
          <p:cNvSpPr/>
          <p:nvPr/>
        </p:nvSpPr>
        <p:spPr>
          <a:xfrm>
            <a:off x="7209167" y="2265929"/>
            <a:ext cx="36000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2221999-290A-43BA-BEF9-876967797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688726"/>
              </p:ext>
            </p:extLst>
          </p:nvPr>
        </p:nvGraphicFramePr>
        <p:xfrm>
          <a:off x="7185420" y="3246615"/>
          <a:ext cx="101376" cy="21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18" name="Equation" r:id="rId15" imgW="126720" imgH="266400" progId="Equation.DSMT4">
                  <p:embed/>
                </p:oleObj>
              </mc:Choice>
              <mc:Fallback>
                <p:oleObj name="Equation" r:id="rId15" imgW="126720" imgH="26640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80C64C36-F659-4A46-ABA3-7E57DC610F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85420" y="3246615"/>
                        <a:ext cx="101376" cy="21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>
            <a:extLst>
              <a:ext uri="{FF2B5EF4-FFF2-40B4-BE49-F238E27FC236}">
                <a16:creationId xmlns:a16="http://schemas.microsoft.com/office/drawing/2014/main" id="{7C722313-9C0E-48E8-BDC2-0301F8109749}"/>
              </a:ext>
            </a:extLst>
          </p:cNvPr>
          <p:cNvSpPr/>
          <p:nvPr/>
        </p:nvSpPr>
        <p:spPr>
          <a:xfrm>
            <a:off x="7204555" y="2247930"/>
            <a:ext cx="54000" cy="54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0EA948D-56F3-4E43-B177-F702668976A3}"/>
              </a:ext>
            </a:extLst>
          </p:cNvPr>
          <p:cNvCxnSpPr/>
          <p:nvPr/>
        </p:nvCxnSpPr>
        <p:spPr>
          <a:xfrm flipV="1">
            <a:off x="6869722" y="2256905"/>
            <a:ext cx="216024" cy="2056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0481E78-CD8D-4D34-8B4F-C66259CCD961}"/>
              </a:ext>
            </a:extLst>
          </p:cNvPr>
          <p:cNvCxnSpPr/>
          <p:nvPr/>
        </p:nvCxnSpPr>
        <p:spPr>
          <a:xfrm flipV="1">
            <a:off x="7230857" y="1927553"/>
            <a:ext cx="216024" cy="20566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9">
            <a:extLst>
              <a:ext uri="{FF2B5EF4-FFF2-40B4-BE49-F238E27FC236}">
                <a16:creationId xmlns:a16="http://schemas.microsoft.com/office/drawing/2014/main" id="{A59E4DA0-BF09-4804-A937-258D95A1D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792" y="2877742"/>
            <a:ext cx="1871662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则称常数 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C0B623B-E752-4E65-B176-BD18FBB44EA9}"/>
              </a:ext>
            </a:extLst>
          </p:cNvPr>
          <p:cNvGrpSpPr/>
          <p:nvPr/>
        </p:nvGrpSpPr>
        <p:grpSpPr>
          <a:xfrm>
            <a:off x="1033527" y="2898354"/>
            <a:ext cx="3033713" cy="461665"/>
            <a:chOff x="4174440" y="2071060"/>
            <a:chExt cx="3033713" cy="461665"/>
          </a:xfrm>
        </p:grpSpPr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C1336320-18BD-4EE8-8997-4C378E440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440" y="2071060"/>
              <a:ext cx="3033713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无限接近于常数  ，</a:t>
              </a:r>
              <a:endParaRPr kumimoji="1" lang="zh-CN" altLang="en-US" sz="2400" dirty="0">
                <a:latin typeface="Symbol" panose="05050102010706020507" pitchFamily="18" charset="2"/>
              </a:endParaRPr>
            </a:p>
          </p:txBody>
        </p:sp>
        <p:graphicFrame>
          <p:nvGraphicFramePr>
            <p:cNvPr id="32" name="Object 21">
              <a:extLst>
                <a:ext uri="{FF2B5EF4-FFF2-40B4-BE49-F238E27FC236}">
                  <a16:creationId xmlns:a16="http://schemas.microsoft.com/office/drawing/2014/main" id="{58317330-8E50-4DE8-820E-F1E8B9CC87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398559"/>
                </p:ext>
              </p:extLst>
            </p:nvPr>
          </p:nvGraphicFramePr>
          <p:xfrm>
            <a:off x="6449663" y="2172877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19" name="Equation" r:id="rId17" imgW="241200" imgH="266400" progId="Equation.DSMT4">
                    <p:embed/>
                  </p:oleObj>
                </mc:Choice>
                <mc:Fallback>
                  <p:oleObj name="Equation" r:id="rId17" imgW="241200" imgH="266400" progId="Equation.DSMT4">
                    <p:embed/>
                    <p:pic>
                      <p:nvPicPr>
                        <p:cNvPr id="35" name="Object 21">
                          <a:extLst>
                            <a:ext uri="{FF2B5EF4-FFF2-40B4-BE49-F238E27FC236}">
                              <a16:creationId xmlns:a16="http://schemas.microsoft.com/office/drawing/2014/main" id="{2B708649-7990-4358-9351-76B6A940F4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9663" y="2172877"/>
                          <a:ext cx="2413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F72FD95F-7E1A-4356-9D1B-E0697AC0A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162213"/>
              </p:ext>
            </p:extLst>
          </p:nvPr>
        </p:nvGraphicFramePr>
        <p:xfrm>
          <a:off x="435044" y="297932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0" name="Equation" r:id="rId19" imgW="622080" imgH="342720" progId="Equation.DSMT4">
                  <p:embed/>
                </p:oleObj>
              </mc:Choice>
              <mc:Fallback>
                <p:oleObj name="Equation" r:id="rId19" imgW="622080" imgH="3427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CF2AB2B3-BEBE-4533-B767-58A6A6199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5044" y="297932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1">
            <a:extLst>
              <a:ext uri="{FF2B5EF4-FFF2-40B4-BE49-F238E27FC236}">
                <a16:creationId xmlns:a16="http://schemas.microsoft.com/office/drawing/2014/main" id="{578228E1-135D-4EC3-A47E-85D51C597A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548070"/>
              </p:ext>
            </p:extLst>
          </p:nvPr>
        </p:nvGraphicFramePr>
        <p:xfrm>
          <a:off x="5093932" y="3009334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1" name="Equation" r:id="rId21" imgW="241200" imgH="266400" progId="Equation.DSMT4">
                  <p:embed/>
                </p:oleObj>
              </mc:Choice>
              <mc:Fallback>
                <p:oleObj name="Equation" r:id="rId21" imgW="241200" imgH="266400" progId="Equation.DSMT4">
                  <p:embed/>
                  <p:pic>
                    <p:nvPicPr>
                      <p:cNvPr id="41" name="Object 21">
                        <a:extLst>
                          <a:ext uri="{FF2B5EF4-FFF2-40B4-BE49-F238E27FC236}">
                            <a16:creationId xmlns:a16="http://schemas.microsoft.com/office/drawing/2014/main" id="{32B9FC4C-3D69-432C-81BA-3AE373B94C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3932" y="3009334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3">
            <a:extLst>
              <a:ext uri="{FF2B5EF4-FFF2-40B4-BE49-F238E27FC236}">
                <a16:creationId xmlns:a16="http://schemas.microsoft.com/office/drawing/2014/main" id="{9E3D246B-8C07-41B2-8EB9-C66EC6B8F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91" y="3902754"/>
            <a:ext cx="13390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为函数</a:t>
            </a:r>
          </a:p>
        </p:txBody>
      </p:sp>
      <p:sp>
        <p:nvSpPr>
          <p:cNvPr id="36" name="Text Box 15">
            <a:extLst>
              <a:ext uri="{FF2B5EF4-FFF2-40B4-BE49-F238E27FC236}">
                <a16:creationId xmlns:a16="http://schemas.microsoft.com/office/drawing/2014/main" id="{C0C59845-DA22-4C49-8370-254FA63FE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739" y="3929449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37" name="Object 16">
            <a:extLst>
              <a:ext uri="{FF2B5EF4-FFF2-40B4-BE49-F238E27FC236}">
                <a16:creationId xmlns:a16="http://schemas.microsoft.com/office/drawing/2014/main" id="{DB4EBA91-8853-45E8-B4EF-183C3F575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039037"/>
              </p:ext>
            </p:extLst>
          </p:nvPr>
        </p:nvGraphicFramePr>
        <p:xfrm>
          <a:off x="2461339" y="4004954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2" name="Equation" r:id="rId22" imgW="863280" imgH="380880" progId="Equation.DSMT4">
                  <p:embed/>
                </p:oleObj>
              </mc:Choice>
              <mc:Fallback>
                <p:oleObj name="Equation" r:id="rId22" imgW="863280" imgH="380880" progId="Equation.DSMT4">
                  <p:embed/>
                  <p:pic>
                    <p:nvPicPr>
                      <p:cNvPr id="45" name="Object 16">
                        <a:extLst>
                          <a:ext uri="{FF2B5EF4-FFF2-40B4-BE49-F238E27FC236}">
                            <a16:creationId xmlns:a16="http://schemas.microsoft.com/office/drawing/2014/main" id="{EF02C96B-B1B6-471B-B1FE-18D9CE056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339" y="4004954"/>
                        <a:ext cx="86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7">
            <a:extLst>
              <a:ext uri="{FF2B5EF4-FFF2-40B4-BE49-F238E27FC236}">
                <a16:creationId xmlns:a16="http://schemas.microsoft.com/office/drawing/2014/main" id="{ACB29AC0-BDDD-4198-BC08-647A4BFFC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252" y="3936989"/>
            <a:ext cx="198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时的极限</a:t>
            </a:r>
            <a:r>
              <a:rPr kumimoji="1" lang="zh-CN" altLang="en-US" sz="2400" dirty="0">
                <a:latin typeface="Symbol" panose="05050102010706020507" pitchFamily="18" charset="2"/>
              </a:rPr>
              <a:t>．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83B1DCFB-85EB-465B-8E18-7CE3DA25A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763209"/>
              </p:ext>
            </p:extLst>
          </p:nvPr>
        </p:nvGraphicFramePr>
        <p:xfrm>
          <a:off x="1414319" y="401766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3" name="Equation" r:id="rId24" imgW="622080" imgH="342720" progId="Equation.DSMT4">
                  <p:embed/>
                </p:oleObj>
              </mc:Choice>
              <mc:Fallback>
                <p:oleObj name="Equation" r:id="rId24" imgW="622080" imgH="34272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8B0CDB00-CCB9-420E-BA8E-99CEADDE1F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14319" y="4017665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组合 50">
            <a:extLst>
              <a:ext uri="{FF2B5EF4-FFF2-40B4-BE49-F238E27FC236}">
                <a16:creationId xmlns:a16="http://schemas.microsoft.com/office/drawing/2014/main" id="{E7AFAA7A-8A8F-46C1-8751-99F715DDBCE2}"/>
              </a:ext>
            </a:extLst>
          </p:cNvPr>
          <p:cNvGrpSpPr/>
          <p:nvPr/>
        </p:nvGrpSpPr>
        <p:grpSpPr>
          <a:xfrm>
            <a:off x="988590" y="1930180"/>
            <a:ext cx="4960578" cy="467605"/>
            <a:chOff x="1057110" y="2271056"/>
            <a:chExt cx="4960578" cy="467605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53503B1-C8F9-4A9A-905B-1326CFCA7346}"/>
                </a:ext>
              </a:extLst>
            </p:cNvPr>
            <p:cNvGrpSpPr/>
            <p:nvPr/>
          </p:nvGrpSpPr>
          <p:grpSpPr>
            <a:xfrm>
              <a:off x="1057110" y="2271056"/>
              <a:ext cx="4960578" cy="467605"/>
              <a:chOff x="-240155" y="2049127"/>
              <a:chExt cx="4960578" cy="467605"/>
            </a:xfrm>
          </p:grpSpPr>
          <p:sp>
            <p:nvSpPr>
              <p:cNvPr id="26" name="Rectangle 7">
                <a:extLst>
                  <a:ext uri="{FF2B5EF4-FFF2-40B4-BE49-F238E27FC236}">
                    <a16:creationId xmlns:a16="http://schemas.microsoft.com/office/drawing/2014/main" id="{7C1CB5B6-8C11-47B4-AB17-40CC1BB9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3065" y="2055067"/>
                <a:ext cx="4037358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无限接近于  时，</a:t>
                </a:r>
                <a:r>
                  <a:rPr kumimoji="1" lang="zh-CN" altLang="en-US" sz="2400" b="1" dirty="0">
                    <a:latin typeface="Symbol" panose="05050102010706020507" pitchFamily="18" charset="2"/>
                  </a:rPr>
                  <a:t>函数</a:t>
                </a:r>
              </a:p>
            </p:txBody>
          </p:sp>
          <p:graphicFrame>
            <p:nvGraphicFramePr>
              <p:cNvPr id="27" name="Object 10">
                <a:extLst>
                  <a:ext uri="{FF2B5EF4-FFF2-40B4-BE49-F238E27FC236}">
                    <a16:creationId xmlns:a16="http://schemas.microsoft.com/office/drawing/2014/main" id="{8B4901B7-5C22-4893-AF2F-373948B50E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6959977"/>
                  </p:ext>
                </p:extLst>
              </p:nvPr>
            </p:nvGraphicFramePr>
            <p:xfrm>
              <a:off x="539049" y="2220812"/>
              <a:ext cx="190500" cy="201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9224" name="Equation" r:id="rId25" imgW="190440" imgH="203040" progId="Equation.DSMT4">
                      <p:embed/>
                    </p:oleObj>
                  </mc:Choice>
                  <mc:Fallback>
                    <p:oleObj name="Equation" r:id="rId25" imgW="190440" imgH="203040" progId="Equation.DSMT4">
                      <p:embed/>
                      <p:pic>
                        <p:nvPicPr>
                          <p:cNvPr id="21" name="Object 10">
                            <a:extLst>
                              <a:ext uri="{FF2B5EF4-FFF2-40B4-BE49-F238E27FC236}">
                                <a16:creationId xmlns:a16="http://schemas.microsoft.com/office/drawing/2014/main" id="{1445A2C2-4CEF-4ECB-9133-40A61BB1B13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9049" y="2220812"/>
                            <a:ext cx="190500" cy="2016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Rectangle 13">
                <a:extLst>
                  <a:ext uri="{FF2B5EF4-FFF2-40B4-BE49-F238E27FC236}">
                    <a16:creationId xmlns:a16="http://schemas.microsoft.com/office/drawing/2014/main" id="{445F6129-6BC4-47EC-95A5-497A5BAEA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0155" y="2049127"/>
                <a:ext cx="1255712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若当</a:t>
                </a:r>
              </a:p>
            </p:txBody>
          </p:sp>
        </p:grpSp>
        <p:graphicFrame>
          <p:nvGraphicFramePr>
            <p:cNvPr id="40" name="Object 10">
              <a:extLst>
                <a:ext uri="{FF2B5EF4-FFF2-40B4-BE49-F238E27FC236}">
                  <a16:creationId xmlns:a16="http://schemas.microsoft.com/office/drawing/2014/main" id="{AD86D366-2397-420A-BF90-7A6C43807E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2792106"/>
                </p:ext>
              </p:extLst>
            </p:nvPr>
          </p:nvGraphicFramePr>
          <p:xfrm>
            <a:off x="3636514" y="2323566"/>
            <a:ext cx="2794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25" name="Equation" r:id="rId27" imgW="279360" imgH="380880" progId="Equation.DSMT4">
                    <p:embed/>
                  </p:oleObj>
                </mc:Choice>
                <mc:Fallback>
                  <p:oleObj name="Equation" r:id="rId27" imgW="279360" imgH="380880" progId="Equation.DSMT4">
                    <p:embed/>
                    <p:pic>
                      <p:nvPicPr>
                        <p:cNvPr id="65" name="Object 10">
                          <a:extLst>
                            <a:ext uri="{FF2B5EF4-FFF2-40B4-BE49-F238E27FC236}">
                              <a16:creationId xmlns:a16="http://schemas.microsoft.com/office/drawing/2014/main" id="{97D91DB6-F58A-4869-80B2-BF4D6B2E4E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6514" y="2323566"/>
                          <a:ext cx="2794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85ADBF9D-AE8F-42D0-8335-0B6AD25BA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079547"/>
              </p:ext>
            </p:extLst>
          </p:nvPr>
        </p:nvGraphicFramePr>
        <p:xfrm>
          <a:off x="5784593" y="3869174"/>
          <a:ext cx="257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6" name="Equation" r:id="rId29" imgW="2577960" imgH="342720" progId="Equation.DSMT4">
                  <p:embed/>
                </p:oleObj>
              </mc:Choice>
              <mc:Fallback>
                <p:oleObj name="Equation" r:id="rId29" imgW="257796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C16BA1B-DAC5-42A9-9EBB-8AAF88ADFD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784593" y="3869174"/>
                        <a:ext cx="2578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0BFB3845-C20A-4543-9BAD-C8AAAB67A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039329"/>
              </p:ext>
            </p:extLst>
          </p:nvPr>
        </p:nvGraphicFramePr>
        <p:xfrm>
          <a:off x="5688252" y="3650046"/>
          <a:ext cx="27432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7" name="Equation" r:id="rId31" imgW="2743200" imgH="774360" progId="Equation.DSMT4">
                  <p:embed/>
                </p:oleObj>
              </mc:Choice>
              <mc:Fallback>
                <p:oleObj name="Equation" r:id="rId31" imgW="2743200" imgH="77436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85ADBF9D-AE8F-42D0-8335-0B6AD25BA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688252" y="3650046"/>
                        <a:ext cx="2743200" cy="773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DF66DBA-1156-42E6-9155-AE3D008081B0}"/>
              </a:ext>
            </a:extLst>
          </p:cNvPr>
          <p:cNvCxnSpPr>
            <a:cxnSpLocks/>
          </p:cNvCxnSpPr>
          <p:nvPr/>
        </p:nvCxnSpPr>
        <p:spPr>
          <a:xfrm flipV="1">
            <a:off x="497110" y="3368215"/>
            <a:ext cx="3079018" cy="28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A58F9717-7D46-4A21-B0FA-6F8E3ED474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824995"/>
              </p:ext>
            </p:extLst>
          </p:nvPr>
        </p:nvGraphicFramePr>
        <p:xfrm>
          <a:off x="1255299" y="3437280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8" name="Equation" r:id="rId33" imgW="1726920" imgH="342720" progId="Equation.DSMT4">
                  <p:embed/>
                </p:oleObj>
              </mc:Choice>
              <mc:Fallback>
                <p:oleObj name="Equation" r:id="rId33" imgW="1726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255299" y="3437280"/>
                        <a:ext cx="172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6D2FF5E-CE26-496F-9539-C00F3B88D4EA}"/>
              </a:ext>
            </a:extLst>
          </p:cNvPr>
          <p:cNvCxnSpPr>
            <a:cxnSpLocks/>
          </p:cNvCxnSpPr>
          <p:nvPr/>
        </p:nvCxnSpPr>
        <p:spPr>
          <a:xfrm>
            <a:off x="1401800" y="2395768"/>
            <a:ext cx="23329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7F7C06D5-AD7C-434E-BF42-42FDBA32F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659865"/>
              </p:ext>
            </p:extLst>
          </p:nvPr>
        </p:nvGraphicFramePr>
        <p:xfrm>
          <a:off x="2043426" y="2416624"/>
          <a:ext cx="144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9" name="Equation" r:id="rId35" imgW="1447560" imgH="380880" progId="Equation.DSMT4">
                  <p:embed/>
                </p:oleObj>
              </mc:Choice>
              <mc:Fallback>
                <p:oleObj name="Equation" r:id="rId35" imgW="1447560" imgH="38088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A58F9717-7D46-4A21-B0FA-6F8E3ED474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043426" y="2416624"/>
                        <a:ext cx="1447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F3CE7CC0-251B-4282-B01A-8794E6A6E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197836"/>
              </p:ext>
            </p:extLst>
          </p:nvPr>
        </p:nvGraphicFramePr>
        <p:xfrm>
          <a:off x="1591986" y="2444705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30" name="Equation" r:id="rId37" imgW="419040" imgH="279360" progId="Equation.DSMT4">
                  <p:embed/>
                </p:oleObj>
              </mc:Choice>
              <mc:Fallback>
                <p:oleObj name="Equation" r:id="rId37" imgW="419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91986" y="2444705"/>
                        <a:ext cx="419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89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25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75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9" grpId="0" animBg="1"/>
      <p:bldP spid="29" grpId="0"/>
      <p:bldP spid="35" grpId="0" autoUpdateAnimBg="0"/>
      <p:bldP spid="36" grpId="0" autoUpdateAnimBg="0"/>
      <p:bldP spid="3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F0B9A931-0B4E-4247-B62A-6FFA78ECDB4A}"/>
              </a:ext>
            </a:extLst>
          </p:cNvPr>
          <p:cNvGrpSpPr/>
          <p:nvPr/>
        </p:nvGrpSpPr>
        <p:grpSpPr>
          <a:xfrm>
            <a:off x="1113696" y="3373881"/>
            <a:ext cx="6926320" cy="1082328"/>
            <a:chOff x="1102064" y="3744626"/>
            <a:chExt cx="6926320" cy="1082328"/>
          </a:xfrm>
        </p:grpSpPr>
        <p:sp>
          <p:nvSpPr>
            <p:cNvPr id="20" name="圆角矩形 1">
              <a:extLst>
                <a:ext uri="{FF2B5EF4-FFF2-40B4-BE49-F238E27FC236}">
                  <a16:creationId xmlns:a16="http://schemas.microsoft.com/office/drawing/2014/main" id="{59291119-F18E-4929-B4EA-C1DBC2908A24}"/>
                </a:ext>
              </a:extLst>
            </p:cNvPr>
            <p:cNvSpPr/>
            <p:nvPr/>
          </p:nvSpPr>
          <p:spPr>
            <a:xfrm>
              <a:off x="1102064" y="3744626"/>
              <a:ext cx="6926320" cy="1082328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" name="Object 20">
              <a:extLst>
                <a:ext uri="{FF2B5EF4-FFF2-40B4-BE49-F238E27FC236}">
                  <a16:creationId xmlns:a16="http://schemas.microsoft.com/office/drawing/2014/main" id="{3FB4091D-B689-460E-AA50-6AE4C0366E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2273740"/>
                </p:ext>
              </p:extLst>
            </p:nvPr>
          </p:nvGraphicFramePr>
          <p:xfrm>
            <a:off x="4863257" y="3867894"/>
            <a:ext cx="1004887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182" name="Equation" r:id="rId3" imgW="1002960" imgH="342720" progId="Equation.DSMT4">
                    <p:embed/>
                  </p:oleObj>
                </mc:Choice>
                <mc:Fallback>
                  <p:oleObj name="Equation" r:id="rId3" imgW="1002960" imgH="342720" progId="Equation.DSMT4">
                    <p:embed/>
                    <p:pic>
                      <p:nvPicPr>
                        <p:cNvPr id="48" name="Object 20">
                          <a:extLst>
                            <a:ext uri="{FF2B5EF4-FFF2-40B4-BE49-F238E27FC236}">
                              <a16:creationId xmlns:a16="http://schemas.microsoft.com/office/drawing/2014/main" id="{61458494-BEEB-4350-910F-2B6F9260F6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3257" y="3867894"/>
                          <a:ext cx="1004887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1">
              <a:extLst>
                <a:ext uri="{FF2B5EF4-FFF2-40B4-BE49-F238E27FC236}">
                  <a16:creationId xmlns:a16="http://schemas.microsoft.com/office/drawing/2014/main" id="{37029BC1-3791-44FF-951A-712BB5C8D7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757324"/>
                </p:ext>
              </p:extLst>
            </p:nvPr>
          </p:nvGraphicFramePr>
          <p:xfrm>
            <a:off x="6055072" y="3867894"/>
            <a:ext cx="965200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183" name="Equation" r:id="rId5" imgW="965160" imgH="342720" progId="Equation.DSMT4">
                    <p:embed/>
                  </p:oleObj>
                </mc:Choice>
                <mc:Fallback>
                  <p:oleObj name="Equation" r:id="rId5" imgW="965160" imgH="342720" progId="Equation.DSMT4">
                    <p:embed/>
                    <p:pic>
                      <p:nvPicPr>
                        <p:cNvPr id="49" name="Object 21">
                          <a:extLst>
                            <a:ext uri="{FF2B5EF4-FFF2-40B4-BE49-F238E27FC236}">
                              <a16:creationId xmlns:a16="http://schemas.microsoft.com/office/drawing/2014/main" id="{191B771F-6F3C-46DD-83BF-AC3ABCF041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5072" y="3867894"/>
                          <a:ext cx="965200" cy="341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32">
              <a:extLst>
                <a:ext uri="{FF2B5EF4-FFF2-40B4-BE49-F238E27FC236}">
                  <a16:creationId xmlns:a16="http://schemas.microsoft.com/office/drawing/2014/main" id="{99904650-5527-4692-ABC6-2F687C0592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9184401"/>
                </p:ext>
              </p:extLst>
            </p:nvPr>
          </p:nvGraphicFramePr>
          <p:xfrm>
            <a:off x="2771800" y="4371975"/>
            <a:ext cx="48768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184" name="Equation" r:id="rId7" imgW="4876560" imgH="393480" progId="Equation.DSMT4">
                    <p:embed/>
                  </p:oleObj>
                </mc:Choice>
                <mc:Fallback>
                  <p:oleObj name="Equation" r:id="rId7" imgW="4876560" imgH="393480" progId="Equation.DSMT4">
                    <p:embed/>
                    <p:pic>
                      <p:nvPicPr>
                        <p:cNvPr id="55" name="Object 32">
                          <a:extLst>
                            <a:ext uri="{FF2B5EF4-FFF2-40B4-BE49-F238E27FC236}">
                              <a16:creationId xmlns:a16="http://schemas.microsoft.com/office/drawing/2014/main" id="{FCC3EAC3-C56F-4004-9ABA-AD8EDCCF79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4371975"/>
                          <a:ext cx="487680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EF376B60-3898-4E4E-B0B1-455AC3C07C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8514184"/>
                </p:ext>
              </p:extLst>
            </p:nvPr>
          </p:nvGraphicFramePr>
          <p:xfrm>
            <a:off x="2760961" y="3851250"/>
            <a:ext cx="20066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185" name="Equation" r:id="rId9" imgW="2006280" imgH="520560" progId="Equation.DSMT4">
                    <p:embed/>
                  </p:oleObj>
                </mc:Choice>
                <mc:Fallback>
                  <p:oleObj name="Equation" r:id="rId9" imgW="2006280" imgH="520560" progId="Equation.DSMT4">
                    <p:embed/>
                    <p:pic>
                      <p:nvPicPr>
                        <p:cNvPr id="56" name="对象 55">
                          <a:extLst>
                            <a:ext uri="{FF2B5EF4-FFF2-40B4-BE49-F238E27FC236}">
                              <a16:creationId xmlns:a16="http://schemas.microsoft.com/office/drawing/2014/main" id="{48D83A92-D42D-40CF-BC81-3AC7DD74924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60961" y="3851250"/>
                          <a:ext cx="20066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AD426F44-FA7A-45FE-A7EE-BB6F3D1B2076}"/>
              </a:ext>
            </a:extLst>
          </p:cNvPr>
          <p:cNvSpPr txBox="1">
            <a:spLocks noChangeArrowheads="1"/>
          </p:cNvSpPr>
          <p:nvPr/>
        </p:nvSpPr>
        <p:spPr>
          <a:xfrm>
            <a:off x="947587" y="299507"/>
            <a:ext cx="2752874" cy="4784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设函数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B85776B-BD61-4F9C-891D-70E281D23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81551"/>
              </p:ext>
            </p:extLst>
          </p:nvPr>
        </p:nvGraphicFramePr>
        <p:xfrm>
          <a:off x="2909933" y="406763"/>
          <a:ext cx="622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86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218868D7-5002-4D3D-8287-AF96CB7FE2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933" y="406763"/>
                        <a:ext cx="6220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B69663A-0EEE-4623-9621-A8A258AEC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832" y="323201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在点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46BBD42-86D0-4295-9ED7-4EF361CD9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0719"/>
              </p:ext>
            </p:extLst>
          </p:nvPr>
        </p:nvGraphicFramePr>
        <p:xfrm>
          <a:off x="4288986" y="397395"/>
          <a:ext cx="289800" cy="38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87" name="Equation" r:id="rId13" imgW="289800" imgH="380520" progId="Equation.DSMT4">
                  <p:embed/>
                </p:oleObj>
              </mc:Choice>
              <mc:Fallback>
                <p:oleObj name="Equation" r:id="rId13" imgW="289800" imgH="380520" progId="Equation.DSMT4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AACB3746-7B87-4161-A186-085F386DB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8986" y="397395"/>
                        <a:ext cx="289800" cy="380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D94B2C63-111D-45C7-83EB-AA07824DF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39502"/>
            <a:ext cx="41764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的某一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去心邻域</a:t>
            </a:r>
            <a:r>
              <a:rPr kumimoji="1" lang="zh-CN" altLang="en-US" sz="2400" b="1" dirty="0">
                <a:latin typeface="+mn-ea"/>
              </a:rPr>
              <a:t>内有定义，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68CDA829-639F-4920-971F-570864839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6713" y="2494092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或</a:t>
            </a:r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D70FD778-7933-4E18-A7EB-8F2F56BBC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18" y="981108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9" name="Object 52">
            <a:extLst>
              <a:ext uri="{FF2B5EF4-FFF2-40B4-BE49-F238E27FC236}">
                <a16:creationId xmlns:a16="http://schemas.microsoft.com/office/drawing/2014/main" id="{F2796782-0558-48EA-B4BE-7C03D3A14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938775"/>
              </p:ext>
            </p:extLst>
          </p:nvPr>
        </p:nvGraphicFramePr>
        <p:xfrm>
          <a:off x="945082" y="1111980"/>
          <a:ext cx="1003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88" name="Equation" r:id="rId15" imgW="1002960" imgH="342720" progId="Equation.DSMT4">
                  <p:embed/>
                </p:oleObj>
              </mc:Choice>
              <mc:Fallback>
                <p:oleObj name="Equation" r:id="rId15" imgW="1002960" imgH="342720" progId="Equation.DSMT4">
                  <p:embed/>
                  <p:pic>
                    <p:nvPicPr>
                      <p:cNvPr id="35" name="Object 52">
                        <a:extLst>
                          <a:ext uri="{FF2B5EF4-FFF2-40B4-BE49-F238E27FC236}">
                            <a16:creationId xmlns:a16="http://schemas.microsoft.com/office/drawing/2014/main" id="{856B4249-BBCC-475A-912A-1500D9F1E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082" y="1111980"/>
                        <a:ext cx="10033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3">
            <a:extLst>
              <a:ext uri="{FF2B5EF4-FFF2-40B4-BE49-F238E27FC236}">
                <a16:creationId xmlns:a16="http://schemas.microsoft.com/office/drawing/2014/main" id="{AFFE2DE9-BE76-4191-9BEB-D5F810B2F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56" y="1739340"/>
            <a:ext cx="32532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则称常数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1" lang="zh-CN" altLang="en-US" sz="2400" b="1" dirty="0">
                <a:latin typeface="+mn-ea"/>
              </a:rPr>
              <a:t>为函数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CE45FF1-9D96-49BD-8BA4-D64C77D04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546650"/>
              </p:ext>
            </p:extLst>
          </p:nvPr>
        </p:nvGraphicFramePr>
        <p:xfrm>
          <a:off x="2063352" y="1104043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89" name="Equation" r:id="rId17" imgW="965160" imgH="342720" progId="Equation.DSMT4">
                  <p:embed/>
                </p:oleObj>
              </mc:Choice>
              <mc:Fallback>
                <p:oleObj name="Equation" r:id="rId17" imgW="965160" imgH="3427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0D5338E1-9945-44B8-9EED-E6B38897F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63352" y="1104043"/>
                        <a:ext cx="96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C655791-8388-4921-B1E9-0B4D36AE3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558319"/>
              </p:ext>
            </p:extLst>
          </p:nvPr>
        </p:nvGraphicFramePr>
        <p:xfrm>
          <a:off x="3106603" y="180807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0" name="Equation" r:id="rId19" imgW="622080" imgH="342720" progId="Equation.DSMT4">
                  <p:embed/>
                </p:oleObj>
              </mc:Choice>
              <mc:Fallback>
                <p:oleObj name="Equation" r:id="rId19" imgW="622080" imgH="34272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1F304986-C62E-423D-8591-6647722420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06603" y="180807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5">
            <a:extLst>
              <a:ext uri="{FF2B5EF4-FFF2-40B4-BE49-F238E27FC236}">
                <a16:creationId xmlns:a16="http://schemas.microsoft.com/office/drawing/2014/main" id="{839A080A-CA11-4D91-B71F-F4DB61261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136" y="1710468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03BB73CF-AD30-4032-A2F9-C820946B03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791285"/>
              </p:ext>
            </p:extLst>
          </p:nvPr>
        </p:nvGraphicFramePr>
        <p:xfrm>
          <a:off x="4187736" y="1791133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1" name="Equation" r:id="rId21" imgW="863280" imgH="380880" progId="Equation.DSMT4">
                  <p:embed/>
                </p:oleObj>
              </mc:Choice>
              <mc:Fallback>
                <p:oleObj name="Equation" r:id="rId21" imgW="863280" imgH="380880" progId="Equation.DSMT4">
                  <p:embed/>
                  <p:pic>
                    <p:nvPicPr>
                      <p:cNvPr id="41" name="Object 16">
                        <a:extLst>
                          <a:ext uri="{FF2B5EF4-FFF2-40B4-BE49-F238E27FC236}">
                            <a16:creationId xmlns:a16="http://schemas.microsoft.com/office/drawing/2014/main" id="{486B37DD-82B9-490A-89B5-2AB58437B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736" y="1791133"/>
                        <a:ext cx="86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7">
            <a:extLst>
              <a:ext uri="{FF2B5EF4-FFF2-40B4-BE49-F238E27FC236}">
                <a16:creationId xmlns:a16="http://schemas.microsoft.com/office/drawing/2014/main" id="{18152BBF-179D-4E31-98A2-C38BCCAB7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130" y="1719753"/>
            <a:ext cx="198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时的极限</a:t>
            </a:r>
            <a:r>
              <a:rPr kumimoji="1" lang="zh-CN" altLang="en-US" sz="2400" dirty="0">
                <a:latin typeface="Symbol" panose="05050102010706020507" pitchFamily="18" charset="2"/>
              </a:rPr>
              <a:t>．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A92E71EF-26BF-4FC8-BF02-DB3F28E8A0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961024"/>
              </p:ext>
            </p:extLst>
          </p:nvPr>
        </p:nvGraphicFramePr>
        <p:xfrm>
          <a:off x="1309733" y="2574018"/>
          <a:ext cx="1600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2" name="Equation" r:id="rId23" imgW="1600200" imgH="520560" progId="Equation.DSMT4">
                  <p:embed/>
                </p:oleObj>
              </mc:Choice>
              <mc:Fallback>
                <p:oleObj name="Equation" r:id="rId23" imgW="1600200" imgH="520560" progId="Equation.DSMT4">
                  <p:embed/>
                  <p:pic>
                    <p:nvPicPr>
                      <p:cNvPr id="43" name="Object 13">
                        <a:extLst>
                          <a:ext uri="{FF2B5EF4-FFF2-40B4-BE49-F238E27FC236}">
                            <a16:creationId xmlns:a16="http://schemas.microsoft.com/office/drawing/2014/main" id="{0A7034CB-7540-4912-9A1B-9C9DBA412A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733" y="2574018"/>
                        <a:ext cx="1600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8">
            <a:extLst>
              <a:ext uri="{FF2B5EF4-FFF2-40B4-BE49-F238E27FC236}">
                <a16:creationId xmlns:a16="http://schemas.microsoft.com/office/drawing/2014/main" id="{74AE0A69-243E-4679-94DF-BE4F4F362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011" y="2489037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n-ea"/>
              </a:rPr>
              <a:t>记作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3D4FC17-72D4-4847-941B-B77A36BB51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572052"/>
              </p:ext>
            </p:extLst>
          </p:nvPr>
        </p:nvGraphicFramePr>
        <p:xfrm>
          <a:off x="3666930" y="2563832"/>
          <a:ext cx="269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3" name="Equation" r:id="rId25" imgW="2692080" imgH="393480" progId="Equation.DSMT4">
                  <p:embed/>
                </p:oleObj>
              </mc:Choice>
              <mc:Fallback>
                <p:oleObj name="Equation" r:id="rId25" imgW="2692080" imgH="3934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D504B22F-11DF-4A94-80E0-AA18844B62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66930" y="2563832"/>
                        <a:ext cx="2692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78535B1B-407C-430F-81E5-83974D08FA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878685"/>
              </p:ext>
            </p:extLst>
          </p:nvPr>
        </p:nvGraphicFramePr>
        <p:xfrm>
          <a:off x="1331316" y="3730313"/>
          <a:ext cx="130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4" name="Equation" r:id="rId27" imgW="1307880" imgH="342720" progId="Equation.DSMT4">
                  <p:embed/>
                </p:oleObj>
              </mc:Choice>
              <mc:Fallback>
                <p:oleObj name="Equation" r:id="rId27" imgW="1307880" imgH="342720" progId="Equation.DSMT4">
                  <p:embed/>
                  <p:pic>
                    <p:nvPicPr>
                      <p:cNvPr id="47" name="Object 3">
                        <a:extLst>
                          <a:ext uri="{FF2B5EF4-FFF2-40B4-BE49-F238E27FC236}">
                            <a16:creationId xmlns:a16="http://schemas.microsoft.com/office/drawing/2014/main" id="{533B2B27-B0E5-480D-B577-3AFBA40E90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316" y="3730313"/>
                        <a:ext cx="1308100" cy="342900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C2200E6-48A8-437D-8DFA-29D8F0005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378767"/>
              </p:ext>
            </p:extLst>
          </p:nvPr>
        </p:nvGraphicFramePr>
        <p:xfrm>
          <a:off x="3143522" y="1048139"/>
          <a:ext cx="483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5" name="Equation" r:id="rId29" imgW="4838400" imgH="393480" progId="Equation.DSMT4">
                  <p:embed/>
                </p:oleObj>
              </mc:Choice>
              <mc:Fallback>
                <p:oleObj name="Equation" r:id="rId29" imgW="4838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143522" y="1048139"/>
                        <a:ext cx="4838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281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2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5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 autoUpdateAnimBg="0"/>
      <p:bldP spid="8" grpId="0" autoUpdateAnimBg="0"/>
      <p:bldP spid="11" grpId="0" autoUpdateAnimBg="0"/>
      <p:bldP spid="14" grpId="0" autoUpdateAnimBg="0"/>
      <p:bldP spid="16" grpId="0" autoUpdateAnimBg="0"/>
      <p:bldP spid="1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72E5CB8-58C8-40D2-B7D6-A0186076806D}"/>
              </a:ext>
            </a:extLst>
          </p:cNvPr>
          <p:cNvGrpSpPr/>
          <p:nvPr/>
        </p:nvGrpSpPr>
        <p:grpSpPr>
          <a:xfrm>
            <a:off x="5978648" y="590101"/>
            <a:ext cx="2304256" cy="3600400"/>
            <a:chOff x="6732240" y="1131590"/>
            <a:chExt cx="2304256" cy="3600400"/>
          </a:xfrm>
        </p:grpSpPr>
        <p:sp>
          <p:nvSpPr>
            <p:cNvPr id="3" name="矩形: 圆角 47">
              <a:extLst>
                <a:ext uri="{FF2B5EF4-FFF2-40B4-BE49-F238E27FC236}">
                  <a16:creationId xmlns:a16="http://schemas.microsoft.com/office/drawing/2014/main" id="{45FD8531-6601-4BCC-8B55-A9B0E8048C46}"/>
                </a:ext>
              </a:extLst>
            </p:cNvPr>
            <p:cNvSpPr/>
            <p:nvPr/>
          </p:nvSpPr>
          <p:spPr>
            <a:xfrm>
              <a:off x="6732240" y="1131590"/>
              <a:ext cx="2304256" cy="3600400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0410F00-11D1-44D7-B73F-367AD1004F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1115655"/>
                </p:ext>
              </p:extLst>
            </p:nvPr>
          </p:nvGraphicFramePr>
          <p:xfrm>
            <a:off x="7154118" y="2507995"/>
            <a:ext cx="1384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46" name="Equation" r:id="rId3" imgW="1384200" imgH="279360" progId="Equation.DSMT4">
                    <p:embed/>
                  </p:oleObj>
                </mc:Choice>
                <mc:Fallback>
                  <p:oleObj name="Equation" r:id="rId3" imgW="1384200" imgH="27936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0B295B8E-D914-484E-9602-0025976730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4118" y="2507995"/>
                          <a:ext cx="13843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65E22410-D568-404B-BC9A-C5FF9B5C81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5720342"/>
                </p:ext>
              </p:extLst>
            </p:nvPr>
          </p:nvGraphicFramePr>
          <p:xfrm>
            <a:off x="6948264" y="1851670"/>
            <a:ext cx="1682750" cy="544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47" name="Equation" r:id="rId5" imgW="1600200" imgH="520560" progId="Equation.DSMT4">
                    <p:embed/>
                  </p:oleObj>
                </mc:Choice>
                <mc:Fallback>
                  <p:oleObj name="Equation" r:id="rId5" imgW="1600200" imgH="52056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77C0BFFE-712A-4569-9830-DAC53045EA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8264" y="1851670"/>
                          <a:ext cx="1682750" cy="544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CF5F96F-5A1C-414F-ACB4-AEB830C75D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1994825"/>
                </p:ext>
              </p:extLst>
            </p:nvPr>
          </p:nvGraphicFramePr>
          <p:xfrm>
            <a:off x="6826696" y="4123308"/>
            <a:ext cx="2209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48" name="Equation" r:id="rId7" imgW="2209680" imgH="380880" progId="Equation.DSMT4">
                    <p:embed/>
                  </p:oleObj>
                </mc:Choice>
                <mc:Fallback>
                  <p:oleObj name="Equation" r:id="rId7" imgW="2209680" imgH="38088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9D2A836C-B04D-4B51-8338-35D0EA133A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6696" y="4123308"/>
                          <a:ext cx="22098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D2631AF-DA27-486E-9FE3-8B70A7FF19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795507"/>
                </p:ext>
              </p:extLst>
            </p:nvPr>
          </p:nvGraphicFramePr>
          <p:xfrm>
            <a:off x="7154118" y="3008263"/>
            <a:ext cx="1460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49" name="Equation" r:id="rId9" imgW="1460160" imgH="380880" progId="Equation.DSMT4">
                    <p:embed/>
                  </p:oleObj>
                </mc:Choice>
                <mc:Fallback>
                  <p:oleObj name="Equation" r:id="rId9" imgW="1460160" imgH="380880" progId="Equation.DSMT4">
                    <p:embed/>
                    <p:pic>
                      <p:nvPicPr>
                        <p:cNvPr id="62" name="对象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4118" y="3008263"/>
                          <a:ext cx="14605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62CF16F-0394-4E80-B7A6-757B77030A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6723445"/>
                </p:ext>
              </p:extLst>
            </p:nvPr>
          </p:nvGraphicFramePr>
          <p:xfrm>
            <a:off x="6910452" y="3567150"/>
            <a:ext cx="2119313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50" name="Equation" r:id="rId11" imgW="2349360" imgH="393480" progId="Equation.DSMT4">
                    <p:embed/>
                  </p:oleObj>
                </mc:Choice>
                <mc:Fallback>
                  <p:oleObj name="Equation" r:id="rId11" imgW="2349360" imgH="393480" progId="Equation.DSMT4">
                    <p:embed/>
                    <p:pic>
                      <p:nvPicPr>
                        <p:cNvPr id="64" name="对象 63">
                          <a:extLst>
                            <a:ext uri="{FF2B5EF4-FFF2-40B4-BE49-F238E27FC236}">
                              <a16:creationId xmlns:a16="http://schemas.microsoft.com/office/drawing/2014/main" id="{9C97643E-F0FB-4F26-A584-6B3ECE2EC5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0452" y="3567150"/>
                          <a:ext cx="2119313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45DB80E-05E7-420E-B503-D233203513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5826742"/>
                </p:ext>
              </p:extLst>
            </p:nvPr>
          </p:nvGraphicFramePr>
          <p:xfrm>
            <a:off x="7092007" y="1347614"/>
            <a:ext cx="1368425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51" name="Equation" r:id="rId13" imgW="1307880" imgH="342720" progId="Equation.DSMT4">
                    <p:embed/>
                  </p:oleObj>
                </mc:Choice>
                <mc:Fallback>
                  <p:oleObj name="Equation" r:id="rId13" imgW="1307880" imgH="34272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AD9326C1-0FAD-4F35-BECF-CBA4239F03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2007" y="1347614"/>
                          <a:ext cx="1368425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文本框 10">
            <a:extLst>
              <a:ext uri="{FF2B5EF4-FFF2-40B4-BE49-F238E27FC236}">
                <a16:creationId xmlns:a16="http://schemas.microsoft.com/office/drawing/2014/main" id="{1FF7EF66-1DF7-4CD6-8B0A-BFE3546BE56B}"/>
              </a:ext>
            </a:extLst>
          </p:cNvPr>
          <p:cNvSpPr txBox="1"/>
          <p:nvPr/>
        </p:nvSpPr>
        <p:spPr>
          <a:xfrm>
            <a:off x="940286" y="344460"/>
            <a:ext cx="146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44C4B59-1820-44A9-9305-62D6F68B1E80}"/>
              </a:ext>
            </a:extLst>
          </p:cNvPr>
          <p:cNvGrpSpPr/>
          <p:nvPr/>
        </p:nvGrpSpPr>
        <p:grpSpPr>
          <a:xfrm>
            <a:off x="351583" y="1036988"/>
            <a:ext cx="5383666" cy="461665"/>
            <a:chOff x="268454" y="1300812"/>
            <a:chExt cx="5383666" cy="461665"/>
          </a:xfrm>
        </p:grpSpPr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6733F5F1-8124-4C41-8D40-581154B830E7}"/>
                </a:ext>
              </a:extLst>
            </p:cNvPr>
            <p:cNvSpPr txBox="1"/>
            <p:nvPr/>
          </p:nvSpPr>
          <p:spPr>
            <a:xfrm>
              <a:off x="268454" y="1300812"/>
              <a:ext cx="5383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cs typeface="Times New Roman" pitchFamily="18" charset="0"/>
                </a:rPr>
                <a:t>1.  </a:t>
              </a:r>
              <a:r>
                <a:rPr lang="zh-CN" altLang="en-US" sz="2400" b="1" dirty="0">
                  <a:latin typeface="+mn-ea"/>
                </a:rPr>
                <a:t>是任意给定</a:t>
              </a:r>
              <a:r>
                <a:rPr lang="en-US" altLang="zh-CN" sz="2400" b="1" dirty="0">
                  <a:latin typeface="+mn-ea"/>
                </a:rPr>
                <a:t>(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不论多么小</a:t>
              </a:r>
              <a:r>
                <a:rPr lang="en-US" altLang="zh-CN" sz="2400" b="1" dirty="0">
                  <a:latin typeface="+mn-ea"/>
                </a:rPr>
                <a:t>)</a:t>
              </a:r>
              <a:r>
                <a:rPr lang="zh-CN" altLang="en-US" sz="2400" b="1" dirty="0">
                  <a:latin typeface="+mn-ea"/>
                </a:rPr>
                <a:t>的正数</a:t>
              </a:r>
              <a:r>
                <a:rPr lang="zh-CN" altLang="en-US" sz="2400" b="1" dirty="0"/>
                <a:t>；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5F2B0A00-1764-4F81-874D-B6B9A1923D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589117"/>
                </p:ext>
              </p:extLst>
            </p:nvPr>
          </p:nvGraphicFramePr>
          <p:xfrm>
            <a:off x="758875" y="1427714"/>
            <a:ext cx="212725" cy="225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52" name="Equation" r:id="rId15" imgW="203040" imgH="215640" progId="Equation.DSMT4">
                    <p:embed/>
                  </p:oleObj>
                </mc:Choice>
                <mc:Fallback>
                  <p:oleObj name="Equation" r:id="rId15" imgW="203040" imgH="21564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BF7F712-856B-4309-9E86-EC44352FA3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8875" y="1427714"/>
                          <a:ext cx="212725" cy="225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E1E3FC2-DB35-48CD-8BD2-36A42940F72D}"/>
              </a:ext>
            </a:extLst>
          </p:cNvPr>
          <p:cNvGrpSpPr/>
          <p:nvPr/>
        </p:nvGrpSpPr>
        <p:grpSpPr>
          <a:xfrm>
            <a:off x="351583" y="1795627"/>
            <a:ext cx="4536505" cy="461665"/>
            <a:chOff x="412470" y="2076637"/>
            <a:chExt cx="4536505" cy="46166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1354BD1-2327-4800-9E1D-67A0C1F35AC1}"/>
                </a:ext>
              </a:extLst>
            </p:cNvPr>
            <p:cNvSpPr txBox="1"/>
            <p:nvPr/>
          </p:nvSpPr>
          <p:spPr>
            <a:xfrm>
              <a:off x="412470" y="2076637"/>
              <a:ext cx="45365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2.  </a:t>
              </a:r>
              <a:r>
                <a:rPr lang="zh-CN" altLang="en-US" sz="2400" b="1" dirty="0">
                  <a:latin typeface="+mn-ea"/>
                </a:rPr>
                <a:t>与任意给定的正数  有关，</a:t>
              </a:r>
              <a:endParaRPr lang="zh-CN" altLang="en-US" sz="2400" dirty="0">
                <a:latin typeface="Symbol" panose="05050102010706020507" pitchFamily="18" charset="2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C1346622-CAB5-4902-9882-9F50E9D027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1659467"/>
                </p:ext>
              </p:extLst>
            </p:nvPr>
          </p:nvGraphicFramePr>
          <p:xfrm>
            <a:off x="901303" y="2185574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53" name="Equation" r:id="rId17" imgW="215640" imgH="279360" progId="Equation.DSMT4">
                    <p:embed/>
                  </p:oleObj>
                </mc:Choice>
                <mc:Fallback>
                  <p:oleObj name="Equation" r:id="rId17" imgW="215640" imgH="2793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BE1361D3-65BD-44E5-9D5E-D7F3C760946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01303" y="2185574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AE8A9BA1-B34A-43DE-B9B6-81797A4F0C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505110"/>
                </p:ext>
              </p:extLst>
            </p:nvPr>
          </p:nvGraphicFramePr>
          <p:xfrm>
            <a:off x="3635896" y="2217324"/>
            <a:ext cx="203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954" name="Equation" r:id="rId19" imgW="203040" imgH="215640" progId="Equation.DSMT4">
                    <p:embed/>
                  </p:oleObj>
                </mc:Choice>
                <mc:Fallback>
                  <p:oleObj name="Equation" r:id="rId19" imgW="203040" imgH="21564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14B0EA1-A931-4435-98EC-289C99A134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35896" y="2217324"/>
                          <a:ext cx="2032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DC4E3D9-2FAB-4695-A5F5-7BD324616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887332"/>
              </p:ext>
            </p:extLst>
          </p:nvPr>
        </p:nvGraphicFramePr>
        <p:xfrm>
          <a:off x="828113" y="2571728"/>
          <a:ext cx="220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55" name="Equation" r:id="rId21" imgW="2209680" imgH="342720" progId="Equation.DSMT4">
                  <p:embed/>
                </p:oleObj>
              </mc:Choice>
              <mc:Fallback>
                <p:oleObj name="Equation" r:id="rId21" imgW="22096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DFFD6E5-9A05-4E66-9AAF-0FA728E7F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113" y="2571728"/>
                        <a:ext cx="2209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>
            <a:extLst>
              <a:ext uri="{FF2B5EF4-FFF2-40B4-BE49-F238E27FC236}">
                <a16:creationId xmlns:a16="http://schemas.microsoft.com/office/drawing/2014/main" id="{BF27144D-4558-4482-B5D8-1AE1467C8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563161"/>
              </p:ext>
            </p:extLst>
          </p:nvPr>
        </p:nvGraphicFramePr>
        <p:xfrm>
          <a:off x="834265" y="3913165"/>
          <a:ext cx="42529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56" name="Equation" r:id="rId23" imgW="4254480" imgH="393480" progId="Equation.DSMT4">
                  <p:embed/>
                </p:oleObj>
              </mc:Choice>
              <mc:Fallback>
                <p:oleObj name="Equation" r:id="rId23" imgW="4254480" imgH="39348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0639EA76-A543-4D07-A5B7-A68E09445E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265" y="3913165"/>
                        <a:ext cx="42529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1E23ACEF-8224-4CE4-93A8-3E6EBF7E72B7}"/>
              </a:ext>
            </a:extLst>
          </p:cNvPr>
          <p:cNvSpPr txBox="1"/>
          <p:nvPr/>
        </p:nvSpPr>
        <p:spPr>
          <a:xfrm>
            <a:off x="356330" y="3188284"/>
            <a:ext cx="76547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3.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0" name="Object 6">
            <a:extLst>
              <a:ext uri="{FF2B5EF4-FFF2-40B4-BE49-F238E27FC236}">
                <a16:creationId xmlns:a16="http://schemas.microsoft.com/office/drawing/2014/main" id="{7231C1D9-57A2-4176-916A-5DADFA26E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301385"/>
              </p:ext>
            </p:extLst>
          </p:nvPr>
        </p:nvGraphicFramePr>
        <p:xfrm>
          <a:off x="845576" y="3267053"/>
          <a:ext cx="38973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57" name="Equation" r:id="rId25" imgW="3898800" imgH="393480" progId="Equation.DSMT4">
                  <p:embed/>
                </p:oleObj>
              </mc:Choice>
              <mc:Fallback>
                <p:oleObj name="Equation" r:id="rId25" imgW="3898800" imgH="39348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6935D18B-734C-4EE9-8193-895686CBDE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576" y="3267053"/>
                        <a:ext cx="38973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3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954A0DB-A167-41E6-8449-A5128B0CD47C}"/>
              </a:ext>
            </a:extLst>
          </p:cNvPr>
          <p:cNvSpPr txBox="1">
            <a:spLocks noChangeArrowheads="1"/>
          </p:cNvSpPr>
          <p:nvPr/>
        </p:nvSpPr>
        <p:spPr>
          <a:xfrm>
            <a:off x="1103576" y="338956"/>
            <a:ext cx="3124200" cy="54634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证明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89A78F5-08C0-48D4-AB65-DD4D085D1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576" y="1050604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C6CBFB23-3914-4C7F-BBCE-AED1D2745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757" y="1826316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5" name="Object 52">
            <a:extLst>
              <a:ext uri="{FF2B5EF4-FFF2-40B4-BE49-F238E27FC236}">
                <a16:creationId xmlns:a16="http://schemas.microsoft.com/office/drawing/2014/main" id="{76484003-7494-4035-BA75-6B5786D8D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443255"/>
              </p:ext>
            </p:extLst>
          </p:nvPr>
        </p:nvGraphicFramePr>
        <p:xfrm>
          <a:off x="1664469" y="1168747"/>
          <a:ext cx="1003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0" name="Equation" r:id="rId3" imgW="1002960" imgH="342720" progId="Equation.DSMT4">
                  <p:embed/>
                </p:oleObj>
              </mc:Choice>
              <mc:Fallback>
                <p:oleObj name="Equation" r:id="rId3" imgW="1002960" imgH="342720" progId="Equation.DSMT4">
                  <p:embed/>
                  <p:pic>
                    <p:nvPicPr>
                      <p:cNvPr id="22" name="Object 52">
                        <a:extLst>
                          <a:ext uri="{FF2B5EF4-FFF2-40B4-BE49-F238E27FC236}">
                            <a16:creationId xmlns:a16="http://schemas.microsoft.com/office/drawing/2014/main" id="{2036CB2D-FF4A-4B29-9892-0D5EC5F46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469" y="1168747"/>
                        <a:ext cx="10033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2">
            <a:extLst>
              <a:ext uri="{FF2B5EF4-FFF2-40B4-BE49-F238E27FC236}">
                <a16:creationId xmlns:a16="http://schemas.microsoft.com/office/drawing/2014/main" id="{0E70877F-B129-427E-84E4-2BE7CE3A10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334377"/>
              </p:ext>
            </p:extLst>
          </p:nvPr>
        </p:nvGraphicFramePr>
        <p:xfrm>
          <a:off x="4703241" y="1143347"/>
          <a:ext cx="300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1" name="Equation" r:id="rId5" imgW="3009600" imgH="393480" progId="Equation.DSMT4">
                  <p:embed/>
                </p:oleObj>
              </mc:Choice>
              <mc:Fallback>
                <p:oleObj name="Equation" r:id="rId5" imgW="3009600" imgH="393480" progId="Equation.DSMT4">
                  <p:embed/>
                  <p:pic>
                    <p:nvPicPr>
                      <p:cNvPr id="23" name="Object 32">
                        <a:extLst>
                          <a:ext uri="{FF2B5EF4-FFF2-40B4-BE49-F238E27FC236}">
                            <a16:creationId xmlns:a16="http://schemas.microsoft.com/office/drawing/2014/main" id="{B5B2DB15-3290-4BF9-A3BD-FF60E8C106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3241" y="1143347"/>
                        <a:ext cx="30099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FD9286B-AECE-460E-AE64-EEE978C78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233916"/>
              </p:ext>
            </p:extLst>
          </p:nvPr>
        </p:nvGraphicFramePr>
        <p:xfrm>
          <a:off x="2817589" y="1142476"/>
          <a:ext cx="172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2" name="Equation" r:id="rId7" imgW="1726920" imgH="380880" progId="Equation.DSMT4">
                  <p:embed/>
                </p:oleObj>
              </mc:Choice>
              <mc:Fallback>
                <p:oleObj name="Equation" r:id="rId7" imgW="1726920" imgH="3808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CEEBE8E8-1C69-4D06-A001-C771067C32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589" y="1142476"/>
                        <a:ext cx="1727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CE7351C-CB56-4CA6-BD09-1288EA51D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992274"/>
              </p:ext>
            </p:extLst>
          </p:nvPr>
        </p:nvGraphicFramePr>
        <p:xfrm>
          <a:off x="2483768" y="411510"/>
          <a:ext cx="3721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3" name="Equation" r:id="rId9" imgW="3720960" imgH="533160" progId="Equation.DSMT4">
                  <p:embed/>
                </p:oleObj>
              </mc:Choice>
              <mc:Fallback>
                <p:oleObj name="Equation" r:id="rId9" imgW="3720960" imgH="5331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DDACCFFD-915E-4DA8-9A21-6A1A92D338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3768" y="411510"/>
                        <a:ext cx="3721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73C631A-CB24-4034-836A-828F6927E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696378"/>
              </p:ext>
            </p:extLst>
          </p:nvPr>
        </p:nvGraphicFramePr>
        <p:xfrm>
          <a:off x="5045397" y="1906935"/>
          <a:ext cx="1371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4" name="Equation" r:id="rId11" imgW="1371600" imgH="520560" progId="Equation.DSMT4">
                  <p:embed/>
                </p:oleObj>
              </mc:Choice>
              <mc:Fallback>
                <p:oleObj name="Equation" r:id="rId11" imgW="1371600" imgH="5205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9ECDB2C8-9F30-4BD6-95A8-FEB9BB2AF1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45397" y="1906935"/>
                        <a:ext cx="13716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DC9E9707-9234-4138-B3BC-7A21BC199E46}"/>
              </a:ext>
            </a:extLst>
          </p:cNvPr>
          <p:cNvSpPr txBox="1">
            <a:spLocks noChangeArrowheads="1"/>
          </p:cNvSpPr>
          <p:nvPr/>
        </p:nvSpPr>
        <p:spPr>
          <a:xfrm>
            <a:off x="1111349" y="2543986"/>
            <a:ext cx="3124200" cy="54634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+mn-ea"/>
                <a:cs typeface="+mj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证明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DDAB176-0BB3-45B7-A6B1-2470FA353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636599"/>
              </p:ext>
            </p:extLst>
          </p:nvPr>
        </p:nvGraphicFramePr>
        <p:xfrm>
          <a:off x="2483768" y="2616547"/>
          <a:ext cx="1371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5" name="Equation" r:id="rId13" imgW="1371600" imgH="520560" progId="Equation.DSMT4">
                  <p:embed/>
                </p:oleObj>
              </mc:Choice>
              <mc:Fallback>
                <p:oleObj name="Equation" r:id="rId13" imgW="1371600" imgH="5205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2B62F1C1-892B-40CA-A567-326B9AF332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83768" y="2616547"/>
                        <a:ext cx="13716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2">
            <a:extLst>
              <a:ext uri="{FF2B5EF4-FFF2-40B4-BE49-F238E27FC236}">
                <a16:creationId xmlns:a16="http://schemas.microsoft.com/office/drawing/2014/main" id="{5D5C854E-92C9-47FF-9395-87405C7F77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838849"/>
              </p:ext>
            </p:extLst>
          </p:nvPr>
        </p:nvGraphicFramePr>
        <p:xfrm>
          <a:off x="656357" y="1932905"/>
          <a:ext cx="2895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6" name="Equation" r:id="rId15" imgW="2895480" imgH="342720" progId="Equation.DSMT4">
                  <p:embed/>
                </p:oleObj>
              </mc:Choice>
              <mc:Fallback>
                <p:oleObj name="Equation" r:id="rId15" imgW="2895480" imgH="342720" progId="Equation.DSMT4">
                  <p:embed/>
                  <p:pic>
                    <p:nvPicPr>
                      <p:cNvPr id="29" name="Object 32">
                        <a:extLst>
                          <a:ext uri="{FF2B5EF4-FFF2-40B4-BE49-F238E27FC236}">
                            <a16:creationId xmlns:a16="http://schemas.microsoft.com/office/drawing/2014/main" id="{6D4C3DE8-1337-445A-A43D-D51792849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57" y="1932905"/>
                        <a:ext cx="2895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>
            <a:extLst>
              <a:ext uri="{FF2B5EF4-FFF2-40B4-BE49-F238E27FC236}">
                <a16:creationId xmlns:a16="http://schemas.microsoft.com/office/drawing/2014/main" id="{16F84B98-0DF7-4BE4-8831-5A2D31393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576" y="3253812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642C254D-D0B0-4FBE-AE97-2DB38A0D4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709" y="3982034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15" name="Object 52">
            <a:extLst>
              <a:ext uri="{FF2B5EF4-FFF2-40B4-BE49-F238E27FC236}">
                <a16:creationId xmlns:a16="http://schemas.microsoft.com/office/drawing/2014/main" id="{9C214E85-4751-4000-96AD-219CB25163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14939"/>
              </p:ext>
            </p:extLst>
          </p:nvPr>
        </p:nvGraphicFramePr>
        <p:xfrm>
          <a:off x="1664469" y="3372197"/>
          <a:ext cx="1003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7" name="Equation" r:id="rId17" imgW="1002960" imgH="342720" progId="Equation.DSMT4">
                  <p:embed/>
                </p:oleObj>
              </mc:Choice>
              <mc:Fallback>
                <p:oleObj name="Equation" r:id="rId17" imgW="1002960" imgH="342720" progId="Equation.DSMT4">
                  <p:embed/>
                  <p:pic>
                    <p:nvPicPr>
                      <p:cNvPr id="32" name="Object 52">
                        <a:extLst>
                          <a:ext uri="{FF2B5EF4-FFF2-40B4-BE49-F238E27FC236}">
                            <a16:creationId xmlns:a16="http://schemas.microsoft.com/office/drawing/2014/main" id="{8718DF57-77A1-4AD0-A462-4DCDADC2AF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469" y="3372197"/>
                        <a:ext cx="10033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2">
            <a:extLst>
              <a:ext uri="{FF2B5EF4-FFF2-40B4-BE49-F238E27FC236}">
                <a16:creationId xmlns:a16="http://schemas.microsoft.com/office/drawing/2014/main" id="{08E98DC1-7114-47C2-B019-622C29E2C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524688"/>
              </p:ext>
            </p:extLst>
          </p:nvPr>
        </p:nvGraphicFramePr>
        <p:xfrm>
          <a:off x="4148633" y="3346797"/>
          <a:ext cx="349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8" name="Equation" r:id="rId19" imgW="3492360" imgH="393480" progId="Equation.DSMT4">
                  <p:embed/>
                </p:oleObj>
              </mc:Choice>
              <mc:Fallback>
                <p:oleObj name="Equation" r:id="rId19" imgW="3492360" imgH="39348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B9A78E8E-7BD4-4312-9532-6B6EFE2D42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633" y="3346797"/>
                        <a:ext cx="34925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AE4E5B9-5C8C-4167-B77B-900A85DBF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351948"/>
              </p:ext>
            </p:extLst>
          </p:nvPr>
        </p:nvGraphicFramePr>
        <p:xfrm>
          <a:off x="2810793" y="3346797"/>
          <a:ext cx="1130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9" name="Equation" r:id="rId21" imgW="1130040" imgH="380880" progId="Equation.DSMT4">
                  <p:embed/>
                </p:oleObj>
              </mc:Choice>
              <mc:Fallback>
                <p:oleObj name="Equation" r:id="rId21" imgW="1130040" imgH="38088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AFBB8C3A-389F-44C8-A786-3C03AAF09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10793" y="3346797"/>
                        <a:ext cx="1130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2">
            <a:extLst>
              <a:ext uri="{FF2B5EF4-FFF2-40B4-BE49-F238E27FC236}">
                <a16:creationId xmlns:a16="http://schemas.microsoft.com/office/drawing/2014/main" id="{90FA6448-4CE0-4103-A845-708D35D7A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694295"/>
              </p:ext>
            </p:extLst>
          </p:nvPr>
        </p:nvGraphicFramePr>
        <p:xfrm>
          <a:off x="721345" y="4034185"/>
          <a:ext cx="252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60" name="Equation" r:id="rId23" imgW="2527200" imgH="380880" progId="Equation.DSMT4">
                  <p:embed/>
                </p:oleObj>
              </mc:Choice>
              <mc:Fallback>
                <p:oleObj name="Equation" r:id="rId23" imgW="2527200" imgH="380880" progId="Equation.DSMT4">
                  <p:embed/>
                  <p:pic>
                    <p:nvPicPr>
                      <p:cNvPr id="36" name="Object 32">
                        <a:extLst>
                          <a:ext uri="{FF2B5EF4-FFF2-40B4-BE49-F238E27FC236}">
                            <a16:creationId xmlns:a16="http://schemas.microsoft.com/office/drawing/2014/main" id="{557FFEC9-008B-455B-96CB-4B9FCEA5FE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45" y="4034185"/>
                        <a:ext cx="2527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EF46A8C-125C-430E-AE78-10B633DE5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705031"/>
              </p:ext>
            </p:extLst>
          </p:nvPr>
        </p:nvGraphicFramePr>
        <p:xfrm>
          <a:off x="4613349" y="4038947"/>
          <a:ext cx="1371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61" name="Equation" r:id="rId25" imgW="1371600" imgH="520560" progId="Equation.DSMT4">
                  <p:embed/>
                </p:oleObj>
              </mc:Choice>
              <mc:Fallback>
                <p:oleObj name="Equation" r:id="rId25" imgW="1371600" imgH="52056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15377626-B3EE-4979-92BC-21B1CACEC1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13349" y="4038947"/>
                        <a:ext cx="13716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282DAD3-4B69-4E7B-A2A7-81799D8005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767913"/>
              </p:ext>
            </p:extLst>
          </p:nvPr>
        </p:nvGraphicFramePr>
        <p:xfrm>
          <a:off x="3585493" y="1978372"/>
          <a:ext cx="558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62" name="Equation" r:id="rId27" imgW="558720" imgH="215640" progId="Equation.DSMT4">
                  <p:embed/>
                </p:oleObj>
              </mc:Choice>
              <mc:Fallback>
                <p:oleObj name="Equation" r:id="rId27" imgW="558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85493" y="1978372"/>
                        <a:ext cx="558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FBFFC97-3CA6-49DC-8AEA-10BE3D2CA8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666964"/>
              </p:ext>
            </p:extLst>
          </p:nvPr>
        </p:nvGraphicFramePr>
        <p:xfrm>
          <a:off x="3248645" y="4154835"/>
          <a:ext cx="558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63" name="Equation" r:id="rId29" imgW="558720" imgH="215640" progId="Equation.DSMT4">
                  <p:embed/>
                </p:oleObj>
              </mc:Choice>
              <mc:Fallback>
                <p:oleObj name="Equation" r:id="rId29" imgW="558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248645" y="4154835"/>
                        <a:ext cx="558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772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10" grpId="0"/>
      <p:bldP spid="13" grpId="0" autoUpdateAnimBg="0"/>
      <p:bldP spid="1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5B0505A-ED39-4714-9BCE-F1DDEAD15229}"/>
              </a:ext>
            </a:extLst>
          </p:cNvPr>
          <p:cNvSpPr txBox="1">
            <a:spLocks noChangeArrowheads="1"/>
          </p:cNvSpPr>
          <p:nvPr/>
        </p:nvSpPr>
        <p:spPr>
          <a:xfrm>
            <a:off x="895966" y="352345"/>
            <a:ext cx="281940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6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证明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B8C6259-A68F-47B5-A93A-62248DDB5C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821511"/>
              </p:ext>
            </p:extLst>
          </p:nvPr>
        </p:nvGraphicFramePr>
        <p:xfrm>
          <a:off x="2267744" y="195486"/>
          <a:ext cx="1765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0" name="Equation" r:id="rId3" imgW="1765080" imgH="774360" progId="Equation.DSMT4">
                  <p:embed/>
                </p:oleObj>
              </mc:Choice>
              <mc:Fallback>
                <p:oleObj name="Equation" r:id="rId3" imgW="1765080" imgH="7743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FEE849F5-C112-4B29-9885-F870337D2F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195486"/>
                        <a:ext cx="17653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40534A15-E31C-478D-9499-02067D880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93" y="2570063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62D61A44-89D7-473E-815D-12AE5AB03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1001" y="2602700"/>
            <a:ext cx="8498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时，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D9F8CEF4-91E8-495C-A791-3C94C190A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404" y="3591226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10" name="Object 52">
            <a:extLst>
              <a:ext uri="{FF2B5EF4-FFF2-40B4-BE49-F238E27FC236}">
                <a16:creationId xmlns:a16="http://schemas.microsoft.com/office/drawing/2014/main" id="{85958567-3BAE-4CC6-B9D0-BB590A23F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299292"/>
              </p:ext>
            </p:extLst>
          </p:nvPr>
        </p:nvGraphicFramePr>
        <p:xfrm>
          <a:off x="1481196" y="2692350"/>
          <a:ext cx="1003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1" name="Equation" r:id="rId5" imgW="1002960" imgH="342720" progId="Equation.DSMT4">
                  <p:embed/>
                </p:oleObj>
              </mc:Choice>
              <mc:Fallback>
                <p:oleObj name="Equation" r:id="rId5" imgW="1002960" imgH="342720" progId="Equation.DSMT4">
                  <p:embed/>
                  <p:pic>
                    <p:nvPicPr>
                      <p:cNvPr id="19" name="Object 52">
                        <a:extLst>
                          <a:ext uri="{FF2B5EF4-FFF2-40B4-BE49-F238E27FC236}">
                            <a16:creationId xmlns:a16="http://schemas.microsoft.com/office/drawing/2014/main" id="{04B74FE7-3532-4FB2-993D-D769E79B2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96" y="2692350"/>
                        <a:ext cx="10033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2">
            <a:extLst>
              <a:ext uri="{FF2B5EF4-FFF2-40B4-BE49-F238E27FC236}">
                <a16:creationId xmlns:a16="http://schemas.microsoft.com/office/drawing/2014/main" id="{327BEA83-DE86-4754-8AD9-B449D4A9A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971143"/>
              </p:ext>
            </p:extLst>
          </p:nvPr>
        </p:nvGraphicFramePr>
        <p:xfrm>
          <a:off x="3970539" y="2663226"/>
          <a:ext cx="204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2" name="Equation" r:id="rId7" imgW="2044440" imgH="380880" progId="Equation.DSMT4">
                  <p:embed/>
                </p:oleObj>
              </mc:Choice>
              <mc:Fallback>
                <p:oleObj name="Equation" r:id="rId7" imgW="2044440" imgH="380880" progId="Equation.DSMT4">
                  <p:embed/>
                  <p:pic>
                    <p:nvPicPr>
                      <p:cNvPr id="20" name="Object 32">
                        <a:extLst>
                          <a:ext uri="{FF2B5EF4-FFF2-40B4-BE49-F238E27FC236}">
                            <a16:creationId xmlns:a16="http://schemas.microsoft.com/office/drawing/2014/main" id="{E60456E7-9538-46B1-B0E7-DCF70CEA87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539" y="2663226"/>
                        <a:ext cx="2044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DC3A86-3670-4D9E-AE6A-44789C9DD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11962"/>
              </p:ext>
            </p:extLst>
          </p:nvPr>
        </p:nvGraphicFramePr>
        <p:xfrm>
          <a:off x="2593182" y="2665636"/>
          <a:ext cx="1130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3" name="Equation" r:id="rId9" imgW="1130040" imgH="380880" progId="Equation.DSMT4">
                  <p:embed/>
                </p:oleObj>
              </mc:Choice>
              <mc:Fallback>
                <p:oleObj name="Equation" r:id="rId9" imgW="1130040" imgH="380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A3AA243-C0D7-41C6-BD5E-AD369C7D5A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93182" y="2665636"/>
                        <a:ext cx="1130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0DA55C1-E324-4224-BF59-A650768C99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495488"/>
              </p:ext>
            </p:extLst>
          </p:nvPr>
        </p:nvGraphicFramePr>
        <p:xfrm>
          <a:off x="1088232" y="3414936"/>
          <a:ext cx="2006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4" name="Equation" r:id="rId11" imgW="2006280" imgH="888840" progId="Equation.DSMT4">
                  <p:embed/>
                </p:oleObj>
              </mc:Choice>
              <mc:Fallback>
                <p:oleObj name="Equation" r:id="rId11" imgW="2006280" imgH="8888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6A96CD08-EC4C-4B9B-B975-FBDCA099A4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88232" y="3414936"/>
                        <a:ext cx="2006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5EC2BB52-F175-4FD2-AB66-47E9D1513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685450"/>
              </p:ext>
            </p:extLst>
          </p:nvPr>
        </p:nvGraphicFramePr>
        <p:xfrm>
          <a:off x="4053682" y="3465736"/>
          <a:ext cx="17621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5" name="Equation" r:id="rId13" imgW="1765080" imgH="774360" progId="Equation.DSMT4">
                  <p:embed/>
                </p:oleObj>
              </mc:Choice>
              <mc:Fallback>
                <p:oleObj name="Equation" r:id="rId13" imgW="1765080" imgH="774360" progId="Equation.DSMT4">
                  <p:embed/>
                  <p:pic>
                    <p:nvPicPr>
                      <p:cNvPr id="23" name="Object 3">
                        <a:extLst>
                          <a:ext uri="{FF2B5EF4-FFF2-40B4-BE49-F238E27FC236}">
                            <a16:creationId xmlns:a16="http://schemas.microsoft.com/office/drawing/2014/main" id="{D7F6616A-D0E3-4FCC-9B4F-9D0EF8F8CA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3682" y="3465736"/>
                        <a:ext cx="17621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:a16="http://schemas.microsoft.com/office/drawing/2014/main" id="{B2849896-6F66-4094-8046-C1EC15AC6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851" y="1521261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分析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16" name="Object 32">
            <a:extLst>
              <a:ext uri="{FF2B5EF4-FFF2-40B4-BE49-F238E27FC236}">
                <a16:creationId xmlns:a16="http://schemas.microsoft.com/office/drawing/2014/main" id="{97C8E8F3-7385-4287-A921-0C35E6300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26390"/>
              </p:ext>
            </p:extLst>
          </p:nvPr>
        </p:nvGraphicFramePr>
        <p:xfrm>
          <a:off x="1756098" y="1321023"/>
          <a:ext cx="300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6" name="Equation" r:id="rId15" imgW="3009600" imgH="888840" progId="Equation.DSMT4">
                  <p:embed/>
                </p:oleObj>
              </mc:Choice>
              <mc:Fallback>
                <p:oleObj name="Equation" r:id="rId15" imgW="3009600" imgH="888840" progId="Equation.DSMT4">
                  <p:embed/>
                  <p:pic>
                    <p:nvPicPr>
                      <p:cNvPr id="12" name="Object 32">
                        <a:extLst>
                          <a:ext uri="{FF2B5EF4-FFF2-40B4-BE49-F238E27FC236}">
                            <a16:creationId xmlns:a16="http://schemas.microsoft.com/office/drawing/2014/main" id="{5D5C854E-92C9-47FF-9395-87405C7F7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6098" y="1321023"/>
                        <a:ext cx="30099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4">
            <a:extLst>
              <a:ext uri="{FF2B5EF4-FFF2-40B4-BE49-F238E27FC236}">
                <a16:creationId xmlns:a16="http://schemas.microsoft.com/office/drawing/2014/main" id="{F047EC4C-DA8B-435A-BD95-CCD248663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963" y="3577765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必有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C7A1280-D337-4BD6-BE88-9D9CC03059B3}"/>
              </a:ext>
            </a:extLst>
          </p:cNvPr>
          <p:cNvGrpSpPr/>
          <p:nvPr/>
        </p:nvGrpSpPr>
        <p:grpSpPr>
          <a:xfrm>
            <a:off x="6202149" y="831621"/>
            <a:ext cx="2683051" cy="1562734"/>
            <a:chOff x="6215281" y="975637"/>
            <a:chExt cx="2683051" cy="1562734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9098328-52ED-48A4-A604-3F6D04B117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0814056"/>
                </p:ext>
              </p:extLst>
            </p:nvPr>
          </p:nvGraphicFramePr>
          <p:xfrm>
            <a:off x="7923164" y="1043165"/>
            <a:ext cx="975168" cy="619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17" name="Equation" r:id="rId17" imgW="1218960" imgH="774360" progId="Equation.DSMT4">
                    <p:embed/>
                  </p:oleObj>
                </mc:Choice>
                <mc:Fallback>
                  <p:oleObj name="Equation" r:id="rId17" imgW="1218960" imgH="77436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C06BA102-2C4C-45B1-B3B9-F3107638B9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923164" y="1043165"/>
                          <a:ext cx="975168" cy="6194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528B620-8A11-4CDD-9A98-0DB2BED1FE05}"/>
                </a:ext>
              </a:extLst>
            </p:cNvPr>
            <p:cNvGrpSpPr/>
            <p:nvPr/>
          </p:nvGrpSpPr>
          <p:grpSpPr>
            <a:xfrm>
              <a:off x="6215281" y="975637"/>
              <a:ext cx="2094941" cy="1562734"/>
              <a:chOff x="6699063" y="2029999"/>
              <a:chExt cx="2094941" cy="1562734"/>
            </a:xfrm>
          </p:grpSpPr>
          <p:sp>
            <p:nvSpPr>
              <p:cNvPr id="21" name="Line 40">
                <a:extLst>
                  <a:ext uri="{FF2B5EF4-FFF2-40B4-BE49-F238E27FC236}">
                    <a16:creationId xmlns:a16="http://schemas.microsoft.com/office/drawing/2014/main" id="{2AC18DA1-DD69-4EC2-AF58-2FE5382C4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99063" y="3336943"/>
                <a:ext cx="20866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22" name="Line 35">
                <a:extLst>
                  <a:ext uri="{FF2B5EF4-FFF2-40B4-BE49-F238E27FC236}">
                    <a16:creationId xmlns:a16="http://schemas.microsoft.com/office/drawing/2014/main" id="{52B9A78C-E273-4128-9F1F-A18DA5DFB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04591" y="2029999"/>
                <a:ext cx="1627" cy="15617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/>
                <a:tailEnd type="none" w="med" len="lg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23" name="Object 36">
                <a:extLst>
                  <a:ext uri="{FF2B5EF4-FFF2-40B4-BE49-F238E27FC236}">
                    <a16:creationId xmlns:a16="http://schemas.microsoft.com/office/drawing/2014/main" id="{D3DBB8F6-6E67-4EE6-A670-E90960DB4ED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1804257"/>
                  </p:ext>
                </p:extLst>
              </p:nvPr>
            </p:nvGraphicFramePr>
            <p:xfrm>
              <a:off x="7501551" y="3368222"/>
              <a:ext cx="203040" cy="223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018" name="Equation" r:id="rId19" imgW="253800" imgH="279360" progId="Equation.DSMT4">
                      <p:embed/>
                    </p:oleObj>
                  </mc:Choice>
                  <mc:Fallback>
                    <p:oleObj name="Equation" r:id="rId19" imgW="253800" imgH="279360" progId="Equation.DSMT4">
                      <p:embed/>
                      <p:pic>
                        <p:nvPicPr>
                          <p:cNvPr id="10" name="Object 36">
                            <a:extLst>
                              <a:ext uri="{FF2B5EF4-FFF2-40B4-BE49-F238E27FC236}">
                                <a16:creationId xmlns:a16="http://schemas.microsoft.com/office/drawing/2014/main" id="{E0E30B8E-2F74-4AF3-848E-E864CC2447C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3368222"/>
                            <a:ext cx="203040" cy="2234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37">
                <a:extLst>
                  <a:ext uri="{FF2B5EF4-FFF2-40B4-BE49-F238E27FC236}">
                    <a16:creationId xmlns:a16="http://schemas.microsoft.com/office/drawing/2014/main" id="{90D0F28A-000F-4318-BF70-FD9DF7390D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8053412"/>
                  </p:ext>
                </p:extLst>
              </p:nvPr>
            </p:nvGraphicFramePr>
            <p:xfrm>
              <a:off x="8641652" y="3430301"/>
              <a:ext cx="152352" cy="162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019" name="Equation" r:id="rId21" imgW="190440" imgH="203040" progId="Equation.DSMT4">
                      <p:embed/>
                    </p:oleObj>
                  </mc:Choice>
                  <mc:Fallback>
                    <p:oleObj name="Equation" r:id="rId21" imgW="190440" imgH="203040" progId="Equation.DSMT4">
                      <p:embed/>
                      <p:pic>
                        <p:nvPicPr>
                          <p:cNvPr id="11" name="Object 37">
                            <a:extLst>
                              <a:ext uri="{FF2B5EF4-FFF2-40B4-BE49-F238E27FC236}">
                                <a16:creationId xmlns:a16="http://schemas.microsoft.com/office/drawing/2014/main" id="{04345BB0-0D38-4B38-89E1-2888DAABC8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41652" y="3430301"/>
                            <a:ext cx="152352" cy="162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38">
                <a:extLst>
                  <a:ext uri="{FF2B5EF4-FFF2-40B4-BE49-F238E27FC236}">
                    <a16:creationId xmlns:a16="http://schemas.microsoft.com/office/drawing/2014/main" id="{0ED0F6ED-481C-4DD4-AFE9-42CB7F0E97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8578061"/>
                  </p:ext>
                </p:extLst>
              </p:nvPr>
            </p:nvGraphicFramePr>
            <p:xfrm>
              <a:off x="7501551" y="2079893"/>
              <a:ext cx="171450" cy="212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020" name="Equation" r:id="rId23" imgW="215640" imgH="266400" progId="Equation.DSMT4">
                      <p:embed/>
                    </p:oleObj>
                  </mc:Choice>
                  <mc:Fallback>
                    <p:oleObj name="Equation" r:id="rId23" imgW="215640" imgH="266400" progId="Equation.DSMT4">
                      <p:embed/>
                      <p:pic>
                        <p:nvPicPr>
                          <p:cNvPr id="12" name="Object 38">
                            <a:extLst>
                              <a:ext uri="{FF2B5EF4-FFF2-40B4-BE49-F238E27FC236}">
                                <a16:creationId xmlns:a16="http://schemas.microsoft.com/office/drawing/2014/main" id="{ED6B8203-C823-43B0-B906-AD1C229EF46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2079893"/>
                            <a:ext cx="171450" cy="212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" name="Line 52">
              <a:extLst>
                <a:ext uri="{FF2B5EF4-FFF2-40B4-BE49-F238E27FC236}">
                  <a16:creationId xmlns:a16="http://schemas.microsoft.com/office/drawing/2014/main" id="{AE1DBA90-0DE0-4123-AE62-A1F2D3375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27043" y="975637"/>
              <a:ext cx="1571943" cy="1515398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01E0EB5-E835-4BF5-9146-304DA61D83C7}"/>
                </a:ext>
              </a:extLst>
            </p:cNvPr>
            <p:cNvCxnSpPr>
              <a:cxnSpLocks/>
            </p:cNvCxnSpPr>
            <p:nvPr/>
          </p:nvCxnSpPr>
          <p:spPr>
            <a:xfrm>
              <a:off x="7697385" y="1404243"/>
              <a:ext cx="0" cy="87833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D0C0C52-4D31-4F57-BC60-F440C23F504B}"/>
                </a:ext>
              </a:extLst>
            </p:cNvPr>
            <p:cNvSpPr/>
            <p:nvPr/>
          </p:nvSpPr>
          <p:spPr>
            <a:xfrm>
              <a:off x="7678488" y="1343908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6260A956-8DD1-4339-A5D4-0FA961A40D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0653800"/>
                </p:ext>
              </p:extLst>
            </p:nvPr>
          </p:nvGraphicFramePr>
          <p:xfrm>
            <a:off x="7654741" y="2324594"/>
            <a:ext cx="101376" cy="213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21" name="Equation" r:id="rId25" imgW="126720" imgH="266400" progId="Equation.DSMT4">
                    <p:embed/>
                  </p:oleObj>
                </mc:Choice>
                <mc:Fallback>
                  <p:oleObj name="Equation" r:id="rId25" imgW="126720" imgH="2664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12221999-290A-43BA-BEF9-8769677979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654741" y="2324594"/>
                          <a:ext cx="101376" cy="2131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D135B5E-C40C-4AEE-96EF-734618DD41B2}"/>
                </a:ext>
              </a:extLst>
            </p:cNvPr>
            <p:cNvSpPr/>
            <p:nvPr/>
          </p:nvSpPr>
          <p:spPr>
            <a:xfrm>
              <a:off x="7673876" y="1325909"/>
              <a:ext cx="54000" cy="54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1A8E654-D7C7-4772-B35E-90357C75A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65903"/>
              </p:ext>
            </p:extLst>
          </p:nvPr>
        </p:nvGraphicFramePr>
        <p:xfrm>
          <a:off x="4725394" y="1609691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22" name="Equation" r:id="rId27" imgW="1130040" imgH="330120" progId="Equation.DSMT4">
                  <p:embed/>
                </p:oleObj>
              </mc:Choice>
              <mc:Fallback>
                <p:oleObj name="Equation" r:id="rId27" imgW="11300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25394" y="1609691"/>
                        <a:ext cx="1130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038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8" grpId="0" autoUpdateAnimBg="0"/>
      <p:bldP spid="15" grpId="0" autoUpdateAnimBg="0"/>
      <p:bldP spid="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3B0B2AD9-AC01-498C-A111-CCCD60A9F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3274" y="2561043"/>
            <a:ext cx="2958896" cy="824339"/>
          </a:xfrm>
          <a:prstGeom prst="rect">
            <a:avLst/>
          </a:prstGeom>
          <a:solidFill>
            <a:srgbClr val="00FFFF">
              <a:alpha val="50000"/>
            </a:srgbClr>
          </a:solidFill>
          <a:ln w="9525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A28614-659B-45D0-8FEE-4058F918839A}"/>
              </a:ext>
            </a:extLst>
          </p:cNvPr>
          <p:cNvSpPr txBox="1"/>
          <p:nvPr/>
        </p:nvSpPr>
        <p:spPr>
          <a:xfrm>
            <a:off x="971600" y="627534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自变量趋于有限值时函数极限的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几何意义</a:t>
            </a:r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2A1F594A-A0F6-4B76-ABF6-408504EAF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786" y="3371828"/>
            <a:ext cx="2949354" cy="11075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14" name="Line 5">
            <a:extLst>
              <a:ext uri="{FF2B5EF4-FFF2-40B4-BE49-F238E27FC236}">
                <a16:creationId xmlns:a16="http://schemas.microsoft.com/office/drawing/2014/main" id="{19434E3B-E359-4D3C-A415-00550DD002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2784" y="2572001"/>
            <a:ext cx="2949409" cy="9499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id="{25A60C96-125D-414D-83A7-6BAB04B72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006" y="2978795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4FC9720C-431B-4299-9AE6-8FC4FC9AB83F}"/>
              </a:ext>
            </a:extLst>
          </p:cNvPr>
          <p:cNvGrpSpPr>
            <a:grpSpLocks/>
          </p:cNvGrpSpPr>
          <p:nvPr/>
        </p:nvGrpSpPr>
        <p:grpSpPr bwMode="auto">
          <a:xfrm>
            <a:off x="5734601" y="1945791"/>
            <a:ext cx="2678943" cy="1960856"/>
            <a:chOff x="53" y="18"/>
            <a:chExt cx="1756" cy="1286"/>
          </a:xfrm>
        </p:grpSpPr>
        <p:sp>
          <p:nvSpPr>
            <p:cNvPr id="17" name="未知">
              <a:extLst>
                <a:ext uri="{FF2B5EF4-FFF2-40B4-BE49-F238E27FC236}">
                  <a16:creationId xmlns:a16="http://schemas.microsoft.com/office/drawing/2014/main" id="{2954A44C-7AB6-4554-A473-41B3459C2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248"/>
              <a:ext cx="1632" cy="1056"/>
            </a:xfrm>
            <a:custGeom>
              <a:avLst/>
              <a:gdLst>
                <a:gd name="T0" fmla="*/ 0 w 1344"/>
                <a:gd name="T1" fmla="*/ 1547 h 960"/>
                <a:gd name="T2" fmla="*/ 254 w 1344"/>
                <a:gd name="T3" fmla="*/ 1238 h 960"/>
                <a:gd name="T4" fmla="*/ 633 w 1344"/>
                <a:gd name="T5" fmla="*/ 1005 h 960"/>
                <a:gd name="T6" fmla="*/ 1520 w 1344"/>
                <a:gd name="T7" fmla="*/ 696 h 960"/>
                <a:gd name="T8" fmla="*/ 2661 w 1344"/>
                <a:gd name="T9" fmla="*/ 386 h 960"/>
                <a:gd name="T10" fmla="*/ 3549 w 1344"/>
                <a:gd name="T11" fmla="*/ 0 h 9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4"/>
                <a:gd name="T19" fmla="*/ 0 h 960"/>
                <a:gd name="T20" fmla="*/ 1344 w 1344"/>
                <a:gd name="T21" fmla="*/ 960 h 9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4" h="960">
                  <a:moveTo>
                    <a:pt x="0" y="960"/>
                  </a:moveTo>
                  <a:cubicBezTo>
                    <a:pt x="28" y="892"/>
                    <a:pt x="56" y="824"/>
                    <a:pt x="96" y="768"/>
                  </a:cubicBezTo>
                  <a:cubicBezTo>
                    <a:pt x="136" y="712"/>
                    <a:pt x="160" y="680"/>
                    <a:pt x="240" y="624"/>
                  </a:cubicBezTo>
                  <a:cubicBezTo>
                    <a:pt x="320" y="568"/>
                    <a:pt x="448" y="496"/>
                    <a:pt x="576" y="432"/>
                  </a:cubicBezTo>
                  <a:cubicBezTo>
                    <a:pt x="704" y="368"/>
                    <a:pt x="880" y="312"/>
                    <a:pt x="1008" y="240"/>
                  </a:cubicBezTo>
                  <a:cubicBezTo>
                    <a:pt x="1136" y="168"/>
                    <a:pt x="1288" y="40"/>
                    <a:pt x="1344" y="0"/>
                  </a:cubicBezTo>
                </a:path>
              </a:pathLst>
            </a:custGeom>
            <a:noFill/>
            <a:ln w="25400" cmpd="sng">
              <a:solidFill>
                <a:srgbClr val="0064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graphicFrame>
          <p:nvGraphicFramePr>
            <p:cNvPr id="18" name="Object 9">
              <a:extLst>
                <a:ext uri="{FF2B5EF4-FFF2-40B4-BE49-F238E27FC236}">
                  <a16:creationId xmlns:a16="http://schemas.microsoft.com/office/drawing/2014/main" id="{DD6AAADC-0260-48FA-876E-E6B60DC213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9860360"/>
                </p:ext>
              </p:extLst>
            </p:nvPr>
          </p:nvGraphicFramePr>
          <p:xfrm>
            <a:off x="1085" y="18"/>
            <a:ext cx="724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134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9" name="Object 9">
                          <a:extLst>
                            <a:ext uri="{FF2B5EF4-FFF2-40B4-BE49-F238E27FC236}">
                              <a16:creationId xmlns:a16="http://schemas.microsoft.com/office/drawing/2014/main" id="{9AFAAA5E-0107-44E1-AC52-7D3ECE05B6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5" y="18"/>
                          <a:ext cx="724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0">
            <a:extLst>
              <a:ext uri="{FF2B5EF4-FFF2-40B4-BE49-F238E27FC236}">
                <a16:creationId xmlns:a16="http://schemas.microsoft.com/office/drawing/2014/main" id="{D778BEDA-225F-4B54-B93E-E6B6150C3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627283"/>
              </p:ext>
            </p:extLst>
          </p:nvPr>
        </p:nvGraphicFramePr>
        <p:xfrm>
          <a:off x="4650343" y="3230541"/>
          <a:ext cx="6731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35" name="Equation" r:id="rId5" imgW="672840" imgH="279360" progId="Equation.DSMT4">
                  <p:embed/>
                </p:oleObj>
              </mc:Choice>
              <mc:Fallback>
                <p:oleObj name="Equation" r:id="rId5" imgW="672840" imgH="279360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AFA09A6B-0120-407D-B752-537B7A258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343" y="3230541"/>
                        <a:ext cx="67310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ED2D47D1-BD8F-462F-87EB-78AAA790A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204116"/>
              </p:ext>
            </p:extLst>
          </p:nvPr>
        </p:nvGraphicFramePr>
        <p:xfrm>
          <a:off x="4648245" y="2380374"/>
          <a:ext cx="6731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36" name="Equation" r:id="rId7" imgW="672840" imgH="279360" progId="Equation.DSMT4">
                  <p:embed/>
                </p:oleObj>
              </mc:Choice>
              <mc:Fallback>
                <p:oleObj name="Equation" r:id="rId7" imgW="672840" imgH="27936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43A848B8-809F-4DB8-BD64-40DE969E2B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45" y="2380374"/>
                        <a:ext cx="67310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>
            <a:extLst>
              <a:ext uri="{FF2B5EF4-FFF2-40B4-BE49-F238E27FC236}">
                <a16:creationId xmlns:a16="http://schemas.microsoft.com/office/drawing/2014/main" id="{BC4BB336-56F9-44CF-8E0B-B2F1B1E84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74367"/>
              </p:ext>
            </p:extLst>
          </p:nvPr>
        </p:nvGraphicFramePr>
        <p:xfrm>
          <a:off x="4943015" y="2849666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37" name="Equation" r:id="rId9" imgW="241200" imgH="266400" progId="Equation.DSMT4">
                  <p:embed/>
                </p:oleObj>
              </mc:Choice>
              <mc:Fallback>
                <p:oleObj name="Equation" r:id="rId9" imgW="241200" imgH="26640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E07578E4-F3A7-45A3-B605-E38F03F3BF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015" y="2849666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3">
            <a:extLst>
              <a:ext uri="{FF2B5EF4-FFF2-40B4-BE49-F238E27FC236}">
                <a16:creationId xmlns:a16="http://schemas.microsoft.com/office/drawing/2014/main" id="{D37AEC17-DCA8-410B-8956-769015408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490386"/>
              </p:ext>
            </p:extLst>
          </p:nvPr>
        </p:nvGraphicFramePr>
        <p:xfrm>
          <a:off x="5763627" y="3997697"/>
          <a:ext cx="7493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38" name="Equation" r:id="rId11" imgW="749160" imgH="380880" progId="Equation.DSMT4">
                  <p:embed/>
                </p:oleObj>
              </mc:Choice>
              <mc:Fallback>
                <p:oleObj name="Equation" r:id="rId11" imgW="749160" imgH="38088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B8A3CB9F-01D2-4349-98F5-94DEC3534F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3627" y="3997697"/>
                        <a:ext cx="749300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4">
            <a:extLst>
              <a:ext uri="{FF2B5EF4-FFF2-40B4-BE49-F238E27FC236}">
                <a16:creationId xmlns:a16="http://schemas.microsoft.com/office/drawing/2014/main" id="{1C96F759-7CBB-40BB-B86F-CD4B7121C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312594"/>
              </p:ext>
            </p:extLst>
          </p:nvPr>
        </p:nvGraphicFramePr>
        <p:xfrm>
          <a:off x="7231515" y="4000512"/>
          <a:ext cx="762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39" name="Equation" r:id="rId13" imgW="761760" imgH="380880" progId="Equation.DSMT4">
                  <p:embed/>
                </p:oleObj>
              </mc:Choice>
              <mc:Fallback>
                <p:oleObj name="Equation" r:id="rId13" imgW="761760" imgH="38088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45259A9F-5D80-43D8-A181-9BE62C1637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1515" y="4000512"/>
                        <a:ext cx="762000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5">
            <a:extLst>
              <a:ext uri="{FF2B5EF4-FFF2-40B4-BE49-F238E27FC236}">
                <a16:creationId xmlns:a16="http://schemas.microsoft.com/office/drawing/2014/main" id="{921BCFFD-0DA8-425D-A28A-F5B8B482E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701134"/>
              </p:ext>
            </p:extLst>
          </p:nvPr>
        </p:nvGraphicFramePr>
        <p:xfrm>
          <a:off x="6732521" y="3984736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0" name="Equation" r:id="rId15" imgW="279360" imgH="380880" progId="Equation.DSMT4">
                  <p:embed/>
                </p:oleObj>
              </mc:Choice>
              <mc:Fallback>
                <p:oleObj name="Equation" r:id="rId15" imgW="279360" imgH="380880" progId="Equation.DSMT4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0B0FA729-EEA4-4481-98B9-6D13AC6AB5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21" y="3984736"/>
                        <a:ext cx="279400" cy="381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6">
            <a:extLst>
              <a:ext uri="{FF2B5EF4-FFF2-40B4-BE49-F238E27FC236}">
                <a16:creationId xmlns:a16="http://schemas.microsoft.com/office/drawing/2014/main" id="{0F4B4919-8FCD-4D63-B83A-6D930C360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220669"/>
              </p:ext>
            </p:extLst>
          </p:nvPr>
        </p:nvGraphicFramePr>
        <p:xfrm>
          <a:off x="7058822" y="3660850"/>
          <a:ext cx="215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1" name="Equation" r:id="rId17" imgW="215640" imgH="279360" progId="Equation.DSMT4">
                  <p:embed/>
                </p:oleObj>
              </mc:Choice>
              <mc:Fallback>
                <p:oleObj name="Equation" r:id="rId17" imgW="215640" imgH="279360" progId="Equation.DSMT4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2C2662DA-0518-4985-89F7-5E64E74DCC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822" y="3660850"/>
                        <a:ext cx="215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7">
            <a:extLst>
              <a:ext uri="{FF2B5EF4-FFF2-40B4-BE49-F238E27FC236}">
                <a16:creationId xmlns:a16="http://schemas.microsoft.com/office/drawing/2014/main" id="{1724CA81-7C21-4DE6-9801-7CCA9B857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230746"/>
              </p:ext>
            </p:extLst>
          </p:nvPr>
        </p:nvGraphicFramePr>
        <p:xfrm>
          <a:off x="6338097" y="3660850"/>
          <a:ext cx="215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2" name="Equation" r:id="rId19" imgW="215640" imgH="279360" progId="Equation.DSMT4">
                  <p:embed/>
                </p:oleObj>
              </mc:Choice>
              <mc:Fallback>
                <p:oleObj name="Equation" r:id="rId19" imgW="215640" imgH="27936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706D7E81-635E-4829-AD6F-B82461A7FA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097" y="3660850"/>
                        <a:ext cx="215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18">
            <a:extLst>
              <a:ext uri="{FF2B5EF4-FFF2-40B4-BE49-F238E27FC236}">
                <a16:creationId xmlns:a16="http://schemas.microsoft.com/office/drawing/2014/main" id="{B5C9685A-45D4-45C0-93E0-28F786A40906}"/>
              </a:ext>
            </a:extLst>
          </p:cNvPr>
          <p:cNvGrpSpPr>
            <a:grpSpLocks/>
          </p:cNvGrpSpPr>
          <p:nvPr/>
        </p:nvGrpSpPr>
        <p:grpSpPr bwMode="auto">
          <a:xfrm>
            <a:off x="5113979" y="1851670"/>
            <a:ext cx="3562477" cy="2438400"/>
            <a:chOff x="23" y="192"/>
            <a:chExt cx="2245" cy="1536"/>
          </a:xfrm>
        </p:grpSpPr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F0989727-AF39-4FA0-A661-660182B25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" y="1536"/>
              <a:ext cx="2245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wrap="none" anchor="ctr"/>
            <a:lstStyle/>
            <a:p>
              <a:endParaRPr lang="zh-CN" altLang="en-US" sz="2800" b="1" dirty="0">
                <a:latin typeface="+mn-ea"/>
              </a:endParaRPr>
            </a:p>
          </p:txBody>
        </p:sp>
        <p:sp>
          <p:nvSpPr>
            <p:cNvPr id="29" name="Line 20">
              <a:extLst>
                <a:ext uri="{FF2B5EF4-FFF2-40B4-BE49-F238E27FC236}">
                  <a16:creationId xmlns:a16="http://schemas.microsoft.com/office/drawing/2014/main" id="{88B42095-5AED-45F5-A215-AA2991E7A7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" y="19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wrap="none" anchor="ctr"/>
            <a:lstStyle/>
            <a:p>
              <a:endParaRPr lang="zh-CN" altLang="en-US" sz="2800" b="1" dirty="0">
                <a:latin typeface="+mn-ea"/>
              </a:endParaRPr>
            </a:p>
          </p:txBody>
        </p:sp>
        <p:graphicFrame>
          <p:nvGraphicFramePr>
            <p:cNvPr id="30" name="Object 21">
              <a:extLst>
                <a:ext uri="{FF2B5EF4-FFF2-40B4-BE49-F238E27FC236}">
                  <a16:creationId xmlns:a16="http://schemas.microsoft.com/office/drawing/2014/main" id="{2FA04021-2A01-4487-9C3C-9900A302BA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2113334"/>
                </p:ext>
              </p:extLst>
            </p:nvPr>
          </p:nvGraphicFramePr>
          <p:xfrm>
            <a:off x="2172" y="1597"/>
            <a:ext cx="96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143" name="Equation" r:id="rId21" imgW="190440" imgH="203040" progId="Equation.DSMT4">
                    <p:embed/>
                  </p:oleObj>
                </mc:Choice>
                <mc:Fallback>
                  <p:oleObj name="Equation" r:id="rId21" imgW="190440" imgH="203040" progId="Equation.DSMT4">
                    <p:embed/>
                    <p:pic>
                      <p:nvPicPr>
                        <p:cNvPr id="21" name="Object 21">
                          <a:extLst>
                            <a:ext uri="{FF2B5EF4-FFF2-40B4-BE49-F238E27FC236}">
                              <a16:creationId xmlns:a16="http://schemas.microsoft.com/office/drawing/2014/main" id="{685A3034-8ED3-4A94-905C-AAD8FC942B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2" y="1597"/>
                          <a:ext cx="96" cy="1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22">
              <a:extLst>
                <a:ext uri="{FF2B5EF4-FFF2-40B4-BE49-F238E27FC236}">
                  <a16:creationId xmlns:a16="http://schemas.microsoft.com/office/drawing/2014/main" id="{2659B7A6-F2E1-4E74-B4F7-AD0687C71E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8978759"/>
                </p:ext>
              </p:extLst>
            </p:nvPr>
          </p:nvGraphicFramePr>
          <p:xfrm>
            <a:off x="45" y="192"/>
            <a:ext cx="110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144" name="Equation" r:id="rId23" imgW="215640" imgH="266400" progId="Equation.DSMT4">
                    <p:embed/>
                  </p:oleObj>
                </mc:Choice>
                <mc:Fallback>
                  <p:oleObj name="Equation" r:id="rId23" imgW="215640" imgH="266400" progId="Equation.DSMT4">
                    <p:embed/>
                    <p:pic>
                      <p:nvPicPr>
                        <p:cNvPr id="22" name="Object 22">
                          <a:extLst>
                            <a:ext uri="{FF2B5EF4-FFF2-40B4-BE49-F238E27FC236}">
                              <a16:creationId xmlns:a16="http://schemas.microsoft.com/office/drawing/2014/main" id="{A438F9AC-48E2-461B-80EA-C7EB90129A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" y="192"/>
                          <a:ext cx="110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3">
              <a:extLst>
                <a:ext uri="{FF2B5EF4-FFF2-40B4-BE49-F238E27FC236}">
                  <a16:creationId xmlns:a16="http://schemas.microsoft.com/office/drawing/2014/main" id="{C9ABA7AE-9314-4566-B486-77A985F890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8505199"/>
                </p:ext>
              </p:extLst>
            </p:nvPr>
          </p:nvGraphicFramePr>
          <p:xfrm>
            <a:off x="43" y="1563"/>
            <a:ext cx="128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145" name="Equation" r:id="rId25" imgW="253800" imgH="279360" progId="Equation.DSMT4">
                    <p:embed/>
                  </p:oleObj>
                </mc:Choice>
                <mc:Fallback>
                  <p:oleObj name="Equation" r:id="rId25" imgW="253800" imgH="279360" progId="Equation.DSMT4">
                    <p:embed/>
                    <p:pic>
                      <p:nvPicPr>
                        <p:cNvPr id="23" name="Object 23">
                          <a:extLst>
                            <a:ext uri="{FF2B5EF4-FFF2-40B4-BE49-F238E27FC236}">
                              <a16:creationId xmlns:a16="http://schemas.microsoft.com/office/drawing/2014/main" id="{810E78D4-8BF5-45CC-B65D-2D2655703F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" y="1563"/>
                          <a:ext cx="128" cy="1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Line 24">
            <a:extLst>
              <a:ext uri="{FF2B5EF4-FFF2-40B4-BE49-F238E27FC236}">
                <a16:creationId xmlns:a16="http://schemas.microsoft.com/office/drawing/2014/main" id="{42EA29B7-1DE9-4974-A6CF-11CA525FA5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981" y="2545196"/>
            <a:ext cx="10675" cy="1451187"/>
          </a:xfrm>
          <a:prstGeom prst="line">
            <a:avLst/>
          </a:prstGeom>
          <a:noFill/>
          <a:ln w="254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34" name="Line 25">
            <a:extLst>
              <a:ext uri="{FF2B5EF4-FFF2-40B4-BE49-F238E27FC236}">
                <a16:creationId xmlns:a16="http://schemas.microsoft.com/office/drawing/2014/main" id="{4DEE32E5-8547-4AC9-B87E-20A48D11D09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23890" y="2535693"/>
            <a:ext cx="9603" cy="1464817"/>
          </a:xfrm>
          <a:prstGeom prst="line">
            <a:avLst/>
          </a:prstGeom>
          <a:noFill/>
          <a:ln w="254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35" name="Line 26">
            <a:extLst>
              <a:ext uri="{FF2B5EF4-FFF2-40B4-BE49-F238E27FC236}">
                <a16:creationId xmlns:a16="http://schemas.microsoft.com/office/drawing/2014/main" id="{0CF26CDD-C69A-4565-B80A-12AF654B1B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65006" y="3016894"/>
            <a:ext cx="0" cy="983617"/>
          </a:xfrm>
          <a:prstGeom prst="line">
            <a:avLst/>
          </a:prstGeom>
          <a:noFill/>
          <a:ln w="254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36" name="Oval 28">
            <a:extLst>
              <a:ext uri="{FF2B5EF4-FFF2-40B4-BE49-F238E27FC236}">
                <a16:creationId xmlns:a16="http://schemas.microsoft.com/office/drawing/2014/main" id="{B4F85518-20D2-4FC1-B68F-978473AAD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3256" y="2959745"/>
            <a:ext cx="76200" cy="762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id="{9FB2ECEC-7923-4B40-B9DD-AFC5B28BCE8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02784" y="2982926"/>
            <a:ext cx="2951162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FB88171C-94BA-4DA6-A8D8-4A586E0E8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434" y="2597347"/>
            <a:ext cx="1364059" cy="776664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46043D69-8045-4372-AA4B-777C65E3CF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637179"/>
              </p:ext>
            </p:extLst>
          </p:nvPr>
        </p:nvGraphicFramePr>
        <p:xfrm>
          <a:off x="568785" y="1631032"/>
          <a:ext cx="173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6" name="Equation" r:id="rId27" imgW="1739880" imgH="520560" progId="Equation.DSMT4">
                  <p:embed/>
                </p:oleObj>
              </mc:Choice>
              <mc:Fallback>
                <p:oleObj name="Equation" r:id="rId27" imgW="1739880" imgH="52056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61E90E2-A925-4944-94F6-1CCD40FF8D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8785" y="1631032"/>
                        <a:ext cx="1739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0">
            <a:extLst>
              <a:ext uri="{FF2B5EF4-FFF2-40B4-BE49-F238E27FC236}">
                <a16:creationId xmlns:a16="http://schemas.microsoft.com/office/drawing/2014/main" id="{9EE266D9-503F-42C2-8C1C-02F7CF38A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871839"/>
              </p:ext>
            </p:extLst>
          </p:nvPr>
        </p:nvGraphicFramePr>
        <p:xfrm>
          <a:off x="2444915" y="1657948"/>
          <a:ext cx="10048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7" name="Equation" r:id="rId29" imgW="1002960" imgH="342720" progId="Equation.DSMT4">
                  <p:embed/>
                </p:oleObj>
              </mc:Choice>
              <mc:Fallback>
                <p:oleObj name="Equation" r:id="rId29" imgW="1002960" imgH="342720" progId="Equation.DSMT4">
                  <p:embed/>
                  <p:pic>
                    <p:nvPicPr>
                      <p:cNvPr id="30" name="Object 20">
                        <a:extLst>
                          <a:ext uri="{FF2B5EF4-FFF2-40B4-BE49-F238E27FC236}">
                            <a16:creationId xmlns:a16="http://schemas.microsoft.com/office/drawing/2014/main" id="{E73533CB-FD3E-4737-A4DA-108C18E8E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915" y="1657948"/>
                        <a:ext cx="100488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21052776-DA74-409D-8185-9D45D9FFF0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763698"/>
              </p:ext>
            </p:extLst>
          </p:nvPr>
        </p:nvGraphicFramePr>
        <p:xfrm>
          <a:off x="3549271" y="1653249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8" name="Equation" r:id="rId31" imgW="965160" imgH="342720" progId="Equation.DSMT4">
                  <p:embed/>
                </p:oleObj>
              </mc:Choice>
              <mc:Fallback>
                <p:oleObj name="Equation" r:id="rId31" imgW="96516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CE45FF1-9D96-49BD-8BA4-D64C77D04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549271" y="1653249"/>
                        <a:ext cx="96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D471939-ECCC-4A7F-8529-A60DD753E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396063"/>
              </p:ext>
            </p:extLst>
          </p:nvPr>
        </p:nvGraphicFramePr>
        <p:xfrm>
          <a:off x="550449" y="2463687"/>
          <a:ext cx="364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9" name="Equation" r:id="rId33" imgW="3644640" imgH="380880" progId="Equation.DSMT4">
                  <p:embed/>
                </p:oleObj>
              </mc:Choice>
              <mc:Fallback>
                <p:oleObj name="Equation" r:id="rId33" imgW="3644640" imgH="3808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260B8E92-37B8-4BA7-9E91-3D7F76E0C9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50449" y="2463687"/>
                        <a:ext cx="3644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089B7205-EFD1-465F-B062-B5B6D310E1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885229"/>
              </p:ext>
            </p:extLst>
          </p:nvPr>
        </p:nvGraphicFramePr>
        <p:xfrm>
          <a:off x="561975" y="3157538"/>
          <a:ext cx="2108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50" name="Equation" r:id="rId35" imgW="2108160" imgH="558720" progId="Equation.DSMT4">
                  <p:embed/>
                </p:oleObj>
              </mc:Choice>
              <mc:Fallback>
                <p:oleObj name="Equation" r:id="rId35" imgW="210816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61975" y="3157538"/>
                        <a:ext cx="21082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8FEE39E9-D7CA-439E-AD63-631A1CD06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284934"/>
              </p:ext>
            </p:extLst>
          </p:nvPr>
        </p:nvGraphicFramePr>
        <p:xfrm>
          <a:off x="561925" y="4071277"/>
          <a:ext cx="341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51" name="Equation" r:id="rId37" imgW="3416040" imgH="380880" progId="Equation.DSMT4">
                  <p:embed/>
                </p:oleObj>
              </mc:Choice>
              <mc:Fallback>
                <p:oleObj name="Equation" r:id="rId37" imgW="3416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61925" y="4071277"/>
                        <a:ext cx="3416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>
            <a:extLst>
              <a:ext uri="{FF2B5EF4-FFF2-40B4-BE49-F238E27FC236}">
                <a16:creationId xmlns:a16="http://schemas.microsoft.com/office/drawing/2014/main" id="{093DFB5C-1ACB-45A5-9298-32687908CDF4}"/>
              </a:ext>
            </a:extLst>
          </p:cNvPr>
          <p:cNvSpPr txBox="1"/>
          <p:nvPr/>
        </p:nvSpPr>
        <p:spPr>
          <a:xfrm>
            <a:off x="2750895" y="3249785"/>
            <a:ext cx="1688497" cy="459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曲线位于</a:t>
            </a:r>
          </a:p>
        </p:txBody>
      </p:sp>
    </p:spTree>
    <p:extLst>
      <p:ext uri="{BB962C8B-B14F-4D97-AF65-F5344CB8AC3E}">
        <p14:creationId xmlns:p14="http://schemas.microsoft.com/office/powerpoint/2010/main" val="164208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5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75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7" grpId="0" animBg="1"/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9C72551E-C7D6-476B-8624-D3C25A257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417" y="366595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7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7840CF7C-5E45-4705-AE3E-FEFB87060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960856"/>
              </p:ext>
            </p:extLst>
          </p:nvPr>
        </p:nvGraphicFramePr>
        <p:xfrm>
          <a:off x="1763688" y="411510"/>
          <a:ext cx="1993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3" name="Equation" r:id="rId3" imgW="1993680" imgH="520560" progId="Equation.DSMT4">
                  <p:embed/>
                </p:oleObj>
              </mc:Choice>
              <mc:Fallback>
                <p:oleObj name="Equation" r:id="rId3" imgW="1993680" imgH="5205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7840CF7C-5E45-4705-AE3E-FEFB87060C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11510"/>
                        <a:ext cx="1993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09A38256-FF07-4BD0-B859-460FE85F5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417" y="2510644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B4838015-D40A-445A-8E6F-C50D5B10B2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63655"/>
              </p:ext>
            </p:extLst>
          </p:nvPr>
        </p:nvGraphicFramePr>
        <p:xfrm>
          <a:off x="1908964" y="1181916"/>
          <a:ext cx="12557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4" name="Equation" r:id="rId5" imgW="1257120" imgH="342720" progId="Equation.DSMT4">
                  <p:embed/>
                </p:oleObj>
              </mc:Choice>
              <mc:Fallback>
                <p:oleObj name="Equation" r:id="rId5" imgW="125712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B4838015-D40A-445A-8E6F-C50D5B10B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964" y="1181916"/>
                        <a:ext cx="12557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77E036EF-9BBE-4293-B9B6-5FAC7CFF11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346450"/>
              </p:ext>
            </p:extLst>
          </p:nvPr>
        </p:nvGraphicFramePr>
        <p:xfrm>
          <a:off x="6792888" y="1184623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5" name="Equation" r:id="rId7" imgW="1066680" imgH="342720" progId="Equation.DSMT4">
                  <p:embed/>
                </p:oleObj>
              </mc:Choice>
              <mc:Fallback>
                <p:oleObj name="Equation" r:id="rId7" imgW="1066680" imgH="342720" progId="Equation.DSMT4">
                  <p:embed/>
                  <p:pic>
                    <p:nvPicPr>
                      <p:cNvPr id="6" name="Object 25">
                        <a:extLst>
                          <a:ext uri="{FF2B5EF4-FFF2-40B4-BE49-F238E27FC236}">
                            <a16:creationId xmlns:a16="http://schemas.microsoft.com/office/drawing/2014/main" id="{77E036EF-9BBE-4293-B9B6-5FAC7CFF11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2888" y="1184623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7">
            <a:extLst>
              <a:ext uri="{FF2B5EF4-FFF2-40B4-BE49-F238E27FC236}">
                <a16:creationId xmlns:a16="http://schemas.microsoft.com/office/drawing/2014/main" id="{8584C084-5555-4666-8964-52C4D1F6E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91353"/>
              </p:ext>
            </p:extLst>
          </p:nvPr>
        </p:nvGraphicFramePr>
        <p:xfrm>
          <a:off x="3164676" y="1134052"/>
          <a:ext cx="1166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6" name="Equation" r:id="rId9" imgW="1168200" imgH="393480" progId="Equation.DSMT4">
                  <p:embed/>
                </p:oleObj>
              </mc:Choice>
              <mc:Fallback>
                <p:oleObj name="Equation" r:id="rId9" imgW="1168200" imgH="393480" progId="Equation.DSMT4">
                  <p:embed/>
                  <p:pic>
                    <p:nvPicPr>
                      <p:cNvPr id="7" name="Object 27">
                        <a:extLst>
                          <a:ext uri="{FF2B5EF4-FFF2-40B4-BE49-F238E27FC236}">
                            <a16:creationId xmlns:a16="http://schemas.microsoft.com/office/drawing/2014/main" id="{8584C084-5555-4666-8964-52C4D1F6E6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676" y="1134052"/>
                        <a:ext cx="11668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8">
            <a:extLst>
              <a:ext uri="{FF2B5EF4-FFF2-40B4-BE49-F238E27FC236}">
                <a16:creationId xmlns:a16="http://schemas.microsoft.com/office/drawing/2014/main" id="{F7C08894-75F6-4DAC-B693-B01BEB3AD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306289"/>
              </p:ext>
            </p:extLst>
          </p:nvPr>
        </p:nvGraphicFramePr>
        <p:xfrm>
          <a:off x="4328412" y="1190295"/>
          <a:ext cx="200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7" name="Equation" r:id="rId11" imgW="2006280" imgH="330120" progId="Equation.DSMT4">
                  <p:embed/>
                </p:oleObj>
              </mc:Choice>
              <mc:Fallback>
                <p:oleObj name="Equation" r:id="rId11" imgW="2006280" imgH="330120" progId="Equation.DSMT4">
                  <p:embed/>
                  <p:pic>
                    <p:nvPicPr>
                      <p:cNvPr id="8" name="Object 28">
                        <a:extLst>
                          <a:ext uri="{FF2B5EF4-FFF2-40B4-BE49-F238E27FC236}">
                            <a16:creationId xmlns:a16="http://schemas.microsoft.com/office/drawing/2014/main" id="{F7C08894-75F6-4DAC-B693-B01BEB3AD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412" y="1190295"/>
                        <a:ext cx="2006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0">
            <a:extLst>
              <a:ext uri="{FF2B5EF4-FFF2-40B4-BE49-F238E27FC236}">
                <a16:creationId xmlns:a16="http://schemas.microsoft.com/office/drawing/2014/main" id="{45CB7F81-B747-4E81-9568-5C081E050A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264861"/>
              </p:ext>
            </p:extLst>
          </p:nvPr>
        </p:nvGraphicFramePr>
        <p:xfrm>
          <a:off x="652438" y="3205510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8" name="Equation" r:id="rId13" imgW="2171520" imgH="736560" progId="Equation.DSMT4">
                  <p:embed/>
                </p:oleObj>
              </mc:Choice>
              <mc:Fallback>
                <p:oleObj name="Equation" r:id="rId13" imgW="2171520" imgH="736560" progId="Equation.DSMT4">
                  <p:embed/>
                  <p:pic>
                    <p:nvPicPr>
                      <p:cNvPr id="10" name="Object 30">
                        <a:extLst>
                          <a:ext uri="{FF2B5EF4-FFF2-40B4-BE49-F238E27FC236}">
                            <a16:creationId xmlns:a16="http://schemas.microsoft.com/office/drawing/2014/main" id="{45CB7F81-B747-4E81-9568-5C081E050A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38" y="3205510"/>
                        <a:ext cx="2171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1AF2AE52-3E1D-4CF8-A86B-C8BB20DE4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683031"/>
              </p:ext>
            </p:extLst>
          </p:nvPr>
        </p:nvGraphicFramePr>
        <p:xfrm>
          <a:off x="599306" y="1886298"/>
          <a:ext cx="2692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9" name="Equation" r:id="rId15" imgW="2692080" imgH="368280" progId="Equation.DSMT4">
                  <p:embed/>
                </p:oleObj>
              </mc:Choice>
              <mc:Fallback>
                <p:oleObj name="Equation" r:id="rId15" imgW="2692080" imgH="36828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AF2AE52-3E1D-4CF8-A86B-C8BB20DE4B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306" y="1886298"/>
                        <a:ext cx="26924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098A1667-D8CC-4FE4-8818-75E633AFC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565264"/>
              </p:ext>
            </p:extLst>
          </p:nvPr>
        </p:nvGraphicFramePr>
        <p:xfrm>
          <a:off x="3363714" y="1890812"/>
          <a:ext cx="211931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0" name="Equation" r:id="rId17" imgW="2120760" imgH="330120" progId="Equation.DSMT4">
                  <p:embed/>
                </p:oleObj>
              </mc:Choice>
              <mc:Fallback>
                <p:oleObj name="Equation" r:id="rId17" imgW="2120760" imgH="33012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098A1667-D8CC-4FE4-8818-75E633AFC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714" y="1890812"/>
                        <a:ext cx="2119312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D1286A84-B8C8-436B-9578-0748A60DB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75913"/>
              </p:ext>
            </p:extLst>
          </p:nvPr>
        </p:nvGraphicFramePr>
        <p:xfrm>
          <a:off x="5421014" y="1908523"/>
          <a:ext cx="13843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1" name="Equation" r:id="rId19" imgW="1384200" imgH="330120" progId="Equation.DSMT4">
                  <p:embed/>
                </p:oleObj>
              </mc:Choice>
              <mc:Fallback>
                <p:oleObj name="Equation" r:id="rId19" imgW="1384200" imgH="33012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D1286A84-B8C8-436B-9578-0748A60DB7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014" y="1908523"/>
                        <a:ext cx="13843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">
            <a:extLst>
              <a:ext uri="{FF2B5EF4-FFF2-40B4-BE49-F238E27FC236}">
                <a16:creationId xmlns:a16="http://schemas.microsoft.com/office/drawing/2014/main" id="{8C418041-0D51-45E3-8F03-C1BBFB968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434" y="2510643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2EFF1445-5207-46D4-B3F0-2D0CCB987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012" y="2501917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只要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45DA07FB-85AB-4D06-BB86-55CA66D1A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3157" y="4071817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22DA0467-A8E0-4E1D-864C-72ADFFA4C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519799"/>
              </p:ext>
            </p:extLst>
          </p:nvPr>
        </p:nvGraphicFramePr>
        <p:xfrm>
          <a:off x="2554263" y="4105623"/>
          <a:ext cx="13446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2" name="Equation" r:id="rId21" imgW="1346040" imgH="520560" progId="Equation.DSMT4">
                  <p:embed/>
                </p:oleObj>
              </mc:Choice>
              <mc:Fallback>
                <p:oleObj name="Equation" r:id="rId21" imgW="1346040" imgH="520560" progId="Equation.DSMT4">
                  <p:embed/>
                  <p:pic>
                    <p:nvPicPr>
                      <p:cNvPr id="21" name="Object 17">
                        <a:extLst>
                          <a:ext uri="{FF2B5EF4-FFF2-40B4-BE49-F238E27FC236}">
                            <a16:creationId xmlns:a16="http://schemas.microsoft.com/office/drawing/2014/main" id="{22DA0467-A8E0-4E1D-864C-72ADFFA4C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63" y="4105623"/>
                        <a:ext cx="1344612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2">
            <a:extLst>
              <a:ext uri="{FF2B5EF4-FFF2-40B4-BE49-F238E27FC236}">
                <a16:creationId xmlns:a16="http://schemas.microsoft.com/office/drawing/2014/main" id="{8650E4C6-8D3C-40D9-843C-22986DCDAD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607453"/>
              </p:ext>
            </p:extLst>
          </p:nvPr>
        </p:nvGraphicFramePr>
        <p:xfrm>
          <a:off x="1598588" y="2635598"/>
          <a:ext cx="10033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3" name="Equation" r:id="rId23" imgW="1002960" imgH="342720" progId="Equation.DSMT4">
                  <p:embed/>
                </p:oleObj>
              </mc:Choice>
              <mc:Fallback>
                <p:oleObj name="Equation" r:id="rId23" imgW="1002960" imgH="342720" progId="Equation.DSMT4">
                  <p:embed/>
                  <p:pic>
                    <p:nvPicPr>
                      <p:cNvPr id="22" name="Object 52">
                        <a:extLst>
                          <a:ext uri="{FF2B5EF4-FFF2-40B4-BE49-F238E27FC236}">
                            <a16:creationId xmlns:a16="http://schemas.microsoft.com/office/drawing/2014/main" id="{8650E4C6-8D3C-40D9-843C-22986DCDAD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588" y="2635598"/>
                        <a:ext cx="10033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8">
            <a:extLst>
              <a:ext uri="{FF2B5EF4-FFF2-40B4-BE49-F238E27FC236}">
                <a16:creationId xmlns:a16="http://schemas.microsoft.com/office/drawing/2014/main" id="{D9FF9507-6741-4F64-90B2-D2BD35279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080854"/>
              </p:ext>
            </p:extLst>
          </p:nvPr>
        </p:nvGraphicFramePr>
        <p:xfrm>
          <a:off x="3507730" y="2544625"/>
          <a:ext cx="228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4" name="Equation" r:id="rId25" imgW="2286000" imgH="393480" progId="Equation.DSMT4">
                  <p:embed/>
                </p:oleObj>
              </mc:Choice>
              <mc:Fallback>
                <p:oleObj name="Equation" r:id="rId25" imgW="2286000" imgH="393480" progId="Equation.DSMT4">
                  <p:embed/>
                  <p:pic>
                    <p:nvPicPr>
                      <p:cNvPr id="23" name="Object 28">
                        <a:extLst>
                          <a:ext uri="{FF2B5EF4-FFF2-40B4-BE49-F238E27FC236}">
                            <a16:creationId xmlns:a16="http://schemas.microsoft.com/office/drawing/2014/main" id="{D9FF9507-6741-4F64-90B2-D2BD352795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730" y="2544625"/>
                        <a:ext cx="228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91B4869-4736-436B-972D-6893742EE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519413"/>
              </p:ext>
            </p:extLst>
          </p:nvPr>
        </p:nvGraphicFramePr>
        <p:xfrm>
          <a:off x="7140860" y="2364449"/>
          <a:ext cx="139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5" name="Equation" r:id="rId27" imgW="1396800" imgH="736560" progId="Equation.DSMT4">
                  <p:embed/>
                </p:oleObj>
              </mc:Choice>
              <mc:Fallback>
                <p:oleObj name="Equation" r:id="rId27" imgW="139680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191B4869-4736-436B-972D-6893742EE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40860" y="2364449"/>
                        <a:ext cx="1397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>
            <a:extLst>
              <a:ext uri="{FF2B5EF4-FFF2-40B4-BE49-F238E27FC236}">
                <a16:creationId xmlns:a16="http://schemas.microsoft.com/office/drawing/2014/main" id="{AC75AF58-EF0E-40DA-9112-D718DE029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567472"/>
              </p:ext>
            </p:extLst>
          </p:nvPr>
        </p:nvGraphicFramePr>
        <p:xfrm>
          <a:off x="2959050" y="3384898"/>
          <a:ext cx="34290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6" name="Equation" r:id="rId29" imgW="3429000" imgH="368280" progId="Equation.DSMT4">
                  <p:embed/>
                </p:oleObj>
              </mc:Choice>
              <mc:Fallback>
                <p:oleObj name="Equation" r:id="rId29" imgW="3429000" imgH="368280" progId="Equation.DSMT4">
                  <p:embed/>
                  <p:pic>
                    <p:nvPicPr>
                      <p:cNvPr id="25" name="Object 10">
                        <a:extLst>
                          <a:ext uri="{FF2B5EF4-FFF2-40B4-BE49-F238E27FC236}">
                            <a16:creationId xmlns:a16="http://schemas.microsoft.com/office/drawing/2014/main" id="{AC75AF58-EF0E-40DA-9112-D718DE029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050" y="3384898"/>
                        <a:ext cx="34290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7">
            <a:extLst>
              <a:ext uri="{FF2B5EF4-FFF2-40B4-BE49-F238E27FC236}">
                <a16:creationId xmlns:a16="http://schemas.microsoft.com/office/drawing/2014/main" id="{5BEA5A35-1565-4068-A876-4E9C65349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824343"/>
              </p:ext>
            </p:extLst>
          </p:nvPr>
        </p:nvGraphicFramePr>
        <p:xfrm>
          <a:off x="6459513" y="3343623"/>
          <a:ext cx="15208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7" name="Equation" r:id="rId31" imgW="1523880" imgH="393480" progId="Equation.DSMT4">
                  <p:embed/>
                </p:oleObj>
              </mc:Choice>
              <mc:Fallback>
                <p:oleObj name="Equation" r:id="rId31" imgW="1523880" imgH="393480" progId="Equation.DSMT4">
                  <p:embed/>
                  <p:pic>
                    <p:nvPicPr>
                      <p:cNvPr id="26" name="Object 27">
                        <a:extLst>
                          <a:ext uri="{FF2B5EF4-FFF2-40B4-BE49-F238E27FC236}">
                            <a16:creationId xmlns:a16="http://schemas.microsoft.com/office/drawing/2014/main" id="{5BEA5A35-1565-4068-A876-4E9C65349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13" y="3343623"/>
                        <a:ext cx="15208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>
            <a:extLst>
              <a:ext uri="{FF2B5EF4-FFF2-40B4-BE49-F238E27FC236}">
                <a16:creationId xmlns:a16="http://schemas.microsoft.com/office/drawing/2014/main" id="{B2849896-6F66-4094-8046-C1EC15AC6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674" y="1100070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分析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5895E11-9723-4152-B31D-77863272E322}"/>
              </a:ext>
            </a:extLst>
          </p:cNvPr>
          <p:cNvSpPr/>
          <p:nvPr/>
        </p:nvSpPr>
        <p:spPr>
          <a:xfrm>
            <a:off x="2787698" y="1872536"/>
            <a:ext cx="432000" cy="432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916233"/>
              </p:ext>
            </p:extLst>
          </p:nvPr>
        </p:nvGraphicFramePr>
        <p:xfrm>
          <a:off x="5793730" y="2659803"/>
          <a:ext cx="508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8" name="Equation" r:id="rId33" imgW="507960" imgH="215640" progId="Equation.DSMT4">
                  <p:embed/>
                </p:oleObj>
              </mc:Choice>
              <mc:Fallback>
                <p:oleObj name="Equation" r:id="rId33" imgW="507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793730" y="2659803"/>
                        <a:ext cx="508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连接符 25"/>
          <p:cNvCxnSpPr/>
          <p:nvPr/>
        </p:nvCxnSpPr>
        <p:spPr>
          <a:xfrm>
            <a:off x="7118560" y="3114948"/>
            <a:ext cx="135772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1923554" y="2322860"/>
            <a:ext cx="1256879" cy="441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1FADF8A-C302-4B86-BE86-440316876D51}"/>
              </a:ext>
            </a:extLst>
          </p:cNvPr>
          <p:cNvGrpSpPr/>
          <p:nvPr/>
        </p:nvGrpSpPr>
        <p:grpSpPr>
          <a:xfrm>
            <a:off x="7363623" y="234628"/>
            <a:ext cx="1280209" cy="690364"/>
            <a:chOff x="7347773" y="483518"/>
            <a:chExt cx="1280209" cy="690364"/>
          </a:xfrm>
        </p:grpSpPr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5CFFF9D1-77E9-4F1C-952F-BF9DAAFC74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0731044"/>
                </p:ext>
              </p:extLst>
            </p:nvPr>
          </p:nvGraphicFramePr>
          <p:xfrm>
            <a:off x="7423150" y="647700"/>
            <a:ext cx="1130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289" name="Equation" r:id="rId35" imgW="1130040" imgH="380880" progId="Equation.DSMT4">
                    <p:embed/>
                  </p:oleObj>
                </mc:Choice>
                <mc:Fallback>
                  <p:oleObj name="Equation" r:id="rId35" imgW="113004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673A8196-CEAA-4146-8941-3460878E568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423150" y="647700"/>
                          <a:ext cx="1130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C76A0E8-3969-4D2A-B425-8CF718FBF89C}"/>
                </a:ext>
              </a:extLst>
            </p:cNvPr>
            <p:cNvSpPr/>
            <p:nvPr/>
          </p:nvSpPr>
          <p:spPr>
            <a:xfrm>
              <a:off x="7347773" y="483518"/>
              <a:ext cx="1280209" cy="69036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12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3" grpId="0" autoUpdateAnimBg="0"/>
      <p:bldP spid="14" grpId="0" autoUpdateAnimBg="0"/>
      <p:bldP spid="15" grpId="0" autoUpdateAnimBg="0"/>
      <p:bldP spid="22" grpId="0" autoUpdateAnimBg="0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46C5F9FF-9BB7-4D6B-9610-A5E676B43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247" y="307249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8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BF1665A-AA7A-4693-97E0-A24D69295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170758"/>
              </p:ext>
            </p:extLst>
          </p:nvPr>
        </p:nvGraphicFramePr>
        <p:xfrm>
          <a:off x="1691680" y="339502"/>
          <a:ext cx="4127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53" name="Equation" r:id="rId3" imgW="4127400" imgH="583920" progId="Equation.DSMT4">
                  <p:embed/>
                </p:oleObj>
              </mc:Choice>
              <mc:Fallback>
                <p:oleObj name="Equation" r:id="rId3" imgW="4127400" imgH="5839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BF1665A-AA7A-4693-97E0-A24D692950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39502"/>
                        <a:ext cx="41275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1F0E46E8-991C-45AA-B579-7AD15C460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058" y="1177627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AE04113E-C251-4DDD-89DF-3321A2C5A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226496"/>
              </p:ext>
            </p:extLst>
          </p:nvPr>
        </p:nvGraphicFramePr>
        <p:xfrm>
          <a:off x="1615161" y="1268301"/>
          <a:ext cx="12557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54" name="Equation" r:id="rId5" imgW="1257120" imgH="342720" progId="Equation.DSMT4">
                  <p:embed/>
                </p:oleObj>
              </mc:Choice>
              <mc:Fallback>
                <p:oleObj name="Equation" r:id="rId5" imgW="125712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AE04113E-C251-4DDD-89DF-3321A2C5A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161" y="1268301"/>
                        <a:ext cx="12557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2CD69B51-572F-4741-8980-32E2F232C8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099950"/>
              </p:ext>
            </p:extLst>
          </p:nvPr>
        </p:nvGraphicFramePr>
        <p:xfrm>
          <a:off x="6148974" y="1020197"/>
          <a:ext cx="18018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55" name="Equation" r:id="rId7" imgW="1803240" imgH="850680" progId="Equation.DSMT4">
                  <p:embed/>
                </p:oleObj>
              </mc:Choice>
              <mc:Fallback>
                <p:oleObj name="Equation" r:id="rId7" imgW="1803240" imgH="850680" progId="Equation.DSMT4">
                  <p:embed/>
                  <p:pic>
                    <p:nvPicPr>
                      <p:cNvPr id="6" name="Object 25">
                        <a:extLst>
                          <a:ext uri="{FF2B5EF4-FFF2-40B4-BE49-F238E27FC236}">
                            <a16:creationId xmlns:a16="http://schemas.microsoft.com/office/drawing/2014/main" id="{2CD69B51-572F-4741-8980-32E2F232C8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974" y="1020197"/>
                        <a:ext cx="1801812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7">
            <a:extLst>
              <a:ext uri="{FF2B5EF4-FFF2-40B4-BE49-F238E27FC236}">
                <a16:creationId xmlns:a16="http://schemas.microsoft.com/office/drawing/2014/main" id="{8027C670-5A19-4B10-909F-4EF25DBF0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520299"/>
              </p:ext>
            </p:extLst>
          </p:nvPr>
        </p:nvGraphicFramePr>
        <p:xfrm>
          <a:off x="2942801" y="1182092"/>
          <a:ext cx="162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56" name="Equation" r:id="rId9" imgW="1625400" imgH="457200" progId="Equation.DSMT4">
                  <p:embed/>
                </p:oleObj>
              </mc:Choice>
              <mc:Fallback>
                <p:oleObj name="Equation" r:id="rId9" imgW="1625400" imgH="457200" progId="Equation.DSMT4">
                  <p:embed/>
                  <p:pic>
                    <p:nvPicPr>
                      <p:cNvPr id="7" name="Object 27">
                        <a:extLst>
                          <a:ext uri="{FF2B5EF4-FFF2-40B4-BE49-F238E27FC236}">
                            <a16:creationId xmlns:a16="http://schemas.microsoft.com/office/drawing/2014/main" id="{8027C670-5A19-4B10-909F-4EF25DBF0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801" y="1182092"/>
                        <a:ext cx="162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8">
            <a:extLst>
              <a:ext uri="{FF2B5EF4-FFF2-40B4-BE49-F238E27FC236}">
                <a16:creationId xmlns:a16="http://schemas.microsoft.com/office/drawing/2014/main" id="{5232B82F-FAD6-45D5-AD82-9CB8907A7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467540"/>
              </p:ext>
            </p:extLst>
          </p:nvPr>
        </p:nvGraphicFramePr>
        <p:xfrm>
          <a:off x="4640329" y="1011953"/>
          <a:ext cx="1397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57" name="Equation" r:id="rId11" imgW="1396800" imgH="850680" progId="Equation.DSMT4">
                  <p:embed/>
                </p:oleObj>
              </mc:Choice>
              <mc:Fallback>
                <p:oleObj name="Equation" r:id="rId11" imgW="1396800" imgH="850680" progId="Equation.DSMT4">
                  <p:embed/>
                  <p:pic>
                    <p:nvPicPr>
                      <p:cNvPr id="8" name="Object 28">
                        <a:extLst>
                          <a:ext uri="{FF2B5EF4-FFF2-40B4-BE49-F238E27FC236}">
                            <a16:creationId xmlns:a16="http://schemas.microsoft.com/office/drawing/2014/main" id="{5232B82F-FAD6-45D5-AD82-9CB8907A70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329" y="1011953"/>
                        <a:ext cx="1397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>
            <a:extLst>
              <a:ext uri="{FF2B5EF4-FFF2-40B4-BE49-F238E27FC236}">
                <a16:creationId xmlns:a16="http://schemas.microsoft.com/office/drawing/2014/main" id="{12B16648-0D3B-431B-90C3-50FD3EF50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727" y="2031266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BF8AA33-3B7A-4434-BA3B-8572DEC1B5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252530"/>
              </p:ext>
            </p:extLst>
          </p:nvPr>
        </p:nvGraphicFramePr>
        <p:xfrm>
          <a:off x="564216" y="2144601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58" name="Equation" r:id="rId13" imgW="1002960" imgH="342720" progId="Equation.DSMT4">
                  <p:embed/>
                </p:oleObj>
              </mc:Choice>
              <mc:Fallback>
                <p:oleObj name="Equation" r:id="rId13" imgW="1002960" imgH="342720" progId="Equation.DSMT4">
                  <p:embed/>
                  <p:pic>
                    <p:nvPicPr>
                      <p:cNvPr id="23" name="Object 9">
                        <a:extLst>
                          <a:ext uri="{FF2B5EF4-FFF2-40B4-BE49-F238E27FC236}">
                            <a16:creationId xmlns:a16="http://schemas.microsoft.com/office/drawing/2014/main" id="{CBF8AA33-3B7A-4434-BA3B-8572DEC1B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216" y="2144601"/>
                        <a:ext cx="1003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26462A05-BD9E-473E-87E7-5A7F1B722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155216"/>
              </p:ext>
            </p:extLst>
          </p:nvPr>
        </p:nvGraphicFramePr>
        <p:xfrm>
          <a:off x="2401705" y="2122977"/>
          <a:ext cx="182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59" name="Equation" r:id="rId15" imgW="1828800" imgH="342720" progId="Equation.DSMT4">
                  <p:embed/>
                </p:oleObj>
              </mc:Choice>
              <mc:Fallback>
                <p:oleObj name="Equation" r:id="rId15" imgW="1828800" imgH="342720" progId="Equation.DSMT4">
                  <p:embed/>
                  <p:pic>
                    <p:nvPicPr>
                      <p:cNvPr id="24" name="Object 17">
                        <a:extLst>
                          <a:ext uri="{FF2B5EF4-FFF2-40B4-BE49-F238E27FC236}">
                            <a16:creationId xmlns:a16="http://schemas.microsoft.com/office/drawing/2014/main" id="{26462A05-BD9E-473E-87E7-5A7F1B722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705" y="2122977"/>
                        <a:ext cx="1828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8">
            <a:extLst>
              <a:ext uri="{FF2B5EF4-FFF2-40B4-BE49-F238E27FC236}">
                <a16:creationId xmlns:a16="http://schemas.microsoft.com/office/drawing/2014/main" id="{A741DC98-59CA-4B46-9E03-B6E6D7E06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773" y="2025836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只要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9584480-EBA8-4ADC-8AD9-0C072CF5B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499329"/>
              </p:ext>
            </p:extLst>
          </p:nvPr>
        </p:nvGraphicFramePr>
        <p:xfrm>
          <a:off x="5038483" y="2027637"/>
          <a:ext cx="195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60" name="Equation" r:id="rId17" imgW="1955520" imgH="469800" progId="Equation.DSMT4">
                  <p:embed/>
                </p:oleObj>
              </mc:Choice>
              <mc:Fallback>
                <p:oleObj name="Equation" r:id="rId17" imgW="1955520" imgH="4698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49584480-EBA8-4ADC-8AD9-0C072CF5B1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38483" y="2027637"/>
                        <a:ext cx="19558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2">
            <a:extLst>
              <a:ext uri="{FF2B5EF4-FFF2-40B4-BE49-F238E27FC236}">
                <a16:creationId xmlns:a16="http://schemas.microsoft.com/office/drawing/2014/main" id="{9988D785-A63D-4749-BE57-325E2DE19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723" y="2757972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又</a:t>
            </a:r>
          </a:p>
        </p:txBody>
      </p:sp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6D1CF6AD-DFC8-447B-9AC3-0CFEF15DB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882350"/>
              </p:ext>
            </p:extLst>
          </p:nvPr>
        </p:nvGraphicFramePr>
        <p:xfrm>
          <a:off x="926190" y="2870804"/>
          <a:ext cx="64764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61" name="Equation" r:id="rId19" imgW="647640" imgH="279360" progId="Equation.DSMT4">
                  <p:embed/>
                </p:oleObj>
              </mc:Choice>
              <mc:Fallback>
                <p:oleObj name="Equation" r:id="rId19" imgW="647640" imgH="279360" progId="Equation.DSMT4">
                  <p:embed/>
                  <p:pic>
                    <p:nvPicPr>
                      <p:cNvPr id="29" name="Object 13">
                        <a:extLst>
                          <a:ext uri="{FF2B5EF4-FFF2-40B4-BE49-F238E27FC236}">
                            <a16:creationId xmlns:a16="http://schemas.microsoft.com/office/drawing/2014/main" id="{6D1CF6AD-DFC8-447B-9AC3-0CFEF15DB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190" y="2870804"/>
                        <a:ext cx="64764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4">
            <a:extLst>
              <a:ext uri="{FF2B5EF4-FFF2-40B4-BE49-F238E27FC236}">
                <a16:creationId xmlns:a16="http://schemas.microsoft.com/office/drawing/2014/main" id="{F96A3914-0B88-4B15-9253-8FE2DC2E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452" y="2753568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可用</a:t>
            </a:r>
          </a:p>
        </p:txBody>
      </p:sp>
      <p:sp>
        <p:nvSpPr>
          <p:cNvPr id="17" name="Text Box 24">
            <a:extLst>
              <a:ext uri="{FF2B5EF4-FFF2-40B4-BE49-F238E27FC236}">
                <a16:creationId xmlns:a16="http://schemas.microsoft.com/office/drawing/2014/main" id="{040CEC5B-2CB8-46AB-AF20-780392C8A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9653" y="2729895"/>
            <a:ext cx="114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故取</a:t>
            </a:r>
          </a:p>
        </p:txBody>
      </p:sp>
      <p:sp>
        <p:nvSpPr>
          <p:cNvPr id="19" name="Text Box 30">
            <a:extLst>
              <a:ext uri="{FF2B5EF4-FFF2-40B4-BE49-F238E27FC236}">
                <a16:creationId xmlns:a16="http://schemas.microsoft.com/office/drawing/2014/main" id="{F299D798-484A-46BC-9473-9F7FE0EB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083" y="2753568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保证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282CBA5-DFE6-470C-953D-407504496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148232"/>
              </p:ext>
            </p:extLst>
          </p:nvPr>
        </p:nvGraphicFramePr>
        <p:xfrm>
          <a:off x="5379443" y="2754089"/>
          <a:ext cx="2527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62" name="Equation" r:id="rId21" imgW="2527200" imgH="469800" progId="Equation.DSMT4">
                  <p:embed/>
                </p:oleObj>
              </mc:Choice>
              <mc:Fallback>
                <p:oleObj name="Equation" r:id="rId21" imgW="2527200" imgH="4698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3282CBA5-DFE6-470C-953D-4075044960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79443" y="2754089"/>
                        <a:ext cx="2527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>
            <a:extLst>
              <a:ext uri="{FF2B5EF4-FFF2-40B4-BE49-F238E27FC236}">
                <a16:creationId xmlns:a16="http://schemas.microsoft.com/office/drawing/2014/main" id="{CE8BA7D8-34D4-416A-8306-2B78FF800C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3285517"/>
              </p:ext>
            </p:extLst>
          </p:nvPr>
        </p:nvGraphicFramePr>
        <p:xfrm>
          <a:off x="535782" y="3498627"/>
          <a:ext cx="354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63" name="Equation" r:id="rId23" imgW="3543120" imgH="393480" progId="Equation.DSMT4">
                  <p:embed/>
                </p:oleObj>
              </mc:Choice>
              <mc:Fallback>
                <p:oleObj name="Equation" r:id="rId23" imgW="3543120" imgH="393480" progId="Equation.DSMT4">
                  <p:embed/>
                  <p:pic>
                    <p:nvPicPr>
                      <p:cNvPr id="35" name="Object 10">
                        <a:extLst>
                          <a:ext uri="{FF2B5EF4-FFF2-40B4-BE49-F238E27FC236}">
                            <a16:creationId xmlns:a16="http://schemas.microsoft.com/office/drawing/2014/main" id="{CE8BA7D8-34D4-416A-8306-2B78FF800C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2" y="3498627"/>
                        <a:ext cx="35433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7">
            <a:extLst>
              <a:ext uri="{FF2B5EF4-FFF2-40B4-BE49-F238E27FC236}">
                <a16:creationId xmlns:a16="http://schemas.microsoft.com/office/drawing/2014/main" id="{A04F3C08-525E-4092-A908-338F45BCF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160323"/>
              </p:ext>
            </p:extLst>
          </p:nvPr>
        </p:nvGraphicFramePr>
        <p:xfrm>
          <a:off x="4188668" y="3433539"/>
          <a:ext cx="19637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64" name="Equation" r:id="rId25" imgW="1968480" imgH="457200" progId="Equation.DSMT4">
                  <p:embed/>
                </p:oleObj>
              </mc:Choice>
              <mc:Fallback>
                <p:oleObj name="Equation" r:id="rId25" imgW="1968480" imgH="457200" progId="Equation.DSMT4">
                  <p:embed/>
                  <p:pic>
                    <p:nvPicPr>
                      <p:cNvPr id="36" name="Object 27">
                        <a:extLst>
                          <a:ext uri="{FF2B5EF4-FFF2-40B4-BE49-F238E27FC236}">
                            <a16:creationId xmlns:a16="http://schemas.microsoft.com/office/drawing/2014/main" id="{A04F3C08-525E-4092-A908-338F45BCFB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668" y="3433539"/>
                        <a:ext cx="19637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>
            <a:extLst>
              <a:ext uri="{FF2B5EF4-FFF2-40B4-BE49-F238E27FC236}">
                <a16:creationId xmlns:a16="http://schemas.microsoft.com/office/drawing/2014/main" id="{4CA8BECA-5AD7-4D87-B03D-BC273F260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570" y="4128745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</a:t>
            </a: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65862435-3210-4C98-8A1E-29D42EB32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488298"/>
              </p:ext>
            </p:extLst>
          </p:nvPr>
        </p:nvGraphicFramePr>
        <p:xfrm>
          <a:off x="2453047" y="4127157"/>
          <a:ext cx="1828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65" name="Equation" r:id="rId27" imgW="1828800" imgH="583920" progId="Equation.DSMT4">
                  <p:embed/>
                </p:oleObj>
              </mc:Choice>
              <mc:Fallback>
                <p:oleObj name="Equation" r:id="rId27" imgW="1828800" imgH="583920" progId="Equation.DSMT4">
                  <p:embed/>
                  <p:pic>
                    <p:nvPicPr>
                      <p:cNvPr id="38" name="Object 5">
                        <a:extLst>
                          <a:ext uri="{FF2B5EF4-FFF2-40B4-BE49-F238E27FC236}">
                            <a16:creationId xmlns:a16="http://schemas.microsoft.com/office/drawing/2014/main" id="{65862435-3210-4C98-8A1E-29D42EB32C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047" y="4127157"/>
                        <a:ext cx="18288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968489"/>
              </p:ext>
            </p:extLst>
          </p:nvPr>
        </p:nvGraphicFramePr>
        <p:xfrm>
          <a:off x="2375027" y="2805709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066" name="Equation" r:id="rId29" imgW="1384200" imgH="380880" progId="Equation.DSMT4">
                  <p:embed/>
                </p:oleObj>
              </mc:Choice>
              <mc:Fallback>
                <p:oleObj name="Equation" r:id="rId29" imgW="1384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375027" y="2805709"/>
                        <a:ext cx="1384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64D05E46-82AC-410E-9A87-BFE94459851F}"/>
              </a:ext>
            </a:extLst>
          </p:cNvPr>
          <p:cNvGrpSpPr/>
          <p:nvPr/>
        </p:nvGrpSpPr>
        <p:grpSpPr>
          <a:xfrm>
            <a:off x="6994283" y="294581"/>
            <a:ext cx="1280209" cy="690364"/>
            <a:chOff x="7347773" y="483518"/>
            <a:chExt cx="1280209" cy="690364"/>
          </a:xfrm>
        </p:grpSpPr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2B06AF96-CF53-41FA-9C86-3911ECB129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6946521"/>
                </p:ext>
              </p:extLst>
            </p:nvPr>
          </p:nvGraphicFramePr>
          <p:xfrm>
            <a:off x="7423150" y="647700"/>
            <a:ext cx="1130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067" name="Equation" r:id="rId31" imgW="1130040" imgH="380880" progId="Equation.DSMT4">
                    <p:embed/>
                  </p:oleObj>
                </mc:Choice>
                <mc:Fallback>
                  <p:oleObj name="Equation" r:id="rId31" imgW="1130040" imgH="38088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5CFFF9D1-77E9-4F1C-952F-BF9DAAFC740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7423150" y="647700"/>
                          <a:ext cx="1130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F2573533-63CD-4D75-87A8-A1EA3E9A8514}"/>
                </a:ext>
              </a:extLst>
            </p:cNvPr>
            <p:cNvSpPr/>
            <p:nvPr/>
          </p:nvSpPr>
          <p:spPr>
            <a:xfrm>
              <a:off x="7347773" y="483518"/>
              <a:ext cx="1280209" cy="69036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671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9" grpId="0" autoUpdateAnimBg="0"/>
      <p:bldP spid="12" grpId="0" autoUpdateAnimBg="0"/>
      <p:bldP spid="14" grpId="0" autoUpdateAnimBg="0"/>
      <p:bldP spid="16" grpId="0" autoUpdateAnimBg="0"/>
      <p:bldP spid="17" grpId="0" autoUpdateAnimBg="0"/>
      <p:bldP spid="19" grpId="0" autoUpdateAnimBg="0"/>
      <p:bldP spid="2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4BE71A2-184F-44B0-9FF2-2BA795054F61}"/>
              </a:ext>
            </a:extLst>
          </p:cNvPr>
          <p:cNvSpPr txBox="1"/>
          <p:nvPr/>
        </p:nvSpPr>
        <p:spPr>
          <a:xfrm>
            <a:off x="971600" y="267494"/>
            <a:ext cx="2757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三、单侧极限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24E9F1-7A38-47A5-98F7-8EE4E048742F}"/>
              </a:ext>
            </a:extLst>
          </p:cNvPr>
          <p:cNvSpPr txBox="1">
            <a:spLocks noChangeArrowheads="1"/>
          </p:cNvSpPr>
          <p:nvPr/>
        </p:nvSpPr>
        <p:spPr>
          <a:xfrm>
            <a:off x="1040722" y="1072980"/>
            <a:ext cx="2752874" cy="4784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+mn-ea"/>
                <a:cs typeface="+mj-cs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+mn-ea"/>
                <a:cs typeface="+mj-cs"/>
              </a:rPr>
              <a:t>5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设函数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1D8D7BE-D953-46F1-BC17-F404AF3D3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812756"/>
              </p:ext>
            </p:extLst>
          </p:nvPr>
        </p:nvGraphicFramePr>
        <p:xfrm>
          <a:off x="3066691" y="1195145"/>
          <a:ext cx="622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2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6A0A782-A7EB-471F-B823-82BE343B60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691" y="1195145"/>
                        <a:ext cx="6220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A3C03E0A-C45F-453B-A215-C41E4679F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366" y="1090818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在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4F7025A-2994-448A-870E-C01799A5D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569677"/>
              </p:ext>
            </p:extLst>
          </p:nvPr>
        </p:nvGraphicFramePr>
        <p:xfrm>
          <a:off x="4181278" y="1150624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28" name="Equation" r:id="rId5" imgW="1485720" imgH="380880" progId="Equation.DSMT4">
                  <p:embed/>
                </p:oleObj>
              </mc:Choice>
              <mc:Fallback>
                <p:oleObj name="Equation" r:id="rId5" imgW="1485720" imgH="3808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2553CCB-91B8-4BE4-8A06-EF53B3E63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278" y="1150624"/>
                        <a:ext cx="1485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D89EDED2-1C7C-4143-9F70-DC232C772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629" y="1087063"/>
            <a:ext cx="17954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内有定义，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B327A877-10EE-4147-8DBC-86360C96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4257" y="1069959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9" name="Object 52">
            <a:extLst>
              <a:ext uri="{FF2B5EF4-FFF2-40B4-BE49-F238E27FC236}">
                <a16:creationId xmlns:a16="http://schemas.microsoft.com/office/drawing/2014/main" id="{0BD66192-E389-4D0A-AFA8-52542DBE2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853918"/>
              </p:ext>
            </p:extLst>
          </p:nvPr>
        </p:nvGraphicFramePr>
        <p:xfrm>
          <a:off x="7690901" y="1195849"/>
          <a:ext cx="10033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29" name="Equation" r:id="rId7" imgW="1002960" imgH="342720" progId="Equation.DSMT4">
                  <p:embed/>
                </p:oleObj>
              </mc:Choice>
              <mc:Fallback>
                <p:oleObj name="Equation" r:id="rId7" imgW="1002960" imgH="342720" progId="Equation.DSMT4">
                  <p:embed/>
                  <p:pic>
                    <p:nvPicPr>
                      <p:cNvPr id="9" name="Object 52">
                        <a:extLst>
                          <a:ext uri="{FF2B5EF4-FFF2-40B4-BE49-F238E27FC236}">
                            <a16:creationId xmlns:a16="http://schemas.microsoft.com/office/drawing/2014/main" id="{FF618CC1-4475-41D4-B0E7-04C67C629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0901" y="1195849"/>
                        <a:ext cx="10033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2">
            <a:extLst>
              <a:ext uri="{FF2B5EF4-FFF2-40B4-BE49-F238E27FC236}">
                <a16:creationId xmlns:a16="http://schemas.microsoft.com/office/drawing/2014/main" id="{3333CF2E-3039-4CF1-9854-609E4F6E8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732817"/>
              </p:ext>
            </p:extLst>
          </p:nvPr>
        </p:nvGraphicFramePr>
        <p:xfrm>
          <a:off x="1669489" y="1833654"/>
          <a:ext cx="256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0" name="Equation" r:id="rId9" imgW="2565360" imgH="393480" progId="Equation.DSMT4">
                  <p:embed/>
                </p:oleObj>
              </mc:Choice>
              <mc:Fallback>
                <p:oleObj name="Equation" r:id="rId9" imgW="2565360" imgH="393480" progId="Equation.DSMT4">
                  <p:embed/>
                  <p:pic>
                    <p:nvPicPr>
                      <p:cNvPr id="10" name="Object 32">
                        <a:extLst>
                          <a:ext uri="{FF2B5EF4-FFF2-40B4-BE49-F238E27FC236}">
                            <a16:creationId xmlns:a16="http://schemas.microsoft.com/office/drawing/2014/main" id="{DF1AD05B-9FA3-4F13-A7C3-08E69FA2EB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9489" y="1833654"/>
                        <a:ext cx="25654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3">
            <a:extLst>
              <a:ext uri="{FF2B5EF4-FFF2-40B4-BE49-F238E27FC236}">
                <a16:creationId xmlns:a16="http://schemas.microsoft.com/office/drawing/2014/main" id="{D401F3B5-0C31-4F4C-8943-7040276B8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700" y="1755627"/>
            <a:ext cx="22225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则称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1" lang="zh-CN" altLang="en-US" sz="2400" b="1" dirty="0">
                <a:latin typeface="+mn-ea"/>
              </a:rPr>
              <a:t>为函数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FE4A5C3-530F-4527-B89F-5C177C89E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712843"/>
              </p:ext>
            </p:extLst>
          </p:nvPr>
        </p:nvGraphicFramePr>
        <p:xfrm>
          <a:off x="558122" y="1864817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1" name="Equation" r:id="rId11" imgW="965160" imgH="342720" progId="Equation.DSMT4">
                  <p:embed/>
                </p:oleObj>
              </mc:Choice>
              <mc:Fallback>
                <p:oleObj name="Equation" r:id="rId11" imgW="96516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AE2C034-BE5E-4771-A33A-BA018BF1F3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8122" y="1864817"/>
                        <a:ext cx="96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85244A1-86D7-435A-82A9-CFDB22259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84445"/>
              </p:ext>
            </p:extLst>
          </p:nvPr>
        </p:nvGraphicFramePr>
        <p:xfrm>
          <a:off x="563967" y="249051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2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6761289-017E-4295-B1A7-907874E55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3967" y="249051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5">
            <a:extLst>
              <a:ext uri="{FF2B5EF4-FFF2-40B4-BE49-F238E27FC236}">
                <a16:creationId xmlns:a16="http://schemas.microsoft.com/office/drawing/2014/main" id="{5C6238AF-E935-4E6C-976A-D8E81D2D5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500" y="239291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77112988-DE43-4A1C-A417-F1CE593729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088137"/>
              </p:ext>
            </p:extLst>
          </p:nvPr>
        </p:nvGraphicFramePr>
        <p:xfrm>
          <a:off x="1645100" y="2473576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3" name="Equation" r:id="rId15" imgW="863280" imgH="380880" progId="Equation.DSMT4">
                  <p:embed/>
                </p:oleObj>
              </mc:Choice>
              <mc:Fallback>
                <p:oleObj name="Equation" r:id="rId15" imgW="863280" imgH="380880" progId="Equation.DSMT4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AA9DACE0-BE04-4A83-9891-1279103361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100" y="2473576"/>
                        <a:ext cx="86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7">
            <a:extLst>
              <a:ext uri="{FF2B5EF4-FFF2-40B4-BE49-F238E27FC236}">
                <a16:creationId xmlns:a16="http://schemas.microsoft.com/office/drawing/2014/main" id="{013C9DAC-C933-468E-8460-131AEE682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11" y="2412318"/>
            <a:ext cx="25579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 极限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63327A2-6EE8-4741-8F56-3AFB89B7F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100380"/>
              </p:ext>
            </p:extLst>
          </p:nvPr>
        </p:nvGraphicFramePr>
        <p:xfrm>
          <a:off x="4378843" y="1830597"/>
          <a:ext cx="2222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4" name="Equation" r:id="rId17" imgW="2222280" imgH="380880" progId="Equation.DSMT4">
                  <p:embed/>
                </p:oleObj>
              </mc:Choice>
              <mc:Fallback>
                <p:oleObj name="Equation" r:id="rId17" imgW="2222280" imgH="380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11803FA-426C-4325-88E9-6C65D9B715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78843" y="1830597"/>
                        <a:ext cx="2222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>
            <a:extLst>
              <a:ext uri="{FF2B5EF4-FFF2-40B4-BE49-F238E27FC236}">
                <a16:creationId xmlns:a16="http://schemas.microsoft.com/office/drawing/2014/main" id="{61B4DE6B-4352-447D-A0C1-FFC61DDD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722" y="3935759"/>
            <a:ext cx="43204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左、右极限统称为</a:t>
            </a:r>
            <a:r>
              <a:rPr lang="zh-CN" sz="2400" b="1" dirty="0">
                <a:solidFill>
                  <a:srgbClr val="FF0000"/>
                </a:solidFill>
                <a:latin typeface="+mn-ea"/>
              </a:rPr>
              <a:t>单侧极限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zh-CN" sz="2400" b="1" dirty="0">
              <a:latin typeface="+mn-ea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DF9828F3-B3F3-4537-8565-8863D8DE9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266" y="3109412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或</a:t>
            </a:r>
          </a:p>
        </p:txBody>
      </p:sp>
      <p:graphicFrame>
        <p:nvGraphicFramePr>
          <p:cNvPr id="22" name="Object 13">
            <a:extLst>
              <a:ext uri="{FF2B5EF4-FFF2-40B4-BE49-F238E27FC236}">
                <a16:creationId xmlns:a16="http://schemas.microsoft.com/office/drawing/2014/main" id="{E14C1936-E052-48CB-8F47-1327EA888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08059"/>
              </p:ext>
            </p:extLst>
          </p:nvPr>
        </p:nvGraphicFramePr>
        <p:xfrm>
          <a:off x="1697427" y="3190478"/>
          <a:ext cx="1625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5" name="Equation" r:id="rId19" imgW="1625400" imgH="533160" progId="Equation.DSMT4">
                  <p:embed/>
                </p:oleObj>
              </mc:Choice>
              <mc:Fallback>
                <p:oleObj name="Equation" r:id="rId19" imgW="1625400" imgH="533160" progId="Equation.DSMT4">
                  <p:embed/>
                  <p:pic>
                    <p:nvPicPr>
                      <p:cNvPr id="24" name="Object 13">
                        <a:extLst>
                          <a:ext uri="{FF2B5EF4-FFF2-40B4-BE49-F238E27FC236}">
                            <a16:creationId xmlns:a16="http://schemas.microsoft.com/office/drawing/2014/main" id="{879C75FE-5946-4A3E-A175-F01C27417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427" y="3190478"/>
                        <a:ext cx="16256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8">
            <a:extLst>
              <a:ext uri="{FF2B5EF4-FFF2-40B4-BE49-F238E27FC236}">
                <a16:creationId xmlns:a16="http://schemas.microsoft.com/office/drawing/2014/main" id="{7F681365-F6FF-498B-8B7B-6AFB5744D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866" y="2392131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n-ea"/>
              </a:rPr>
              <a:t>记作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423AC42-4E47-4479-8AAE-ED02D8D21A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417964"/>
              </p:ext>
            </p:extLst>
          </p:nvPr>
        </p:nvGraphicFramePr>
        <p:xfrm>
          <a:off x="4181278" y="3153946"/>
          <a:ext cx="127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6" name="Equation" r:id="rId21" imgW="1269720" imgH="419040" progId="Equation.DSMT4">
                  <p:embed/>
                </p:oleObj>
              </mc:Choice>
              <mc:Fallback>
                <p:oleObj name="Equation" r:id="rId21" imgW="1269720" imgH="41904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E4B6ACD9-01DB-433F-9079-466326ECBE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81278" y="3153946"/>
                        <a:ext cx="1270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DBAE438-0C77-44BE-B019-5FF190220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433254"/>
              </p:ext>
            </p:extLst>
          </p:nvPr>
        </p:nvGraphicFramePr>
        <p:xfrm>
          <a:off x="4115587" y="1143529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7" name="Equation" r:id="rId23" imgW="1625400" imgH="380880" progId="Equation.DSMT4">
                  <p:embed/>
                </p:oleObj>
              </mc:Choice>
              <mc:Fallback>
                <p:oleObj name="Equation" r:id="rId23" imgW="1625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15587" y="1143529"/>
                        <a:ext cx="1625600" cy="381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3498DD9-37A1-4031-9A7B-A352E2921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919024"/>
              </p:ext>
            </p:extLst>
          </p:nvPr>
        </p:nvGraphicFramePr>
        <p:xfrm>
          <a:off x="1645100" y="1832590"/>
          <a:ext cx="265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8" name="Equation" r:id="rId25" imgW="2654280" imgH="393480" progId="Equation.DSMT4">
                  <p:embed/>
                </p:oleObj>
              </mc:Choice>
              <mc:Fallback>
                <p:oleObj name="Equation" r:id="rId25" imgW="2654280" imgH="393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21A065E-1634-44EE-9311-D778B7C15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645100" y="1832590"/>
                        <a:ext cx="2654300" cy="393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6FA13B56-68BE-4E8C-8E4E-AEE7DDF3C59F}"/>
              </a:ext>
            </a:extLst>
          </p:cNvPr>
          <p:cNvGrpSpPr/>
          <p:nvPr/>
        </p:nvGrpSpPr>
        <p:grpSpPr>
          <a:xfrm>
            <a:off x="3265471" y="2463472"/>
            <a:ext cx="423985" cy="360000"/>
            <a:chOff x="4985897" y="1319642"/>
            <a:chExt cx="423985" cy="3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A53DA48-6350-4A10-BE02-C23D3DFFFE72}"/>
                </a:ext>
              </a:extLst>
            </p:cNvPr>
            <p:cNvSpPr/>
            <p:nvPr/>
          </p:nvSpPr>
          <p:spPr>
            <a:xfrm>
              <a:off x="4985897" y="1319642"/>
              <a:ext cx="360000" cy="36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47E22DF2-619C-4D36-835F-91F493A6F0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3972509"/>
                </p:ext>
              </p:extLst>
            </p:nvPr>
          </p:nvGraphicFramePr>
          <p:xfrm>
            <a:off x="5003482" y="1332644"/>
            <a:ext cx="406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39" name="Equation" r:id="rId27" imgW="406080" imgH="330120" progId="Equation.DSMT4">
                    <p:embed/>
                  </p:oleObj>
                </mc:Choice>
                <mc:Fallback>
                  <p:oleObj name="Equation" r:id="rId27" imgW="406080" imgH="330120" progId="Equation.DSMT4">
                    <p:embed/>
                    <p:pic>
                      <p:nvPicPr>
                        <p:cNvPr id="71" name="对象 70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003482" y="1332644"/>
                          <a:ext cx="406400" cy="330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A6F52787-23DB-4659-9487-DDDA796BF2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191637"/>
              </p:ext>
            </p:extLst>
          </p:nvPr>
        </p:nvGraphicFramePr>
        <p:xfrm>
          <a:off x="2068433" y="3464106"/>
          <a:ext cx="129384" cy="144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40" name="Equation" r:id="rId29" imgW="215640" imgH="241200" progId="Equation.DSMT4">
                  <p:embed/>
                </p:oleObj>
              </mc:Choice>
              <mc:Fallback>
                <p:oleObj name="Equation" r:id="rId29" imgW="2156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068433" y="3464106"/>
                        <a:ext cx="129384" cy="1447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7E793302-E78D-4866-8E62-278771F49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451279"/>
              </p:ext>
            </p:extLst>
          </p:nvPr>
        </p:nvGraphicFramePr>
        <p:xfrm>
          <a:off x="4680136" y="3202215"/>
          <a:ext cx="129384" cy="144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41" name="Equation" r:id="rId31" imgW="215640" imgH="241200" progId="Equation.DSMT4">
                  <p:embed/>
                </p:oleObj>
              </mc:Choice>
              <mc:Fallback>
                <p:oleObj name="Equation" r:id="rId31" imgW="215640" imgH="2412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A6F52787-23DB-4659-9487-DDDA796BF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80136" y="3202215"/>
                        <a:ext cx="129384" cy="1447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99E37721-C075-4F8D-8C87-FC7CAE237D43}"/>
              </a:ext>
            </a:extLst>
          </p:cNvPr>
          <p:cNvGrpSpPr/>
          <p:nvPr/>
        </p:nvGrpSpPr>
        <p:grpSpPr>
          <a:xfrm>
            <a:off x="5940152" y="2859782"/>
            <a:ext cx="2664296" cy="1349252"/>
            <a:chOff x="5940152" y="3147814"/>
            <a:chExt cx="2664296" cy="134925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CCFEEB6F-69A8-42B2-BF1D-BE105096DBDF}"/>
                </a:ext>
              </a:extLst>
            </p:cNvPr>
            <p:cNvSpPr/>
            <p:nvPr/>
          </p:nvSpPr>
          <p:spPr>
            <a:xfrm>
              <a:off x="5940152" y="3147814"/>
              <a:ext cx="2664296" cy="1349252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22172167-7534-44BB-849C-B0F0ABB2B4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946763"/>
                </p:ext>
              </p:extLst>
            </p:nvPr>
          </p:nvGraphicFramePr>
          <p:xfrm>
            <a:off x="6299257" y="3319957"/>
            <a:ext cx="20066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42" name="Equation" r:id="rId33" imgW="2006280" imgH="520560" progId="Equation.DSMT4">
                    <p:embed/>
                  </p:oleObj>
                </mc:Choice>
                <mc:Fallback>
                  <p:oleObj name="Equation" r:id="rId33" imgW="2006280" imgH="52056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C11E164F-760F-4C0D-8457-054B3FE612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6299257" y="3319957"/>
                          <a:ext cx="20066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3E75F8B9-18F0-44E8-A1D5-E77D878CC0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7547984"/>
                </p:ext>
              </p:extLst>
            </p:nvPr>
          </p:nvGraphicFramePr>
          <p:xfrm>
            <a:off x="6064307" y="3905480"/>
            <a:ext cx="2476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43" name="Equation" r:id="rId35" imgW="2476440" imgH="419040" progId="Equation.DSMT4">
                    <p:embed/>
                  </p:oleObj>
                </mc:Choice>
                <mc:Fallback>
                  <p:oleObj name="Equation" r:id="rId35" imgW="2476440" imgH="41904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22172167-7534-44BB-849C-B0F0ABB2B4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6064307" y="3905480"/>
                          <a:ext cx="2476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9901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7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 autoUpdateAnimBg="0"/>
      <p:bldP spid="11" grpId="0" autoUpdateAnimBg="0"/>
      <p:bldP spid="14" grpId="0" autoUpdateAnimBg="0"/>
      <p:bldP spid="16" grpId="0" autoUpdateAnimBg="0"/>
      <p:bldP spid="20" grpId="0"/>
      <p:bldP spid="21" grpId="0" autoUpdateAnimBg="0"/>
      <p:bldP spid="2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1D63DCA7-F91E-4962-BD15-B0651EDED0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7872" y="2466429"/>
            <a:ext cx="468053" cy="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B5EDC84C-A9B0-4E46-82D0-732F112C23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1373" y="1112008"/>
            <a:ext cx="48075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D6519BA-3074-4A0C-988A-9414FDBBC6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432241"/>
              </p:ext>
            </p:extLst>
          </p:nvPr>
        </p:nvGraphicFramePr>
        <p:xfrm>
          <a:off x="1694456" y="315004"/>
          <a:ext cx="26654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33" name="Equation" r:id="rId3" imgW="2654280" imgH="736560" progId="Equation.DSMT4">
                  <p:embed/>
                </p:oleObj>
              </mc:Choice>
              <mc:Fallback>
                <p:oleObj name="Equation" r:id="rId3" imgW="2654280" imgH="73656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D1F8DB89-6322-4438-88A4-07C1E66669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456" y="315004"/>
                        <a:ext cx="2665413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AFD146DE-59F8-4AE6-98BE-0C25683CB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224821"/>
              </p:ext>
            </p:extLst>
          </p:nvPr>
        </p:nvGraphicFramePr>
        <p:xfrm>
          <a:off x="1645899" y="1283126"/>
          <a:ext cx="210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34" name="Equation" r:id="rId5" imgW="2108160" imgH="736560" progId="Equation.DSMT4">
                  <p:embed/>
                </p:oleObj>
              </mc:Choice>
              <mc:Fallback>
                <p:oleObj name="Equation" r:id="rId5" imgW="2108160" imgH="736560" progId="Equation.DSMT4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5C26F906-F71C-4C75-9CD7-9F81CB1DF7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899" y="1283126"/>
                        <a:ext cx="2108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>
            <a:extLst>
              <a:ext uri="{FF2B5EF4-FFF2-40B4-BE49-F238E27FC236}">
                <a16:creationId xmlns:a16="http://schemas.microsoft.com/office/drawing/2014/main" id="{F30B3DD3-C81A-4FBD-8006-C9EA5E6C2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299" y="3266611"/>
            <a:ext cx="38029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+mn-ea"/>
              </a:rPr>
              <a:t>左右极限存在但不相等</a:t>
            </a:r>
            <a:r>
              <a:rPr lang="zh-CN" altLang="en-US" sz="2400" b="1" dirty="0">
                <a:latin typeface="+mn-ea"/>
              </a:rPr>
              <a:t>，</a:t>
            </a:r>
            <a:endParaRPr lang="zh-CN" altLang="zh-CN" sz="2400" dirty="0">
              <a:latin typeface="Symbol" panose="05050102010706020507" pitchFamily="18" charset="2"/>
            </a:endParaRPr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A4489C9E-4D95-4275-98E3-73C0038763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222163"/>
              </p:ext>
            </p:extLst>
          </p:nvPr>
        </p:nvGraphicFramePr>
        <p:xfrm>
          <a:off x="1608731" y="3913867"/>
          <a:ext cx="265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35" name="Equation" r:id="rId7" imgW="2654280" imgH="736560" progId="Equation.DSMT4">
                  <p:embed/>
                </p:oleObj>
              </mc:Choice>
              <mc:Fallback>
                <p:oleObj name="Equation" r:id="rId7" imgW="2654280" imgH="736560" progId="Equation.DSMT4">
                  <p:embed/>
                  <p:pic>
                    <p:nvPicPr>
                      <p:cNvPr id="18" name="Object 18">
                        <a:extLst>
                          <a:ext uri="{FF2B5EF4-FFF2-40B4-BE49-F238E27FC236}">
                            <a16:creationId xmlns:a16="http://schemas.microsoft.com/office/drawing/2014/main" id="{573C4B54-8265-4F84-BEDC-EA5C18B0F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731" y="3913867"/>
                        <a:ext cx="2654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>
            <a:extLst>
              <a:ext uri="{FF2B5EF4-FFF2-40B4-BE49-F238E27FC236}">
                <a16:creationId xmlns:a16="http://schemas.microsoft.com/office/drawing/2014/main" id="{CDAEB6BD-9FAB-4363-A44B-DC77B70BB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737" y="409208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9</a:t>
            </a:r>
            <a:endParaRPr lang="zh-CN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31D00CB9-073B-4685-B28C-063062778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737" y="1377361"/>
            <a:ext cx="8329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8B9A505C-39AF-464F-A7D7-6C24D6E24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314952"/>
              </p:ext>
            </p:extLst>
          </p:nvPr>
        </p:nvGraphicFramePr>
        <p:xfrm>
          <a:off x="3813942" y="1477054"/>
          <a:ext cx="19653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36" name="Equation" r:id="rId9" imgW="1968480" imgH="495000" progId="Equation.DSMT4">
                  <p:embed/>
                </p:oleObj>
              </mc:Choice>
              <mc:Fallback>
                <p:oleObj name="Equation" r:id="rId9" imgW="1968480" imgH="495000" progId="Equation.DSMT4">
                  <p:embed/>
                  <p:pic>
                    <p:nvPicPr>
                      <p:cNvPr id="21" name="Object 21">
                        <a:extLst>
                          <a:ext uri="{FF2B5EF4-FFF2-40B4-BE49-F238E27FC236}">
                            <a16:creationId xmlns:a16="http://schemas.microsoft.com/office/drawing/2014/main" id="{FF1015C0-B1DC-4F2F-887D-30864751C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942" y="1477054"/>
                        <a:ext cx="19653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>
            <a:extLst>
              <a:ext uri="{FF2B5EF4-FFF2-40B4-BE49-F238E27FC236}">
                <a16:creationId xmlns:a16="http://schemas.microsoft.com/office/drawing/2014/main" id="{23A44F64-B145-4C2A-820D-F2C926ED5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81713"/>
              </p:ext>
            </p:extLst>
          </p:nvPr>
        </p:nvGraphicFramePr>
        <p:xfrm>
          <a:off x="1643438" y="2244501"/>
          <a:ext cx="193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37" name="Equation" r:id="rId11" imgW="1930320" imgH="736560" progId="Equation.DSMT4">
                  <p:embed/>
                </p:oleObj>
              </mc:Choice>
              <mc:Fallback>
                <p:oleObj name="Equation" r:id="rId11" imgW="1930320" imgH="736560" progId="Equation.DSMT4">
                  <p:embed/>
                  <p:pic>
                    <p:nvPicPr>
                      <p:cNvPr id="22" name="Object 22">
                        <a:extLst>
                          <a:ext uri="{FF2B5EF4-FFF2-40B4-BE49-F238E27FC236}">
                            <a16:creationId xmlns:a16="http://schemas.microsoft.com/office/drawing/2014/main" id="{EF211112-650D-40C1-A411-B33682F4F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438" y="2244501"/>
                        <a:ext cx="1930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6D50C2C8-DD76-4C58-97C5-F30037C16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432599"/>
              </p:ext>
            </p:extLst>
          </p:nvPr>
        </p:nvGraphicFramePr>
        <p:xfrm>
          <a:off x="3675437" y="2415899"/>
          <a:ext cx="1397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38" name="Equation" r:id="rId13" imgW="1396800" imgH="495000" progId="Equation.DSMT4">
                  <p:embed/>
                </p:oleObj>
              </mc:Choice>
              <mc:Fallback>
                <p:oleObj name="Equation" r:id="rId13" imgW="1396800" imgH="495000" progId="Equation.DSMT4">
                  <p:embed/>
                  <p:pic>
                    <p:nvPicPr>
                      <p:cNvPr id="23" name="Object 23">
                        <a:extLst>
                          <a:ext uri="{FF2B5EF4-FFF2-40B4-BE49-F238E27FC236}">
                            <a16:creationId xmlns:a16="http://schemas.microsoft.com/office/drawing/2014/main" id="{9C56461D-C48A-42C0-93A4-B47C6F1C1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437" y="2415899"/>
                        <a:ext cx="13970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B14D4656-1337-4F21-A6AB-8958260D4386}"/>
              </a:ext>
            </a:extLst>
          </p:cNvPr>
          <p:cNvGrpSpPr/>
          <p:nvPr/>
        </p:nvGrpSpPr>
        <p:grpSpPr>
          <a:xfrm>
            <a:off x="6012160" y="699542"/>
            <a:ext cx="2397125" cy="2027238"/>
            <a:chOff x="6029029" y="924288"/>
            <a:chExt cx="2397125" cy="2027238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885BE2C-CEDD-41AD-987C-29EF47F0C808}"/>
                </a:ext>
              </a:extLst>
            </p:cNvPr>
            <p:cNvCxnSpPr/>
            <p:nvPr/>
          </p:nvCxnSpPr>
          <p:spPr>
            <a:xfrm>
              <a:off x="7224417" y="1419588"/>
              <a:ext cx="1036626" cy="0"/>
            </a:xfrm>
            <a:prstGeom prst="line">
              <a:avLst/>
            </a:prstGeom>
            <a:ln w="254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42A8E1E-2DCD-4765-B325-6035819786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29029" y="924288"/>
              <a:ext cx="2397125" cy="2027238"/>
              <a:chOff x="256" y="168"/>
              <a:chExt cx="1510" cy="1277"/>
            </a:xfrm>
          </p:grpSpPr>
          <p:graphicFrame>
            <p:nvGraphicFramePr>
              <p:cNvPr id="6" name="Object 6">
                <a:extLst>
                  <a:ext uri="{FF2B5EF4-FFF2-40B4-BE49-F238E27FC236}">
                    <a16:creationId xmlns:a16="http://schemas.microsoft.com/office/drawing/2014/main" id="{C1CE1CE4-3709-406A-9E5C-BCAEDAD8AE3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6819169"/>
                  </p:ext>
                </p:extLst>
              </p:nvPr>
            </p:nvGraphicFramePr>
            <p:xfrm>
              <a:off x="860" y="168"/>
              <a:ext cx="109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7939" name="Equation" r:id="rId15" imgW="215640" imgH="266400" progId="Equation.DSMT4">
                      <p:embed/>
                    </p:oleObj>
                  </mc:Choice>
                  <mc:Fallback>
                    <p:oleObj name="Equation" r:id="rId15" imgW="215640" imgH="266400" progId="Equation.DSMT4">
                      <p:embed/>
                      <p:pic>
                        <p:nvPicPr>
                          <p:cNvPr id="6" name="Object 6">
                            <a:extLst>
                              <a:ext uri="{FF2B5EF4-FFF2-40B4-BE49-F238E27FC236}">
                                <a16:creationId xmlns:a16="http://schemas.microsoft.com/office/drawing/2014/main" id="{62D36015-AF58-4988-8097-2B34336216C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0" y="168"/>
                            <a:ext cx="109" cy="1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" name="Group 7">
                <a:extLst>
                  <a:ext uri="{FF2B5EF4-FFF2-40B4-BE49-F238E27FC236}">
                    <a16:creationId xmlns:a16="http://schemas.microsoft.com/office/drawing/2014/main" id="{62F17C1A-5EE5-4F91-AE33-3E12DF7578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" y="170"/>
                <a:ext cx="1510" cy="1275"/>
                <a:chOff x="256" y="170"/>
                <a:chExt cx="1510" cy="1275"/>
              </a:xfrm>
            </p:grpSpPr>
            <p:sp>
              <p:nvSpPr>
                <p:cNvPr id="8" name="Line 8">
                  <a:extLst>
                    <a:ext uri="{FF2B5EF4-FFF2-40B4-BE49-F238E27FC236}">
                      <a16:creationId xmlns:a16="http://schemas.microsoft.com/office/drawing/2014/main" id="{456A994F-6979-4314-835B-506D8BA192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6" y="870"/>
                  <a:ext cx="149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med"/>
                </a:ln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sp>
              <p:nvSpPr>
                <p:cNvPr id="9" name="Line 9">
                  <a:extLst>
                    <a:ext uri="{FF2B5EF4-FFF2-40B4-BE49-F238E27FC236}">
                      <a16:creationId xmlns:a16="http://schemas.microsoft.com/office/drawing/2014/main" id="{8AA05787-C8C3-4902-BA7D-3E9A18232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10" y="170"/>
                  <a:ext cx="2" cy="12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med"/>
                </a:ln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  <p:graphicFrame>
              <p:nvGraphicFramePr>
                <p:cNvPr id="10" name="Object 10">
                  <a:extLst>
                    <a:ext uri="{FF2B5EF4-FFF2-40B4-BE49-F238E27FC236}">
                      <a16:creationId xmlns:a16="http://schemas.microsoft.com/office/drawing/2014/main" id="{A3BEBF1A-D59F-4791-B2A1-0A85360A1AC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01864151"/>
                    </p:ext>
                  </p:extLst>
                </p:nvPr>
              </p:nvGraphicFramePr>
              <p:xfrm>
                <a:off x="1670" y="908"/>
                <a:ext cx="96" cy="1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7940" name="Equation" r:id="rId17" imgW="190440" imgH="203040" progId="Equation.DSMT4">
                        <p:embed/>
                      </p:oleObj>
                    </mc:Choice>
                    <mc:Fallback>
                      <p:oleObj name="Equation" r:id="rId17" imgW="190440" imgH="203040" progId="Equation.DSMT4">
                        <p:embed/>
                        <p:pic>
                          <p:nvPicPr>
                            <p:cNvPr id="10" name="Object 10">
                              <a:extLst>
                                <a:ext uri="{FF2B5EF4-FFF2-40B4-BE49-F238E27FC236}">
                                  <a16:creationId xmlns:a16="http://schemas.microsoft.com/office/drawing/2014/main" id="{14F9C7C3-64C8-40D6-9477-2F70FF708B1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70" y="908"/>
                              <a:ext cx="96" cy="1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" name="Object 11">
                  <a:extLst>
                    <a:ext uri="{FF2B5EF4-FFF2-40B4-BE49-F238E27FC236}">
                      <a16:creationId xmlns:a16="http://schemas.microsoft.com/office/drawing/2014/main" id="{719B95B3-7424-4255-81C5-582E827AD47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91976764"/>
                    </p:ext>
                  </p:extLst>
                </p:nvPr>
              </p:nvGraphicFramePr>
              <p:xfrm>
                <a:off x="884" y="403"/>
                <a:ext cx="64" cy="13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7941" name="Equation" r:id="rId19" imgW="126720" imgH="266400" progId="Equation.DSMT4">
                        <p:embed/>
                      </p:oleObj>
                    </mc:Choice>
                    <mc:Fallback>
                      <p:oleObj name="Equation" r:id="rId19" imgW="126720" imgH="266400" progId="Equation.DSMT4">
                        <p:embed/>
                        <p:pic>
                          <p:nvPicPr>
                            <p:cNvPr id="11" name="Object 11">
                              <a:extLst>
                                <a:ext uri="{FF2B5EF4-FFF2-40B4-BE49-F238E27FC236}">
                                  <a16:creationId xmlns:a16="http://schemas.microsoft.com/office/drawing/2014/main" id="{8797C108-FED2-4E77-AFD0-72B66A8D057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84" y="403"/>
                              <a:ext cx="64" cy="13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" name="Object 12">
                  <a:extLst>
                    <a:ext uri="{FF2B5EF4-FFF2-40B4-BE49-F238E27FC236}">
                      <a16:creationId xmlns:a16="http://schemas.microsoft.com/office/drawing/2014/main" id="{58604BDD-8A7F-42F7-9695-E76B1B196FD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21240368"/>
                    </p:ext>
                  </p:extLst>
                </p:nvPr>
              </p:nvGraphicFramePr>
              <p:xfrm>
                <a:off x="1087" y="1147"/>
                <a:ext cx="166" cy="13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7942" name="Equation" r:id="rId21" imgW="330120" imgH="266400" progId="Equation.DSMT4">
                        <p:embed/>
                      </p:oleObj>
                    </mc:Choice>
                    <mc:Fallback>
                      <p:oleObj name="Equation" r:id="rId21" imgW="330120" imgH="266400" progId="Equation.DSMT4">
                        <p:embed/>
                        <p:pic>
                          <p:nvPicPr>
                            <p:cNvPr id="12" name="Object 12">
                              <a:extLst>
                                <a:ext uri="{FF2B5EF4-FFF2-40B4-BE49-F238E27FC236}">
                                  <a16:creationId xmlns:a16="http://schemas.microsoft.com/office/drawing/2014/main" id="{FE18B954-716C-4853-8D0D-D8BA6AD4A7A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87" y="1147"/>
                              <a:ext cx="166" cy="13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" name="Object 13">
                  <a:extLst>
                    <a:ext uri="{FF2B5EF4-FFF2-40B4-BE49-F238E27FC236}">
                      <a16:creationId xmlns:a16="http://schemas.microsoft.com/office/drawing/2014/main" id="{1A788D19-7DFC-4D89-A927-C38740C17E9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41812275"/>
                    </p:ext>
                  </p:extLst>
                </p:nvPr>
              </p:nvGraphicFramePr>
              <p:xfrm>
                <a:off x="864" y="880"/>
                <a:ext cx="128" cy="1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7943" name="Equation" r:id="rId23" imgW="253800" imgH="279360" progId="Equation.DSMT4">
                        <p:embed/>
                      </p:oleObj>
                    </mc:Choice>
                    <mc:Fallback>
                      <p:oleObj name="Equation" r:id="rId23" imgW="253800" imgH="279360" progId="Equation.DSMT4">
                        <p:embed/>
                        <p:pic>
                          <p:nvPicPr>
                            <p:cNvPr id="13" name="Object 13">
                              <a:extLst>
                                <a:ext uri="{FF2B5EF4-FFF2-40B4-BE49-F238E27FC236}">
                                  <a16:creationId xmlns:a16="http://schemas.microsoft.com/office/drawing/2014/main" id="{074D30B2-EFCE-4EC5-8D9B-B6A37DD6181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64" y="880"/>
                              <a:ext cx="128" cy="14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" name="Oval 14">
                  <a:extLst>
                    <a:ext uri="{FF2B5EF4-FFF2-40B4-BE49-F238E27FC236}">
                      <a16:creationId xmlns:a16="http://schemas.microsoft.com/office/drawing/2014/main" id="{88545B31-D067-4681-9FB1-60CD04228F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93" y="462"/>
                  <a:ext cx="34" cy="34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rgbClr val="0064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 b="1">
                    <a:latin typeface="+mn-ea"/>
                  </a:endParaRPr>
                </a:p>
              </p:txBody>
            </p:sp>
          </p:grp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B0EE701-A088-4AB5-A1ED-488397B9DF66}"/>
                </a:ext>
              </a:extLst>
            </p:cNvPr>
            <p:cNvCxnSpPr/>
            <p:nvPr/>
          </p:nvCxnSpPr>
          <p:spPr>
            <a:xfrm>
              <a:off x="6202940" y="2601804"/>
              <a:ext cx="1036626" cy="0"/>
            </a:xfrm>
            <a:prstGeom prst="line">
              <a:avLst/>
            </a:prstGeom>
            <a:ln w="254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3431D329-B641-43F3-BEF5-4FEA84FE1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6311" y="2574816"/>
              <a:ext cx="53975" cy="5397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64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CAE050E-5F0B-4BCC-B596-6267169074F7}"/>
              </a:ext>
            </a:extLst>
          </p:cNvPr>
          <p:cNvGrpSpPr/>
          <p:nvPr/>
        </p:nvGrpSpPr>
        <p:grpSpPr>
          <a:xfrm>
            <a:off x="5839839" y="3082996"/>
            <a:ext cx="2664296" cy="1349252"/>
            <a:chOff x="5940152" y="3147814"/>
            <a:chExt cx="2664296" cy="134925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87968539-6E0D-46C9-BA84-782B14D9A8B5}"/>
                </a:ext>
              </a:extLst>
            </p:cNvPr>
            <p:cNvSpPr/>
            <p:nvPr/>
          </p:nvSpPr>
          <p:spPr>
            <a:xfrm>
              <a:off x="5940152" y="3147814"/>
              <a:ext cx="2664296" cy="1349252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DBA432A-994A-46A2-B276-16F9D2FA71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8396203"/>
                </p:ext>
              </p:extLst>
            </p:nvPr>
          </p:nvGraphicFramePr>
          <p:xfrm>
            <a:off x="6299257" y="3319957"/>
            <a:ext cx="20066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944" name="Equation" r:id="rId25" imgW="2006280" imgH="520560" progId="Equation.DSMT4">
                    <p:embed/>
                  </p:oleObj>
                </mc:Choice>
                <mc:Fallback>
                  <p:oleObj name="Equation" r:id="rId25" imgW="2006280" imgH="52056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22172167-7534-44BB-849C-B0F0ABB2B4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299257" y="3319957"/>
                          <a:ext cx="20066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1D55BD8A-9969-4440-9A21-A5E0333917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7167648"/>
                </p:ext>
              </p:extLst>
            </p:nvPr>
          </p:nvGraphicFramePr>
          <p:xfrm>
            <a:off x="6064307" y="3905480"/>
            <a:ext cx="2476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945" name="Equation" r:id="rId27" imgW="2476440" imgH="419040" progId="Equation.DSMT4">
                    <p:embed/>
                  </p:oleObj>
                </mc:Choice>
                <mc:Fallback>
                  <p:oleObj name="Equation" r:id="rId27" imgW="2476440" imgH="41904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3E75F8B9-18F0-44E8-A1D5-E77D878CC0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064307" y="3905480"/>
                          <a:ext cx="2476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8496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7" grpId="0" autoUpdateAnimBg="0"/>
      <p:bldP spid="19" grpId="0"/>
      <p:bldP spid="2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AE444C-F7C9-4F2E-A689-8A85437564F8}"/>
              </a:ext>
            </a:extLst>
          </p:cNvPr>
          <p:cNvSpPr txBox="1"/>
          <p:nvPr/>
        </p:nvSpPr>
        <p:spPr>
          <a:xfrm>
            <a:off x="899592" y="267494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四、函数极限的性质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18466737-9533-4430-981D-D814FCEB2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915566"/>
            <a:ext cx="35878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函数极限有以下六种形式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" name="Object 35">
            <a:extLst>
              <a:ext uri="{FF2B5EF4-FFF2-40B4-BE49-F238E27FC236}">
                <a16:creationId xmlns:a16="http://schemas.microsoft.com/office/drawing/2014/main" id="{208725ED-A2A7-479C-BCE9-17DDFFD6F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561403"/>
              </p:ext>
            </p:extLst>
          </p:nvPr>
        </p:nvGraphicFramePr>
        <p:xfrm>
          <a:off x="1599621" y="1681758"/>
          <a:ext cx="1092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2" name="Equation" r:id="rId3" imgW="1091880" imgH="520560" progId="Equation.DSMT4">
                  <p:embed/>
                </p:oleObj>
              </mc:Choice>
              <mc:Fallback>
                <p:oleObj name="Equation" r:id="rId3" imgW="1091880" imgH="520560" progId="Equation.DSMT4">
                  <p:embed/>
                  <p:pic>
                    <p:nvPicPr>
                      <p:cNvPr id="4" name="Object 35">
                        <a:extLst>
                          <a:ext uri="{FF2B5EF4-FFF2-40B4-BE49-F238E27FC236}">
                            <a16:creationId xmlns:a16="http://schemas.microsoft.com/office/drawing/2014/main" id="{ACCF0621-D387-4744-BDD3-C68DFD2E41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621" y="1681758"/>
                        <a:ext cx="1092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5">
            <a:extLst>
              <a:ext uri="{FF2B5EF4-FFF2-40B4-BE49-F238E27FC236}">
                <a16:creationId xmlns:a16="http://schemas.microsoft.com/office/drawing/2014/main" id="{C67CD153-2A93-4B75-85D1-BB57B7AF3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935251"/>
              </p:ext>
            </p:extLst>
          </p:nvPr>
        </p:nvGraphicFramePr>
        <p:xfrm>
          <a:off x="3891319" y="1626989"/>
          <a:ext cx="1181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3" name="Equation" r:id="rId5" imgW="1180800" imgH="533160" progId="Equation.DSMT4">
                  <p:embed/>
                </p:oleObj>
              </mc:Choice>
              <mc:Fallback>
                <p:oleObj name="Equation" r:id="rId5" imgW="1180800" imgH="533160" progId="Equation.DSMT4">
                  <p:embed/>
                  <p:pic>
                    <p:nvPicPr>
                      <p:cNvPr id="5" name="Object 35">
                        <a:extLst>
                          <a:ext uri="{FF2B5EF4-FFF2-40B4-BE49-F238E27FC236}">
                            <a16:creationId xmlns:a16="http://schemas.microsoft.com/office/drawing/2014/main" id="{945CA6C1-B62B-498D-B075-F15CEBAAA5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1319" y="1626989"/>
                        <a:ext cx="11811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5">
            <a:extLst>
              <a:ext uri="{FF2B5EF4-FFF2-40B4-BE49-F238E27FC236}">
                <a16:creationId xmlns:a16="http://schemas.microsoft.com/office/drawing/2014/main" id="{A4BF0290-A316-427C-8069-906FFFD018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071624"/>
              </p:ext>
            </p:extLst>
          </p:nvPr>
        </p:nvGraphicFramePr>
        <p:xfrm>
          <a:off x="6271917" y="1578614"/>
          <a:ext cx="1168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4" name="Equation" r:id="rId7" imgW="1168200" imgH="533160" progId="Equation.DSMT4">
                  <p:embed/>
                </p:oleObj>
              </mc:Choice>
              <mc:Fallback>
                <p:oleObj name="Equation" r:id="rId7" imgW="1168200" imgH="533160" progId="Equation.DSMT4">
                  <p:embed/>
                  <p:pic>
                    <p:nvPicPr>
                      <p:cNvPr id="6" name="Object 35">
                        <a:extLst>
                          <a:ext uri="{FF2B5EF4-FFF2-40B4-BE49-F238E27FC236}">
                            <a16:creationId xmlns:a16="http://schemas.microsoft.com/office/drawing/2014/main" id="{26475BC0-394C-49D3-B941-1A6205384E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1917" y="1578614"/>
                        <a:ext cx="11684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5">
            <a:extLst>
              <a:ext uri="{FF2B5EF4-FFF2-40B4-BE49-F238E27FC236}">
                <a16:creationId xmlns:a16="http://schemas.microsoft.com/office/drawing/2014/main" id="{A63350ED-4AE1-4D6A-ADFC-791C5D7E14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934909"/>
              </p:ext>
            </p:extLst>
          </p:nvPr>
        </p:nvGraphicFramePr>
        <p:xfrm>
          <a:off x="1584704" y="2346211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5" name="Equation" r:id="rId9" imgW="1066680" imgH="482400" progId="Equation.DSMT4">
                  <p:embed/>
                </p:oleObj>
              </mc:Choice>
              <mc:Fallback>
                <p:oleObj name="Equation" r:id="rId9" imgW="1066680" imgH="482400" progId="Equation.DSMT4">
                  <p:embed/>
                  <p:pic>
                    <p:nvPicPr>
                      <p:cNvPr id="7" name="Object 35">
                        <a:extLst>
                          <a:ext uri="{FF2B5EF4-FFF2-40B4-BE49-F238E27FC236}">
                            <a16:creationId xmlns:a16="http://schemas.microsoft.com/office/drawing/2014/main" id="{3CDB95D9-E3D4-4A46-B569-85AEFDCDD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704" y="2346211"/>
                        <a:ext cx="1066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5">
            <a:extLst>
              <a:ext uri="{FF2B5EF4-FFF2-40B4-BE49-F238E27FC236}">
                <a16:creationId xmlns:a16="http://schemas.microsoft.com/office/drawing/2014/main" id="{05736A71-E71C-4229-8E0B-977787C3B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529121"/>
              </p:ext>
            </p:extLst>
          </p:nvPr>
        </p:nvGraphicFramePr>
        <p:xfrm>
          <a:off x="3904019" y="2346211"/>
          <a:ext cx="1155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6" name="Equation" r:id="rId11" imgW="1155600" imgH="482400" progId="Equation.DSMT4">
                  <p:embed/>
                </p:oleObj>
              </mc:Choice>
              <mc:Fallback>
                <p:oleObj name="Equation" r:id="rId11" imgW="1155600" imgH="482400" progId="Equation.DSMT4">
                  <p:embed/>
                  <p:pic>
                    <p:nvPicPr>
                      <p:cNvPr id="8" name="Object 35">
                        <a:extLst>
                          <a:ext uri="{FF2B5EF4-FFF2-40B4-BE49-F238E27FC236}">
                            <a16:creationId xmlns:a16="http://schemas.microsoft.com/office/drawing/2014/main" id="{23394AD0-B6C0-45C7-B28B-59396C08BA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4019" y="2346211"/>
                        <a:ext cx="1155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5">
            <a:extLst>
              <a:ext uri="{FF2B5EF4-FFF2-40B4-BE49-F238E27FC236}">
                <a16:creationId xmlns:a16="http://schemas.microsoft.com/office/drawing/2014/main" id="{99E7E01C-453C-43EF-ADDA-B5915A063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643778"/>
              </p:ext>
            </p:extLst>
          </p:nvPr>
        </p:nvGraphicFramePr>
        <p:xfrm>
          <a:off x="6271917" y="2346211"/>
          <a:ext cx="1155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7" name="Equation" r:id="rId13" imgW="1155600" imgH="482400" progId="Equation.DSMT4">
                  <p:embed/>
                </p:oleObj>
              </mc:Choice>
              <mc:Fallback>
                <p:oleObj name="Equation" r:id="rId13" imgW="1155600" imgH="482400" progId="Equation.DSMT4">
                  <p:embed/>
                  <p:pic>
                    <p:nvPicPr>
                      <p:cNvPr id="9" name="Object 35">
                        <a:extLst>
                          <a:ext uri="{FF2B5EF4-FFF2-40B4-BE49-F238E27FC236}">
                            <a16:creationId xmlns:a16="http://schemas.microsoft.com/office/drawing/2014/main" id="{6A112F16-AB64-45D4-ADC2-AA8247370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1917" y="2346211"/>
                        <a:ext cx="1155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52AA82C-006F-437C-932C-583E6CE43627}"/>
              </a:ext>
            </a:extLst>
          </p:cNvPr>
          <p:cNvSpPr txBox="1"/>
          <p:nvPr/>
        </p:nvSpPr>
        <p:spPr>
          <a:xfrm>
            <a:off x="879541" y="1567944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(1)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6D76C2-9FC1-475D-8221-1952B5C8E9CE}"/>
              </a:ext>
            </a:extLst>
          </p:cNvPr>
          <p:cNvSpPr txBox="1"/>
          <p:nvPr/>
        </p:nvSpPr>
        <p:spPr>
          <a:xfrm>
            <a:off x="3264425" y="1567944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(2)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F24E72-61C5-40EA-915A-D29E44E7612F}"/>
              </a:ext>
            </a:extLst>
          </p:cNvPr>
          <p:cNvSpPr txBox="1"/>
          <p:nvPr/>
        </p:nvSpPr>
        <p:spPr>
          <a:xfrm>
            <a:off x="5649309" y="156363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(3)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5A5ADA-EEB1-477C-89C5-2628FD0E0234}"/>
              </a:ext>
            </a:extLst>
          </p:cNvPr>
          <p:cNvSpPr txBox="1"/>
          <p:nvPr/>
        </p:nvSpPr>
        <p:spPr>
          <a:xfrm>
            <a:off x="866841" y="228425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(4)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03E4FE-CC00-4B71-B432-7542CD361C0C}"/>
              </a:ext>
            </a:extLst>
          </p:cNvPr>
          <p:cNvSpPr txBox="1"/>
          <p:nvPr/>
        </p:nvSpPr>
        <p:spPr>
          <a:xfrm>
            <a:off x="3251725" y="228425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(5)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963A33-646A-444A-9282-62AD908B7149}"/>
              </a:ext>
            </a:extLst>
          </p:cNvPr>
          <p:cNvSpPr txBox="1"/>
          <p:nvPr/>
        </p:nvSpPr>
        <p:spPr>
          <a:xfrm>
            <a:off x="5636609" y="2279944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(6)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EAB015C-B0EB-44D7-ACCF-7CA5D499135A}"/>
              </a:ext>
            </a:extLst>
          </p:cNvPr>
          <p:cNvGrpSpPr/>
          <p:nvPr/>
        </p:nvGrpSpPr>
        <p:grpSpPr>
          <a:xfrm>
            <a:off x="383208" y="3075806"/>
            <a:ext cx="7462299" cy="598653"/>
            <a:chOff x="455216" y="3172553"/>
            <a:chExt cx="7462299" cy="598653"/>
          </a:xfrm>
        </p:grpSpPr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E56D6D76-E9F5-477A-BEAF-B06F8D5FE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216" y="3172553"/>
              <a:ext cx="74622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下面以函数极限        为例</a:t>
              </a:r>
              <a:r>
                <a:rPr kumimoji="1" lang="zh-CN" altLang="en-US" sz="2400" dirty="0">
                  <a:latin typeface="Symbol" panose="05050102010706020507" pitchFamily="18" charset="2"/>
                  <a:ea typeface="+mn-ea"/>
                </a:rPr>
                <a:t>，</a:t>
              </a:r>
              <a:r>
                <a:rPr kumimoji="1" lang="zh-CN" altLang="en-US" sz="2400" b="1" dirty="0">
                  <a:latin typeface="+mn-ea"/>
                  <a:ea typeface="+mn-ea"/>
                </a:rPr>
                <a:t>研究函数极限的性质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17" name="Object 35">
              <a:extLst>
                <a:ext uri="{FF2B5EF4-FFF2-40B4-BE49-F238E27FC236}">
                  <a16:creationId xmlns:a16="http://schemas.microsoft.com/office/drawing/2014/main" id="{9BA1BB6C-B224-45D7-8F93-F5E89D62A1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2486402"/>
                </p:ext>
              </p:extLst>
            </p:nvPr>
          </p:nvGraphicFramePr>
          <p:xfrm>
            <a:off x="2759472" y="3250506"/>
            <a:ext cx="1092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58" name="Equation" r:id="rId15" imgW="1091880" imgH="520560" progId="Equation.DSMT4">
                    <p:embed/>
                  </p:oleObj>
                </mc:Choice>
                <mc:Fallback>
                  <p:oleObj name="Equation" r:id="rId15" imgW="1091880" imgH="520560" progId="Equation.DSMT4">
                    <p:embed/>
                    <p:pic>
                      <p:nvPicPr>
                        <p:cNvPr id="18" name="Object 35">
                          <a:extLst>
                            <a:ext uri="{FF2B5EF4-FFF2-40B4-BE49-F238E27FC236}">
                              <a16:creationId xmlns:a16="http://schemas.microsoft.com/office/drawing/2014/main" id="{6C7FC0F3-FAF4-460A-B6F5-FF6C4A1CF2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9472" y="3250506"/>
                          <a:ext cx="1092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507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7D18CEFB-EE28-4C4E-B3D3-A8BB8CC7F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47" y="195487"/>
            <a:ext cx="2549414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（唯一性）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BAFCCAB5-9E7F-4825-9CE5-C9B1FC7BC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339" y="195485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存在，</a:t>
            </a:r>
            <a:endParaRPr kumimoji="1" lang="en-US" altLang="zh-CN" sz="2400" dirty="0">
              <a:latin typeface="Symbol" panose="05050102010706020507" pitchFamily="18" charset="2"/>
              <a:ea typeface="+mn-ea"/>
            </a:endParaRP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E377493E-C2EC-415B-B2BC-FB8D38F63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114" y="185210"/>
            <a:ext cx="2095451" cy="47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则极限唯一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3C33711-58DD-4917-ADC4-11A8A74632DE}"/>
              </a:ext>
            </a:extLst>
          </p:cNvPr>
          <p:cNvGrpSpPr/>
          <p:nvPr/>
        </p:nvGrpSpPr>
        <p:grpSpPr>
          <a:xfrm>
            <a:off x="2915816" y="195486"/>
            <a:ext cx="2438400" cy="538386"/>
            <a:chOff x="3160558" y="4054302"/>
            <a:chExt cx="2438400" cy="538386"/>
          </a:xfrm>
        </p:grpSpPr>
        <p:sp>
          <p:nvSpPr>
            <p:cNvPr id="6" name="Text Box 12">
              <a:extLst>
                <a:ext uri="{FF2B5EF4-FFF2-40B4-BE49-F238E27FC236}">
                  <a16:creationId xmlns:a16="http://schemas.microsoft.com/office/drawing/2014/main" id="{BE28086B-1DD1-4EFB-B4A3-E5F08E1AA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558" y="4054302"/>
              <a:ext cx="2438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如果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7" name="Object 35">
              <a:extLst>
                <a:ext uri="{FF2B5EF4-FFF2-40B4-BE49-F238E27FC236}">
                  <a16:creationId xmlns:a16="http://schemas.microsoft.com/office/drawing/2014/main" id="{F83411CC-DAEC-4196-81EA-B010A2E947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9437629"/>
                </p:ext>
              </p:extLst>
            </p:nvPr>
          </p:nvGraphicFramePr>
          <p:xfrm>
            <a:off x="3933881" y="4071988"/>
            <a:ext cx="1092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53" name="Equation" r:id="rId3" imgW="1091880" imgH="520560" progId="Equation.DSMT4">
                    <p:embed/>
                  </p:oleObj>
                </mc:Choice>
                <mc:Fallback>
                  <p:oleObj name="Equation" r:id="rId3" imgW="1091880" imgH="520560" progId="Equation.DSMT4">
                    <p:embed/>
                    <p:pic>
                      <p:nvPicPr>
                        <p:cNvPr id="23" name="Object 35">
                          <a:extLst>
                            <a:ext uri="{FF2B5EF4-FFF2-40B4-BE49-F238E27FC236}">
                              <a16:creationId xmlns:a16="http://schemas.microsoft.com/office/drawing/2014/main" id="{9E31FC7D-B5DB-4F6D-9ADA-55178B77AB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3881" y="4071988"/>
                          <a:ext cx="1092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4">
            <a:extLst>
              <a:ext uri="{FF2B5EF4-FFF2-40B4-BE49-F238E27FC236}">
                <a16:creationId xmlns:a16="http://schemas.microsoft.com/office/drawing/2014/main" id="{6E2C31AD-31F9-4A21-9E21-4EC33DE6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679" y="673662"/>
            <a:ext cx="2133080" cy="46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（反证法）</a:t>
            </a:r>
            <a:endParaRPr kumimoji="1" lang="zh-CN" altLang="en-US" sz="2400" b="1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9AB54CCD-2990-4226-8D9E-462544C7F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09" y="4439427"/>
            <a:ext cx="5365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产生矛盾</a:t>
            </a:r>
            <a:r>
              <a:rPr lang="en-US" altLang="zh-CN" sz="2400" b="1" dirty="0">
                <a:latin typeface="+mn-ea"/>
              </a:rPr>
              <a:t>, </a:t>
            </a:r>
            <a:r>
              <a:rPr lang="zh-CN" sz="2400" b="1" dirty="0">
                <a:solidFill>
                  <a:schemeClr val="tx1"/>
                </a:solidFill>
                <a:latin typeface="+mn-ea"/>
              </a:rPr>
              <a:t>故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函数</a:t>
            </a:r>
            <a:r>
              <a:rPr lang="zh-CN" sz="2400" b="1" dirty="0">
                <a:solidFill>
                  <a:schemeClr val="tx1"/>
                </a:solidFill>
                <a:latin typeface="+mn-ea"/>
              </a:rPr>
              <a:t>极限唯一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.</a:t>
            </a:r>
            <a:endParaRPr lang="zh-CN" altLang="zh-CN" sz="2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75E5A92B-AC92-4AB0-B27D-F97376A32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628073"/>
              </p:ext>
            </p:extLst>
          </p:nvPr>
        </p:nvGraphicFramePr>
        <p:xfrm>
          <a:off x="460685" y="1389780"/>
          <a:ext cx="207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4" name="Equation" r:id="rId5" imgW="2070000" imgH="723600" progId="Equation.DSMT4">
                  <p:embed/>
                </p:oleObj>
              </mc:Choice>
              <mc:Fallback>
                <p:oleObj name="Equation" r:id="rId5" imgW="2070000" imgH="72360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85" y="1389780"/>
                        <a:ext cx="2070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1C2925E5-C385-42B3-9DA3-1186C99D0D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7354"/>
              </p:ext>
            </p:extLst>
          </p:nvPr>
        </p:nvGraphicFramePr>
        <p:xfrm>
          <a:off x="590462" y="2977010"/>
          <a:ext cx="232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5" name="Equation" r:id="rId7" imgW="2323800" imgH="393480" progId="Equation.DSMT4">
                  <p:embed/>
                </p:oleObj>
              </mc:Choice>
              <mc:Fallback>
                <p:oleObj name="Equation" r:id="rId7" imgW="2323800" imgH="393480" progId="Equation.DSMT4">
                  <p:embed/>
                  <p:pic>
                    <p:nvPicPr>
                      <p:cNvPr id="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462" y="2977010"/>
                        <a:ext cx="2324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C844701D-5489-44D9-B7FB-76BD5551B4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923850"/>
              </p:ext>
            </p:extLst>
          </p:nvPr>
        </p:nvGraphicFramePr>
        <p:xfrm>
          <a:off x="2576958" y="1335731"/>
          <a:ext cx="628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6" name="Equation" r:id="rId9" imgW="6286320" imgH="723600" progId="Equation.DSMT4">
                  <p:embed/>
                </p:oleObj>
              </mc:Choice>
              <mc:Fallback>
                <p:oleObj name="Equation" r:id="rId9" imgW="6286320" imgH="723600" progId="Equation.DSMT4">
                  <p:embed/>
                  <p:pic>
                    <p:nvPicPr>
                      <p:cNvPr id="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958" y="1335731"/>
                        <a:ext cx="6286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D2B15AA5-467C-4A8F-AB05-F6063B380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725942"/>
              </p:ext>
            </p:extLst>
          </p:nvPr>
        </p:nvGraphicFramePr>
        <p:xfrm>
          <a:off x="3106567" y="2989950"/>
          <a:ext cx="278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7" name="Equation" r:id="rId11" imgW="2781000" imgH="393480" progId="Equation.DSMT4">
                  <p:embed/>
                </p:oleObj>
              </mc:Choice>
              <mc:Fallback>
                <p:oleObj name="Equation" r:id="rId11" imgW="2781000" imgH="393480" progId="Equation.DSMT4">
                  <p:embed/>
                  <p:pic>
                    <p:nvPicPr>
                      <p:cNvPr id="1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567" y="2989950"/>
                        <a:ext cx="27813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5726A805-53B5-4F1B-8CDF-824D7578C5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159340"/>
              </p:ext>
            </p:extLst>
          </p:nvPr>
        </p:nvGraphicFramePr>
        <p:xfrm>
          <a:off x="661900" y="3626298"/>
          <a:ext cx="346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8" name="Equation" r:id="rId13" imgW="3466800" imgH="723600" progId="Equation.DSMT4">
                  <p:embed/>
                </p:oleObj>
              </mc:Choice>
              <mc:Fallback>
                <p:oleObj name="Equation" r:id="rId13" imgW="3466800" imgH="72360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00" y="3626298"/>
                        <a:ext cx="3467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EA01E37-15AF-457D-B2F3-F8DF5ADB6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848850"/>
              </p:ext>
            </p:extLst>
          </p:nvPr>
        </p:nvGraphicFramePr>
        <p:xfrm>
          <a:off x="4364414" y="3636909"/>
          <a:ext cx="344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9" name="Equation" r:id="rId15" imgW="3441600" imgH="723600" progId="Equation.DSMT4">
                  <p:embed/>
                </p:oleObj>
              </mc:Choice>
              <mc:Fallback>
                <p:oleObj name="Equation" r:id="rId15" imgW="3441600" imgH="723600" progId="Equation.DSMT4">
                  <p:embed/>
                  <p:pic>
                    <p:nvPicPr>
                      <p:cNvPr id="1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414" y="3636909"/>
                        <a:ext cx="3441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38E0F4D4-CA47-4C94-AC18-F3AB00759B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8800296"/>
              </p:ext>
            </p:extLst>
          </p:nvPr>
        </p:nvGraphicFramePr>
        <p:xfrm>
          <a:off x="2914562" y="3613358"/>
          <a:ext cx="1130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60" name="Equation" r:id="rId17" imgW="1130040" imgH="723600" progId="Equation.DSMT4">
                  <p:embed/>
                </p:oleObj>
              </mc:Choice>
              <mc:Fallback>
                <p:oleObj name="Equation" r:id="rId17" imgW="1130040" imgH="723600" progId="Equation.DSMT4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562" y="3613358"/>
                        <a:ext cx="1130300" cy="72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99C46B3F-E9D2-4444-A6D9-A02DF3FF5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707524"/>
              </p:ext>
            </p:extLst>
          </p:nvPr>
        </p:nvGraphicFramePr>
        <p:xfrm>
          <a:off x="4364414" y="3621127"/>
          <a:ext cx="10525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61" name="Equation" r:id="rId19" imgW="1054080" imgH="723600" progId="Equation.DSMT4">
                  <p:embed/>
                </p:oleObj>
              </mc:Choice>
              <mc:Fallback>
                <p:oleObj name="Equation" r:id="rId19" imgW="1054080" imgH="723600" progId="Equation.DSMT4">
                  <p:embed/>
                  <p:pic>
                    <p:nvPicPr>
                      <p:cNvPr id="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414" y="3621127"/>
                        <a:ext cx="1052512" cy="72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04B8CE8F-29E0-4874-90F4-5C65AD10732B}"/>
              </a:ext>
            </a:extLst>
          </p:cNvPr>
          <p:cNvGrpSpPr/>
          <p:nvPr/>
        </p:nvGrpSpPr>
        <p:grpSpPr>
          <a:xfrm>
            <a:off x="2808432" y="707001"/>
            <a:ext cx="4673034" cy="565695"/>
            <a:chOff x="2805345" y="851016"/>
            <a:chExt cx="4673034" cy="56569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E9C0973-B8E8-4D50-8BE8-4B4654AAA8AC}"/>
                </a:ext>
              </a:extLst>
            </p:cNvPr>
            <p:cNvSpPr/>
            <p:nvPr/>
          </p:nvSpPr>
          <p:spPr>
            <a:xfrm>
              <a:off x="2805345" y="851016"/>
              <a:ext cx="3556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设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3D866FF8-4AE8-4D16-B9A7-6DD6C79A88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8660883"/>
                </p:ext>
              </p:extLst>
            </p:nvPr>
          </p:nvGraphicFramePr>
          <p:xfrm>
            <a:off x="3223879" y="896011"/>
            <a:ext cx="42545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62" name="Equation" r:id="rId21" imgW="4254480" imgH="520560" progId="Equation.DSMT4">
                    <p:embed/>
                  </p:oleObj>
                </mc:Choice>
                <mc:Fallback>
                  <p:oleObj name="Equation" r:id="rId21" imgW="4254480" imgH="520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23879" y="896011"/>
                          <a:ext cx="42545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14">
            <a:extLst>
              <a:ext uri="{FF2B5EF4-FFF2-40B4-BE49-F238E27FC236}">
                <a16:creationId xmlns:a16="http://schemas.microsoft.com/office/drawing/2014/main" id="{F9C472FB-2B37-4ED3-8E20-EB18C62FE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769670"/>
              </p:ext>
            </p:extLst>
          </p:nvPr>
        </p:nvGraphicFramePr>
        <p:xfrm>
          <a:off x="2383973" y="2063164"/>
          <a:ext cx="6553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63" name="Equation" r:id="rId23" imgW="6553080" imgH="723600" progId="Equation.DSMT4">
                  <p:embed/>
                </p:oleObj>
              </mc:Choice>
              <mc:Fallback>
                <p:oleObj name="Equation" r:id="rId23" imgW="6553080" imgH="723600" progId="Equation.DSMT4">
                  <p:embed/>
                  <p:pic>
                    <p:nvPicPr>
                      <p:cNvPr id="13" name="Object 14">
                        <a:extLst>
                          <a:ext uri="{FF2B5EF4-FFF2-40B4-BE49-F238E27FC236}">
                            <a16:creationId xmlns:a16="http://schemas.microsoft.com/office/drawing/2014/main" id="{C844701D-5489-44D9-B7FB-76BD5551B4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973" y="2063164"/>
                        <a:ext cx="6553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680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>
            <a:extLst>
              <a:ext uri="{FF2B5EF4-FFF2-40B4-BE49-F238E27FC236}">
                <a16:creationId xmlns:a16="http://schemas.microsoft.com/office/drawing/2014/main" id="{C5A72AE7-F79F-45C2-A269-22FAF27FD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790" y="1730474"/>
            <a:ext cx="8032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59A1E194-D9F9-4BAD-87F4-E564184C8F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194318"/>
              </p:ext>
            </p:extLst>
          </p:nvPr>
        </p:nvGraphicFramePr>
        <p:xfrm>
          <a:off x="1511325" y="1819037"/>
          <a:ext cx="2362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68" name="Equation" r:id="rId3" imgW="2361960" imgH="533160" progId="Equation.DSMT4">
                  <p:embed/>
                </p:oleObj>
              </mc:Choice>
              <mc:Fallback>
                <p:oleObj name="Equation" r:id="rId3" imgW="2361960" imgH="53316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799B7070-F865-471A-8BD7-2376557ED2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25" y="1819037"/>
                        <a:ext cx="23622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BDCE6560-5142-4FA5-A5E7-AAD80E5E6C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445212"/>
              </p:ext>
            </p:extLst>
          </p:nvPr>
        </p:nvGraphicFramePr>
        <p:xfrm>
          <a:off x="4062384" y="1820022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69" name="Equation" r:id="rId5" imgW="1130040" imgH="330120" progId="Equation.DSMT4">
                  <p:embed/>
                </p:oleObj>
              </mc:Choice>
              <mc:Fallback>
                <p:oleObj name="Equation" r:id="rId5" imgW="1130040" imgH="33012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50D3D93C-6AB3-415B-A027-C6644BC904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384" y="1820022"/>
                        <a:ext cx="1130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1E4D39F5-0696-440E-8D25-CAB3FCDD10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557868"/>
              </p:ext>
            </p:extLst>
          </p:nvPr>
        </p:nvGraphicFramePr>
        <p:xfrm>
          <a:off x="5381543" y="1852482"/>
          <a:ext cx="990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0" name="Equation" r:id="rId7" imgW="990360" imgH="279360" progId="Equation.DSMT4">
                  <p:embed/>
                </p:oleObj>
              </mc:Choice>
              <mc:Fallback>
                <p:oleObj name="Equation" r:id="rId7" imgW="990360" imgH="27936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331A335A-D067-467C-97D8-BEBFE300B4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543" y="1852482"/>
                        <a:ext cx="990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097C33A9-5F10-46E1-A0F8-C01DADCEA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186372"/>
              </p:ext>
            </p:extLst>
          </p:nvPr>
        </p:nvGraphicFramePr>
        <p:xfrm>
          <a:off x="454092" y="2558572"/>
          <a:ext cx="274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1" name="Equation" r:id="rId9" imgW="2743200" imgH="393480" progId="Equation.DSMT4">
                  <p:embed/>
                </p:oleObj>
              </mc:Choice>
              <mc:Fallback>
                <p:oleObj name="Equation" r:id="rId9" imgW="2743200" imgH="393480" progId="Equation.DSMT4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F07AE399-54D5-4190-9A9B-B66AD6BDA6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92" y="2558572"/>
                        <a:ext cx="2743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353840BC-8BB5-46AA-A1AC-E3DE8DB52E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730801"/>
              </p:ext>
            </p:extLst>
          </p:nvPr>
        </p:nvGraphicFramePr>
        <p:xfrm>
          <a:off x="3367436" y="2558572"/>
          <a:ext cx="2171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2" name="Equation" r:id="rId11" imgW="2171520" imgH="380880" progId="Equation.DSMT4">
                  <p:embed/>
                </p:oleObj>
              </mc:Choice>
              <mc:Fallback>
                <p:oleObj name="Equation" r:id="rId11" imgW="2171520" imgH="38088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E10B4326-58F7-4CBE-855D-5609053645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436" y="2558572"/>
                        <a:ext cx="2171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51426E5-E266-4798-B591-D847173D5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736762"/>
              </p:ext>
            </p:extLst>
          </p:nvPr>
        </p:nvGraphicFramePr>
        <p:xfrm>
          <a:off x="452462" y="3287638"/>
          <a:ext cx="382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3" name="Equation" r:id="rId13" imgW="3822480" imgH="380880" progId="Equation.DSMT4">
                  <p:embed/>
                </p:oleObj>
              </mc:Choice>
              <mc:Fallback>
                <p:oleObj name="Equation" r:id="rId13" imgW="3822480" imgH="380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FC9FAF2-0791-4A0B-9BA7-8AE7CB3D1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2462" y="3287638"/>
                        <a:ext cx="3822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9D8C649-7F83-47E8-8F53-0DD0D41A5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492586"/>
              </p:ext>
            </p:extLst>
          </p:nvPr>
        </p:nvGraphicFramePr>
        <p:xfrm>
          <a:off x="452462" y="4016704"/>
          <a:ext cx="3721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4" name="Equation" r:id="rId15" imgW="3720960" imgH="368280" progId="Equation.DSMT4">
                  <p:embed/>
                </p:oleObj>
              </mc:Choice>
              <mc:Fallback>
                <p:oleObj name="Equation" r:id="rId15" imgW="3720960" imgH="368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2E100D1-9492-4F35-A8BC-5B34606C38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2462" y="4016704"/>
                        <a:ext cx="3721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">
            <a:extLst>
              <a:ext uri="{FF2B5EF4-FFF2-40B4-BE49-F238E27FC236}">
                <a16:creationId xmlns:a16="http://schemas.microsoft.com/office/drawing/2014/main" id="{2CFD463D-B56C-421A-964F-2C15DD455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274" y="258059"/>
            <a:ext cx="42481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局部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有界性）</a:t>
            </a:r>
          </a:p>
        </p:txBody>
      </p:sp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D22A2485-27D6-4E98-9E64-063996721B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5655944"/>
              </p:ext>
            </p:extLst>
          </p:nvPr>
        </p:nvGraphicFramePr>
        <p:xfrm>
          <a:off x="3851920" y="339502"/>
          <a:ext cx="20952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5" name="Equation" r:id="rId17" imgW="2095200" imgH="533160" progId="Equation.DSMT4">
                  <p:embed/>
                </p:oleObj>
              </mc:Choice>
              <mc:Fallback>
                <p:oleObj name="Equation" r:id="rId17" imgW="2095200" imgH="533160" progId="Equation.DSMT4">
                  <p:embed/>
                  <p:pic>
                    <p:nvPicPr>
                      <p:cNvPr id="3" name="Object 8">
                        <a:extLst>
                          <a:ext uri="{FF2B5EF4-FFF2-40B4-BE49-F238E27FC236}">
                            <a16:creationId xmlns:a16="http://schemas.microsoft.com/office/drawing/2014/main" id="{24D32FFD-5811-459C-B58A-A42D95254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339502"/>
                        <a:ext cx="2095200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>
            <a:extLst>
              <a:ext uri="{FF2B5EF4-FFF2-40B4-BE49-F238E27FC236}">
                <a16:creationId xmlns:a16="http://schemas.microsoft.com/office/drawing/2014/main" id="{CFE57CE4-F696-4C9B-90BB-BA033F6C4B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456512"/>
              </p:ext>
            </p:extLst>
          </p:nvPr>
        </p:nvGraphicFramePr>
        <p:xfrm>
          <a:off x="432198" y="951019"/>
          <a:ext cx="5029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6" name="Equation" r:id="rId19" imgW="5029200" imgH="558720" progId="Equation.DSMT4">
                  <p:embed/>
                </p:oleObj>
              </mc:Choice>
              <mc:Fallback>
                <p:oleObj name="Equation" r:id="rId19" imgW="5029200" imgH="55872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6B115732-96EA-4CB5-B5B4-F88DD997B9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98" y="951019"/>
                        <a:ext cx="50292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9346726-32F6-40A7-95C8-A097D31BB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206744"/>
              </p:ext>
            </p:extLst>
          </p:nvPr>
        </p:nvGraphicFramePr>
        <p:xfrm>
          <a:off x="6037462" y="350960"/>
          <a:ext cx="2832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7" name="Equation" r:id="rId21" imgW="2831760" imgH="342720" progId="Equation.DSMT4">
                  <p:embed/>
                </p:oleObj>
              </mc:Choice>
              <mc:Fallback>
                <p:oleObj name="Equation" r:id="rId21" imgW="283176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CFBB871-5818-45AC-935F-AD19D7D5C5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37462" y="350960"/>
                        <a:ext cx="2832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65C53B18-9107-41BD-945C-8DE6C4073E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892795"/>
              </p:ext>
            </p:extLst>
          </p:nvPr>
        </p:nvGraphicFramePr>
        <p:xfrm>
          <a:off x="4262786" y="3338619"/>
          <a:ext cx="1155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8" name="Equation" r:id="rId23" imgW="1155600" imgH="330120" progId="Equation.DSMT4">
                  <p:embed/>
                </p:oleObj>
              </mc:Choice>
              <mc:Fallback>
                <p:oleObj name="Equation" r:id="rId23" imgW="1155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62786" y="3338619"/>
                        <a:ext cx="1155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C256D4A1-7AE6-4276-BC60-2F1D91FD757D}"/>
              </a:ext>
            </a:extLst>
          </p:cNvPr>
          <p:cNvGrpSpPr/>
          <p:nvPr/>
        </p:nvGrpSpPr>
        <p:grpSpPr>
          <a:xfrm>
            <a:off x="5821438" y="2440788"/>
            <a:ext cx="2590387" cy="1826432"/>
            <a:chOff x="5546426" y="2309669"/>
            <a:chExt cx="4028211" cy="2533017"/>
          </a:xfrm>
        </p:grpSpPr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21FF459C-BC84-4982-901E-129F92E17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1455" y="3019042"/>
              <a:ext cx="2958896" cy="824339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952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4">
              <a:extLst>
                <a:ext uri="{FF2B5EF4-FFF2-40B4-BE49-F238E27FC236}">
                  <a16:creationId xmlns:a16="http://schemas.microsoft.com/office/drawing/2014/main" id="{97C51C2F-16DF-4E1E-B98F-74CFF33C9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0967" y="3829827"/>
              <a:ext cx="2949354" cy="11075"/>
            </a:xfrm>
            <a:prstGeom prst="line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25" name="Line 5">
              <a:extLst>
                <a:ext uri="{FF2B5EF4-FFF2-40B4-BE49-F238E27FC236}">
                  <a16:creationId xmlns:a16="http://schemas.microsoft.com/office/drawing/2014/main" id="{7D2B414C-FCC9-4B9A-AB41-5685557DE0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0965" y="3030000"/>
              <a:ext cx="2949409" cy="9499"/>
            </a:xfrm>
            <a:prstGeom prst="line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5F70B62A-A93B-4954-8FE5-9BEDF2D5D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9187" y="3436794"/>
              <a:ext cx="76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grpSp>
          <p:nvGrpSpPr>
            <p:cNvPr id="27" name="Group 7">
              <a:extLst>
                <a:ext uri="{FF2B5EF4-FFF2-40B4-BE49-F238E27FC236}">
                  <a16:creationId xmlns:a16="http://schemas.microsoft.com/office/drawing/2014/main" id="{9E226CF4-7D25-4AEE-9ED1-AAD17E3E1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2782" y="2403790"/>
              <a:ext cx="2678943" cy="1960856"/>
              <a:chOff x="53" y="18"/>
              <a:chExt cx="1756" cy="1286"/>
            </a:xfrm>
          </p:grpSpPr>
          <p:sp>
            <p:nvSpPr>
              <p:cNvPr id="28" name="未知">
                <a:extLst>
                  <a:ext uri="{FF2B5EF4-FFF2-40B4-BE49-F238E27FC236}">
                    <a16:creationId xmlns:a16="http://schemas.microsoft.com/office/drawing/2014/main" id="{2A2162D9-4E73-46D5-8FA8-6779BC141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" y="248"/>
                <a:ext cx="1632" cy="1056"/>
              </a:xfrm>
              <a:custGeom>
                <a:avLst/>
                <a:gdLst>
                  <a:gd name="T0" fmla="*/ 0 w 1344"/>
                  <a:gd name="T1" fmla="*/ 1547 h 960"/>
                  <a:gd name="T2" fmla="*/ 254 w 1344"/>
                  <a:gd name="T3" fmla="*/ 1238 h 960"/>
                  <a:gd name="T4" fmla="*/ 633 w 1344"/>
                  <a:gd name="T5" fmla="*/ 1005 h 960"/>
                  <a:gd name="T6" fmla="*/ 1520 w 1344"/>
                  <a:gd name="T7" fmla="*/ 696 h 960"/>
                  <a:gd name="T8" fmla="*/ 2661 w 1344"/>
                  <a:gd name="T9" fmla="*/ 386 h 960"/>
                  <a:gd name="T10" fmla="*/ 3549 w 1344"/>
                  <a:gd name="T11" fmla="*/ 0 h 9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44"/>
                  <a:gd name="T19" fmla="*/ 0 h 960"/>
                  <a:gd name="T20" fmla="*/ 1344 w 1344"/>
                  <a:gd name="T21" fmla="*/ 960 h 96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44" h="960">
                    <a:moveTo>
                      <a:pt x="0" y="960"/>
                    </a:moveTo>
                    <a:cubicBezTo>
                      <a:pt x="28" y="892"/>
                      <a:pt x="56" y="824"/>
                      <a:pt x="96" y="768"/>
                    </a:cubicBezTo>
                    <a:cubicBezTo>
                      <a:pt x="136" y="712"/>
                      <a:pt x="160" y="680"/>
                      <a:pt x="240" y="624"/>
                    </a:cubicBezTo>
                    <a:cubicBezTo>
                      <a:pt x="320" y="568"/>
                      <a:pt x="448" y="496"/>
                      <a:pt x="576" y="432"/>
                    </a:cubicBezTo>
                    <a:cubicBezTo>
                      <a:pt x="704" y="368"/>
                      <a:pt x="880" y="312"/>
                      <a:pt x="1008" y="240"/>
                    </a:cubicBezTo>
                    <a:cubicBezTo>
                      <a:pt x="1136" y="168"/>
                      <a:pt x="1288" y="40"/>
                      <a:pt x="1344" y="0"/>
                    </a:cubicBezTo>
                  </a:path>
                </a:pathLst>
              </a:custGeom>
              <a:noFill/>
              <a:ln w="25400" cmpd="sng">
                <a:solidFill>
                  <a:srgbClr val="0064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graphicFrame>
            <p:nvGraphicFramePr>
              <p:cNvPr id="29" name="Object 9">
                <a:extLst>
                  <a:ext uri="{FF2B5EF4-FFF2-40B4-BE49-F238E27FC236}">
                    <a16:creationId xmlns:a16="http://schemas.microsoft.com/office/drawing/2014/main" id="{B39BC7EF-C919-456C-A480-F4A9AB1236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4134669"/>
                  </p:ext>
                </p:extLst>
              </p:nvPr>
            </p:nvGraphicFramePr>
            <p:xfrm>
              <a:off x="1085" y="18"/>
              <a:ext cx="724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379" name="Equation" r:id="rId25" imgW="1104840" imgH="342720" progId="Equation.DSMT4">
                      <p:embed/>
                    </p:oleObj>
                  </mc:Choice>
                  <mc:Fallback>
                    <p:oleObj name="Equation" r:id="rId25" imgW="1104840" imgH="342720" progId="Equation.DSMT4">
                      <p:embed/>
                      <p:pic>
                        <p:nvPicPr>
                          <p:cNvPr id="18" name="Object 9">
                            <a:extLst>
                              <a:ext uri="{FF2B5EF4-FFF2-40B4-BE49-F238E27FC236}">
                                <a16:creationId xmlns:a16="http://schemas.microsoft.com/office/drawing/2014/main" id="{DD6AAADC-0260-48FA-876E-E6B60DC213F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5" y="18"/>
                            <a:ext cx="724" cy="2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" name="Object 10">
              <a:extLst>
                <a:ext uri="{FF2B5EF4-FFF2-40B4-BE49-F238E27FC236}">
                  <a16:creationId xmlns:a16="http://schemas.microsoft.com/office/drawing/2014/main" id="{36E91111-0DED-47A7-A567-F1EB9395AC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9901694"/>
                </p:ext>
              </p:extLst>
            </p:nvPr>
          </p:nvGraphicFramePr>
          <p:xfrm>
            <a:off x="5548524" y="3688540"/>
            <a:ext cx="67310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80" name="Equation" r:id="rId27" imgW="672840" imgH="279360" progId="Equation.DSMT4">
                    <p:embed/>
                  </p:oleObj>
                </mc:Choice>
                <mc:Fallback>
                  <p:oleObj name="Equation" r:id="rId27" imgW="672840" imgH="279360" progId="Equation.DSMT4">
                    <p:embed/>
                    <p:pic>
                      <p:nvPicPr>
                        <p:cNvPr id="19" name="Object 10">
                          <a:extLst>
                            <a:ext uri="{FF2B5EF4-FFF2-40B4-BE49-F238E27FC236}">
                              <a16:creationId xmlns:a16="http://schemas.microsoft.com/office/drawing/2014/main" id="{D778BEDA-225F-4B54-B93E-E6B6150C37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8524" y="3688540"/>
                          <a:ext cx="673100" cy="2825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1">
              <a:extLst>
                <a:ext uri="{FF2B5EF4-FFF2-40B4-BE49-F238E27FC236}">
                  <a16:creationId xmlns:a16="http://schemas.microsoft.com/office/drawing/2014/main" id="{4A3792E3-32D6-4695-B59A-BEB6E7B18A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6573664"/>
                </p:ext>
              </p:extLst>
            </p:nvPr>
          </p:nvGraphicFramePr>
          <p:xfrm>
            <a:off x="5546426" y="2838373"/>
            <a:ext cx="67310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81" name="Equation" r:id="rId29" imgW="672840" imgH="279360" progId="Equation.DSMT4">
                    <p:embed/>
                  </p:oleObj>
                </mc:Choice>
                <mc:Fallback>
                  <p:oleObj name="Equation" r:id="rId29" imgW="672840" imgH="279360" progId="Equation.DSMT4">
                    <p:embed/>
                    <p:pic>
                      <p:nvPicPr>
                        <p:cNvPr id="20" name="Object 11">
                          <a:extLst>
                            <a:ext uri="{FF2B5EF4-FFF2-40B4-BE49-F238E27FC236}">
                              <a16:creationId xmlns:a16="http://schemas.microsoft.com/office/drawing/2014/main" id="{ED2D47D1-BD8F-462F-87EB-78AAA790AE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6426" y="2838373"/>
                          <a:ext cx="673100" cy="2825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2">
              <a:extLst>
                <a:ext uri="{FF2B5EF4-FFF2-40B4-BE49-F238E27FC236}">
                  <a16:creationId xmlns:a16="http://schemas.microsoft.com/office/drawing/2014/main" id="{219C7E78-8E7D-4448-B237-CDDDA5FF61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701043"/>
                </p:ext>
              </p:extLst>
            </p:nvPr>
          </p:nvGraphicFramePr>
          <p:xfrm>
            <a:off x="5841196" y="3307665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82" name="Equation" r:id="rId31" imgW="241200" imgH="266400" progId="Equation.DSMT4">
                    <p:embed/>
                  </p:oleObj>
                </mc:Choice>
                <mc:Fallback>
                  <p:oleObj name="Equation" r:id="rId31" imgW="241200" imgH="266400" progId="Equation.DSMT4">
                    <p:embed/>
                    <p:pic>
                      <p:nvPicPr>
                        <p:cNvPr id="21" name="Object 12">
                          <a:extLst>
                            <a:ext uri="{FF2B5EF4-FFF2-40B4-BE49-F238E27FC236}">
                              <a16:creationId xmlns:a16="http://schemas.microsoft.com/office/drawing/2014/main" id="{BC4BB336-56F9-44CF-8E0B-B2F1B1E84C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1196" y="3307665"/>
                          <a:ext cx="241300" cy="2667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3">
              <a:extLst>
                <a:ext uri="{FF2B5EF4-FFF2-40B4-BE49-F238E27FC236}">
                  <a16:creationId xmlns:a16="http://schemas.microsoft.com/office/drawing/2014/main" id="{2A4D622F-181F-4C2D-AD09-E0ABD30B5D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851997"/>
                </p:ext>
              </p:extLst>
            </p:nvPr>
          </p:nvGraphicFramePr>
          <p:xfrm>
            <a:off x="6661808" y="4455696"/>
            <a:ext cx="749300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83" name="Equation" r:id="rId33" imgW="749160" imgH="380880" progId="Equation.DSMT4">
                    <p:embed/>
                  </p:oleObj>
                </mc:Choice>
                <mc:Fallback>
                  <p:oleObj name="Equation" r:id="rId33" imgW="749160" imgH="380880" progId="Equation.DSMT4">
                    <p:embed/>
                    <p:pic>
                      <p:nvPicPr>
                        <p:cNvPr id="22" name="Object 13">
                          <a:extLst>
                            <a:ext uri="{FF2B5EF4-FFF2-40B4-BE49-F238E27FC236}">
                              <a16:creationId xmlns:a16="http://schemas.microsoft.com/office/drawing/2014/main" id="{D37AEC17-DCA8-410B-8956-7690154088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1808" y="4455696"/>
                          <a:ext cx="749300" cy="3841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14">
              <a:extLst>
                <a:ext uri="{FF2B5EF4-FFF2-40B4-BE49-F238E27FC236}">
                  <a16:creationId xmlns:a16="http://schemas.microsoft.com/office/drawing/2014/main" id="{2BF05511-70CB-4D35-9FCE-E4C0F05FE3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1229229"/>
                </p:ext>
              </p:extLst>
            </p:nvPr>
          </p:nvGraphicFramePr>
          <p:xfrm>
            <a:off x="8129696" y="4458511"/>
            <a:ext cx="762000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84" name="Equation" r:id="rId35" imgW="761760" imgH="380880" progId="Equation.DSMT4">
                    <p:embed/>
                  </p:oleObj>
                </mc:Choice>
                <mc:Fallback>
                  <p:oleObj name="Equation" r:id="rId35" imgW="761760" imgH="380880" progId="Equation.DSMT4">
                    <p:embed/>
                    <p:pic>
                      <p:nvPicPr>
                        <p:cNvPr id="23" name="Object 14">
                          <a:extLst>
                            <a:ext uri="{FF2B5EF4-FFF2-40B4-BE49-F238E27FC236}">
                              <a16:creationId xmlns:a16="http://schemas.microsoft.com/office/drawing/2014/main" id="{1C96F759-7CBB-40BB-B86F-CD4B7121C8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9696" y="4458511"/>
                          <a:ext cx="762000" cy="3841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15">
              <a:extLst>
                <a:ext uri="{FF2B5EF4-FFF2-40B4-BE49-F238E27FC236}">
                  <a16:creationId xmlns:a16="http://schemas.microsoft.com/office/drawing/2014/main" id="{7C0AF6B7-E505-408B-ABF8-BA76CC9111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6742829"/>
                </p:ext>
              </p:extLst>
            </p:nvPr>
          </p:nvGraphicFramePr>
          <p:xfrm>
            <a:off x="7630702" y="444273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85" name="Equation" r:id="rId37" imgW="279360" imgH="380880" progId="Equation.DSMT4">
                    <p:embed/>
                  </p:oleObj>
                </mc:Choice>
                <mc:Fallback>
                  <p:oleObj name="Equation" r:id="rId37" imgW="279360" imgH="380880" progId="Equation.DSMT4">
                    <p:embed/>
                    <p:pic>
                      <p:nvPicPr>
                        <p:cNvPr id="24" name="Object 15">
                          <a:extLst>
                            <a:ext uri="{FF2B5EF4-FFF2-40B4-BE49-F238E27FC236}">
                              <a16:creationId xmlns:a16="http://schemas.microsoft.com/office/drawing/2014/main" id="{921BCFFD-0DA8-425D-A28A-F5B8B482E8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0702" y="4442735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8" name="Group 18">
              <a:extLst>
                <a:ext uri="{FF2B5EF4-FFF2-40B4-BE49-F238E27FC236}">
                  <a16:creationId xmlns:a16="http://schemas.microsoft.com/office/drawing/2014/main" id="{DDDE3E1D-9DFD-4C52-A5EE-0D068751C6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12160" y="2309669"/>
              <a:ext cx="3562477" cy="2438400"/>
              <a:chOff x="23" y="192"/>
              <a:chExt cx="2245" cy="1536"/>
            </a:xfrm>
          </p:grpSpPr>
          <p:sp>
            <p:nvSpPr>
              <p:cNvPr id="39" name="Line 19">
                <a:extLst>
                  <a:ext uri="{FF2B5EF4-FFF2-40B4-BE49-F238E27FC236}">
                    <a16:creationId xmlns:a16="http://schemas.microsoft.com/office/drawing/2014/main" id="{4262A97A-16B9-459E-B96D-65424E10C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" y="1536"/>
                <a:ext cx="2245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 anchor="ctr"/>
              <a:lstStyle/>
              <a:p>
                <a:endParaRPr lang="zh-CN" altLang="en-US" sz="2800" b="1" dirty="0">
                  <a:latin typeface="+mn-ea"/>
                </a:endParaRPr>
              </a:p>
            </p:txBody>
          </p:sp>
          <p:sp>
            <p:nvSpPr>
              <p:cNvPr id="40" name="Line 20">
                <a:extLst>
                  <a:ext uri="{FF2B5EF4-FFF2-40B4-BE49-F238E27FC236}">
                    <a16:creationId xmlns:a16="http://schemas.microsoft.com/office/drawing/2014/main" id="{7381A931-3EBC-46DA-8CC3-5B1129B95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5" y="192"/>
                <a:ext cx="0" cy="15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 anchor="ctr"/>
              <a:lstStyle/>
              <a:p>
                <a:endParaRPr lang="zh-CN" altLang="en-US" sz="2800" b="1" dirty="0">
                  <a:latin typeface="+mn-ea"/>
                </a:endParaRPr>
              </a:p>
            </p:txBody>
          </p:sp>
          <p:graphicFrame>
            <p:nvGraphicFramePr>
              <p:cNvPr id="41" name="Object 21">
                <a:extLst>
                  <a:ext uri="{FF2B5EF4-FFF2-40B4-BE49-F238E27FC236}">
                    <a16:creationId xmlns:a16="http://schemas.microsoft.com/office/drawing/2014/main" id="{CF0E1FA1-625C-45DA-AB71-774FCEEB4D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3546227"/>
                  </p:ext>
                </p:extLst>
              </p:nvPr>
            </p:nvGraphicFramePr>
            <p:xfrm>
              <a:off x="2172" y="1597"/>
              <a:ext cx="96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386" name="Equation" r:id="rId39" imgW="190440" imgH="203040" progId="Equation.DSMT4">
                      <p:embed/>
                    </p:oleObj>
                  </mc:Choice>
                  <mc:Fallback>
                    <p:oleObj name="Equation" r:id="rId39" imgW="190440" imgH="203040" progId="Equation.DSMT4">
                      <p:embed/>
                      <p:pic>
                        <p:nvPicPr>
                          <p:cNvPr id="30" name="Object 21">
                            <a:extLst>
                              <a:ext uri="{FF2B5EF4-FFF2-40B4-BE49-F238E27FC236}">
                                <a16:creationId xmlns:a16="http://schemas.microsoft.com/office/drawing/2014/main" id="{2FA04021-2A01-4487-9C3C-9900A302BAB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2" y="1597"/>
                            <a:ext cx="96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Object 22">
                <a:extLst>
                  <a:ext uri="{FF2B5EF4-FFF2-40B4-BE49-F238E27FC236}">
                    <a16:creationId xmlns:a16="http://schemas.microsoft.com/office/drawing/2014/main" id="{F743A4CC-7F9F-4B94-9D10-8DC184ABF9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9642757"/>
                  </p:ext>
                </p:extLst>
              </p:nvPr>
            </p:nvGraphicFramePr>
            <p:xfrm>
              <a:off x="45" y="192"/>
              <a:ext cx="110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387" name="Equation" r:id="rId41" imgW="215640" imgH="266400" progId="Equation.DSMT4">
                      <p:embed/>
                    </p:oleObj>
                  </mc:Choice>
                  <mc:Fallback>
                    <p:oleObj name="Equation" r:id="rId41" imgW="215640" imgH="266400" progId="Equation.DSMT4">
                      <p:embed/>
                      <p:pic>
                        <p:nvPicPr>
                          <p:cNvPr id="31" name="Object 22">
                            <a:extLst>
                              <a:ext uri="{FF2B5EF4-FFF2-40B4-BE49-F238E27FC236}">
                                <a16:creationId xmlns:a16="http://schemas.microsoft.com/office/drawing/2014/main" id="{2659B7A6-F2E1-4E74-B4F7-AD0687C71E2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" y="192"/>
                            <a:ext cx="110" cy="1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23">
                <a:extLst>
                  <a:ext uri="{FF2B5EF4-FFF2-40B4-BE49-F238E27FC236}">
                    <a16:creationId xmlns:a16="http://schemas.microsoft.com/office/drawing/2014/main" id="{780F6724-84D9-4EB1-A16B-D837617063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7182403"/>
                  </p:ext>
                </p:extLst>
              </p:nvPr>
            </p:nvGraphicFramePr>
            <p:xfrm>
              <a:off x="43" y="1563"/>
              <a:ext cx="128" cy="1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388" name="Equation" r:id="rId43" imgW="253800" imgH="279360" progId="Equation.DSMT4">
                      <p:embed/>
                    </p:oleObj>
                  </mc:Choice>
                  <mc:Fallback>
                    <p:oleObj name="Equation" r:id="rId43" imgW="253800" imgH="279360" progId="Equation.DSMT4">
                      <p:embed/>
                      <p:pic>
                        <p:nvPicPr>
                          <p:cNvPr id="32" name="Object 23">
                            <a:extLst>
                              <a:ext uri="{FF2B5EF4-FFF2-40B4-BE49-F238E27FC236}">
                                <a16:creationId xmlns:a16="http://schemas.microsoft.com/office/drawing/2014/main" id="{C9ABA7AE-9314-4566-B486-77A985F890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" y="1563"/>
                            <a:ext cx="128" cy="14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4" name="Line 24">
              <a:extLst>
                <a:ext uri="{FF2B5EF4-FFF2-40B4-BE49-F238E27FC236}">
                  <a16:creationId xmlns:a16="http://schemas.microsoft.com/office/drawing/2014/main" id="{21C3CB2B-93BD-43F0-A895-52E7056C1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55162" y="3003195"/>
              <a:ext cx="10675" cy="145118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5" name="Line 25">
              <a:extLst>
                <a:ext uri="{FF2B5EF4-FFF2-40B4-BE49-F238E27FC236}">
                  <a16:creationId xmlns:a16="http://schemas.microsoft.com/office/drawing/2014/main" id="{8387C003-2BEC-4EC5-94D0-0FB9682CD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22071" y="2993692"/>
              <a:ext cx="9603" cy="146481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6" name="Line 26">
              <a:extLst>
                <a:ext uri="{FF2B5EF4-FFF2-40B4-BE49-F238E27FC236}">
                  <a16:creationId xmlns:a16="http://schemas.microsoft.com/office/drawing/2014/main" id="{73F6E16F-29A2-425E-AD6A-8B3B8922DD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63187" y="3474893"/>
              <a:ext cx="0" cy="98361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7" name="Oval 28">
              <a:extLst>
                <a:ext uri="{FF2B5EF4-FFF2-40B4-BE49-F238E27FC236}">
                  <a16:creationId xmlns:a16="http://schemas.microsoft.com/office/drawing/2014/main" id="{F3BA92DD-FD62-487D-8A4C-8797A7FDF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437" y="3417744"/>
              <a:ext cx="76200" cy="762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8" name="Line 34">
              <a:extLst>
                <a:ext uri="{FF2B5EF4-FFF2-40B4-BE49-F238E27FC236}">
                  <a16:creationId xmlns:a16="http://schemas.microsoft.com/office/drawing/2014/main" id="{1BFE6C13-3864-483A-B24E-8C300C1C2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00965" y="3440925"/>
              <a:ext cx="2951162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9" name="Rectangle 29">
              <a:extLst>
                <a:ext uri="{FF2B5EF4-FFF2-40B4-BE49-F238E27FC236}">
                  <a16:creationId xmlns:a16="http://schemas.microsoft.com/office/drawing/2014/main" id="{28EAAF23-32A7-4A0A-8354-946178DEA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7615" y="3055346"/>
              <a:ext cx="1364059" cy="776664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9525" cap="flat" cmpd="sng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100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89513AC5-F954-490D-8455-CECE0CAA9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950" y="326774"/>
            <a:ext cx="34194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定理3（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局部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保号性）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DE6338C6-2CB2-4B29-A755-761F9728D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937140"/>
              </p:ext>
            </p:extLst>
          </p:nvPr>
        </p:nvGraphicFramePr>
        <p:xfrm>
          <a:off x="510605" y="1042978"/>
          <a:ext cx="5207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2" name="Equation" r:id="rId3" imgW="5206680" imgH="558720" progId="Equation.DSMT4">
                  <p:embed/>
                </p:oleObj>
              </mc:Choice>
              <mc:Fallback>
                <p:oleObj name="Equation" r:id="rId3" imgW="5206680" imgH="558720" progId="Equation.DSMT4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AB377D98-DC8D-4DB6-AFE4-32B23C5D0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05" y="1042978"/>
                        <a:ext cx="5207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FECFD722-0593-4F8B-AB1C-991C6F1C4A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9642876"/>
              </p:ext>
            </p:extLst>
          </p:nvPr>
        </p:nvGraphicFramePr>
        <p:xfrm>
          <a:off x="3851920" y="411510"/>
          <a:ext cx="34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3" name="Equation" r:id="rId5" imgW="3466800" imgH="533160" progId="Equation.DSMT4">
                  <p:embed/>
                </p:oleObj>
              </mc:Choice>
              <mc:Fallback>
                <p:oleObj name="Equation" r:id="rId5" imgW="3466800" imgH="533160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CB5C987F-8913-478F-BA7F-053509669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411510"/>
                        <a:ext cx="3466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3F67F409-8163-42AB-988F-C5E6AB146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098745"/>
              </p:ext>
            </p:extLst>
          </p:nvPr>
        </p:nvGraphicFramePr>
        <p:xfrm>
          <a:off x="5585320" y="1218114"/>
          <a:ext cx="1409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4" name="Equation" r:id="rId7" imgW="1409400" imgH="342720" progId="Equation.DSMT4">
                  <p:embed/>
                </p:oleObj>
              </mc:Choice>
              <mc:Fallback>
                <p:oleObj name="Equation" r:id="rId7" imgW="1409400" imgH="342720" progId="Equation.DSMT4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85D007B7-6639-40B5-AAD3-A3AF824FF4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5320" y="1218114"/>
                        <a:ext cx="14097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>
            <a:extLst>
              <a:ext uri="{FF2B5EF4-FFF2-40B4-BE49-F238E27FC236}">
                <a16:creationId xmlns:a16="http://schemas.microsoft.com/office/drawing/2014/main" id="{4D42304E-BB13-4AC3-815E-62063AB62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28" y="1920903"/>
            <a:ext cx="1676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r>
              <a:rPr kumimoji="1" lang="en-US" altLang="zh-CN" sz="2400" b="1" dirty="0">
                <a:solidFill>
                  <a:schemeClr val="tx2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已知</a:t>
            </a: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BD2424FF-3A59-493E-8CAD-4D9CC07F0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030285"/>
              </p:ext>
            </p:extLst>
          </p:nvPr>
        </p:nvGraphicFramePr>
        <p:xfrm>
          <a:off x="7206257" y="420878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5" name="Equation" r:id="rId9" imgW="1028520" imgH="342720" progId="Equation.DSMT4">
                  <p:embed/>
                </p:oleObj>
              </mc:Choice>
              <mc:Fallback>
                <p:oleObj name="Equation" r:id="rId9" imgW="1028520" imgH="34272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88F8BEEB-0E11-494D-9803-60C7F80247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06257" y="420878"/>
                        <a:ext cx="10287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1">
            <a:extLst>
              <a:ext uri="{FF2B5EF4-FFF2-40B4-BE49-F238E27FC236}">
                <a16:creationId xmlns:a16="http://schemas.microsoft.com/office/drawing/2014/main" id="{758CB4AE-E75F-4699-9501-F1C7098E6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7904" y="1911716"/>
            <a:ext cx="10239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对于</a:t>
            </a: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C24C90C-C47A-455C-A250-275B2BFCE0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943332"/>
              </p:ext>
            </p:extLst>
          </p:nvPr>
        </p:nvGraphicFramePr>
        <p:xfrm>
          <a:off x="2195429" y="1995059"/>
          <a:ext cx="2197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6" name="Equation" r:id="rId11" imgW="2197080" imgH="520560" progId="Equation.DSMT4">
                  <p:embed/>
                </p:oleObj>
              </mc:Choice>
              <mc:Fallback>
                <p:oleObj name="Equation" r:id="rId11" imgW="2197080" imgH="52056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44BD3220-2151-4875-922B-938725D147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5429" y="1995059"/>
                        <a:ext cx="21971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32E0EF7-8001-4A7C-8DF1-27C5A4D12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983144"/>
              </p:ext>
            </p:extLst>
          </p:nvPr>
        </p:nvGraphicFramePr>
        <p:xfrm>
          <a:off x="5249073" y="1789785"/>
          <a:ext cx="1308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7" name="Equation" r:id="rId13" imgW="1307880" imgH="723600" progId="Equation.DSMT4">
                  <p:embed/>
                </p:oleObj>
              </mc:Choice>
              <mc:Fallback>
                <p:oleObj name="Equation" r:id="rId13" imgW="1307880" imgH="72360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1A46AB07-F9C9-4FA8-96F9-EE7D3CF559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49073" y="1789785"/>
                        <a:ext cx="1308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0">
            <a:extLst>
              <a:ext uri="{FF2B5EF4-FFF2-40B4-BE49-F238E27FC236}">
                <a16:creationId xmlns:a16="http://schemas.microsoft.com/office/drawing/2014/main" id="{D75DED42-66ED-475B-908E-BADCC31672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8438120"/>
              </p:ext>
            </p:extLst>
          </p:nvPr>
        </p:nvGraphicFramePr>
        <p:xfrm>
          <a:off x="6679215" y="1988210"/>
          <a:ext cx="990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8" name="Equation" r:id="rId15" imgW="990360" imgH="279360" progId="Equation.DSMT4">
                  <p:embed/>
                </p:oleObj>
              </mc:Choice>
              <mc:Fallback>
                <p:oleObj name="Equation" r:id="rId15" imgW="990360" imgH="279360" progId="Equation.DSMT4">
                  <p:embed/>
                  <p:pic>
                    <p:nvPicPr>
                      <p:cNvPr id="65" name="Object 10">
                        <a:extLst>
                          <a:ext uri="{FF2B5EF4-FFF2-40B4-BE49-F238E27FC236}">
                            <a16:creationId xmlns:a16="http://schemas.microsoft.com/office/drawing/2014/main" id="{B6D722FC-1834-4879-ACA3-FBA79F3FEE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9215" y="1988210"/>
                        <a:ext cx="990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0">
            <a:extLst>
              <a:ext uri="{FF2B5EF4-FFF2-40B4-BE49-F238E27FC236}">
                <a16:creationId xmlns:a16="http://schemas.microsoft.com/office/drawing/2014/main" id="{86461A1C-CC57-417D-B109-8A881F8B1C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5341143"/>
              </p:ext>
            </p:extLst>
          </p:nvPr>
        </p:nvGraphicFramePr>
        <p:xfrm>
          <a:off x="539552" y="2687628"/>
          <a:ext cx="45069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89" name="Equation" r:id="rId17" imgW="4508280" imgH="723600" progId="Equation.DSMT4">
                  <p:embed/>
                </p:oleObj>
              </mc:Choice>
              <mc:Fallback>
                <p:oleObj name="Equation" r:id="rId17" imgW="4508280" imgH="723600" progId="Equation.DSMT4">
                  <p:embed/>
                  <p:pic>
                    <p:nvPicPr>
                      <p:cNvPr id="66" name="Object 10">
                        <a:extLst>
                          <a:ext uri="{FF2B5EF4-FFF2-40B4-BE49-F238E27FC236}">
                            <a16:creationId xmlns:a16="http://schemas.microsoft.com/office/drawing/2014/main" id="{48A5181F-7D3A-4AC0-BB1C-D257A0867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687628"/>
                        <a:ext cx="450691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5A20CF4-A892-4099-B9B3-131A41134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937401"/>
              </p:ext>
            </p:extLst>
          </p:nvPr>
        </p:nvGraphicFramePr>
        <p:xfrm>
          <a:off x="523911" y="3622335"/>
          <a:ext cx="287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90" name="Equation" r:id="rId19" imgW="2869920" imgH="723600" progId="Equation.DSMT4">
                  <p:embed/>
                </p:oleObj>
              </mc:Choice>
              <mc:Fallback>
                <p:oleObj name="Equation" r:id="rId19" imgW="2869920" imgH="72360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DC7F46B4-D437-44AC-B1DF-C85FEBE5CB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3911" y="3622335"/>
                        <a:ext cx="2870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C778D96E-C391-4F10-A256-44C05A786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460067"/>
              </p:ext>
            </p:extLst>
          </p:nvPr>
        </p:nvGraphicFramePr>
        <p:xfrm>
          <a:off x="3460180" y="3844915"/>
          <a:ext cx="546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91" name="Equation" r:id="rId21" imgW="545760" imgH="279360" progId="Equation.DSMT4">
                  <p:embed/>
                </p:oleObj>
              </mc:Choice>
              <mc:Fallback>
                <p:oleObj name="Equation" r:id="rId21" imgW="5457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60180" y="3844915"/>
                        <a:ext cx="546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EEFCDC3B-8360-4AF7-B0F0-517A21202359}"/>
              </a:ext>
            </a:extLst>
          </p:cNvPr>
          <p:cNvGrpSpPr/>
          <p:nvPr/>
        </p:nvGrpSpPr>
        <p:grpSpPr>
          <a:xfrm>
            <a:off x="5724128" y="2665389"/>
            <a:ext cx="2590387" cy="1826432"/>
            <a:chOff x="5546426" y="2309669"/>
            <a:chExt cx="4028211" cy="2533017"/>
          </a:xfrm>
        </p:grpSpPr>
        <p:sp>
          <p:nvSpPr>
            <p:cNvPr id="40" name="Rectangle 2">
              <a:extLst>
                <a:ext uri="{FF2B5EF4-FFF2-40B4-BE49-F238E27FC236}">
                  <a16:creationId xmlns:a16="http://schemas.microsoft.com/office/drawing/2014/main" id="{1ACF3A4C-F542-4714-8E5D-276B9B4BF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1455" y="3019042"/>
              <a:ext cx="2958896" cy="824339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952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4">
              <a:extLst>
                <a:ext uri="{FF2B5EF4-FFF2-40B4-BE49-F238E27FC236}">
                  <a16:creationId xmlns:a16="http://schemas.microsoft.com/office/drawing/2014/main" id="{22474D33-26F6-4C7B-AF99-D5830809C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0967" y="3829827"/>
              <a:ext cx="2949354" cy="11075"/>
            </a:xfrm>
            <a:prstGeom prst="line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2" name="Line 5">
              <a:extLst>
                <a:ext uri="{FF2B5EF4-FFF2-40B4-BE49-F238E27FC236}">
                  <a16:creationId xmlns:a16="http://schemas.microsoft.com/office/drawing/2014/main" id="{53BFD8C7-D6B8-4847-9724-CE1639208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0965" y="3030000"/>
              <a:ext cx="2949409" cy="9499"/>
            </a:xfrm>
            <a:prstGeom prst="line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43" name="Line 6">
              <a:extLst>
                <a:ext uri="{FF2B5EF4-FFF2-40B4-BE49-F238E27FC236}">
                  <a16:creationId xmlns:a16="http://schemas.microsoft.com/office/drawing/2014/main" id="{DD2B5923-CFCC-437D-97BD-78EAEDF21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9187" y="3436794"/>
              <a:ext cx="76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grpSp>
          <p:nvGrpSpPr>
            <p:cNvPr id="44" name="Group 7">
              <a:extLst>
                <a:ext uri="{FF2B5EF4-FFF2-40B4-BE49-F238E27FC236}">
                  <a16:creationId xmlns:a16="http://schemas.microsoft.com/office/drawing/2014/main" id="{13D6C474-2469-4B2F-BA7F-52E140803B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2782" y="2403790"/>
              <a:ext cx="2678943" cy="1960856"/>
              <a:chOff x="53" y="18"/>
              <a:chExt cx="1756" cy="1286"/>
            </a:xfrm>
          </p:grpSpPr>
          <p:sp>
            <p:nvSpPr>
              <p:cNvPr id="63" name="未知">
                <a:extLst>
                  <a:ext uri="{FF2B5EF4-FFF2-40B4-BE49-F238E27FC236}">
                    <a16:creationId xmlns:a16="http://schemas.microsoft.com/office/drawing/2014/main" id="{36534B63-0DFA-403A-9FBA-9129906B4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" y="248"/>
                <a:ext cx="1632" cy="1056"/>
              </a:xfrm>
              <a:custGeom>
                <a:avLst/>
                <a:gdLst>
                  <a:gd name="T0" fmla="*/ 0 w 1344"/>
                  <a:gd name="T1" fmla="*/ 1547 h 960"/>
                  <a:gd name="T2" fmla="*/ 254 w 1344"/>
                  <a:gd name="T3" fmla="*/ 1238 h 960"/>
                  <a:gd name="T4" fmla="*/ 633 w 1344"/>
                  <a:gd name="T5" fmla="*/ 1005 h 960"/>
                  <a:gd name="T6" fmla="*/ 1520 w 1344"/>
                  <a:gd name="T7" fmla="*/ 696 h 960"/>
                  <a:gd name="T8" fmla="*/ 2661 w 1344"/>
                  <a:gd name="T9" fmla="*/ 386 h 960"/>
                  <a:gd name="T10" fmla="*/ 3549 w 1344"/>
                  <a:gd name="T11" fmla="*/ 0 h 9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44"/>
                  <a:gd name="T19" fmla="*/ 0 h 960"/>
                  <a:gd name="T20" fmla="*/ 1344 w 1344"/>
                  <a:gd name="T21" fmla="*/ 960 h 96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44" h="960">
                    <a:moveTo>
                      <a:pt x="0" y="960"/>
                    </a:moveTo>
                    <a:cubicBezTo>
                      <a:pt x="28" y="892"/>
                      <a:pt x="56" y="824"/>
                      <a:pt x="96" y="768"/>
                    </a:cubicBezTo>
                    <a:cubicBezTo>
                      <a:pt x="136" y="712"/>
                      <a:pt x="160" y="680"/>
                      <a:pt x="240" y="624"/>
                    </a:cubicBezTo>
                    <a:cubicBezTo>
                      <a:pt x="320" y="568"/>
                      <a:pt x="448" y="496"/>
                      <a:pt x="576" y="432"/>
                    </a:cubicBezTo>
                    <a:cubicBezTo>
                      <a:pt x="704" y="368"/>
                      <a:pt x="880" y="312"/>
                      <a:pt x="1008" y="240"/>
                    </a:cubicBezTo>
                    <a:cubicBezTo>
                      <a:pt x="1136" y="168"/>
                      <a:pt x="1288" y="40"/>
                      <a:pt x="1344" y="0"/>
                    </a:cubicBezTo>
                  </a:path>
                </a:pathLst>
              </a:custGeom>
              <a:noFill/>
              <a:ln w="25400" cmpd="sng">
                <a:solidFill>
                  <a:srgbClr val="0064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b="1" dirty="0">
                  <a:latin typeface="+mn-ea"/>
                </a:endParaRPr>
              </a:p>
            </p:txBody>
          </p:sp>
          <p:graphicFrame>
            <p:nvGraphicFramePr>
              <p:cNvPr id="64" name="Object 9">
                <a:extLst>
                  <a:ext uri="{FF2B5EF4-FFF2-40B4-BE49-F238E27FC236}">
                    <a16:creationId xmlns:a16="http://schemas.microsoft.com/office/drawing/2014/main" id="{C5817FB5-2505-4F8F-88A8-477EA77774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1890900"/>
                  </p:ext>
                </p:extLst>
              </p:nvPr>
            </p:nvGraphicFramePr>
            <p:xfrm>
              <a:off x="1085" y="18"/>
              <a:ext cx="724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92" name="Equation" r:id="rId23" imgW="1104840" imgH="342720" progId="Equation.DSMT4">
                      <p:embed/>
                    </p:oleObj>
                  </mc:Choice>
                  <mc:Fallback>
                    <p:oleObj name="Equation" r:id="rId23" imgW="1104840" imgH="342720" progId="Equation.DSMT4">
                      <p:embed/>
                      <p:pic>
                        <p:nvPicPr>
                          <p:cNvPr id="29" name="Object 9">
                            <a:extLst>
                              <a:ext uri="{FF2B5EF4-FFF2-40B4-BE49-F238E27FC236}">
                                <a16:creationId xmlns:a16="http://schemas.microsoft.com/office/drawing/2014/main" id="{B39BC7EF-C919-456C-A480-F4A9AB1236A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5" y="18"/>
                            <a:ext cx="724" cy="2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5" name="Object 10">
              <a:extLst>
                <a:ext uri="{FF2B5EF4-FFF2-40B4-BE49-F238E27FC236}">
                  <a16:creationId xmlns:a16="http://schemas.microsoft.com/office/drawing/2014/main" id="{57F9A728-B634-435A-97A4-3E883D6CC8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0960440"/>
                </p:ext>
              </p:extLst>
            </p:nvPr>
          </p:nvGraphicFramePr>
          <p:xfrm>
            <a:off x="5548524" y="3688540"/>
            <a:ext cx="67310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93" name="Equation" r:id="rId25" imgW="672840" imgH="279360" progId="Equation.DSMT4">
                    <p:embed/>
                  </p:oleObj>
                </mc:Choice>
                <mc:Fallback>
                  <p:oleObj name="Equation" r:id="rId25" imgW="672840" imgH="279360" progId="Equation.DSMT4">
                    <p:embed/>
                    <p:pic>
                      <p:nvPicPr>
                        <p:cNvPr id="30" name="Object 10">
                          <a:extLst>
                            <a:ext uri="{FF2B5EF4-FFF2-40B4-BE49-F238E27FC236}">
                              <a16:creationId xmlns:a16="http://schemas.microsoft.com/office/drawing/2014/main" id="{36E91111-0DED-47A7-A567-F1EB9395AC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8524" y="3688540"/>
                          <a:ext cx="673100" cy="2825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11">
              <a:extLst>
                <a:ext uri="{FF2B5EF4-FFF2-40B4-BE49-F238E27FC236}">
                  <a16:creationId xmlns:a16="http://schemas.microsoft.com/office/drawing/2014/main" id="{CE2C540B-AACE-4604-8400-2C639D7AFA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7631394"/>
                </p:ext>
              </p:extLst>
            </p:nvPr>
          </p:nvGraphicFramePr>
          <p:xfrm>
            <a:off x="5546426" y="2838373"/>
            <a:ext cx="67310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94" name="Equation" r:id="rId27" imgW="672840" imgH="279360" progId="Equation.DSMT4">
                    <p:embed/>
                  </p:oleObj>
                </mc:Choice>
                <mc:Fallback>
                  <p:oleObj name="Equation" r:id="rId27" imgW="672840" imgH="279360" progId="Equation.DSMT4">
                    <p:embed/>
                    <p:pic>
                      <p:nvPicPr>
                        <p:cNvPr id="31" name="Object 11">
                          <a:extLst>
                            <a:ext uri="{FF2B5EF4-FFF2-40B4-BE49-F238E27FC236}">
                              <a16:creationId xmlns:a16="http://schemas.microsoft.com/office/drawing/2014/main" id="{4A3792E3-32D6-4695-B59A-BEB6E7B18A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6426" y="2838373"/>
                          <a:ext cx="673100" cy="2825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12">
              <a:extLst>
                <a:ext uri="{FF2B5EF4-FFF2-40B4-BE49-F238E27FC236}">
                  <a16:creationId xmlns:a16="http://schemas.microsoft.com/office/drawing/2014/main" id="{34BEBC7E-57B1-47CD-ADC8-1243C1EDA2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61624"/>
                </p:ext>
              </p:extLst>
            </p:nvPr>
          </p:nvGraphicFramePr>
          <p:xfrm>
            <a:off x="5841196" y="3307665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95" name="Equation" r:id="rId29" imgW="241200" imgH="266400" progId="Equation.DSMT4">
                    <p:embed/>
                  </p:oleObj>
                </mc:Choice>
                <mc:Fallback>
                  <p:oleObj name="Equation" r:id="rId29" imgW="241200" imgH="266400" progId="Equation.DSMT4">
                    <p:embed/>
                    <p:pic>
                      <p:nvPicPr>
                        <p:cNvPr id="32" name="Object 12">
                          <a:extLst>
                            <a:ext uri="{FF2B5EF4-FFF2-40B4-BE49-F238E27FC236}">
                              <a16:creationId xmlns:a16="http://schemas.microsoft.com/office/drawing/2014/main" id="{219C7E78-8E7D-4448-B237-CDDDA5FF61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1196" y="3307665"/>
                          <a:ext cx="241300" cy="2667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13">
              <a:extLst>
                <a:ext uri="{FF2B5EF4-FFF2-40B4-BE49-F238E27FC236}">
                  <a16:creationId xmlns:a16="http://schemas.microsoft.com/office/drawing/2014/main" id="{6DDC697E-FBB4-410B-AD03-9192250540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718187"/>
                </p:ext>
              </p:extLst>
            </p:nvPr>
          </p:nvGraphicFramePr>
          <p:xfrm>
            <a:off x="6661808" y="4455696"/>
            <a:ext cx="749300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96" name="Equation" r:id="rId31" imgW="749160" imgH="380880" progId="Equation.DSMT4">
                    <p:embed/>
                  </p:oleObj>
                </mc:Choice>
                <mc:Fallback>
                  <p:oleObj name="Equation" r:id="rId31" imgW="749160" imgH="380880" progId="Equation.DSMT4">
                    <p:embed/>
                    <p:pic>
                      <p:nvPicPr>
                        <p:cNvPr id="33" name="Object 13">
                          <a:extLst>
                            <a:ext uri="{FF2B5EF4-FFF2-40B4-BE49-F238E27FC236}">
                              <a16:creationId xmlns:a16="http://schemas.microsoft.com/office/drawing/2014/main" id="{2A4D622F-181F-4C2D-AD09-E0ABD30B5D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1808" y="4455696"/>
                          <a:ext cx="749300" cy="3841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14">
              <a:extLst>
                <a:ext uri="{FF2B5EF4-FFF2-40B4-BE49-F238E27FC236}">
                  <a16:creationId xmlns:a16="http://schemas.microsoft.com/office/drawing/2014/main" id="{C4DAED93-1975-45CD-80C8-90F4582B1E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7799129"/>
                </p:ext>
              </p:extLst>
            </p:nvPr>
          </p:nvGraphicFramePr>
          <p:xfrm>
            <a:off x="8129696" y="4458511"/>
            <a:ext cx="762000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97" name="Equation" r:id="rId33" imgW="761760" imgH="380880" progId="Equation.DSMT4">
                    <p:embed/>
                  </p:oleObj>
                </mc:Choice>
                <mc:Fallback>
                  <p:oleObj name="Equation" r:id="rId33" imgW="761760" imgH="380880" progId="Equation.DSMT4">
                    <p:embed/>
                    <p:pic>
                      <p:nvPicPr>
                        <p:cNvPr id="34" name="Object 14">
                          <a:extLst>
                            <a:ext uri="{FF2B5EF4-FFF2-40B4-BE49-F238E27FC236}">
                              <a16:creationId xmlns:a16="http://schemas.microsoft.com/office/drawing/2014/main" id="{2BF05511-70CB-4D35-9FCE-E4C0F05FE3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9696" y="4458511"/>
                          <a:ext cx="762000" cy="3841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5">
              <a:extLst>
                <a:ext uri="{FF2B5EF4-FFF2-40B4-BE49-F238E27FC236}">
                  <a16:creationId xmlns:a16="http://schemas.microsoft.com/office/drawing/2014/main" id="{755AED92-A987-46B3-9B4F-F2D484CB1C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02404"/>
                </p:ext>
              </p:extLst>
            </p:nvPr>
          </p:nvGraphicFramePr>
          <p:xfrm>
            <a:off x="7630702" y="444273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98" name="Equation" r:id="rId35" imgW="279360" imgH="380880" progId="Equation.DSMT4">
                    <p:embed/>
                  </p:oleObj>
                </mc:Choice>
                <mc:Fallback>
                  <p:oleObj name="Equation" r:id="rId35" imgW="279360" imgH="380880" progId="Equation.DSMT4">
                    <p:embed/>
                    <p:pic>
                      <p:nvPicPr>
                        <p:cNvPr id="35" name="Object 15">
                          <a:extLst>
                            <a:ext uri="{FF2B5EF4-FFF2-40B4-BE49-F238E27FC236}">
                              <a16:creationId xmlns:a16="http://schemas.microsoft.com/office/drawing/2014/main" id="{7C0AF6B7-E505-408B-ABF8-BA76CC9111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0702" y="4442735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" name="Group 18">
              <a:extLst>
                <a:ext uri="{FF2B5EF4-FFF2-40B4-BE49-F238E27FC236}">
                  <a16:creationId xmlns:a16="http://schemas.microsoft.com/office/drawing/2014/main" id="{49D81428-DA47-46C0-80C4-F580AD16CE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12160" y="2309669"/>
              <a:ext cx="3562477" cy="2438400"/>
              <a:chOff x="23" y="192"/>
              <a:chExt cx="2245" cy="1536"/>
            </a:xfrm>
          </p:grpSpPr>
          <p:sp>
            <p:nvSpPr>
              <p:cNvPr id="58" name="Line 19">
                <a:extLst>
                  <a:ext uri="{FF2B5EF4-FFF2-40B4-BE49-F238E27FC236}">
                    <a16:creationId xmlns:a16="http://schemas.microsoft.com/office/drawing/2014/main" id="{182D9FEB-C344-40F1-A27A-8D6E728E0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" y="1536"/>
                <a:ext cx="2245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 anchor="ctr"/>
              <a:lstStyle/>
              <a:p>
                <a:endParaRPr lang="zh-CN" altLang="en-US" sz="2800" b="1" dirty="0">
                  <a:latin typeface="+mn-ea"/>
                </a:endParaRPr>
              </a:p>
            </p:txBody>
          </p:sp>
          <p:sp>
            <p:nvSpPr>
              <p:cNvPr id="59" name="Line 20">
                <a:extLst>
                  <a:ext uri="{FF2B5EF4-FFF2-40B4-BE49-F238E27FC236}">
                    <a16:creationId xmlns:a16="http://schemas.microsoft.com/office/drawing/2014/main" id="{AC26FE7C-BF96-4EE9-B4AF-75CA0D301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5" y="192"/>
                <a:ext cx="0" cy="15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 anchor="ctr"/>
              <a:lstStyle/>
              <a:p>
                <a:endParaRPr lang="zh-CN" altLang="en-US" sz="2800" b="1" dirty="0">
                  <a:latin typeface="+mn-ea"/>
                </a:endParaRPr>
              </a:p>
            </p:txBody>
          </p:sp>
          <p:graphicFrame>
            <p:nvGraphicFramePr>
              <p:cNvPr id="60" name="Object 21">
                <a:extLst>
                  <a:ext uri="{FF2B5EF4-FFF2-40B4-BE49-F238E27FC236}">
                    <a16:creationId xmlns:a16="http://schemas.microsoft.com/office/drawing/2014/main" id="{5D38D82D-2C80-41A8-B066-69DBCA4E32D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1997706"/>
                  </p:ext>
                </p:extLst>
              </p:nvPr>
            </p:nvGraphicFramePr>
            <p:xfrm>
              <a:off x="2172" y="1597"/>
              <a:ext cx="96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99" name="Equation" r:id="rId37" imgW="190440" imgH="203040" progId="Equation.DSMT4">
                      <p:embed/>
                    </p:oleObj>
                  </mc:Choice>
                  <mc:Fallback>
                    <p:oleObj name="Equation" r:id="rId37" imgW="190440" imgH="203040" progId="Equation.DSMT4">
                      <p:embed/>
                      <p:pic>
                        <p:nvPicPr>
                          <p:cNvPr id="41" name="Object 21">
                            <a:extLst>
                              <a:ext uri="{FF2B5EF4-FFF2-40B4-BE49-F238E27FC236}">
                                <a16:creationId xmlns:a16="http://schemas.microsoft.com/office/drawing/2014/main" id="{CF0E1FA1-625C-45DA-AB71-774FCEEB4D5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2" y="1597"/>
                            <a:ext cx="96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22">
                <a:extLst>
                  <a:ext uri="{FF2B5EF4-FFF2-40B4-BE49-F238E27FC236}">
                    <a16:creationId xmlns:a16="http://schemas.microsoft.com/office/drawing/2014/main" id="{C6CCCFC1-D8F6-4299-A47D-DA23DC365B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81376295"/>
                  </p:ext>
                </p:extLst>
              </p:nvPr>
            </p:nvGraphicFramePr>
            <p:xfrm>
              <a:off x="45" y="192"/>
              <a:ext cx="110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300" name="Equation" r:id="rId39" imgW="215640" imgH="266400" progId="Equation.DSMT4">
                      <p:embed/>
                    </p:oleObj>
                  </mc:Choice>
                  <mc:Fallback>
                    <p:oleObj name="Equation" r:id="rId39" imgW="215640" imgH="266400" progId="Equation.DSMT4">
                      <p:embed/>
                      <p:pic>
                        <p:nvPicPr>
                          <p:cNvPr id="42" name="Object 22">
                            <a:extLst>
                              <a:ext uri="{FF2B5EF4-FFF2-40B4-BE49-F238E27FC236}">
                                <a16:creationId xmlns:a16="http://schemas.microsoft.com/office/drawing/2014/main" id="{F743A4CC-7F9F-4B94-9D10-8DC184ABF9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" y="192"/>
                            <a:ext cx="110" cy="1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" name="Object 23">
                <a:extLst>
                  <a:ext uri="{FF2B5EF4-FFF2-40B4-BE49-F238E27FC236}">
                    <a16:creationId xmlns:a16="http://schemas.microsoft.com/office/drawing/2014/main" id="{80AC2829-1EB4-46EF-B284-E75384FDB0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5115128"/>
                  </p:ext>
                </p:extLst>
              </p:nvPr>
            </p:nvGraphicFramePr>
            <p:xfrm>
              <a:off x="43" y="1563"/>
              <a:ext cx="128" cy="1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301" name="Equation" r:id="rId41" imgW="253800" imgH="279360" progId="Equation.DSMT4">
                      <p:embed/>
                    </p:oleObj>
                  </mc:Choice>
                  <mc:Fallback>
                    <p:oleObj name="Equation" r:id="rId41" imgW="253800" imgH="279360" progId="Equation.DSMT4">
                      <p:embed/>
                      <p:pic>
                        <p:nvPicPr>
                          <p:cNvPr id="43" name="Object 23">
                            <a:extLst>
                              <a:ext uri="{FF2B5EF4-FFF2-40B4-BE49-F238E27FC236}">
                                <a16:creationId xmlns:a16="http://schemas.microsoft.com/office/drawing/2014/main" id="{780F6724-84D9-4EB1-A16B-D8376170633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" y="1563"/>
                            <a:ext cx="128" cy="14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2" name="Line 24">
              <a:extLst>
                <a:ext uri="{FF2B5EF4-FFF2-40B4-BE49-F238E27FC236}">
                  <a16:creationId xmlns:a16="http://schemas.microsoft.com/office/drawing/2014/main" id="{5C4A554F-B5C9-421A-A4AD-3E3BC57F9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55162" y="3003195"/>
              <a:ext cx="10675" cy="145118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53" name="Line 25">
              <a:extLst>
                <a:ext uri="{FF2B5EF4-FFF2-40B4-BE49-F238E27FC236}">
                  <a16:creationId xmlns:a16="http://schemas.microsoft.com/office/drawing/2014/main" id="{D72FC440-8E59-40F4-91EF-3C6B69C07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22071" y="2993692"/>
              <a:ext cx="9603" cy="146481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54" name="Line 26">
              <a:extLst>
                <a:ext uri="{FF2B5EF4-FFF2-40B4-BE49-F238E27FC236}">
                  <a16:creationId xmlns:a16="http://schemas.microsoft.com/office/drawing/2014/main" id="{A0CAB3A2-A193-4DF0-8C60-3B7E42153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63187" y="3474893"/>
              <a:ext cx="0" cy="98361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55" name="Oval 28">
              <a:extLst>
                <a:ext uri="{FF2B5EF4-FFF2-40B4-BE49-F238E27FC236}">
                  <a16:creationId xmlns:a16="http://schemas.microsoft.com/office/drawing/2014/main" id="{320006D5-F08A-4096-916E-D17243776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437" y="3417744"/>
              <a:ext cx="76200" cy="762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56" name="Line 34">
              <a:extLst>
                <a:ext uri="{FF2B5EF4-FFF2-40B4-BE49-F238E27FC236}">
                  <a16:creationId xmlns:a16="http://schemas.microsoft.com/office/drawing/2014/main" id="{294DBA96-CA69-475C-9DD1-7562322A62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00965" y="3440925"/>
              <a:ext cx="2951162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57" name="Rectangle 29">
              <a:extLst>
                <a:ext uri="{FF2B5EF4-FFF2-40B4-BE49-F238E27FC236}">
                  <a16:creationId xmlns:a16="http://schemas.microsoft.com/office/drawing/2014/main" id="{78FB9272-9F31-401F-B911-7EAC2E373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7615" y="3055346"/>
              <a:ext cx="1364059" cy="776664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9525" cap="flat" cmpd="sng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椭圆 64">
            <a:extLst>
              <a:ext uri="{FF2B5EF4-FFF2-40B4-BE49-F238E27FC236}">
                <a16:creationId xmlns:a16="http://schemas.microsoft.com/office/drawing/2014/main" id="{35450479-DB86-4E38-A960-CA6E90D700AC}"/>
              </a:ext>
            </a:extLst>
          </p:cNvPr>
          <p:cNvSpPr/>
          <p:nvPr/>
        </p:nvSpPr>
        <p:spPr>
          <a:xfrm>
            <a:off x="2945403" y="3707562"/>
            <a:ext cx="576000" cy="576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73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32" grpId="0" autoUpdateAnimBg="0"/>
      <p:bldP spid="6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428B1E63-1570-4F9D-9403-449E1108B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631" y="284203"/>
            <a:ext cx="1575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定理3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'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B3FE222E-B819-4B6F-B784-05CF4313CC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018024"/>
              </p:ext>
            </p:extLst>
          </p:nvPr>
        </p:nvGraphicFramePr>
        <p:xfrm>
          <a:off x="5868144" y="339502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0" name="Equation" r:id="rId3" imgW="1320480" imgH="342720" progId="Equation.DSMT4">
                  <p:embed/>
                </p:oleObj>
              </mc:Choice>
              <mc:Fallback>
                <p:oleObj name="Equation" r:id="rId3" imgW="1320480" imgH="34272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DE6338C6-2CB2-4B29-A755-761F9728D9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339502"/>
                        <a:ext cx="1320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E40264F4-6A3A-4748-B064-F9CB55EA7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7182637"/>
              </p:ext>
            </p:extLst>
          </p:nvPr>
        </p:nvGraphicFramePr>
        <p:xfrm>
          <a:off x="2292400" y="339502"/>
          <a:ext cx="34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1" name="Equation" r:id="rId5" imgW="3466800" imgH="533160" progId="Equation.DSMT4">
                  <p:embed/>
                </p:oleObj>
              </mc:Choice>
              <mc:Fallback>
                <p:oleObj name="Equation" r:id="rId5" imgW="3466800" imgH="53316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FECFD722-0593-4F8B-AB1C-991C6F1C4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400" y="339502"/>
                        <a:ext cx="3466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9AAA0F-07EA-42B3-8AA1-BD5EFDE29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019416"/>
              </p:ext>
            </p:extLst>
          </p:nvPr>
        </p:nvGraphicFramePr>
        <p:xfrm>
          <a:off x="607963" y="907859"/>
          <a:ext cx="431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2" name="Equation" r:id="rId7" imgW="4317840" imgH="723600" progId="Equation.DSMT4">
                  <p:embed/>
                </p:oleObj>
              </mc:Choice>
              <mc:Fallback>
                <p:oleObj name="Equation" r:id="rId7" imgW="43178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7963" y="907859"/>
                        <a:ext cx="4318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F44C659D-1279-4294-8598-8CFDAFF1B064}"/>
              </a:ext>
            </a:extLst>
          </p:cNvPr>
          <p:cNvSpPr txBox="1">
            <a:spLocks noChangeArrowheads="1"/>
          </p:cNvSpPr>
          <p:nvPr/>
        </p:nvSpPr>
        <p:spPr>
          <a:xfrm>
            <a:off x="1148631" y="1800113"/>
            <a:ext cx="2232248" cy="50405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+mn-ea"/>
                <a:cs typeface="+mj-cs"/>
              </a:rPr>
              <a:t>推论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若在</a:t>
            </a:r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D7010878-7A63-4E10-88A5-8DD859B78D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857467"/>
              </p:ext>
            </p:extLst>
          </p:nvPr>
        </p:nvGraphicFramePr>
        <p:xfrm>
          <a:off x="2726186" y="1861156"/>
          <a:ext cx="2793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3" name="Equation" r:id="rId9" imgW="279360" imgH="380880" progId="Equation.DSMT4">
                  <p:embed/>
                </p:oleObj>
              </mc:Choice>
              <mc:Fallback>
                <p:oleObj name="Equation" r:id="rId9" imgW="279360" imgH="3808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894C6641-9FAB-4245-9CA7-06AABBAAA5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186" y="1861156"/>
                        <a:ext cx="2793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">
            <a:extLst>
              <a:ext uri="{FF2B5EF4-FFF2-40B4-BE49-F238E27FC236}">
                <a16:creationId xmlns:a16="http://schemas.microsoft.com/office/drawing/2014/main" id="{3273324B-E017-4B5D-9EDB-5A9CA692C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805" y="1796371"/>
            <a:ext cx="3000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的某去心邻域内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6D1D6806-3B0D-4EA1-99FB-3A123AD48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98" y="2516452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且 </a:t>
            </a: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39980F6F-BBA9-4904-BDF6-FB14CCE98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42" y="2516451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2E17A6A-45EC-43CD-BF46-083FDBA4B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413501"/>
              </p:ext>
            </p:extLst>
          </p:nvPr>
        </p:nvGraphicFramePr>
        <p:xfrm>
          <a:off x="5316736" y="1920937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4" name="Equation" r:id="rId11" imgW="1206360" imgH="342720" progId="Equation.DSMT4">
                  <p:embed/>
                </p:oleObj>
              </mc:Choice>
              <mc:Fallback>
                <p:oleObj name="Equation" r:id="rId11" imgW="120636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31156B0-F016-4013-AEB3-9DF4A37F48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16736" y="1920937"/>
                        <a:ext cx="1206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A8F7322-E8A9-4A6D-85EB-7CC5ED50EB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186292"/>
              </p:ext>
            </p:extLst>
          </p:nvPr>
        </p:nvGraphicFramePr>
        <p:xfrm>
          <a:off x="1123967" y="2601717"/>
          <a:ext cx="173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5" name="Equation" r:id="rId13" imgW="1739880" imgH="520560" progId="Equation.DSMT4">
                  <p:embed/>
                </p:oleObj>
              </mc:Choice>
              <mc:Fallback>
                <p:oleObj name="Equation" r:id="rId13" imgW="1739880" imgH="520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A8B78E1-C04D-4AA1-88AF-75655D5B1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23967" y="2601717"/>
                        <a:ext cx="1739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F9EABAB-62AE-4334-8FEE-DF6E434AE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858231"/>
              </p:ext>
            </p:extLst>
          </p:nvPr>
        </p:nvGraphicFramePr>
        <p:xfrm>
          <a:off x="3459560" y="2634819"/>
          <a:ext cx="812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6" name="Equation" r:id="rId15" imgW="812520" imgH="279360" progId="Equation.DSMT4">
                  <p:embed/>
                </p:oleObj>
              </mc:Choice>
              <mc:Fallback>
                <p:oleObj name="Equation" r:id="rId15" imgW="812520" imgH="2793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971A956F-9621-4686-B415-D8B5ADBBC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59560" y="2634819"/>
                        <a:ext cx="812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5DE42FE2-E8F0-4042-B4A1-FB5CCBA1E0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811169"/>
              </p:ext>
            </p:extLst>
          </p:nvPr>
        </p:nvGraphicFramePr>
        <p:xfrm>
          <a:off x="6414954" y="1899136"/>
          <a:ext cx="142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7" name="Equation" r:id="rId17" imgW="1422360" imgH="342720" progId="Equation.DSMT4">
                  <p:embed/>
                </p:oleObj>
              </mc:Choice>
              <mc:Fallback>
                <p:oleObj name="Equation" r:id="rId17" imgW="1422360" imgH="342720" progId="Equation.DSMT4">
                  <p:embed/>
                  <p:pic>
                    <p:nvPicPr>
                      <p:cNvPr id="26" name="Object 8">
                        <a:extLst>
                          <a:ext uri="{FF2B5EF4-FFF2-40B4-BE49-F238E27FC236}">
                            <a16:creationId xmlns:a16="http://schemas.microsoft.com/office/drawing/2014/main" id="{91AF06C2-7167-495A-BECF-338B6A52D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954" y="1899136"/>
                        <a:ext cx="14224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BB1A5E2-02C4-4345-9AE2-60F3D142F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496410"/>
              </p:ext>
            </p:extLst>
          </p:nvPr>
        </p:nvGraphicFramePr>
        <p:xfrm>
          <a:off x="4164608" y="2598270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8" name="Equation" r:id="rId19" imgW="1028520" imgH="342720" progId="Equation.DSMT4">
                  <p:embed/>
                </p:oleObj>
              </mc:Choice>
              <mc:Fallback>
                <p:oleObj name="Equation" r:id="rId19" imgW="1028520" imgH="3427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AD11769A-79EF-4572-9826-0EA33D0D1C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64608" y="2598270"/>
                        <a:ext cx="10287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4">
            <a:extLst>
              <a:ext uri="{FF2B5EF4-FFF2-40B4-BE49-F238E27FC236}">
                <a16:creationId xmlns:a16="http://schemas.microsoft.com/office/drawing/2014/main" id="{801E2EE8-6284-4AC0-9273-D50832AE4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514" y="3318350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思考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若推论中的条件改为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3EFE663E-58FF-47C2-AA2C-DDC05FF2A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850" y="3308539"/>
            <a:ext cx="190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能否得出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9D68463-38A2-44B3-88EC-95F394DC6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630974"/>
              </p:ext>
            </p:extLst>
          </p:nvPr>
        </p:nvGraphicFramePr>
        <p:xfrm>
          <a:off x="4897884" y="3425588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9" name="Equation" r:id="rId21" imgW="1206360" imgH="342720" progId="Equation.DSMT4">
                  <p:embed/>
                </p:oleObj>
              </mc:Choice>
              <mc:Fallback>
                <p:oleObj name="Equation" r:id="rId21" imgW="1206360" imgH="34272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AE9D112D-ABFC-4122-90C0-F0E0D94687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97884" y="3425588"/>
                        <a:ext cx="1206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9A540F42-48F9-4F9E-A7B5-F4424FE7B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891538"/>
              </p:ext>
            </p:extLst>
          </p:nvPr>
        </p:nvGraphicFramePr>
        <p:xfrm>
          <a:off x="7562180" y="3434872"/>
          <a:ext cx="850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20" name="Equation" r:id="rId23" imgW="850680" imgH="279360" progId="Equation.DSMT4">
                  <p:embed/>
                </p:oleObj>
              </mc:Choice>
              <mc:Fallback>
                <p:oleObj name="Equation" r:id="rId23" imgW="850680" imgH="27936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C25FB6BB-8E99-42C9-93E3-57F75ACC92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62180" y="3434872"/>
                        <a:ext cx="850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25BA6A2A-4FD7-4BAF-B3D2-3BBBCDDC4721}"/>
              </a:ext>
            </a:extLst>
          </p:cNvPr>
          <p:cNvSpPr txBox="1"/>
          <p:nvPr/>
        </p:nvSpPr>
        <p:spPr>
          <a:xfrm>
            <a:off x="1168640" y="3991207"/>
            <a:ext cx="2308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例如</a:t>
            </a: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4C86B41-3A02-4FD0-B78D-74F3618103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724007"/>
              </p:ext>
            </p:extLst>
          </p:nvPr>
        </p:nvGraphicFramePr>
        <p:xfrm>
          <a:off x="2064147" y="4011182"/>
          <a:ext cx="1346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21" name="Equation" r:id="rId25" imgW="1346040" imgH="520560" progId="Equation.DSMT4">
                  <p:embed/>
                </p:oleObj>
              </mc:Choice>
              <mc:Fallback>
                <p:oleObj name="Equation" r:id="rId25" imgW="1346040" imgH="52056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A58E6B4-25AF-4292-BDDD-2925843598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064147" y="4011182"/>
                        <a:ext cx="1346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136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75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20" grpId="0" autoUpdateAnimBg="0"/>
      <p:bldP spid="21" grpId="0" autoUpdateAnimBg="0"/>
      <p:bldP spid="22" grpId="0" autoUpdateAnimBg="0"/>
      <p:bldP spid="28" grpId="0" autoUpdateAnimBg="0"/>
      <p:bldP spid="29" grpId="0" autoUpdateAnimBg="0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1D6553-7174-4C57-9BE7-F397D87E62ED}"/>
              </a:ext>
            </a:extLst>
          </p:cNvPr>
          <p:cNvSpPr txBox="1"/>
          <p:nvPr/>
        </p:nvSpPr>
        <p:spPr>
          <a:xfrm>
            <a:off x="1043608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五、函数极限与数列极限的关系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043608" y="1207588"/>
            <a:ext cx="1296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4</a:t>
            </a:r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CB5C987F-8913-478F-BA7F-0535096698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7064041"/>
              </p:ext>
            </p:extLst>
          </p:nvPr>
        </p:nvGraphicFramePr>
        <p:xfrm>
          <a:off x="2176463" y="1290093"/>
          <a:ext cx="3009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34" name="Equation" r:id="rId3" imgW="3009600" imgH="533160" progId="Equation.DSMT4">
                  <p:embed/>
                </p:oleObj>
              </mc:Choice>
              <mc:Fallback>
                <p:oleObj name="Equation" r:id="rId3" imgW="3009600" imgH="53316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CB5C987F-8913-478F-BA7F-053509669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1290093"/>
                        <a:ext cx="30099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531530"/>
              </p:ext>
            </p:extLst>
          </p:nvPr>
        </p:nvGraphicFramePr>
        <p:xfrm>
          <a:off x="5338387" y="1246986"/>
          <a:ext cx="247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35" name="Equation" r:id="rId5" imgW="2476440" imgH="393480" progId="Equation.DSMT4">
                  <p:embed/>
                </p:oleObj>
              </mc:Choice>
              <mc:Fallback>
                <p:oleObj name="Equation" r:id="rId5" imgW="2476440" imgH="3934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38387" y="1246986"/>
                        <a:ext cx="2476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959957"/>
              </p:ext>
            </p:extLst>
          </p:nvPr>
        </p:nvGraphicFramePr>
        <p:xfrm>
          <a:off x="604692" y="2096591"/>
          <a:ext cx="419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36" name="Equation" r:id="rId7" imgW="4190760" imgH="393480" progId="Equation.DSMT4">
                  <p:embed/>
                </p:oleObj>
              </mc:Choice>
              <mc:Fallback>
                <p:oleObj name="Equation" r:id="rId7" imgW="4190760" imgH="39348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692" y="2096591"/>
                        <a:ext cx="4191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841214"/>
              </p:ext>
            </p:extLst>
          </p:nvPr>
        </p:nvGraphicFramePr>
        <p:xfrm>
          <a:off x="4827588" y="2083843"/>
          <a:ext cx="3162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37" name="Equation" r:id="rId9" imgW="3162240" imgH="393480" progId="Equation.DSMT4">
                  <p:embed/>
                </p:oleObj>
              </mc:Choice>
              <mc:Fallback>
                <p:oleObj name="Equation" r:id="rId9" imgW="3162240" imgH="39348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27588" y="2083843"/>
                        <a:ext cx="3162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847347"/>
              </p:ext>
            </p:extLst>
          </p:nvPr>
        </p:nvGraphicFramePr>
        <p:xfrm>
          <a:off x="601663" y="2826888"/>
          <a:ext cx="519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38" name="Equation" r:id="rId11" imgW="5194080" imgH="393480" progId="Equation.DSMT4">
                  <p:embed/>
                </p:oleObj>
              </mc:Choice>
              <mc:Fallback>
                <p:oleObj name="Equation" r:id="rId11" imgW="5194080" imgH="39348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1663" y="2826888"/>
                        <a:ext cx="5194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4610"/>
              </p:ext>
            </p:extLst>
          </p:nvPr>
        </p:nvGraphicFramePr>
        <p:xfrm>
          <a:off x="6273800" y="2814093"/>
          <a:ext cx="1816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39" name="Equation" r:id="rId13" imgW="1815840" imgH="482400" progId="Equation.DSMT4">
                  <p:embed/>
                </p:oleObj>
              </mc:Choice>
              <mc:Fallback>
                <p:oleObj name="Equation" r:id="rId13" imgW="1815840" imgH="48240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73800" y="2814093"/>
                        <a:ext cx="1816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789576" y="2764327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3C2DE69-744E-4683-814A-43642CE20845}"/>
              </a:ext>
            </a:extLst>
          </p:cNvPr>
          <p:cNvGrpSpPr/>
          <p:nvPr/>
        </p:nvGrpSpPr>
        <p:grpSpPr>
          <a:xfrm>
            <a:off x="1812492" y="3873947"/>
            <a:ext cx="4559708" cy="460028"/>
            <a:chOff x="2195732" y="3816383"/>
            <a:chExt cx="4559708" cy="460028"/>
          </a:xfrm>
        </p:grpSpPr>
        <p:sp>
          <p:nvSpPr>
            <p:cNvPr id="13" name="Line 23">
              <a:extLst>
                <a:ext uri="{FF2B5EF4-FFF2-40B4-BE49-F238E27FC236}">
                  <a16:creationId xmlns:a16="http://schemas.microsoft.com/office/drawing/2014/main" id="{38DC83F5-AF00-4C8C-AB40-EB467B840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732" y="3851813"/>
              <a:ext cx="4536504" cy="64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51">
              <a:extLst>
                <a:ext uri="{FF2B5EF4-FFF2-40B4-BE49-F238E27FC236}">
                  <a16:creationId xmlns:a16="http://schemas.microsoft.com/office/drawing/2014/main" id="{BFD47ADF-2295-4B77-8674-BB45F97D3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787" y="3816383"/>
              <a:ext cx="72000" cy="72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C00000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defTabSz="685800"/>
              <a:endParaRPr lang="zh-CN" altLang="en-US" sz="1400"/>
            </a:p>
          </p:txBody>
        </p:sp>
        <p:graphicFrame>
          <p:nvGraphicFramePr>
            <p:cNvPr id="15" name="Object 52">
              <a:extLst>
                <a:ext uri="{FF2B5EF4-FFF2-40B4-BE49-F238E27FC236}">
                  <a16:creationId xmlns:a16="http://schemas.microsoft.com/office/drawing/2014/main" id="{52EB4608-3A06-43D3-A67A-E06BE55D58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4240304"/>
                </p:ext>
              </p:extLst>
            </p:nvPr>
          </p:nvGraphicFramePr>
          <p:xfrm>
            <a:off x="4403267" y="3895411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740" name="Equation" r:id="rId15" imgW="279360" imgH="380880" progId="Equation.DSMT4">
                    <p:embed/>
                  </p:oleObj>
                </mc:Choice>
                <mc:Fallback>
                  <p:oleObj name="Equation" r:id="rId15" imgW="279360" imgH="380880" progId="Equation.DSMT4">
                    <p:embed/>
                    <p:pic>
                      <p:nvPicPr>
                        <p:cNvPr id="5" name="Object 52">
                          <a:extLst>
                            <a:ext uri="{FF2B5EF4-FFF2-40B4-BE49-F238E27FC236}">
                              <a16:creationId xmlns:a16="http://schemas.microsoft.com/office/drawing/2014/main" id="{52EB4608-3A06-43D3-A67A-E06BE55D58C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3267" y="3895411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CBD5EB5-A176-4BE9-A876-3CD1DA8A06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7023444"/>
                </p:ext>
              </p:extLst>
            </p:nvPr>
          </p:nvGraphicFramePr>
          <p:xfrm>
            <a:off x="6577960" y="3990691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741" name="Equation" r:id="rId17" imgW="177480" imgH="190440" progId="Equation.DSMT4">
                    <p:embed/>
                  </p:oleObj>
                </mc:Choice>
                <mc:Fallback>
                  <p:oleObj name="Equation" r:id="rId17" imgW="177480" imgH="1904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CBD5EB5-A176-4BE9-A876-3CD1DA8A06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7960" y="3990691"/>
                          <a:ext cx="177480" cy="190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Oval 32">
            <a:extLst>
              <a:ext uri="{FF2B5EF4-FFF2-40B4-BE49-F238E27FC236}">
                <a16:creationId xmlns:a16="http://schemas.microsoft.com/office/drawing/2014/main" id="{5D12C437-7F90-4BA2-AA8C-A4913C471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974" y="3871230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18" name="Oval 32">
            <a:extLst>
              <a:ext uri="{FF2B5EF4-FFF2-40B4-BE49-F238E27FC236}">
                <a16:creationId xmlns:a16="http://schemas.microsoft.com/office/drawing/2014/main" id="{3B4AE6FE-F9F7-4F08-A0E0-829918FAB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088" y="3873410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19" name="Oval 32">
            <a:extLst>
              <a:ext uri="{FF2B5EF4-FFF2-40B4-BE49-F238E27FC236}">
                <a16:creationId xmlns:a16="http://schemas.microsoft.com/office/drawing/2014/main" id="{462A3410-4539-46DE-9ADA-7E5FA2647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006" y="3871230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0" name="Oval 32">
            <a:extLst>
              <a:ext uri="{FF2B5EF4-FFF2-40B4-BE49-F238E27FC236}">
                <a16:creationId xmlns:a16="http://schemas.microsoft.com/office/drawing/2014/main" id="{72B19F5B-C1C5-4B83-9B52-44E7BB944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576" y="3871230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1" name="Oval 32">
            <a:extLst>
              <a:ext uri="{FF2B5EF4-FFF2-40B4-BE49-F238E27FC236}">
                <a16:creationId xmlns:a16="http://schemas.microsoft.com/office/drawing/2014/main" id="{16BDF3FF-F36A-4406-A3C5-FC338E52B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736" y="3870934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2" name="Oval 32">
            <a:extLst>
              <a:ext uri="{FF2B5EF4-FFF2-40B4-BE49-F238E27FC236}">
                <a16:creationId xmlns:a16="http://schemas.microsoft.com/office/drawing/2014/main" id="{DA07C6F9-DC2E-4191-A67C-379CC8CE2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768" y="3871238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3" name="Oval 32">
            <a:extLst>
              <a:ext uri="{FF2B5EF4-FFF2-40B4-BE49-F238E27FC236}">
                <a16:creationId xmlns:a16="http://schemas.microsoft.com/office/drawing/2014/main" id="{0C774C3F-4A22-4CE1-A988-678914748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928" y="3870942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4" name="Oval 32">
            <a:extLst>
              <a:ext uri="{FF2B5EF4-FFF2-40B4-BE49-F238E27FC236}">
                <a16:creationId xmlns:a16="http://schemas.microsoft.com/office/drawing/2014/main" id="{7BA8C4F8-CCEE-47DB-BA76-199675EA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744" y="3870934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5" name="Oval 32">
            <a:extLst>
              <a:ext uri="{FF2B5EF4-FFF2-40B4-BE49-F238E27FC236}">
                <a16:creationId xmlns:a16="http://schemas.microsoft.com/office/drawing/2014/main" id="{43C3B584-C210-4261-AAEB-A2BD25F40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3402" y="3870934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6" name="Oval 32">
            <a:extLst>
              <a:ext uri="{FF2B5EF4-FFF2-40B4-BE49-F238E27FC236}">
                <a16:creationId xmlns:a16="http://schemas.microsoft.com/office/drawing/2014/main" id="{BBEEBD38-B216-480E-8425-88D41D847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308" y="3873114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7" name="Oval 32">
            <a:extLst>
              <a:ext uri="{FF2B5EF4-FFF2-40B4-BE49-F238E27FC236}">
                <a16:creationId xmlns:a16="http://schemas.microsoft.com/office/drawing/2014/main" id="{6EBCF87A-7E17-4B0E-8D74-A828F766F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856" y="3871230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3550120" y="3807200"/>
            <a:ext cx="4699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4255402" y="3807200"/>
            <a:ext cx="469907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43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"/>
                            </p:stCondLst>
                            <p:childTnLst>
                              <p:par>
                                <p:cTn id="5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"/>
                            </p:stCondLst>
                            <p:childTnLst>
                              <p:par>
                                <p:cTn id="7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50"/>
                            </p:stCondLst>
                            <p:childTnLst>
                              <p:par>
                                <p:cTn id="8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50"/>
                            </p:stCondLst>
                            <p:childTnLst>
                              <p:par>
                                <p:cTn id="9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250"/>
                            </p:stCondLst>
                            <p:childTnLst>
                              <p:par>
                                <p:cTn id="10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1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12"/>
          <p:cNvSpPr txBox="1">
            <a:spLocks noChangeArrowheads="1"/>
          </p:cNvSpPr>
          <p:nvPr/>
        </p:nvSpPr>
        <p:spPr bwMode="auto">
          <a:xfrm>
            <a:off x="1709392" y="314795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设</a:t>
            </a:r>
          </a:p>
        </p:txBody>
      </p:sp>
      <p:graphicFrame>
        <p:nvGraphicFramePr>
          <p:cNvPr id="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756979"/>
              </p:ext>
            </p:extLst>
          </p:nvPr>
        </p:nvGraphicFramePr>
        <p:xfrm>
          <a:off x="2189257" y="419738"/>
          <a:ext cx="173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95" name="Equation" r:id="rId3" imgW="1739880" imgH="520560" progId="Equation.DSMT4">
                  <p:embed/>
                </p:oleObj>
              </mc:Choice>
              <mc:Fallback>
                <p:oleObj name="Equation" r:id="rId3" imgW="1739880" imgH="520560" progId="Equation.DSMT4">
                  <p:embed/>
                  <p:pic>
                    <p:nvPicPr>
                      <p:cNvPr id="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257" y="419738"/>
                        <a:ext cx="1739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35238"/>
              </p:ext>
            </p:extLst>
          </p:nvPr>
        </p:nvGraphicFramePr>
        <p:xfrm>
          <a:off x="3995936" y="411510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96" name="Equation" r:id="rId5" imgW="1346040" imgH="342720" progId="Equation.DSMT4">
                  <p:embed/>
                </p:oleObj>
              </mc:Choice>
              <mc:Fallback>
                <p:oleObj name="Equation" r:id="rId5" imgW="1346040" imgH="342720" progId="Equation.DSMT4">
                  <p:embed/>
                  <p:pic>
                    <p:nvPicPr>
                      <p:cNvPr id="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411510"/>
                        <a:ext cx="1346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06815"/>
              </p:ext>
            </p:extLst>
          </p:nvPr>
        </p:nvGraphicFramePr>
        <p:xfrm>
          <a:off x="5459927" y="443260"/>
          <a:ext cx="990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97" name="Equation" r:id="rId7" imgW="990360" imgH="279360" progId="Equation.DSMT4">
                  <p:embed/>
                </p:oleObj>
              </mc:Choice>
              <mc:Fallback>
                <p:oleObj name="Equation" r:id="rId7" imgW="990360" imgH="279360" progId="Equation.DSMT4">
                  <p:embed/>
                  <p:pic>
                    <p:nvPicPr>
                      <p:cNvPr id="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927" y="443260"/>
                        <a:ext cx="990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772301" y="1006966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354292"/>
              </p:ext>
            </p:extLst>
          </p:nvPr>
        </p:nvGraphicFramePr>
        <p:xfrm>
          <a:off x="1261634" y="1129555"/>
          <a:ext cx="234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98" name="Equation" r:id="rId9" imgW="2349360" imgH="393480" progId="Equation.DSMT4">
                  <p:embed/>
                </p:oleObj>
              </mc:Choice>
              <mc:Fallback>
                <p:oleObj name="Equation" r:id="rId9" imgW="2349360" imgH="393480" progId="Equation.DSMT4">
                  <p:embed/>
                  <p:pic>
                    <p:nvPicPr>
                      <p:cNvPr id="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34" y="1129555"/>
                        <a:ext cx="23495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3618007" y="1030600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aphicFrame>
        <p:nvGraphicFramePr>
          <p:cNvPr id="4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648208"/>
              </p:ext>
            </p:extLst>
          </p:nvPr>
        </p:nvGraphicFramePr>
        <p:xfrm>
          <a:off x="4161591" y="1123409"/>
          <a:ext cx="177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99" name="Equation" r:id="rId11" imgW="1777680" imgH="342720" progId="Equation.DSMT4">
                  <p:embed/>
                </p:oleObj>
              </mc:Choice>
              <mc:Fallback>
                <p:oleObj name="Equation" r:id="rId11" imgW="1777680" imgH="342720" progId="Equation.DSMT4">
                  <p:embed/>
                  <p:pic>
                    <p:nvPicPr>
                      <p:cNvPr id="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591" y="1123409"/>
                        <a:ext cx="1778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197414"/>
              </p:ext>
            </p:extLst>
          </p:nvPr>
        </p:nvGraphicFramePr>
        <p:xfrm>
          <a:off x="4853798" y="1887359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0" name="Equation" r:id="rId13" imgW="749160" imgH="279360" progId="Equation.DSMT4">
                  <p:embed/>
                </p:oleObj>
              </mc:Choice>
              <mc:Fallback>
                <p:oleObj name="Equation" r:id="rId13" imgW="749160" imgH="279360" progId="Equation.DSMT4">
                  <p:embed/>
                  <p:pic>
                    <p:nvPicPr>
                      <p:cNvPr id="1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3798" y="1887359"/>
                        <a:ext cx="749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26"/>
          <p:cNvSpPr txBox="1">
            <a:spLocks noChangeArrowheads="1"/>
          </p:cNvSpPr>
          <p:nvPr/>
        </p:nvSpPr>
        <p:spPr bwMode="auto">
          <a:xfrm>
            <a:off x="5603098" y="1752934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</a:t>
            </a:r>
            <a:r>
              <a:rPr kumimoji="1" lang="zh-CN" altLang="en-US" sz="2400" dirty="0">
                <a:latin typeface="Symbol" panose="05050102010706020507" pitchFamily="18" charset="2"/>
              </a:rPr>
              <a:t>，</a:t>
            </a: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sp>
        <p:nvSpPr>
          <p:cNvPr id="46" name="Text Box 28"/>
          <p:cNvSpPr txBox="1">
            <a:spLocks noChangeArrowheads="1"/>
          </p:cNvSpPr>
          <p:nvPr/>
        </p:nvSpPr>
        <p:spPr bwMode="auto">
          <a:xfrm>
            <a:off x="5536996" y="2504267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于是当</a:t>
            </a:r>
          </a:p>
        </p:txBody>
      </p:sp>
      <p:graphicFrame>
        <p:nvGraphicFramePr>
          <p:cNvPr id="47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447808"/>
              </p:ext>
            </p:extLst>
          </p:nvPr>
        </p:nvGraphicFramePr>
        <p:xfrm>
          <a:off x="1788664" y="4048688"/>
          <a:ext cx="2540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1" name="Equation" r:id="rId15" imgW="2539800" imgH="495000" progId="Equation.DSMT4">
                  <p:embed/>
                </p:oleObj>
              </mc:Choice>
              <mc:Fallback>
                <p:oleObj name="Equation" r:id="rId15" imgW="2539800" imgH="495000" progId="Equation.DSMT4">
                  <p:embed/>
                  <p:pic>
                    <p:nvPicPr>
                      <p:cNvPr id="2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664" y="4048688"/>
                        <a:ext cx="25400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1237822" y="291547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sp>
        <p:nvSpPr>
          <p:cNvPr id="49" name="Text Box 34"/>
          <p:cNvSpPr txBox="1">
            <a:spLocks noChangeArrowheads="1"/>
          </p:cNvSpPr>
          <p:nvPr/>
        </p:nvSpPr>
        <p:spPr bwMode="auto">
          <a:xfrm>
            <a:off x="4390248" y="1756723"/>
            <a:ext cx="83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 </a:t>
            </a:r>
          </a:p>
        </p:txBody>
      </p:sp>
      <p:graphicFrame>
        <p:nvGraphicFramePr>
          <p:cNvPr id="50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872396"/>
              </p:ext>
            </p:extLst>
          </p:nvPr>
        </p:nvGraphicFramePr>
        <p:xfrm>
          <a:off x="2726682" y="1836559"/>
          <a:ext cx="161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2" name="Equation" r:id="rId17" imgW="1612800" imgH="380880" progId="Equation.DSMT4">
                  <p:embed/>
                </p:oleObj>
              </mc:Choice>
              <mc:Fallback>
                <p:oleObj name="Equation" r:id="rId17" imgW="1612800" imgH="380880" progId="Equation.DSMT4">
                  <p:embed/>
                  <p:pic>
                    <p:nvPicPr>
                      <p:cNvPr id="2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682" y="1836559"/>
                        <a:ext cx="1612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50544"/>
              </p:ext>
            </p:extLst>
          </p:nvPr>
        </p:nvGraphicFramePr>
        <p:xfrm>
          <a:off x="6072188" y="1074738"/>
          <a:ext cx="2095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3" name="Equation" r:id="rId19" imgW="2095200" imgH="495000" progId="Equation.DSMT4">
                  <p:embed/>
                </p:oleObj>
              </mc:Choice>
              <mc:Fallback>
                <p:oleObj name="Equation" r:id="rId19" imgW="2095200" imgH="4950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72188" y="1074738"/>
                        <a:ext cx="20955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290461"/>
              </p:ext>
            </p:extLst>
          </p:nvPr>
        </p:nvGraphicFramePr>
        <p:xfrm>
          <a:off x="833092" y="1861712"/>
          <a:ext cx="175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4" name="Equation" r:id="rId21" imgW="1752480" imgH="342720" progId="Equation.DSMT4">
                  <p:embed/>
                </p:oleObj>
              </mc:Choice>
              <mc:Fallback>
                <p:oleObj name="Equation" r:id="rId21" imgW="1752480" imgH="342720" progId="Equation.DSMT4">
                  <p:embed/>
                  <p:pic>
                    <p:nvPicPr>
                      <p:cNvPr id="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092" y="1861712"/>
                        <a:ext cx="1752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783805"/>
              </p:ext>
            </p:extLst>
          </p:nvPr>
        </p:nvGraphicFramePr>
        <p:xfrm>
          <a:off x="6672608" y="1833599"/>
          <a:ext cx="163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5" name="Equation" r:id="rId23" imgW="1638000" imgH="380880" progId="Equation.DSMT4">
                  <p:embed/>
                </p:oleObj>
              </mc:Choice>
              <mc:Fallback>
                <p:oleObj name="Equation" r:id="rId23" imgW="1638000" imgH="38088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72608" y="1833599"/>
                        <a:ext cx="1638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83760"/>
              </p:ext>
            </p:extLst>
          </p:nvPr>
        </p:nvGraphicFramePr>
        <p:xfrm>
          <a:off x="6600048" y="2621824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6" name="Equation" r:id="rId25" imgW="749160" imgH="279360" progId="Equation.DSMT4">
                  <p:embed/>
                </p:oleObj>
              </mc:Choice>
              <mc:Fallback>
                <p:oleObj name="Equation" r:id="rId25" imgW="749160" imgH="279360" progId="Equation.DSMT4">
                  <p:embed/>
                  <p:pic>
                    <p:nvPicPr>
                      <p:cNvPr id="3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48" y="2621824"/>
                        <a:ext cx="749300" cy="279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766645" y="3206165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aphicFrame>
        <p:nvGraphicFramePr>
          <p:cNvPr id="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905277"/>
              </p:ext>
            </p:extLst>
          </p:nvPr>
        </p:nvGraphicFramePr>
        <p:xfrm>
          <a:off x="1290292" y="3327848"/>
          <a:ext cx="2057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7" name="Equation" r:id="rId26" imgW="2057400" imgH="380880" progId="Equation.DSMT4">
                  <p:embed/>
                </p:oleObj>
              </mc:Choice>
              <mc:Fallback>
                <p:oleObj name="Equation" r:id="rId26" imgW="2057400" imgH="380880" progId="Equation.DSMT4">
                  <p:embed/>
                  <p:pic>
                    <p:nvPicPr>
                      <p:cNvPr id="3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292" y="3327848"/>
                        <a:ext cx="2057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3436165" y="3240474"/>
            <a:ext cx="10494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从而</a:t>
            </a:r>
          </a:p>
        </p:txBody>
      </p:sp>
      <p:graphicFrame>
        <p:nvGraphicFramePr>
          <p:cNvPr id="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928474"/>
              </p:ext>
            </p:extLst>
          </p:nvPr>
        </p:nvGraphicFramePr>
        <p:xfrm>
          <a:off x="4306439" y="3321613"/>
          <a:ext cx="1943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8" name="Equation" r:id="rId28" imgW="1942920" imgH="380880" progId="Equation.DSMT4">
                  <p:embed/>
                </p:oleObj>
              </mc:Choice>
              <mc:Fallback>
                <p:oleObj name="Equation" r:id="rId28" imgW="1942920" imgH="380880" progId="Equation.DSMT4">
                  <p:embed/>
                  <p:pic>
                    <p:nvPicPr>
                      <p:cNvPr id="3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439" y="3321613"/>
                        <a:ext cx="1943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74969"/>
              </p:ext>
            </p:extLst>
          </p:nvPr>
        </p:nvGraphicFramePr>
        <p:xfrm>
          <a:off x="833438" y="2554288"/>
          <a:ext cx="4648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9" name="Equation" r:id="rId30" imgW="4647960" imgH="419040" progId="Equation.DSMT4">
                  <p:embed/>
                </p:oleObj>
              </mc:Choice>
              <mc:Fallback>
                <p:oleObj name="Equation" r:id="rId30" imgW="4647960" imgH="419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33438" y="2554288"/>
                        <a:ext cx="4648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26"/>
          <p:cNvSpPr txBox="1">
            <a:spLocks noChangeArrowheads="1"/>
          </p:cNvSpPr>
          <p:nvPr/>
        </p:nvSpPr>
        <p:spPr bwMode="auto">
          <a:xfrm>
            <a:off x="7349348" y="2504266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</a:t>
            </a:r>
            <a:r>
              <a:rPr kumimoji="1" lang="zh-CN" altLang="en-US" sz="2400" dirty="0">
                <a:latin typeface="Symbol" panose="05050102010706020507" pitchFamily="18" charset="2"/>
              </a:rPr>
              <a:t>，</a:t>
            </a:r>
            <a:endParaRPr kumimoji="1" lang="zh-CN" altLang="en-US" sz="2400" b="1" dirty="0">
              <a:latin typeface="+mn-ea"/>
            </a:endParaRPr>
          </a:p>
        </p:txBody>
      </p:sp>
      <p:cxnSp>
        <p:nvCxnSpPr>
          <p:cNvPr id="63" name="直接连接符 62"/>
          <p:cNvCxnSpPr/>
          <p:nvPr/>
        </p:nvCxnSpPr>
        <p:spPr>
          <a:xfrm>
            <a:off x="4332085" y="739590"/>
            <a:ext cx="9518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726682" y="2170355"/>
            <a:ext cx="337674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4350541" y="3708848"/>
            <a:ext cx="187384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51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7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5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5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1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  <p:bldP spid="40" grpId="0" autoUpdateAnimBg="0"/>
      <p:bldP spid="42" grpId="0" autoUpdateAnimBg="0"/>
      <p:bldP spid="45" grpId="0" autoUpdateAnimBg="0"/>
      <p:bldP spid="46" grpId="0" autoUpdateAnimBg="0"/>
      <p:bldP spid="48" grpId="0" autoUpdateAnimBg="0"/>
      <p:bldP spid="49" grpId="0" autoUpdateAnimBg="0"/>
      <p:bldP spid="56" grpId="0" autoUpdateAnimBg="0"/>
      <p:bldP spid="58" grpId="0" autoUpdateAnimBg="0"/>
      <p:bldP spid="6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9C503D-A5CB-4971-B593-D76B3F956156}"/>
              </a:ext>
            </a:extLst>
          </p:cNvPr>
          <p:cNvSpPr txBox="1"/>
          <p:nvPr/>
        </p:nvSpPr>
        <p:spPr>
          <a:xfrm>
            <a:off x="1043608" y="339502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</a:rPr>
              <a:t>1</a:t>
            </a:r>
            <a:r>
              <a:rPr lang="zh-CN" altLang="en-US" sz="2400" b="1" dirty="0">
                <a:solidFill>
                  <a:srgbClr val="0064FF"/>
                </a:solidFill>
              </a:rPr>
              <a:t>    </a:t>
            </a:r>
            <a:r>
              <a:rPr lang="zh-CN" altLang="en-US" sz="2400" b="1" dirty="0"/>
              <a:t>定理中要求              ，是因为函数          在             时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FC0161A-9C3A-4847-A04E-48769B0B89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17234"/>
              </p:ext>
            </p:extLst>
          </p:nvPr>
        </p:nvGraphicFramePr>
        <p:xfrm>
          <a:off x="3421238" y="339502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2" name="Equation" r:id="rId3" imgW="863280" imgH="380880" progId="Equation.DSMT4">
                  <p:embed/>
                </p:oleObj>
              </mc:Choice>
              <mc:Fallback>
                <p:oleObj name="Equation" r:id="rId3" imgW="863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1238" y="339502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D683824-C611-44A0-A88B-21426D16E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322601"/>
              </p:ext>
            </p:extLst>
          </p:nvPr>
        </p:nvGraphicFramePr>
        <p:xfrm>
          <a:off x="6172786" y="40682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3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2786" y="40682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98D40C2-5960-43B6-92C9-90F343740D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046893"/>
              </p:ext>
            </p:extLst>
          </p:nvPr>
        </p:nvGraphicFramePr>
        <p:xfrm>
          <a:off x="7164288" y="349036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4" name="Equation" r:id="rId7" imgW="863280" imgH="380880" progId="Equation.DSMT4">
                  <p:embed/>
                </p:oleObj>
              </mc:Choice>
              <mc:Fallback>
                <p:oleObj name="Equation" r:id="rId7" imgW="863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64288" y="349036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0BD90EA-618B-4A88-9340-97DA75BC7DD3}"/>
              </a:ext>
            </a:extLst>
          </p:cNvPr>
          <p:cNvSpPr txBox="1"/>
          <p:nvPr/>
        </p:nvSpPr>
        <p:spPr>
          <a:xfrm>
            <a:off x="107504" y="987574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    </a:t>
            </a:r>
            <a:r>
              <a:rPr lang="zh-CN" altLang="en-US" sz="2400" b="1" dirty="0"/>
              <a:t>的极限是否存在，与函数在    处是否有定义没有关系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ABCF549-C81A-406C-A2CE-AB7772CA1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865012"/>
              </p:ext>
            </p:extLst>
          </p:nvPr>
        </p:nvGraphicFramePr>
        <p:xfrm>
          <a:off x="4139952" y="1042246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5" name="Equation" r:id="rId9" imgW="279360" imgH="380880" progId="Equation.DSMT4">
                  <p:embed/>
                </p:oleObj>
              </mc:Choice>
              <mc:Fallback>
                <p:oleObj name="Equation" r:id="rId9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39952" y="1042246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EACD93B-122E-44A5-9F9D-D5A4D696B0C6}"/>
              </a:ext>
            </a:extLst>
          </p:cNvPr>
          <p:cNvSpPr/>
          <p:nvPr/>
        </p:nvSpPr>
        <p:spPr>
          <a:xfrm>
            <a:off x="975336" y="1707654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例   </a:t>
            </a:r>
            <a:r>
              <a:rPr lang="zh-CN" altLang="en-US" sz="2400" b="1" dirty="0"/>
              <a:t>数列                                              收敛于     则有                                                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152B2BB-A8EB-4689-BE28-EF2E128C4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711475"/>
              </p:ext>
            </p:extLst>
          </p:nvPr>
        </p:nvGraphicFramePr>
        <p:xfrm>
          <a:off x="2300114" y="1707654"/>
          <a:ext cx="2959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6" name="Equation" r:id="rId11" imgW="2958840" imgH="380880" progId="Equation.DSMT4">
                  <p:embed/>
                </p:oleObj>
              </mc:Choice>
              <mc:Fallback>
                <p:oleObj name="Equation" r:id="rId11" imgW="2958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00114" y="1707654"/>
                        <a:ext cx="2959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CC99EED-0A25-4809-9F64-EF4844A14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391750"/>
              </p:ext>
            </p:extLst>
          </p:nvPr>
        </p:nvGraphicFramePr>
        <p:xfrm>
          <a:off x="6221792" y="1747986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7" name="Equation" r:id="rId13" imgW="380880" imgH="380880" progId="Equation.DSMT4">
                  <p:embed/>
                </p:oleObj>
              </mc:Choice>
              <mc:Fallback>
                <p:oleObj name="Equation" r:id="rId13" imgW="380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21792" y="1747986"/>
                        <a:ext cx="381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F783037-238D-49D6-94E0-2D768C67C8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469780"/>
              </p:ext>
            </p:extLst>
          </p:nvPr>
        </p:nvGraphicFramePr>
        <p:xfrm>
          <a:off x="3131840" y="2337743"/>
          <a:ext cx="1676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8" name="Equation" r:id="rId15" imgW="1676160" imgH="520560" progId="Equation.DSMT4">
                  <p:embed/>
                </p:oleObj>
              </mc:Choice>
              <mc:Fallback>
                <p:oleObj name="Equation" r:id="rId15" imgW="16761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1840" y="2337743"/>
                        <a:ext cx="16764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426DD69-ED58-4780-9D40-A18D32615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631456"/>
              </p:ext>
            </p:extLst>
          </p:nvPr>
        </p:nvGraphicFramePr>
        <p:xfrm>
          <a:off x="2195736" y="3017180"/>
          <a:ext cx="3695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9" name="Equation" r:id="rId17" imgW="3695400" imgH="482400" progId="Equation.DSMT4">
                  <p:embed/>
                </p:oleObj>
              </mc:Choice>
              <mc:Fallback>
                <p:oleObj name="Equation" r:id="rId17" imgW="3695400" imgH="482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F783037-238D-49D6-94E0-2D768C67C8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95736" y="3017180"/>
                        <a:ext cx="3695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B5F5F35-5E9F-439D-9F73-D534CA077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108272"/>
              </p:ext>
            </p:extLst>
          </p:nvPr>
        </p:nvGraphicFramePr>
        <p:xfrm>
          <a:off x="2866219" y="3971899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00" name="Equation" r:id="rId19" imgW="241200" imgH="266400" progId="Equation.DSMT4">
                  <p:embed/>
                </p:oleObj>
              </mc:Choice>
              <mc:Fallback>
                <p:oleObj name="Equation" r:id="rId19" imgW="241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66219" y="3971899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BB08D72-9BAF-4653-84B2-29CED12166DD}"/>
              </a:ext>
            </a:extLst>
          </p:cNvPr>
          <p:cNvSpPr/>
          <p:nvPr/>
        </p:nvSpPr>
        <p:spPr>
          <a:xfrm>
            <a:off x="1812330" y="3860782"/>
            <a:ext cx="3852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                  不一定等于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3287BBF-F559-4A36-AEF1-B592D6FFCB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698137"/>
              </p:ext>
            </p:extLst>
          </p:nvPr>
        </p:nvGraphicFramePr>
        <p:xfrm>
          <a:off x="4644008" y="3857599"/>
          <a:ext cx="787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01" name="Equation" r:id="rId21" imgW="787320" imgH="380880" progId="Equation.DSMT4">
                  <p:embed/>
                </p:oleObj>
              </mc:Choice>
              <mc:Fallback>
                <p:oleObj name="Equation" r:id="rId21" imgW="7873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44008" y="3857599"/>
                        <a:ext cx="787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6542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3568" y="21889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83568" y="699542"/>
            <a:ext cx="691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1. </a:t>
            </a:r>
            <a:r>
              <a:rPr lang="zh-CN" altLang="en-US" sz="2400" b="1" dirty="0">
                <a:latin typeface="+mn-ea"/>
              </a:rPr>
              <a:t>可通过求函数极限来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计算相应的数列极限</a:t>
            </a:r>
            <a:r>
              <a:rPr lang="zh-CN" altLang="en-US" sz="2400" b="1" dirty="0">
                <a:latin typeface="+mn-ea"/>
              </a:rPr>
              <a:t>；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201487" y="1449239"/>
            <a:ext cx="1006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例如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012093"/>
              </p:ext>
            </p:extLst>
          </p:nvPr>
        </p:nvGraphicFramePr>
        <p:xfrm>
          <a:off x="2095996" y="1360711"/>
          <a:ext cx="275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58" name="Equation" r:id="rId4" imgW="2755800" imgH="736560" progId="Equation.DSMT4">
                  <p:embed/>
                </p:oleObj>
              </mc:Choice>
              <mc:Fallback>
                <p:oleObj name="Equation" r:id="rId4" imgW="2755800" imgH="73656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5996" y="1360711"/>
                        <a:ext cx="275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954833"/>
              </p:ext>
            </p:extLst>
          </p:nvPr>
        </p:nvGraphicFramePr>
        <p:xfrm>
          <a:off x="4925516" y="1360240"/>
          <a:ext cx="339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59" name="Equation" r:id="rId6" imgW="3390840" imgH="736560" progId="Equation.DSMT4">
                  <p:embed/>
                </p:oleObj>
              </mc:Choice>
              <mc:Fallback>
                <p:oleObj name="Equation" r:id="rId6" imgW="3390840" imgH="7365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25516" y="1360240"/>
                        <a:ext cx="3390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83568" y="2296815"/>
            <a:ext cx="7776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2. </a:t>
            </a:r>
            <a:r>
              <a:rPr kumimoji="1" lang="zh-CN" altLang="en-US" sz="2400" b="1" dirty="0">
                <a:latin typeface="+mn-ea"/>
              </a:rPr>
              <a:t>可通过研究数列极限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证明相应的函数极限不存在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1236090" y="2996802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法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 </a:t>
            </a:r>
            <a:r>
              <a:rPr kumimoji="1" lang="zh-CN" altLang="en-US" sz="2400" b="1" dirty="0">
                <a:latin typeface="+mn-ea"/>
              </a:rPr>
              <a:t>找一个数列</a:t>
            </a:r>
          </a:p>
        </p:txBody>
      </p:sp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707679"/>
              </p:ext>
            </p:extLst>
          </p:nvPr>
        </p:nvGraphicFramePr>
        <p:xfrm>
          <a:off x="3535475" y="3058950"/>
          <a:ext cx="660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0" name="Equation" r:id="rId8" imgW="660240" imgH="380880" progId="Equation.DSMT4">
                  <p:embed/>
                </p:oleObj>
              </mc:Choice>
              <mc:Fallback>
                <p:oleObj name="Equation" r:id="rId8" imgW="660240" imgH="380880" progId="Equation.DSMT4">
                  <p:embed/>
                  <p:pic>
                    <p:nvPicPr>
                      <p:cNvPr id="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475" y="3058950"/>
                        <a:ext cx="660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5902198" y="2971638"/>
            <a:ext cx="152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不存在；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659252"/>
              </p:ext>
            </p:extLst>
          </p:nvPr>
        </p:nvGraphicFramePr>
        <p:xfrm>
          <a:off x="4365498" y="3047046"/>
          <a:ext cx="1536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1" name="Equation" r:id="rId10" imgW="1536480" imgH="495000" progId="Equation.DSMT4">
                  <p:embed/>
                </p:oleObj>
              </mc:Choice>
              <mc:Fallback>
                <p:oleObj name="Equation" r:id="rId10" imgW="1536480" imgH="495000" progId="Equation.DSMT4">
                  <p:embed/>
                  <p:pic>
                    <p:nvPicPr>
                      <p:cNvPr id="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498" y="3047046"/>
                        <a:ext cx="15367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2"/>
          <p:cNvSpPr txBox="1">
            <a:spLocks noChangeArrowheads="1"/>
          </p:cNvSpPr>
          <p:nvPr/>
        </p:nvSpPr>
        <p:spPr bwMode="auto">
          <a:xfrm>
            <a:off x="1227922" y="3757991"/>
            <a:ext cx="24907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法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 </a:t>
            </a:r>
            <a:r>
              <a:rPr kumimoji="1" lang="zh-CN" altLang="en-US" sz="2400" b="1" dirty="0">
                <a:latin typeface="+mn-ea"/>
              </a:rPr>
              <a:t>找两个数列</a:t>
            </a:r>
          </a:p>
        </p:txBody>
      </p:sp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4049534" y="3757991"/>
            <a:ext cx="8628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及</a:t>
            </a:r>
          </a:p>
        </p:txBody>
      </p:sp>
      <p:graphicFrame>
        <p:nvGraphicFramePr>
          <p:cNvPr id="1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743382"/>
              </p:ext>
            </p:extLst>
          </p:nvPr>
        </p:nvGraphicFramePr>
        <p:xfrm>
          <a:off x="3535495" y="3817342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2" name="Equation" r:id="rId12" imgW="533160" imgH="380880" progId="Equation.DSMT4">
                  <p:embed/>
                </p:oleObj>
              </mc:Choice>
              <mc:Fallback>
                <p:oleObj name="Equation" r:id="rId12" imgW="533160" imgH="380880" progId="Equation.DSMT4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495" y="3817342"/>
                        <a:ext cx="533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217450"/>
              </p:ext>
            </p:extLst>
          </p:nvPr>
        </p:nvGraphicFramePr>
        <p:xfrm>
          <a:off x="4551627" y="3798323"/>
          <a:ext cx="660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3" name="Equation" r:id="rId14" imgW="660240" imgH="380880" progId="Equation.DSMT4">
                  <p:embed/>
                </p:oleObj>
              </mc:Choice>
              <mc:Fallback>
                <p:oleObj name="Equation" r:id="rId14" imgW="660240" imgH="380880" progId="Equation.DSMT4">
                  <p:embed/>
                  <p:pic>
                    <p:nvPicPr>
                      <p:cNvPr id="2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627" y="3798323"/>
                        <a:ext cx="660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5313759" y="3757991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使</a:t>
            </a:r>
          </a:p>
        </p:txBody>
      </p:sp>
      <p:graphicFrame>
        <p:nvGraphicFramePr>
          <p:cNvPr id="1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479073"/>
              </p:ext>
            </p:extLst>
          </p:nvPr>
        </p:nvGraphicFramePr>
        <p:xfrm>
          <a:off x="5840846" y="3817342"/>
          <a:ext cx="1181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4" name="Equation" r:id="rId16" imgW="1180800" imgH="482400" progId="Equation.DSMT4">
                  <p:embed/>
                </p:oleObj>
              </mc:Choice>
              <mc:Fallback>
                <p:oleObj name="Equation" r:id="rId16" imgW="1180800" imgH="482400" progId="Equation.DSMT4">
                  <p:embed/>
                  <p:pic>
                    <p:nvPicPr>
                      <p:cNvPr id="1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846" y="3817342"/>
                        <a:ext cx="1181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07643"/>
              </p:ext>
            </p:extLst>
          </p:nvPr>
        </p:nvGraphicFramePr>
        <p:xfrm>
          <a:off x="7021637" y="3817690"/>
          <a:ext cx="154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5" name="Equation" r:id="rId18" imgW="1549080" imgH="482400" progId="Equation.DSMT4">
                  <p:embed/>
                </p:oleObj>
              </mc:Choice>
              <mc:Fallback>
                <p:oleObj name="Equation" r:id="rId18" imgW="1549080" imgH="482400" progId="Equation.DSMT4">
                  <p:embed/>
                  <p:pic>
                    <p:nvPicPr>
                      <p:cNvPr id="1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637" y="3817690"/>
                        <a:ext cx="1549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3032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5974319" y="458226"/>
            <a:ext cx="2880320" cy="1815637"/>
            <a:chOff x="843023" y="1707654"/>
            <a:chExt cx="3418650" cy="224768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023" y="1834720"/>
              <a:ext cx="3418650" cy="2120619"/>
            </a:xfrm>
            <a:prstGeom prst="rect">
              <a:avLst/>
            </a:prstGeom>
          </p:spPr>
        </p:pic>
        <p:graphicFrame>
          <p:nvGraphicFramePr>
            <p:cNvPr id="9" name="Object 4">
              <a:extLst>
                <a:ext uri="{FF2B5EF4-FFF2-40B4-BE49-F238E27FC236}">
                  <a16:creationId xmlns:a16="http://schemas.microsoft.com/office/drawing/2014/main" id="{54CFB1CB-9B59-48D7-AA70-02A2013264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9216879"/>
                </p:ext>
              </p:extLst>
            </p:nvPr>
          </p:nvGraphicFramePr>
          <p:xfrm>
            <a:off x="3226220" y="2258897"/>
            <a:ext cx="893952" cy="589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98" name="Equation" r:id="rId4" imgW="1117440" imgH="736560" progId="Equation.DSMT4">
                    <p:embed/>
                  </p:oleObj>
                </mc:Choice>
                <mc:Fallback>
                  <p:oleObj name="Equation" r:id="rId4" imgW="1117440" imgH="736560" progId="Equation.DSMT4">
                    <p:embed/>
                    <p:pic>
                      <p:nvPicPr>
                        <p:cNvPr id="8" name="Object 4">
                          <a:extLst>
                            <a:ext uri="{FF2B5EF4-FFF2-40B4-BE49-F238E27FC236}">
                              <a16:creationId xmlns:a16="http://schemas.microsoft.com/office/drawing/2014/main" id="{54CFB1CB-9B59-48D7-AA70-02A2013264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6220" y="2258897"/>
                          <a:ext cx="893952" cy="589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DD5551B-DECD-4F6C-8D8B-A1375065BD3B}"/>
                </a:ext>
              </a:extLst>
            </p:cNvPr>
            <p:cNvGrpSpPr/>
            <p:nvPr/>
          </p:nvGrpSpPr>
          <p:grpSpPr>
            <a:xfrm>
              <a:off x="1050947" y="1707654"/>
              <a:ext cx="3100523" cy="2222724"/>
              <a:chOff x="6261209" y="2029999"/>
              <a:chExt cx="3100523" cy="2222724"/>
            </a:xfrm>
          </p:grpSpPr>
          <p:sp>
            <p:nvSpPr>
              <p:cNvPr id="11" name="Line 40">
                <a:extLst>
                  <a:ext uri="{FF2B5EF4-FFF2-40B4-BE49-F238E27FC236}">
                    <a16:creationId xmlns:a16="http://schemas.microsoft.com/office/drawing/2014/main" id="{A85714EE-97DA-4EE6-9494-657BF7DE2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61209" y="3344337"/>
                <a:ext cx="3100523" cy="12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2" name="Line 35">
                <a:extLst>
                  <a:ext uri="{FF2B5EF4-FFF2-40B4-BE49-F238E27FC236}">
                    <a16:creationId xmlns:a16="http://schemas.microsoft.com/office/drawing/2014/main" id="{E5DD24A1-1651-4B89-B3A1-6F84C90A2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06218" y="2029999"/>
                <a:ext cx="0" cy="22227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/>
                <a:tailEnd type="none" w="med" len="lg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13" name="Object 36">
                <a:extLst>
                  <a:ext uri="{FF2B5EF4-FFF2-40B4-BE49-F238E27FC236}">
                    <a16:creationId xmlns:a16="http://schemas.microsoft.com/office/drawing/2014/main" id="{6E8734D8-8857-4000-B431-29B05FFE0D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6561761"/>
                  </p:ext>
                </p:extLst>
              </p:nvPr>
            </p:nvGraphicFramePr>
            <p:xfrm>
              <a:off x="7501551" y="3368222"/>
              <a:ext cx="203040" cy="223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099" name="Equation" r:id="rId6" imgW="253800" imgH="279360" progId="Equation.DSMT4">
                      <p:embed/>
                    </p:oleObj>
                  </mc:Choice>
                  <mc:Fallback>
                    <p:oleObj name="Equation" r:id="rId6" imgW="253800" imgH="279360" progId="Equation.DSMT4">
                      <p:embed/>
                      <p:pic>
                        <p:nvPicPr>
                          <p:cNvPr id="31" name="Object 36">
                            <a:extLst>
                              <a:ext uri="{FF2B5EF4-FFF2-40B4-BE49-F238E27FC236}">
                                <a16:creationId xmlns:a16="http://schemas.microsoft.com/office/drawing/2014/main" id="{6E8734D8-8857-4000-B431-29B05FFE0D3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3368222"/>
                            <a:ext cx="203040" cy="2234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37">
                <a:extLst>
                  <a:ext uri="{FF2B5EF4-FFF2-40B4-BE49-F238E27FC236}">
                    <a16:creationId xmlns:a16="http://schemas.microsoft.com/office/drawing/2014/main" id="{BB2BAB4D-199A-45A5-90F2-44F46FAE59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6652155"/>
                  </p:ext>
                </p:extLst>
              </p:nvPr>
            </p:nvGraphicFramePr>
            <p:xfrm>
              <a:off x="9165071" y="3430301"/>
              <a:ext cx="152352" cy="162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100" name="Equation" r:id="rId8" imgW="190440" imgH="203040" progId="Equation.DSMT4">
                      <p:embed/>
                    </p:oleObj>
                  </mc:Choice>
                  <mc:Fallback>
                    <p:oleObj name="Equation" r:id="rId8" imgW="190440" imgH="203040" progId="Equation.DSMT4">
                      <p:embed/>
                      <p:pic>
                        <p:nvPicPr>
                          <p:cNvPr id="32" name="Object 37">
                            <a:extLst>
                              <a:ext uri="{FF2B5EF4-FFF2-40B4-BE49-F238E27FC236}">
                                <a16:creationId xmlns:a16="http://schemas.microsoft.com/office/drawing/2014/main" id="{BB2BAB4D-199A-45A5-90F2-44F46FAE59F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65071" y="3430301"/>
                            <a:ext cx="152352" cy="162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38">
                <a:extLst>
                  <a:ext uri="{FF2B5EF4-FFF2-40B4-BE49-F238E27FC236}">
                    <a16:creationId xmlns:a16="http://schemas.microsoft.com/office/drawing/2014/main" id="{2D5C7EA2-F3D9-45B1-8FA5-6716A5B50D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89532234"/>
                  </p:ext>
                </p:extLst>
              </p:nvPr>
            </p:nvGraphicFramePr>
            <p:xfrm>
              <a:off x="7501551" y="2079893"/>
              <a:ext cx="171450" cy="212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101" name="Equation" r:id="rId10" imgW="215640" imgH="266400" progId="Equation.DSMT4">
                      <p:embed/>
                    </p:oleObj>
                  </mc:Choice>
                  <mc:Fallback>
                    <p:oleObj name="Equation" r:id="rId10" imgW="215640" imgH="266400" progId="Equation.DSMT4">
                      <p:embed/>
                      <p:pic>
                        <p:nvPicPr>
                          <p:cNvPr id="33" name="Object 38">
                            <a:extLst>
                              <a:ext uri="{FF2B5EF4-FFF2-40B4-BE49-F238E27FC236}">
                                <a16:creationId xmlns:a16="http://schemas.microsoft.com/office/drawing/2014/main" id="{2D5C7EA2-F3D9-45B1-8FA5-6716A5B50D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2079893"/>
                            <a:ext cx="171450" cy="212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97570" y="382585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10</a:t>
            </a:r>
            <a:endParaRPr lang="zh-CN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421786"/>
              </p:ext>
            </p:extLst>
          </p:nvPr>
        </p:nvGraphicFramePr>
        <p:xfrm>
          <a:off x="1847720" y="274877"/>
          <a:ext cx="284003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2" name="Equation" r:id="rId12" imgW="2844720" imgH="736560" progId="Equation.DSMT4">
                  <p:embed/>
                </p:oleObj>
              </mc:Choice>
              <mc:Fallback>
                <p:oleObj name="Equation" r:id="rId12" imgW="2844720" imgH="73656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720" y="274877"/>
                        <a:ext cx="2840038" cy="733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896795" y="1272773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27408"/>
              </p:ext>
            </p:extLst>
          </p:nvPr>
        </p:nvGraphicFramePr>
        <p:xfrm>
          <a:off x="1483420" y="1182175"/>
          <a:ext cx="191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3" name="Equation" r:id="rId14" imgW="1917360" imgH="787320" progId="Equation.DSMT4">
                  <p:embed/>
                </p:oleObj>
              </mc:Choice>
              <mc:Fallback>
                <p:oleObj name="Equation" r:id="rId14" imgW="1917360" imgH="78732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3420" y="1182175"/>
                        <a:ext cx="19177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265878"/>
              </p:ext>
            </p:extLst>
          </p:nvPr>
        </p:nvGraphicFramePr>
        <p:xfrm>
          <a:off x="789565" y="2297946"/>
          <a:ext cx="1651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4" name="Equation" r:id="rId16" imgW="1650960" imgH="495000" progId="Equation.DSMT4">
                  <p:embed/>
                </p:oleObj>
              </mc:Choice>
              <mc:Fallback>
                <p:oleObj name="Equation" r:id="rId16" imgW="1650960" imgH="495000" progId="Equation.DSMT4">
                  <p:embed/>
                  <p:pic>
                    <p:nvPicPr>
                      <p:cNvPr id="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565" y="2297946"/>
                        <a:ext cx="16510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084439"/>
              </p:ext>
            </p:extLst>
          </p:nvPr>
        </p:nvGraphicFramePr>
        <p:xfrm>
          <a:off x="2576433" y="2320014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5" name="Equation" r:id="rId18" imgW="1257120" imgH="380880" progId="Equation.DSMT4">
                  <p:embed/>
                </p:oleObj>
              </mc:Choice>
              <mc:Fallback>
                <p:oleObj name="Equation" r:id="rId18" imgW="1257120" imgH="380880" progId="Equation.DSMT4">
                  <p:embed/>
                  <p:pic>
                    <p:nvPicPr>
                      <p:cNvPr id="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433" y="2320014"/>
                        <a:ext cx="1257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555473"/>
              </p:ext>
            </p:extLst>
          </p:nvPr>
        </p:nvGraphicFramePr>
        <p:xfrm>
          <a:off x="4019420" y="2320014"/>
          <a:ext cx="1336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6" name="Equation" r:id="rId20" imgW="1333440" imgH="482400" progId="Equation.DSMT4">
                  <p:embed/>
                </p:oleObj>
              </mc:Choice>
              <mc:Fallback>
                <p:oleObj name="Equation" r:id="rId20" imgW="1333440" imgH="482400" progId="Equation.DSMT4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420" y="2320014"/>
                        <a:ext cx="1336675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948005"/>
              </p:ext>
            </p:extLst>
          </p:nvPr>
        </p:nvGraphicFramePr>
        <p:xfrm>
          <a:off x="5472652" y="2327684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7" name="Equation" r:id="rId22" imgW="1269720" imgH="380880" progId="Equation.DSMT4">
                  <p:embed/>
                </p:oleObj>
              </mc:Choice>
              <mc:Fallback>
                <p:oleObj name="Equation" r:id="rId22" imgW="1269720" imgH="380880" progId="Equation.DSMT4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652" y="2327684"/>
                        <a:ext cx="1270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886314"/>
              </p:ext>
            </p:extLst>
          </p:nvPr>
        </p:nvGraphicFramePr>
        <p:xfrm>
          <a:off x="3666233" y="1125025"/>
          <a:ext cx="2235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8" name="Equation" r:id="rId24" imgW="2234880" imgH="888840" progId="Equation.DSMT4">
                  <p:embed/>
                </p:oleObj>
              </mc:Choice>
              <mc:Fallback>
                <p:oleObj name="Equation" r:id="rId24" imgW="2234880" imgH="888840" progId="Equation.DSMT4">
                  <p:embed/>
                  <p:pic>
                    <p:nvPicPr>
                      <p:cNvPr id="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6233" y="1125025"/>
                        <a:ext cx="22352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539855"/>
              </p:ext>
            </p:extLst>
          </p:nvPr>
        </p:nvGraphicFramePr>
        <p:xfrm>
          <a:off x="789565" y="2976400"/>
          <a:ext cx="1879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9" name="Equation" r:id="rId26" imgW="1879560" imgH="812520" progId="Equation.DSMT4">
                  <p:embed/>
                </p:oleObj>
              </mc:Choice>
              <mc:Fallback>
                <p:oleObj name="Equation" r:id="rId26" imgW="1879560" imgH="81252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565" y="2976400"/>
                        <a:ext cx="18796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8432728"/>
              </p:ext>
            </p:extLst>
          </p:nvPr>
        </p:nvGraphicFramePr>
        <p:xfrm>
          <a:off x="4387918" y="2976400"/>
          <a:ext cx="11938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0" name="Equation" r:id="rId28" imgW="1193760" imgH="812520" progId="Equation.DSMT4">
                  <p:embed/>
                </p:oleObj>
              </mc:Choice>
              <mc:Fallback>
                <p:oleObj name="Equation" r:id="rId28" imgW="1193760" imgH="812520" progId="Equation.DSMT4">
                  <p:embed/>
                  <p:pic>
                    <p:nvPicPr>
                      <p:cNvPr id="1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918" y="2976400"/>
                        <a:ext cx="11938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695516"/>
              </p:ext>
            </p:extLst>
          </p:nvPr>
        </p:nvGraphicFramePr>
        <p:xfrm>
          <a:off x="5633417" y="3152215"/>
          <a:ext cx="1346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1" name="Equation" r:id="rId30" imgW="1346040" imgH="482400" progId="Equation.DSMT4">
                  <p:embed/>
                </p:oleObj>
              </mc:Choice>
              <mc:Fallback>
                <p:oleObj name="Equation" r:id="rId30" imgW="1346040" imgH="482400" progId="Equation.DSMT4">
                  <p:embed/>
                  <p:pic>
                    <p:nvPicPr>
                      <p:cNvPr id="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3417" y="3152215"/>
                        <a:ext cx="1346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7"/>
          <p:cNvSpPr txBox="1">
            <a:spLocks noChangeArrowheads="1"/>
          </p:cNvSpPr>
          <p:nvPr/>
        </p:nvSpPr>
        <p:spPr bwMode="auto">
          <a:xfrm>
            <a:off x="739000" y="3901249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 dirty="0">
                <a:latin typeface="+mn-ea"/>
              </a:rPr>
              <a:t>二者不相等</a:t>
            </a:r>
            <a:r>
              <a:rPr lang="zh-CN" altLang="en-US" sz="2400" dirty="0">
                <a:latin typeface="Symbol" panose="05050102010706020507" pitchFamily="18" charset="2"/>
              </a:rPr>
              <a:t>，</a:t>
            </a:r>
            <a:endParaRPr lang="zh-CN" altLang="zh-CN" sz="2400" dirty="0">
              <a:latin typeface="Symbol" panose="05050102010706020507" pitchFamily="18" charset="2"/>
            </a:endParaRPr>
          </a:p>
        </p:txBody>
      </p:sp>
      <p:graphicFrame>
        <p:nvGraphicFramePr>
          <p:cNvPr id="3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626583"/>
              </p:ext>
            </p:extLst>
          </p:nvPr>
        </p:nvGraphicFramePr>
        <p:xfrm>
          <a:off x="2624950" y="3810263"/>
          <a:ext cx="255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2" name="Equation" r:id="rId32" imgW="2552400" imgH="736560" progId="Equation.DSMT4">
                  <p:embed/>
                </p:oleObj>
              </mc:Choice>
              <mc:Fallback>
                <p:oleObj name="Equation" r:id="rId32" imgW="2552400" imgH="736560" progId="Equation.DSMT4">
                  <p:embed/>
                  <p:pic>
                    <p:nvPicPr>
                      <p:cNvPr id="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950" y="3810263"/>
                        <a:ext cx="2552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682565"/>
              </p:ext>
            </p:extLst>
          </p:nvPr>
        </p:nvGraphicFramePr>
        <p:xfrm>
          <a:off x="2724702" y="3166115"/>
          <a:ext cx="1447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3" name="Equation" r:id="rId34" imgW="1447560" imgH="482400" progId="Equation.DSMT4">
                  <p:embed/>
                </p:oleObj>
              </mc:Choice>
              <mc:Fallback>
                <p:oleObj name="Equation" r:id="rId34" imgW="14475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724702" y="3166115"/>
                        <a:ext cx="1447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712471"/>
              </p:ext>
            </p:extLst>
          </p:nvPr>
        </p:nvGraphicFramePr>
        <p:xfrm>
          <a:off x="7501659" y="2510514"/>
          <a:ext cx="120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4" name="Equation" r:id="rId36" imgW="1206360" imgH="812520" progId="Equation.DSMT4">
                  <p:embed/>
                </p:oleObj>
              </mc:Choice>
              <mc:Fallback>
                <p:oleObj name="Equation" r:id="rId36" imgW="1206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501659" y="2510514"/>
                        <a:ext cx="1206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507686"/>
              </p:ext>
            </p:extLst>
          </p:nvPr>
        </p:nvGraphicFramePr>
        <p:xfrm>
          <a:off x="7501659" y="3523221"/>
          <a:ext cx="1155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5" name="Equation" r:id="rId38" imgW="1155600" imgH="812520" progId="Equation.DSMT4">
                  <p:embed/>
                </p:oleObj>
              </mc:Choice>
              <mc:Fallback>
                <p:oleObj name="Equation" r:id="rId38" imgW="1155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501659" y="3523221"/>
                        <a:ext cx="1155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00F38DA-C239-4F8E-BEAF-C69DED202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791518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6" name="Equation" r:id="rId40" imgW="914400" imgH="306720" progId="Equation.DSMT4">
                  <p:embed/>
                </p:oleObj>
              </mc:Choice>
              <mc:Fallback>
                <p:oleObj name="Equation" r:id="rId40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308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02E6DDC-C6CC-449C-B11C-12C81F094CAE}"/>
              </a:ext>
            </a:extLst>
          </p:cNvPr>
          <p:cNvGrpSpPr/>
          <p:nvPr/>
        </p:nvGrpSpPr>
        <p:grpSpPr>
          <a:xfrm>
            <a:off x="305526" y="451731"/>
            <a:ext cx="8532948" cy="3930070"/>
            <a:chOff x="287524" y="267494"/>
            <a:chExt cx="8532948" cy="3930070"/>
          </a:xfrm>
        </p:grpSpPr>
        <p:sp>
          <p:nvSpPr>
            <p:cNvPr id="2" name="Text Box 7">
              <a:extLst>
                <a:ext uri="{FF2B5EF4-FFF2-40B4-BE49-F238E27FC236}">
                  <a16:creationId xmlns:a16="http://schemas.microsoft.com/office/drawing/2014/main" id="{604BAB96-4EF8-4F6A-BE40-32B0CE22B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267494"/>
              <a:ext cx="82809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函数极限与数列极限的关系，给出一个更完整的叙述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sz="2400" b="1" dirty="0">
                <a:latin typeface="+mn-ea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BDA6F83-9FE3-4E11-A6EE-D8ADBF89255F}"/>
                </a:ext>
              </a:extLst>
            </p:cNvPr>
            <p:cNvSpPr/>
            <p:nvPr/>
          </p:nvSpPr>
          <p:spPr>
            <a:xfrm>
              <a:off x="546009" y="987574"/>
              <a:ext cx="15057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海涅定理</a:t>
              </a:r>
              <a:endParaRPr lang="zh-CN" altLang="en-US" dirty="0">
                <a:solidFill>
                  <a:srgbClr val="0064FF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2B2CBAA-A5EC-481B-ADE8-2124CBD36783}"/>
                </a:ext>
              </a:extLst>
            </p:cNvPr>
            <p:cNvSpPr/>
            <p:nvPr/>
          </p:nvSpPr>
          <p:spPr>
            <a:xfrm>
              <a:off x="1979712" y="987573"/>
              <a:ext cx="64087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设     在         内有定义，则</a:t>
              </a:r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5E9F464-D7B4-41D6-B1D3-29A6BB5F95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1013804"/>
                </p:ext>
              </p:extLst>
            </p:nvPr>
          </p:nvGraphicFramePr>
          <p:xfrm>
            <a:off x="2411760" y="104695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4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11760" y="104695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B42C78B-A866-4FED-B62D-75A465497F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7764122"/>
                </p:ext>
              </p:extLst>
            </p:nvPr>
          </p:nvGraphicFramePr>
          <p:xfrm>
            <a:off x="3563888" y="890438"/>
            <a:ext cx="12065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45" name="Equation" r:id="rId5" imgW="1206360" imgH="558720" progId="Equation.DSMT4">
                    <p:embed/>
                  </p:oleObj>
                </mc:Choice>
                <mc:Fallback>
                  <p:oleObj name="Equation" r:id="rId5" imgW="1206360" imgH="558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63888" y="890438"/>
                          <a:ext cx="1206500" cy="55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35B1608-6EB8-453F-B02C-AD8BFB5E2A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3596223"/>
                </p:ext>
              </p:extLst>
            </p:nvPr>
          </p:nvGraphicFramePr>
          <p:xfrm>
            <a:off x="6800850" y="1022350"/>
            <a:ext cx="1600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46" name="Equation" r:id="rId7" imgW="1600200" imgH="520560" progId="Equation.DSMT4">
                    <p:embed/>
                  </p:oleObj>
                </mc:Choice>
                <mc:Fallback>
                  <p:oleObj name="Equation" r:id="rId7" imgW="1600200" imgH="520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800850" y="1022350"/>
                          <a:ext cx="16002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A11D1AB-CEE4-43E7-9469-065A255573B6}"/>
                </a:ext>
              </a:extLst>
            </p:cNvPr>
            <p:cNvSpPr/>
            <p:nvPr/>
          </p:nvSpPr>
          <p:spPr>
            <a:xfrm>
              <a:off x="1583668" y="1590113"/>
              <a:ext cx="69127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对         内任何以  为极限的数列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2863854-20BB-4CEA-8EB6-2A410A903E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2360000"/>
                </p:ext>
              </p:extLst>
            </p:nvPr>
          </p:nvGraphicFramePr>
          <p:xfrm>
            <a:off x="2159934" y="1483779"/>
            <a:ext cx="12065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47" name="Equation" r:id="rId9" imgW="1206360" imgH="558720" progId="Equation.DSMT4">
                    <p:embed/>
                  </p:oleObj>
                </mc:Choice>
                <mc:Fallback>
                  <p:oleObj name="Equation" r:id="rId9" imgW="1206360" imgH="558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8B42C78B-A866-4FED-B62D-75A465497F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59934" y="1483779"/>
                          <a:ext cx="1206500" cy="55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9CA9535-1C0F-4987-ADD5-B9C5F03E7F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971594"/>
                </p:ext>
              </p:extLst>
            </p:nvPr>
          </p:nvGraphicFramePr>
          <p:xfrm>
            <a:off x="4636140" y="1590112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48" name="Equation" r:id="rId11" imgW="279360" imgH="380880" progId="Equation.DSMT4">
                    <p:embed/>
                  </p:oleObj>
                </mc:Choice>
                <mc:Fallback>
                  <p:oleObj name="Equation" r:id="rId11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36140" y="1590112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81F442F-B53C-4A75-90BC-7820759C9083}"/>
                </a:ext>
              </a:extLst>
            </p:cNvPr>
            <p:cNvSpPr/>
            <p:nvPr/>
          </p:nvSpPr>
          <p:spPr>
            <a:xfrm>
              <a:off x="287524" y="1590114"/>
              <a:ext cx="16561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当且仅当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3E8D997-5ABD-4FF3-85C9-F41F10945F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2945137"/>
                </p:ext>
              </p:extLst>
            </p:nvPr>
          </p:nvGraphicFramePr>
          <p:xfrm>
            <a:off x="6768244" y="1630445"/>
            <a:ext cx="1689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49" name="Equation" r:id="rId13" imgW="1688760" imgH="380880" progId="Equation.DSMT4">
                    <p:embed/>
                  </p:oleObj>
                </mc:Choice>
                <mc:Fallback>
                  <p:oleObj name="Equation" r:id="rId13" imgW="1688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768244" y="1630445"/>
                          <a:ext cx="1689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1F96444-0EBA-4408-9FDA-C647D58B1F24}"/>
                </a:ext>
              </a:extLst>
            </p:cNvPr>
            <p:cNvGrpSpPr/>
            <p:nvPr/>
          </p:nvGrpSpPr>
          <p:grpSpPr>
            <a:xfrm>
              <a:off x="395536" y="2257870"/>
              <a:ext cx="7013043" cy="574816"/>
              <a:chOff x="416242" y="2257278"/>
              <a:chExt cx="7013043" cy="574816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491C785-0B1F-4945-B20E-2205396311FD}"/>
                  </a:ext>
                </a:extLst>
              </p:cNvPr>
              <p:cNvSpPr/>
              <p:nvPr/>
            </p:nvSpPr>
            <p:spPr>
              <a:xfrm>
                <a:off x="416242" y="2257898"/>
                <a:ext cx="34873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极限            存在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A85B24A2-BC77-4DFF-9A3B-2FED315E46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90021676"/>
                  </p:ext>
                </p:extLst>
              </p:nvPr>
            </p:nvGraphicFramePr>
            <p:xfrm>
              <a:off x="1157524" y="2309694"/>
              <a:ext cx="16891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150" name="Equation" r:id="rId15" imgW="1688760" imgH="482400" progId="Equation.DSMT4">
                      <p:embed/>
                    </p:oleObj>
                  </mc:Choice>
                  <mc:Fallback>
                    <p:oleObj name="Equation" r:id="rId15" imgW="1688760" imgH="482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157524" y="2309694"/>
                            <a:ext cx="1689100" cy="482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E0A1A196-42F6-4750-A032-8CA6202917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0342788"/>
                  </p:ext>
                </p:extLst>
              </p:nvPr>
            </p:nvGraphicFramePr>
            <p:xfrm>
              <a:off x="4000893" y="2311394"/>
              <a:ext cx="1600200" cy="520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151" name="Equation" r:id="rId17" imgW="1600200" imgH="520560" progId="Equation.DSMT4">
                      <p:embed/>
                    </p:oleObj>
                  </mc:Choice>
                  <mc:Fallback>
                    <p:oleObj name="Equation" r:id="rId17" imgW="1600200" imgH="520560" progId="Equation.DSMT4">
                      <p:embed/>
                      <p:pic>
                        <p:nvPicPr>
                          <p:cNvPr id="9" name="对象 8">
                            <a:extLst>
                              <a:ext uri="{FF2B5EF4-FFF2-40B4-BE49-F238E27FC236}">
                                <a16:creationId xmlns:a16="http://schemas.microsoft.com/office/drawing/2014/main" id="{B35B1608-6EB8-453F-B02C-AD8BFB5E2A3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000893" y="2311394"/>
                            <a:ext cx="1600200" cy="520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5EB362B-4C46-422B-B987-D2F38B6FFB99}"/>
                  </a:ext>
                </a:extLst>
              </p:cNvPr>
              <p:cNvSpPr/>
              <p:nvPr/>
            </p:nvSpPr>
            <p:spPr>
              <a:xfrm>
                <a:off x="5560249" y="2257278"/>
                <a:ext cx="18690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型海涅定理</a:t>
                </a:r>
                <a:endParaRPr lang="zh-CN" altLang="en-US" dirty="0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382FF4C-F797-4BEC-ADBB-2CC2EE2C3244}"/>
                  </a:ext>
                </a:extLst>
              </p:cNvPr>
              <p:cNvSpPr/>
              <p:nvPr/>
            </p:nvSpPr>
            <p:spPr>
              <a:xfrm>
                <a:off x="3828885" y="2294488"/>
                <a:ext cx="3600400" cy="478571"/>
              </a:xfrm>
              <a:prstGeom prst="rect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C18AA68-7DFE-4B9E-ADE4-6F51FC1CF274}"/>
                </a:ext>
              </a:extLst>
            </p:cNvPr>
            <p:cNvSpPr/>
            <p:nvPr/>
          </p:nvSpPr>
          <p:spPr>
            <a:xfrm>
              <a:off x="538235" y="3016953"/>
              <a:ext cx="15057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海涅定理</a:t>
              </a:r>
              <a:endParaRPr lang="zh-CN" altLang="en-US" dirty="0">
                <a:solidFill>
                  <a:srgbClr val="0064FF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5704D0B-C35A-4E84-976C-80C03A17E273}"/>
                </a:ext>
              </a:extLst>
            </p:cNvPr>
            <p:cNvSpPr/>
            <p:nvPr/>
          </p:nvSpPr>
          <p:spPr>
            <a:xfrm>
              <a:off x="1835696" y="3047207"/>
              <a:ext cx="66607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设     在      时有定义，则            的</a:t>
              </a:r>
              <a:endParaRPr lang="zh-CN" altLang="en-US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FF43A3A8-BF3A-45E5-817B-88A6A2BCC4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1751071"/>
                </p:ext>
              </p:extLst>
            </p:nvPr>
          </p:nvGraphicFramePr>
          <p:xfrm>
            <a:off x="2275471" y="310659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52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35E9F464-D7B4-41D6-B1D3-29A6BB5F95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75471" y="310659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196115F-E1AC-476C-8D89-B764D14CAB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4939034"/>
                </p:ext>
              </p:extLst>
            </p:nvPr>
          </p:nvGraphicFramePr>
          <p:xfrm>
            <a:off x="3381375" y="3144838"/>
            <a:ext cx="812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53" name="Equation" r:id="rId20" imgW="812520" imgH="279360" progId="Equation.DSMT4">
                    <p:embed/>
                  </p:oleObj>
                </mc:Choice>
                <mc:Fallback>
                  <p:oleObj name="Equation" r:id="rId20" imgW="8125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381375" y="3144838"/>
                          <a:ext cx="812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96EAF1DE-84A3-4E87-B7A8-00DFF25ED1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9414988"/>
                </p:ext>
              </p:extLst>
            </p:nvPr>
          </p:nvGraphicFramePr>
          <p:xfrm>
            <a:off x="6118225" y="3065463"/>
            <a:ext cx="1676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54" name="Equation" r:id="rId22" imgW="1676160" imgH="482400" progId="Equation.DSMT4">
                    <p:embed/>
                  </p:oleObj>
                </mc:Choice>
                <mc:Fallback>
                  <p:oleObj name="Equation" r:id="rId22" imgW="1676160" imgH="4824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B35B1608-6EB8-453F-B02C-AD8BFB5E2A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118225" y="3065463"/>
                          <a:ext cx="16764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0D87BC5-15A7-4FAD-9E4B-9440DC277BEC}"/>
                </a:ext>
              </a:extLst>
            </p:cNvPr>
            <p:cNvSpPr/>
            <p:nvPr/>
          </p:nvSpPr>
          <p:spPr>
            <a:xfrm>
              <a:off x="287524" y="3686370"/>
              <a:ext cx="79568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充要条件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为任何趋向   的数列     有</a:t>
              </a:r>
              <a:endParaRPr lang="zh-CN" altLang="en-US" sz="2400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FBF7B59D-C4D6-439A-9153-E5FC77EE92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172814"/>
                </p:ext>
              </p:extLst>
            </p:nvPr>
          </p:nvGraphicFramePr>
          <p:xfrm>
            <a:off x="3165475" y="3828963"/>
            <a:ext cx="431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55" name="Equation" r:id="rId24" imgW="431640" imgH="215640" progId="Equation.DSMT4">
                    <p:embed/>
                  </p:oleObj>
                </mc:Choice>
                <mc:Fallback>
                  <p:oleObj name="Equation" r:id="rId24" imgW="4316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165475" y="3828963"/>
                          <a:ext cx="431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6611DF10-E4A7-4285-9F52-F2BD22B809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3067462"/>
                </p:ext>
              </p:extLst>
            </p:nvPr>
          </p:nvGraphicFramePr>
          <p:xfrm>
            <a:off x="4575493" y="3726155"/>
            <a:ext cx="622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56" name="Equation" r:id="rId26" imgW="622080" imgH="380880" progId="Equation.DSMT4">
                    <p:embed/>
                  </p:oleObj>
                </mc:Choice>
                <mc:Fallback>
                  <p:oleObj name="Equation" r:id="rId26" imgW="622080" imgH="380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B3E8D997-5ABD-4FF3-85C9-F41F10945F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4575493" y="3726155"/>
                          <a:ext cx="622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5E61DDBE-E20C-4901-BA0F-67B013F50E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616662"/>
                </p:ext>
              </p:extLst>
            </p:nvPr>
          </p:nvGraphicFramePr>
          <p:xfrm>
            <a:off x="5604111" y="3714964"/>
            <a:ext cx="17399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157" name="Equation" r:id="rId28" imgW="1739880" imgH="482400" progId="Equation.DSMT4">
                    <p:embed/>
                  </p:oleObj>
                </mc:Choice>
                <mc:Fallback>
                  <p:oleObj name="Equation" r:id="rId28" imgW="1739880" imgH="4824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A85B24A2-BC77-4DFF-9A3B-2FED315E46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604111" y="3714964"/>
                          <a:ext cx="17399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EDB83069-3FD9-4B91-9CC2-70F6483F8B89}"/>
              </a:ext>
            </a:extLst>
          </p:cNvPr>
          <p:cNvSpPr/>
          <p:nvPr/>
        </p:nvSpPr>
        <p:spPr>
          <a:xfrm>
            <a:off x="3722565" y="4382543"/>
            <a:ext cx="3600400" cy="47857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605A67D-ECA2-4E9D-9A13-365D48DD7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569746"/>
              </p:ext>
            </p:extLst>
          </p:nvPr>
        </p:nvGraphicFramePr>
        <p:xfrm>
          <a:off x="3797300" y="4410075"/>
          <a:ext cx="167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58" name="Equation" r:id="rId30" imgW="1676160" imgH="482400" progId="Equation.DSMT4">
                  <p:embed/>
                </p:oleObj>
              </mc:Choice>
              <mc:Fallback>
                <p:oleObj name="Equation" r:id="rId30" imgW="1676160" imgH="4824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0A1A196-42F6-4750-A032-8CA6202917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797300" y="4410075"/>
                        <a:ext cx="1676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2243368A-5E27-4C91-8194-F97867F7FF2E}"/>
              </a:ext>
            </a:extLst>
          </p:cNvPr>
          <p:cNvSpPr/>
          <p:nvPr/>
        </p:nvSpPr>
        <p:spPr>
          <a:xfrm>
            <a:off x="5444044" y="4382543"/>
            <a:ext cx="18690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型海涅定理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A97A0A-A60A-4F0F-9A38-0A215B50C067}"/>
              </a:ext>
            </a:extLst>
          </p:cNvPr>
          <p:cNvSpPr/>
          <p:nvPr/>
        </p:nvSpPr>
        <p:spPr>
          <a:xfrm>
            <a:off x="467544" y="40592"/>
            <a:ext cx="18259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知识延展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132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B1DBFFF-0E36-41F5-8078-7B2162D4F1B2}"/>
              </a:ext>
            </a:extLst>
          </p:cNvPr>
          <p:cNvSpPr txBox="1">
            <a:spLocks noChangeArrowheads="1"/>
          </p:cNvSpPr>
          <p:nvPr/>
        </p:nvSpPr>
        <p:spPr>
          <a:xfrm>
            <a:off x="508015" y="214501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064FF"/>
                </a:solidFill>
                <a:ea typeface="楷体_GB2312" pitchFamily="49" charset="-122"/>
              </a:rPr>
              <a:t>内容小结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668B7F4-3430-479F-8456-F255B2A03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15" y="987604"/>
            <a:ext cx="7927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函数极限的           定义，         定义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1162F9A-6358-4645-8086-D253B7E63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138885"/>
              </p:ext>
            </p:extLst>
          </p:nvPr>
        </p:nvGraphicFramePr>
        <p:xfrm>
          <a:off x="2479948" y="1070500"/>
          <a:ext cx="723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00" name="Equation" r:id="rId3" imgW="723600" imgH="279360" progId="Equation.DSMT4">
                  <p:embed/>
                </p:oleObj>
              </mc:Choice>
              <mc:Fallback>
                <p:oleObj name="Equation" r:id="rId3" imgW="72360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EE7AA2F-7D75-445A-89FF-947EF4504F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9948" y="1070500"/>
                        <a:ext cx="723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FAD07B7-2A82-44C0-8A5C-9AD63DB799ED}"/>
              </a:ext>
            </a:extLst>
          </p:cNvPr>
          <p:cNvSpPr/>
          <p:nvPr/>
        </p:nvSpPr>
        <p:spPr>
          <a:xfrm>
            <a:off x="508015" y="1623876"/>
            <a:ext cx="7927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会叙述定义且会利用定义证明函数极限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17490C5A-812B-49AD-8A3B-E5AF5BA9F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4" y="2295456"/>
            <a:ext cx="46835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理解函数极限定义的几何意义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D75107D2-6849-4E37-A9C9-80C01433D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606" y="3013261"/>
            <a:ext cx="27462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函数极限的性质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6A6CDB46-76F7-4B81-89D8-43E96FFD4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3013261"/>
            <a:ext cx="41272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唯一性 、保号性、有界性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016518-AB0F-4D81-A099-0909F054B2AD}"/>
              </a:ext>
            </a:extLst>
          </p:cNvPr>
          <p:cNvSpPr/>
          <p:nvPr/>
        </p:nvSpPr>
        <p:spPr>
          <a:xfrm>
            <a:off x="3242406" y="3584095"/>
            <a:ext cx="41272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函数极限与数列极限的关系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961D22-E275-4F56-B9E8-F456D4F73869}"/>
              </a:ext>
            </a:extLst>
          </p:cNvPr>
          <p:cNvSpPr/>
          <p:nvPr/>
        </p:nvSpPr>
        <p:spPr>
          <a:xfrm>
            <a:off x="408652" y="4096376"/>
            <a:ext cx="7927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理解性质并会证明，尤其要掌握证明方法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4354189-F340-4239-BCC8-69CD84E0F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511278"/>
              </p:ext>
            </p:extLst>
          </p:nvPr>
        </p:nvGraphicFramePr>
        <p:xfrm>
          <a:off x="4248150" y="1044788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01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1162F9A-6358-4645-8086-D253B7E63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48150" y="1044788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1950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D9E6870-D213-4E49-A778-B211D8D75335}"/>
              </a:ext>
            </a:extLst>
          </p:cNvPr>
          <p:cNvSpPr txBox="1">
            <a:spLocks noChangeArrowheads="1"/>
          </p:cNvSpPr>
          <p:nvPr/>
        </p:nvSpPr>
        <p:spPr>
          <a:xfrm>
            <a:off x="211642" y="95266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ea typeface="楷体_GB2312" pitchFamily="49" charset="-122"/>
              </a:rPr>
              <a:t>练习题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D44E3922-AE13-44D0-A92E-2F68814A9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699542"/>
            <a:ext cx="8392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              对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任意给定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           当    满足                  时，有        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28FF183-F6B2-4FCC-9102-BB6032ED9A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107241"/>
              </p:ext>
            </p:extLst>
          </p:nvPr>
        </p:nvGraphicFramePr>
        <p:xfrm>
          <a:off x="1338034" y="781066"/>
          <a:ext cx="927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59" name="Equation" r:id="rId3" imgW="927000" imgH="330120" progId="Equation.DSMT4">
                  <p:embed/>
                </p:oleObj>
              </mc:Choice>
              <mc:Fallback>
                <p:oleObj name="Equation" r:id="rId3" imgW="927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8034" y="781066"/>
                        <a:ext cx="927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AF9FC77-9E20-438D-A6A0-7C9A384A8A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890552"/>
              </p:ext>
            </p:extLst>
          </p:nvPr>
        </p:nvGraphicFramePr>
        <p:xfrm>
          <a:off x="4210050" y="781066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0" name="Equation" r:id="rId5" imgW="723600" imgH="330120" progId="Equation.DSMT4">
                  <p:embed/>
                </p:oleObj>
              </mc:Choice>
              <mc:Fallback>
                <p:oleObj name="Equation" r:id="rId5" imgW="723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10050" y="781066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447BC64-A865-4421-9C53-A7EC6C4F6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257846"/>
              </p:ext>
            </p:extLst>
          </p:nvPr>
        </p:nvGraphicFramePr>
        <p:xfrm>
          <a:off x="6329904" y="730266"/>
          <a:ext cx="120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1" name="Equation" r:id="rId7" imgW="1206360" imgH="431640" progId="Equation.DSMT4">
                  <p:embed/>
                </p:oleObj>
              </mc:Choice>
              <mc:Fallback>
                <p:oleObj name="Equation" r:id="rId7" imgW="1206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29904" y="730266"/>
                        <a:ext cx="1206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751800E9-06BE-4176-8974-94C4DF906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63926"/>
              </p:ext>
            </p:extLst>
          </p:nvPr>
        </p:nvGraphicFramePr>
        <p:xfrm>
          <a:off x="5325001" y="84456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2" name="Equation" r:id="rId9" imgW="190440" imgH="203040" progId="Equation.DSMT4">
                  <p:embed/>
                </p:oleObj>
              </mc:Choice>
              <mc:Fallback>
                <p:oleObj name="Equation" r:id="rId9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25001" y="84456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23C06E4-D5DC-4FE7-8E64-95917D2F38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084951"/>
              </p:ext>
            </p:extLst>
          </p:nvPr>
        </p:nvGraphicFramePr>
        <p:xfrm>
          <a:off x="364042" y="1385576"/>
          <a:ext cx="175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3" name="Equation" r:id="rId11" imgW="1752480" imgH="342720" progId="Equation.DSMT4">
                  <p:embed/>
                </p:oleObj>
              </mc:Choice>
              <mc:Fallback>
                <p:oleObj name="Equation" r:id="rId11" imgW="1752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4042" y="1385576"/>
                        <a:ext cx="175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682D1AAB-2CAF-46F0-B66C-925E43A75262}"/>
              </a:ext>
            </a:extLst>
          </p:cNvPr>
          <p:cNvSpPr/>
          <p:nvPr/>
        </p:nvSpPr>
        <p:spPr>
          <a:xfrm>
            <a:off x="2138830" y="1303818"/>
            <a:ext cx="3945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则下列说法正确的是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).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0F4238C-D328-4812-9478-078FD3838608}"/>
              </a:ext>
            </a:extLst>
          </p:cNvPr>
          <p:cNvSpPr/>
          <p:nvPr/>
        </p:nvSpPr>
        <p:spPr>
          <a:xfrm>
            <a:off x="467544" y="1875430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 )      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     处不存在极限</a:t>
            </a:r>
            <a:endParaRPr lang="zh-CN" altLang="en-US" dirty="0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2F7893FF-9BF1-4427-994E-9991CB43BB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571606"/>
              </p:ext>
            </p:extLst>
          </p:nvPr>
        </p:nvGraphicFramePr>
        <p:xfrm>
          <a:off x="1212866" y="196613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4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12866" y="196613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8EC2DB80-CDFE-4B0D-9E16-BF983C1DF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044200"/>
              </p:ext>
            </p:extLst>
          </p:nvPr>
        </p:nvGraphicFramePr>
        <p:xfrm>
          <a:off x="2576526" y="2004662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5" name="Equation" r:id="rId15" imgW="203040" imgH="203040" progId="Equation.DSMT4">
                  <p:embed/>
                </p:oleObj>
              </mc:Choice>
              <mc:Fallback>
                <p:oleObj name="Equation" r:id="rId15" imgW="20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76526" y="2004662"/>
                        <a:ext cx="20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BF40A2CF-22D1-4E96-9E3B-1C0D426D9862}"/>
              </a:ext>
            </a:extLst>
          </p:cNvPr>
          <p:cNvSpPr/>
          <p:nvPr/>
        </p:nvSpPr>
        <p:spPr>
          <a:xfrm>
            <a:off x="491208" y="2570403"/>
            <a:ext cx="5160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B )      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                     内严格单调</a:t>
            </a:r>
            <a:endParaRPr lang="zh-CN" altLang="en-US" dirty="0"/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BD757D2-F54C-4E84-A552-B5348F14D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519113"/>
              </p:ext>
            </p:extLst>
          </p:nvPr>
        </p:nvGraphicFramePr>
        <p:xfrm>
          <a:off x="1236530" y="266110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6" name="Equation" r:id="rId17" imgW="622080" imgH="342720" progId="Equation.DSMT4">
                  <p:embed/>
                </p:oleObj>
              </mc:Choice>
              <mc:Fallback>
                <p:oleObj name="Equation" r:id="rId17" imgW="622080" imgH="34272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2F7893FF-9BF1-4427-994E-9991CB43B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36530" y="2661105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3B81A6D8-47EF-4B74-8E1C-DB615F207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702505"/>
              </p:ext>
            </p:extLst>
          </p:nvPr>
        </p:nvGraphicFramePr>
        <p:xfrm>
          <a:off x="2254084" y="2629785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7" name="Equation" r:id="rId19" imgW="1574640" imgH="342720" progId="Equation.DSMT4">
                  <p:embed/>
                </p:oleObj>
              </mc:Choice>
              <mc:Fallback>
                <p:oleObj name="Equation" r:id="rId19" imgW="1574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54084" y="2629785"/>
                        <a:ext cx="157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2672CA43-4208-4D7C-A8BF-AF66E1B55B83}"/>
              </a:ext>
            </a:extLst>
          </p:cNvPr>
          <p:cNvSpPr/>
          <p:nvPr/>
        </p:nvSpPr>
        <p:spPr>
          <a:xfrm>
            <a:off x="467544" y="3265376"/>
            <a:ext cx="4752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C )      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                     内无界</a:t>
            </a:r>
            <a:endParaRPr lang="zh-CN" altLang="en-US" dirty="0"/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BFDA2FC6-A241-441B-931C-D1ACAC6FC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29794"/>
              </p:ext>
            </p:extLst>
          </p:nvPr>
        </p:nvGraphicFramePr>
        <p:xfrm>
          <a:off x="1212866" y="335607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8" name="Equation" r:id="rId21" imgW="622080" imgH="342720" progId="Equation.DSMT4">
                  <p:embed/>
                </p:oleObj>
              </mc:Choice>
              <mc:Fallback>
                <p:oleObj name="Equation" r:id="rId21" imgW="622080" imgH="3427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ABD757D2-F54C-4E84-A552-B5348F14D1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12866" y="335607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A7A9DEB7-0D1F-4613-BB2A-96D710CE3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261593"/>
              </p:ext>
            </p:extLst>
          </p:nvPr>
        </p:nvGraphicFramePr>
        <p:xfrm>
          <a:off x="2230420" y="3324758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69" name="Equation" r:id="rId22" imgW="1574640" imgH="342720" progId="Equation.DSMT4">
                  <p:embed/>
                </p:oleObj>
              </mc:Choice>
              <mc:Fallback>
                <p:oleObj name="Equation" r:id="rId22" imgW="1574640" imgH="34272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3B81A6D8-47EF-4B74-8E1C-DB615F207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230420" y="3324758"/>
                        <a:ext cx="157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>
            <a:extLst>
              <a:ext uri="{FF2B5EF4-FFF2-40B4-BE49-F238E27FC236}">
                <a16:creationId xmlns:a16="http://schemas.microsoft.com/office/drawing/2014/main" id="{812AE51C-8250-43B4-BBF4-A1A899FCC0B4}"/>
              </a:ext>
            </a:extLst>
          </p:cNvPr>
          <p:cNvSpPr/>
          <p:nvPr/>
        </p:nvSpPr>
        <p:spPr>
          <a:xfrm>
            <a:off x="494361" y="3954419"/>
            <a:ext cx="5160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D )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                     内，</a:t>
            </a:r>
            <a:endParaRPr lang="zh-CN" altLang="en-US" dirty="0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9F3B4079-6587-49B1-87E7-71916E495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412911"/>
              </p:ext>
            </p:extLst>
          </p:nvPr>
        </p:nvGraphicFramePr>
        <p:xfrm>
          <a:off x="1532189" y="4042833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70" name="Equation" r:id="rId24" imgW="1574640" imgH="342720" progId="Equation.DSMT4">
                  <p:embed/>
                </p:oleObj>
              </mc:Choice>
              <mc:Fallback>
                <p:oleObj name="Equation" r:id="rId24" imgW="1574640" imgH="34272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3B81A6D8-47EF-4B74-8E1C-DB615F207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32189" y="4042833"/>
                        <a:ext cx="157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CCF755DE-B409-4436-A727-E6F24F2EE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672403"/>
              </p:ext>
            </p:extLst>
          </p:nvPr>
        </p:nvGraphicFramePr>
        <p:xfrm>
          <a:off x="3765550" y="4037385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71" name="Equation" r:id="rId25" imgW="1168200" imgH="342720" progId="Equation.DSMT4">
                  <p:embed/>
                </p:oleObj>
              </mc:Choice>
              <mc:Fallback>
                <p:oleObj name="Equation" r:id="rId25" imgW="1168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65550" y="4037385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F9F5ABD-3156-4D25-9548-8D8AEE5BC0CD}"/>
              </a:ext>
            </a:extLst>
          </p:cNvPr>
          <p:cNvSpPr/>
          <p:nvPr/>
        </p:nvSpPr>
        <p:spPr>
          <a:xfrm>
            <a:off x="5012404" y="1332834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61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C7EE450-C049-45AD-882C-1A2706B5D304}"/>
              </a:ext>
            </a:extLst>
          </p:cNvPr>
          <p:cNvSpPr/>
          <p:nvPr/>
        </p:nvSpPr>
        <p:spPr>
          <a:xfrm>
            <a:off x="492921" y="1527394"/>
            <a:ext cx="7453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 )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16108D2-6E99-46B8-B8C2-FAE43562F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066596"/>
              </p:ext>
            </p:extLst>
          </p:nvPr>
        </p:nvGraphicFramePr>
        <p:xfrm>
          <a:off x="1265430" y="1589814"/>
          <a:ext cx="154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36" name="Equation" r:id="rId3" imgW="1549080" imgH="482400" progId="Equation.DSMT4">
                  <p:embed/>
                </p:oleObj>
              </mc:Choice>
              <mc:Fallback>
                <p:oleObj name="Equation" r:id="rId3" imgW="1549080" imgH="4824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2F7893FF-9BF1-4427-994E-9991CB43B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5430" y="1589814"/>
                        <a:ext cx="1549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DB5D2E79-1F0C-41A1-AD4B-0DEED4948E35}"/>
              </a:ext>
            </a:extLst>
          </p:cNvPr>
          <p:cNvSpPr/>
          <p:nvPr/>
        </p:nvSpPr>
        <p:spPr>
          <a:xfrm>
            <a:off x="516585" y="2222367"/>
            <a:ext cx="3144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B )      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  上无界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9BD96FC-8D75-46C6-9466-C61908A39D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65797"/>
              </p:ext>
            </p:extLst>
          </p:nvPr>
        </p:nvGraphicFramePr>
        <p:xfrm>
          <a:off x="1261907" y="231306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37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ABD757D2-F54C-4E84-A552-B5348F14D1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1907" y="231306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30C1F292-932E-47DD-8D93-2AD6F596D19D}"/>
              </a:ext>
            </a:extLst>
          </p:cNvPr>
          <p:cNvSpPr/>
          <p:nvPr/>
        </p:nvSpPr>
        <p:spPr>
          <a:xfrm>
            <a:off x="492921" y="2917340"/>
            <a:ext cx="4752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C )      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  上有界</a:t>
            </a:r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DE8578E-364E-4CA2-B44B-E7CBA9C674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94233"/>
              </p:ext>
            </p:extLst>
          </p:nvPr>
        </p:nvGraphicFramePr>
        <p:xfrm>
          <a:off x="1238243" y="300804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38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BFDA2FC6-A241-441B-931C-D1ACAC6FC1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8243" y="300804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A175344A-48F9-4F5B-85CB-6C1AE4442FEA}"/>
              </a:ext>
            </a:extLst>
          </p:cNvPr>
          <p:cNvSpPr/>
          <p:nvPr/>
        </p:nvSpPr>
        <p:spPr>
          <a:xfrm>
            <a:off x="519738" y="3606383"/>
            <a:ext cx="3213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D )       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  上单调 </a:t>
            </a:r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95EB566-344A-4B7E-9695-FC8D7790B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540903"/>
              </p:ext>
            </p:extLst>
          </p:nvPr>
        </p:nvGraphicFramePr>
        <p:xfrm>
          <a:off x="2211616" y="2319850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39" name="Equation" r:id="rId8" imgW="266400" imgH="266400" progId="Equation.DSMT4">
                  <p:embed/>
                </p:oleObj>
              </mc:Choice>
              <mc:Fallback>
                <p:oleObj name="Equation" r:id="rId8" imgW="2664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11616" y="2319850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87F21AE9-E238-4C97-92F5-5054800F83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236349"/>
              </p:ext>
            </p:extLst>
          </p:nvPr>
        </p:nvGraphicFramePr>
        <p:xfrm>
          <a:off x="2232346" y="3000695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0" name="Equation" r:id="rId10" imgW="266400" imgH="266400" progId="Equation.DSMT4">
                  <p:embed/>
                </p:oleObj>
              </mc:Choice>
              <mc:Fallback>
                <p:oleObj name="Equation" r:id="rId10" imgW="266400" imgH="2664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95EB566-344A-4B7E-9695-FC8D7790B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32346" y="3000695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10663F80-953E-41CF-A166-60873CC1B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433865"/>
              </p:ext>
            </p:extLst>
          </p:nvPr>
        </p:nvGraphicFramePr>
        <p:xfrm>
          <a:off x="1296626" y="372514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1" name="Equation" r:id="rId12" imgW="622080" imgH="342720" progId="Equation.DSMT4">
                  <p:embed/>
                </p:oleObj>
              </mc:Choice>
              <mc:Fallback>
                <p:oleObj name="Equation" r:id="rId12" imgW="62208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DE8578E-364E-4CA2-B44B-E7CBA9C674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6626" y="372514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61122BF-7441-4648-8F7F-596A1D7EB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747316"/>
              </p:ext>
            </p:extLst>
          </p:nvPr>
        </p:nvGraphicFramePr>
        <p:xfrm>
          <a:off x="2293121" y="3725148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2" name="Equation" r:id="rId13" imgW="266400" imgH="266400" progId="Equation.DSMT4">
                  <p:embed/>
                </p:oleObj>
              </mc:Choice>
              <mc:Fallback>
                <p:oleObj name="Equation" r:id="rId13" imgW="266400" imgH="2664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87F21AE9-E238-4C97-92F5-5054800F83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93121" y="3725148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">
            <a:extLst>
              <a:ext uri="{FF2B5EF4-FFF2-40B4-BE49-F238E27FC236}">
                <a16:creationId xmlns:a16="http://schemas.microsoft.com/office/drawing/2014/main" id="{955EE897-2B25-4185-87E8-FD0197C5E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208" y="307802"/>
            <a:ext cx="8392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              对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任意给定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           当    满足                  时，有        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D3CFC934-C6D1-411F-A0CC-353C685CF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537806"/>
              </p:ext>
            </p:extLst>
          </p:nvPr>
        </p:nvGraphicFramePr>
        <p:xfrm>
          <a:off x="1301750" y="388633"/>
          <a:ext cx="901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3" name="Equation" r:id="rId14" imgW="901440" imgH="330120" progId="Equation.DSMT4">
                  <p:embed/>
                </p:oleObj>
              </mc:Choice>
              <mc:Fallback>
                <p:oleObj name="Equation" r:id="rId14" imgW="901440" imgH="3301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C28FF183-F6B2-4FCC-9102-BB6032ED9A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01750" y="388633"/>
                        <a:ext cx="901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90DE9719-C89E-4214-8211-EDA9A56A0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281583"/>
              </p:ext>
            </p:extLst>
          </p:nvPr>
        </p:nvGraphicFramePr>
        <p:xfrm>
          <a:off x="4149725" y="388633"/>
          <a:ext cx="74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4" name="Equation" r:id="rId16" imgW="749160" imgH="330120" progId="Equation.DSMT4">
                  <p:embed/>
                </p:oleObj>
              </mc:Choice>
              <mc:Fallback>
                <p:oleObj name="Equation" r:id="rId16" imgW="749160" imgH="3301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2AF9FC77-9E20-438D-A6A0-7C9A384A8A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149725" y="388633"/>
                        <a:ext cx="749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1E14F3CB-A2D4-4DE7-8435-45D9B5EBB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917649"/>
              </p:ext>
            </p:extLst>
          </p:nvPr>
        </p:nvGraphicFramePr>
        <p:xfrm>
          <a:off x="6281560" y="338526"/>
          <a:ext cx="120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5" name="Equation" r:id="rId18" imgW="1206360" imgH="431640" progId="Equation.DSMT4">
                  <p:embed/>
                </p:oleObj>
              </mc:Choice>
              <mc:Fallback>
                <p:oleObj name="Equation" r:id="rId18" imgW="1206360" imgH="4316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9447BC64-A865-4421-9C53-A7EC6C4F6C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81560" y="338526"/>
                        <a:ext cx="1206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649BABFC-C61E-4DD0-AA29-FF5AFB2E31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568766"/>
              </p:ext>
            </p:extLst>
          </p:nvPr>
        </p:nvGraphicFramePr>
        <p:xfrm>
          <a:off x="5276657" y="45282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6" name="Equation" r:id="rId20" imgW="190440" imgH="203040" progId="Equation.DSMT4">
                  <p:embed/>
                </p:oleObj>
              </mc:Choice>
              <mc:Fallback>
                <p:oleObj name="Equation" r:id="rId20" imgW="190440" imgH="2030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751800E9-06BE-4176-8974-94C4DF9067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276657" y="45282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C4BBCA2-1D28-4162-BB72-66EF1ACB68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489894"/>
              </p:ext>
            </p:extLst>
          </p:nvPr>
        </p:nvGraphicFramePr>
        <p:xfrm>
          <a:off x="433639" y="946101"/>
          <a:ext cx="175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7" name="Equation" r:id="rId22" imgW="1752480" imgH="342720" progId="Equation.DSMT4">
                  <p:embed/>
                </p:oleObj>
              </mc:Choice>
              <mc:Fallback>
                <p:oleObj name="Equation" r:id="rId22" imgW="1752480" imgH="342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A23C06E4-D5DC-4FE7-8E64-95917D2F38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33639" y="946101"/>
                        <a:ext cx="175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AD4EFF0B-A838-4CD8-8E81-0AD634FA4D82}"/>
              </a:ext>
            </a:extLst>
          </p:cNvPr>
          <p:cNvSpPr/>
          <p:nvPr/>
        </p:nvSpPr>
        <p:spPr>
          <a:xfrm>
            <a:off x="2189173" y="887844"/>
            <a:ext cx="3945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则下列说法正确的是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).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6D789E-2E24-4267-98DF-7D383DFB0553}"/>
              </a:ext>
            </a:extLst>
          </p:cNvPr>
          <p:cNvSpPr/>
          <p:nvPr/>
        </p:nvSpPr>
        <p:spPr>
          <a:xfrm>
            <a:off x="5072915" y="914491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216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ACF7EC69-6D88-49A8-83D0-23281DC01E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47089"/>
              </p:ext>
            </p:extLst>
          </p:nvPr>
        </p:nvGraphicFramePr>
        <p:xfrm>
          <a:off x="1259632" y="195486"/>
          <a:ext cx="2513012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71" name="Equation" r:id="rId3" imgW="2501640" imgH="736560" progId="Equation.DSMT4">
                  <p:embed/>
                </p:oleObj>
              </mc:Choice>
              <mc:Fallback>
                <p:oleObj name="Equation" r:id="rId3" imgW="2501640" imgH="73656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79C344F2-E1CD-4552-9D85-AA89B385E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95486"/>
                        <a:ext cx="2513012" cy="741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9">
            <a:extLst>
              <a:ext uri="{FF2B5EF4-FFF2-40B4-BE49-F238E27FC236}">
                <a16:creationId xmlns:a16="http://schemas.microsoft.com/office/drawing/2014/main" id="{B594D0E1-CB9A-4BDD-8734-6427F98DC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37" y="324496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3.</a:t>
            </a:r>
            <a:endParaRPr lang="zh-CN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77FF7AF-B8D3-4603-9EAD-A888CDF39FD9}"/>
              </a:ext>
            </a:extLst>
          </p:cNvPr>
          <p:cNvGrpSpPr/>
          <p:nvPr/>
        </p:nvGrpSpPr>
        <p:grpSpPr>
          <a:xfrm>
            <a:off x="143499" y="976146"/>
            <a:ext cx="8640959" cy="1227058"/>
            <a:chOff x="107504" y="1500779"/>
            <a:chExt cx="8640959" cy="1227058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4C11BA28-01CF-47C8-AA09-26C0A43200C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42936" y="1500779"/>
              <a:ext cx="8005527" cy="685800"/>
            </a:xfrm>
            <a:prstGeom prst="rect">
              <a:avLst/>
            </a:prstGeom>
            <a:ln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+mj-ea"/>
                </a:rPr>
                <a:t>分析  </a:t>
              </a:r>
              <a:r>
                <a:rPr lang="zh-CN" altLang="en-US" sz="2400" b="1" dirty="0">
                  <a:latin typeface="+mj-ea"/>
                </a:rPr>
                <a:t>函数在     处极限是否存在与函数在该点是否有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482C05D-3616-457B-910B-58288F8526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2879384"/>
                </p:ext>
              </p:extLst>
            </p:nvPr>
          </p:nvGraphicFramePr>
          <p:xfrm>
            <a:off x="2699792" y="1592770"/>
            <a:ext cx="635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972" name="Equation" r:id="rId5" imgW="634680" imgH="279360" progId="Equation.DSMT4">
                    <p:embed/>
                  </p:oleObj>
                </mc:Choice>
                <mc:Fallback>
                  <p:oleObj name="Equation" r:id="rId5" imgW="634680" imgH="2793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D0CBA594-1966-4FF6-8741-D74E68F9D8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99792" y="1592770"/>
                          <a:ext cx="635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C8B91415-7D6D-42EF-B5DE-74E39F336E4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7504" y="2042037"/>
              <a:ext cx="2705101" cy="685800"/>
            </a:xfrm>
            <a:prstGeom prst="rect">
              <a:avLst/>
            </a:prstGeom>
            <a:ln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定义并没有关系</a:t>
              </a:r>
              <a:r>
                <a:rPr lang="en-US" altLang="zh-CN" sz="2400" b="1" dirty="0">
                  <a:latin typeface="+mj-ea"/>
                </a:rPr>
                <a:t>.</a:t>
              </a:r>
              <a:endParaRPr lang="zh-CN" altLang="en-US" sz="2400" b="1" dirty="0">
                <a:latin typeface="+mj-ea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12EF583C-880C-4AA9-9107-9337D3CB5386}"/>
              </a:ext>
            </a:extLst>
          </p:cNvPr>
          <p:cNvSpPr/>
          <p:nvPr/>
        </p:nvSpPr>
        <p:spPr>
          <a:xfrm>
            <a:off x="916549" y="219625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证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1187FDC-F752-49CD-9650-1E7D0441E9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214877"/>
              </p:ext>
            </p:extLst>
          </p:nvPr>
        </p:nvGraphicFramePr>
        <p:xfrm>
          <a:off x="1655667" y="2065958"/>
          <a:ext cx="2705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73" name="Equation" r:id="rId7" imgW="2705040" imgH="812520" progId="Equation.DSMT4">
                  <p:embed/>
                </p:oleObj>
              </mc:Choice>
              <mc:Fallback>
                <p:oleObj name="Equation" r:id="rId7" imgW="270504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16F06AE-F39F-464F-95B6-C0DC55CC3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55667" y="2065958"/>
                        <a:ext cx="2705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3F32C33B-6941-45A4-99C0-1E8508C26241}"/>
              </a:ext>
            </a:extLst>
          </p:cNvPr>
          <p:cNvGrpSpPr/>
          <p:nvPr/>
        </p:nvGrpSpPr>
        <p:grpSpPr>
          <a:xfrm>
            <a:off x="5328074" y="1819244"/>
            <a:ext cx="3456384" cy="685800"/>
            <a:chOff x="5364087" y="2667238"/>
            <a:chExt cx="3456384" cy="685800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FC9747FA-F993-4502-87E9-FBBA78F35DE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64087" y="2667238"/>
              <a:ext cx="3456384" cy="685800"/>
            </a:xfrm>
            <a:prstGeom prst="rect">
              <a:avLst/>
            </a:prstGeom>
            <a:ln w="3175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留下    ，处理掉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D6C7FE8-4B87-4FF8-9E2B-C4896E74BF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6843144"/>
                </p:ext>
              </p:extLst>
            </p:nvPr>
          </p:nvGraphicFramePr>
          <p:xfrm>
            <a:off x="6156176" y="2779306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974" name="Equation" r:id="rId9" imgW="596880" imgH="279360" progId="Equation.DSMT4">
                    <p:embed/>
                  </p:oleObj>
                </mc:Choice>
                <mc:Fallback>
                  <p:oleObj name="Equation" r:id="rId9" imgW="596880" imgH="2793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8B1B6E2-4413-470C-BF61-129C9B727BE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156176" y="2779306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E1A3AC4-E29C-4EE2-ABCC-56A93A1B1F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1918092"/>
                </p:ext>
              </p:extLst>
            </p:nvPr>
          </p:nvGraphicFramePr>
          <p:xfrm>
            <a:off x="8028384" y="2756026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975" name="Equation" r:id="rId11" imgW="596880" imgH="279360" progId="Equation.DSMT4">
                    <p:embed/>
                  </p:oleObj>
                </mc:Choice>
                <mc:Fallback>
                  <p:oleObj name="Equation" r:id="rId11" imgW="596880" imgH="2793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B03EE86A-0171-460D-897D-BFA45251D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028384" y="2756026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DE8DB6D-BB47-41C2-8CEC-253F6DDCC851}"/>
              </a:ext>
            </a:extLst>
          </p:cNvPr>
          <p:cNvGrpSpPr/>
          <p:nvPr/>
        </p:nvGrpSpPr>
        <p:grpSpPr>
          <a:xfrm>
            <a:off x="778931" y="2939870"/>
            <a:ext cx="8005527" cy="685800"/>
            <a:chOff x="742936" y="3464503"/>
            <a:chExt cx="8005527" cy="685800"/>
          </a:xfrm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846E35AE-D6C6-40E8-ACD9-02AAC543338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42936" y="3464503"/>
              <a:ext cx="8005527" cy="685800"/>
            </a:xfrm>
            <a:prstGeom prst="rect">
              <a:avLst/>
            </a:prstGeom>
            <a:ln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不妨设         即         从而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4540F91-B9A0-463A-A80F-17C5A93185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206437"/>
                </p:ext>
              </p:extLst>
            </p:nvPr>
          </p:nvGraphicFramePr>
          <p:xfrm>
            <a:off x="1816256" y="3585977"/>
            <a:ext cx="1206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976" name="Equation" r:id="rId13" imgW="1206360" imgH="330120" progId="Equation.DSMT4">
                    <p:embed/>
                  </p:oleObj>
                </mc:Choice>
                <mc:Fallback>
                  <p:oleObj name="Equation" r:id="rId13" imgW="1206360" imgH="3301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202BD437-8EA1-4203-A6E4-6F7490F1E5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16256" y="3585977"/>
                          <a:ext cx="1206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1F47991-A2C1-4B47-A314-68E610CFF9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6787713"/>
                </p:ext>
              </p:extLst>
            </p:nvPr>
          </p:nvGraphicFramePr>
          <p:xfrm>
            <a:off x="3491880" y="3542339"/>
            <a:ext cx="1168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977" name="Equation" r:id="rId15" imgW="1168200" imgH="330120" progId="Equation.DSMT4">
                    <p:embed/>
                  </p:oleObj>
                </mc:Choice>
                <mc:Fallback>
                  <p:oleObj name="Equation" r:id="rId15" imgW="116820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0AEDF0F6-4C0D-42D8-BADB-5C6C3BC343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491880" y="3542339"/>
                          <a:ext cx="1168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E454236-841E-4A24-AA57-005534FA01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808249"/>
              </p:ext>
            </p:extLst>
          </p:nvPr>
        </p:nvGraphicFramePr>
        <p:xfrm>
          <a:off x="1276337" y="3413064"/>
          <a:ext cx="2603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78" name="Equation" r:id="rId17" imgW="2603160" imgH="812520" progId="Equation.DSMT4">
                  <p:embed/>
                </p:oleObj>
              </mc:Choice>
              <mc:Fallback>
                <p:oleObj name="Equation" r:id="rId17" imgW="2603160" imgH="8125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F4D99C3-DD90-4065-92CC-144CBA334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76337" y="3413064"/>
                        <a:ext cx="2603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02402D0-0C21-452E-9261-E8C4A92E1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242010"/>
              </p:ext>
            </p:extLst>
          </p:nvPr>
        </p:nvGraphicFramePr>
        <p:xfrm>
          <a:off x="3879837" y="3425742"/>
          <a:ext cx="3695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79" name="Equation" r:id="rId19" imgW="3695400" imgH="812520" progId="Equation.DSMT4">
                  <p:embed/>
                </p:oleObj>
              </mc:Choice>
              <mc:Fallback>
                <p:oleObj name="Equation" r:id="rId19" imgW="3695400" imgH="8125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55AC545-963A-4467-8C5F-14DDF50BB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79837" y="3425742"/>
                        <a:ext cx="3695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132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7D9D5DF-0D22-464E-9CBB-A848959594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968099"/>
              </p:ext>
            </p:extLst>
          </p:nvPr>
        </p:nvGraphicFramePr>
        <p:xfrm>
          <a:off x="1104404" y="306548"/>
          <a:ext cx="2603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7" name="Equation" r:id="rId3" imgW="2603160" imgH="812520" progId="Equation.DSMT4">
                  <p:embed/>
                </p:oleObj>
              </mc:Choice>
              <mc:Fallback>
                <p:oleObj name="Equation" r:id="rId3" imgW="2603160" imgH="8125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F4D99C3-DD90-4065-92CC-144CBA334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4404" y="306548"/>
                        <a:ext cx="2603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B08FFF9-8CAA-4C56-89D2-723471E0FF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313259"/>
              </p:ext>
            </p:extLst>
          </p:nvPr>
        </p:nvGraphicFramePr>
        <p:xfrm>
          <a:off x="3707904" y="319226"/>
          <a:ext cx="3695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8" name="Equation" r:id="rId5" imgW="3695400" imgH="812520" progId="Equation.DSMT4">
                  <p:embed/>
                </p:oleObj>
              </mc:Choice>
              <mc:Fallback>
                <p:oleObj name="Equation" r:id="rId5" imgW="3695400" imgH="8125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55AC545-963A-4467-8C5F-14DDF50BB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904" y="319226"/>
                        <a:ext cx="3695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>
            <a:extLst>
              <a:ext uri="{FF2B5EF4-FFF2-40B4-BE49-F238E27FC236}">
                <a16:creationId xmlns:a16="http://schemas.microsoft.com/office/drawing/2014/main" id="{517AEB6F-8ACF-4008-B008-5B0674DE1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914" y="1432911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0E0C9116-4FC8-4EB9-BD67-CDFCDA7E0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905886"/>
              </p:ext>
            </p:extLst>
          </p:nvPr>
        </p:nvGraphicFramePr>
        <p:xfrm>
          <a:off x="534403" y="1546246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9" name="Equation" r:id="rId7" imgW="1002960" imgH="342720" progId="Equation.DSMT4">
                  <p:embed/>
                </p:oleObj>
              </mc:Choice>
              <mc:Fallback>
                <p:oleObj name="Equation" r:id="rId7" imgW="1002960" imgH="34272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CBF8AA33-3B7A-4434-BA3B-8572DEC1B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403" y="1546246"/>
                        <a:ext cx="1003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E9D47940-CE61-48E2-93B5-8AFBB50F7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366242"/>
              </p:ext>
            </p:extLst>
          </p:nvPr>
        </p:nvGraphicFramePr>
        <p:xfrm>
          <a:off x="2371892" y="1524622"/>
          <a:ext cx="182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0" name="Equation" r:id="rId9" imgW="1828800" imgH="342720" progId="Equation.DSMT4">
                  <p:embed/>
                </p:oleObj>
              </mc:Choice>
              <mc:Fallback>
                <p:oleObj name="Equation" r:id="rId9" imgW="1828800" imgH="342720" progId="Equation.DSMT4">
                  <p:embed/>
                  <p:pic>
                    <p:nvPicPr>
                      <p:cNvPr id="11" name="Object 17">
                        <a:extLst>
                          <a:ext uri="{FF2B5EF4-FFF2-40B4-BE49-F238E27FC236}">
                            <a16:creationId xmlns:a16="http://schemas.microsoft.com/office/drawing/2014/main" id="{26462A05-BD9E-473E-87E7-5A7F1B722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892" y="1524622"/>
                        <a:ext cx="1828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60EB0B-E617-40BC-B1B1-C0EB1626E78A}"/>
              </a:ext>
            </a:extLst>
          </p:cNvPr>
          <p:cNvGrpSpPr/>
          <p:nvPr/>
        </p:nvGrpSpPr>
        <p:grpSpPr>
          <a:xfrm>
            <a:off x="4211960" y="1427481"/>
            <a:ext cx="2038006" cy="461665"/>
            <a:chOff x="4195710" y="1630216"/>
            <a:chExt cx="2038006" cy="461665"/>
          </a:xfrm>
        </p:grpSpPr>
        <p:sp>
          <p:nvSpPr>
            <p:cNvPr id="7" name="Text Box 18">
              <a:extLst>
                <a:ext uri="{FF2B5EF4-FFF2-40B4-BE49-F238E27FC236}">
                  <a16:creationId xmlns:a16="http://schemas.microsoft.com/office/drawing/2014/main" id="{64D7DB9E-09D0-4641-A548-6DFE6322F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710" y="1630216"/>
              <a:ext cx="1219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只要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A8BBD66-12A9-4429-862D-6CF58B3A79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946144"/>
                </p:ext>
              </p:extLst>
            </p:nvPr>
          </p:nvGraphicFramePr>
          <p:xfrm>
            <a:off x="4900216" y="1705202"/>
            <a:ext cx="1333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11" name="Equation" r:id="rId11" imgW="1333440" imgH="342720" progId="Equation.DSMT4">
                    <p:embed/>
                  </p:oleObj>
                </mc:Choice>
                <mc:Fallback>
                  <p:oleObj name="Equation" r:id="rId11" imgW="1333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900216" y="1705202"/>
                          <a:ext cx="1333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06CA907-50AF-4D59-BD60-89BDC222C8E9}"/>
              </a:ext>
            </a:extLst>
          </p:cNvPr>
          <p:cNvGrpSpPr/>
          <p:nvPr/>
        </p:nvGrpSpPr>
        <p:grpSpPr>
          <a:xfrm>
            <a:off x="6249965" y="1405857"/>
            <a:ext cx="2392131" cy="469346"/>
            <a:chOff x="6233715" y="1608592"/>
            <a:chExt cx="2392131" cy="469346"/>
          </a:xfrm>
        </p:grpSpPr>
        <p:sp>
          <p:nvSpPr>
            <p:cNvPr id="10" name="Text Box 18">
              <a:extLst>
                <a:ext uri="{FF2B5EF4-FFF2-40B4-BE49-F238E27FC236}">
                  <a16:creationId xmlns:a16="http://schemas.microsoft.com/office/drawing/2014/main" id="{3E8E3475-6ABB-45D5-80E4-8268F7F5B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3715" y="1608592"/>
              <a:ext cx="239213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取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27EDDE2-C441-4DEF-AB3F-931EEE56F6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2731404"/>
                </p:ext>
              </p:extLst>
            </p:nvPr>
          </p:nvGraphicFramePr>
          <p:xfrm>
            <a:off x="6796236" y="1735038"/>
            <a:ext cx="160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12" name="Equation" r:id="rId13" imgW="1600200" imgH="342720" progId="Equation.DSMT4">
                    <p:embed/>
                  </p:oleObj>
                </mc:Choice>
                <mc:Fallback>
                  <p:oleObj name="Equation" r:id="rId13" imgW="16002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796236" y="1735038"/>
                          <a:ext cx="1600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067D3892-7A00-4A9C-A332-9526B81757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015190"/>
              </p:ext>
            </p:extLst>
          </p:nvPr>
        </p:nvGraphicFramePr>
        <p:xfrm>
          <a:off x="545867" y="2198597"/>
          <a:ext cx="34163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3" name="Equation" r:id="rId15" imgW="3416040" imgH="368280" progId="Equation.DSMT4">
                  <p:embed/>
                </p:oleObj>
              </mc:Choice>
              <mc:Fallback>
                <p:oleObj name="Equation" r:id="rId15" imgW="3416040" imgH="368280" progId="Equation.DSMT4">
                  <p:embed/>
                  <p:pic>
                    <p:nvPicPr>
                      <p:cNvPr id="20" name="Object 10">
                        <a:extLst>
                          <a:ext uri="{FF2B5EF4-FFF2-40B4-BE49-F238E27FC236}">
                            <a16:creationId xmlns:a16="http://schemas.microsoft.com/office/drawing/2014/main" id="{AC75AF58-EF0E-40DA-9112-D718DE029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867" y="2198597"/>
                        <a:ext cx="34163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7">
            <a:extLst>
              <a:ext uri="{FF2B5EF4-FFF2-40B4-BE49-F238E27FC236}">
                <a16:creationId xmlns:a16="http://schemas.microsoft.com/office/drawing/2014/main" id="{778E1EE1-816B-4BBF-9744-98413284C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622006"/>
              </p:ext>
            </p:extLst>
          </p:nvPr>
        </p:nvGraphicFramePr>
        <p:xfrm>
          <a:off x="3707904" y="2589122"/>
          <a:ext cx="18875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4" name="Equation" r:id="rId17" imgW="1892160" imgH="812520" progId="Equation.DSMT4">
                  <p:embed/>
                </p:oleObj>
              </mc:Choice>
              <mc:Fallback>
                <p:oleObj name="Equation" r:id="rId17" imgW="1892160" imgH="812520" progId="Equation.DSMT4">
                  <p:embed/>
                  <p:pic>
                    <p:nvPicPr>
                      <p:cNvPr id="21" name="Object 27">
                        <a:extLst>
                          <a:ext uri="{FF2B5EF4-FFF2-40B4-BE49-F238E27FC236}">
                            <a16:creationId xmlns:a16="http://schemas.microsoft.com/office/drawing/2014/main" id="{5BEA5A35-1565-4068-A876-4E9C65349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2589122"/>
                        <a:ext cx="18875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>
            <a:extLst>
              <a:ext uri="{FF2B5EF4-FFF2-40B4-BE49-F238E27FC236}">
                <a16:creationId xmlns:a16="http://schemas.microsoft.com/office/drawing/2014/main" id="{3B4A9104-763F-4117-881C-22D0296B8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04" y="3995134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故</a:t>
            </a:r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70327AEA-5155-4B5B-AFB3-68414A67B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48775"/>
              </p:ext>
            </p:extLst>
          </p:nvPr>
        </p:nvGraphicFramePr>
        <p:xfrm>
          <a:off x="1036053" y="3855285"/>
          <a:ext cx="19383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5" name="Equation" r:id="rId19" imgW="1930320" imgH="736560" progId="Equation.DSMT4">
                  <p:embed/>
                </p:oleObj>
              </mc:Choice>
              <mc:Fallback>
                <p:oleObj name="Equation" r:id="rId19" imgW="1930320" imgH="73656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79C344F2-E1CD-4552-9D85-AA89B385E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053" y="3855285"/>
                        <a:ext cx="1938337" cy="741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557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63065EDB-A6D7-4863-8F3F-0C35705AED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443568"/>
              </p:ext>
            </p:extLst>
          </p:nvPr>
        </p:nvGraphicFramePr>
        <p:xfrm>
          <a:off x="1187624" y="339502"/>
          <a:ext cx="22971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2" name="Equation" r:id="rId3" imgW="2286000" imgH="736560" progId="Equation.DSMT4">
                  <p:embed/>
                </p:oleObj>
              </mc:Choice>
              <mc:Fallback>
                <p:oleObj name="Equation" r:id="rId3" imgW="2286000" imgH="73656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79C344F2-E1CD-4552-9D85-AA89B385E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39502"/>
                        <a:ext cx="2297113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9">
            <a:extLst>
              <a:ext uri="{FF2B5EF4-FFF2-40B4-BE49-F238E27FC236}">
                <a16:creationId xmlns:a16="http://schemas.microsoft.com/office/drawing/2014/main" id="{663EE74D-BFDB-4EE4-9ECF-7007BD8CC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929" y="468512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4.</a:t>
            </a:r>
            <a:endParaRPr lang="zh-CN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0A3F4C-3607-4734-B785-3D64EC4BDB33}"/>
              </a:ext>
            </a:extLst>
          </p:cNvPr>
          <p:cNvSpPr/>
          <p:nvPr/>
        </p:nvSpPr>
        <p:spPr>
          <a:xfrm>
            <a:off x="656058" y="13476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证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850AA82-23CE-434E-9A80-BA3C912E9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827830"/>
              </p:ext>
            </p:extLst>
          </p:nvPr>
        </p:nvGraphicFramePr>
        <p:xfrm>
          <a:off x="1259632" y="1201800"/>
          <a:ext cx="2324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3" name="Equation" r:id="rId5" imgW="2323800" imgH="812520" progId="Equation.DSMT4">
                  <p:embed/>
                </p:oleObj>
              </mc:Choice>
              <mc:Fallback>
                <p:oleObj name="Equation" r:id="rId5" imgW="232380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16F06AE-F39F-464F-95B6-C0DC55CC3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1201800"/>
                        <a:ext cx="2324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6BCC9D20-FAAB-406C-8599-FFD924D1AFC7}"/>
              </a:ext>
            </a:extLst>
          </p:cNvPr>
          <p:cNvGrpSpPr/>
          <p:nvPr/>
        </p:nvGrpSpPr>
        <p:grpSpPr>
          <a:xfrm>
            <a:off x="3693260" y="1201800"/>
            <a:ext cx="2678940" cy="793886"/>
            <a:chOff x="3693260" y="1201800"/>
            <a:chExt cx="2678940" cy="793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1094CBE-E6D4-4DE2-B37D-651EB90F987B}"/>
                </a:ext>
              </a:extLst>
            </p:cNvPr>
            <p:cNvSpPr/>
            <p:nvPr/>
          </p:nvSpPr>
          <p:spPr>
            <a:xfrm>
              <a:off x="3693260" y="1377367"/>
              <a:ext cx="26789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+mj-ea"/>
                </a:rPr>
                <a:t>当    充分大时，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74D4781-ED06-4F5D-89A4-746DE652F6AE}"/>
                </a:ext>
              </a:extLst>
            </p:cNvPr>
            <p:cNvGrpSpPr/>
            <p:nvPr/>
          </p:nvGrpSpPr>
          <p:grpSpPr>
            <a:xfrm>
              <a:off x="3779912" y="1201800"/>
              <a:ext cx="2324100" cy="793886"/>
              <a:chOff x="3779912" y="1201800"/>
              <a:chExt cx="2324100" cy="793886"/>
            </a:xfrm>
          </p:grpSpPr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5945E076-3E88-4649-B782-F551EED02C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4963489"/>
                  </p:ext>
                </p:extLst>
              </p:nvPr>
            </p:nvGraphicFramePr>
            <p:xfrm>
              <a:off x="4153073" y="1443099"/>
              <a:ext cx="3937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044" name="Equation" r:id="rId7" imgW="393480" imgH="330120" progId="Equation.DSMT4">
                      <p:embed/>
                    </p:oleObj>
                  </mc:Choice>
                  <mc:Fallback>
                    <p:oleObj name="Equation" r:id="rId7" imgW="39348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153073" y="1443099"/>
                            <a:ext cx="3937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2CE87286-560A-4157-9F23-AA9BAF530714}"/>
                  </a:ext>
                </a:extLst>
              </p:cNvPr>
              <p:cNvSpPr/>
              <p:nvPr/>
            </p:nvSpPr>
            <p:spPr>
              <a:xfrm>
                <a:off x="3779912" y="1201800"/>
                <a:ext cx="2324100" cy="793886"/>
              </a:xfrm>
              <a:prstGeom prst="roundRect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FB85CEC-506B-4CD8-ADEE-C775236C9C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027470"/>
              </p:ext>
            </p:extLst>
          </p:nvPr>
        </p:nvGraphicFramePr>
        <p:xfrm>
          <a:off x="6451174" y="1184746"/>
          <a:ext cx="198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5" name="Equation" r:id="rId9" imgW="1981080" imgH="787320" progId="Equation.DSMT4">
                  <p:embed/>
                </p:oleObj>
              </mc:Choice>
              <mc:Fallback>
                <p:oleObj name="Equation" r:id="rId9" imgW="19810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1174" y="1184746"/>
                        <a:ext cx="1981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D7DE2D3B-73F2-43F3-8029-237E1214C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877942"/>
              </p:ext>
            </p:extLst>
          </p:nvPr>
        </p:nvGraphicFramePr>
        <p:xfrm>
          <a:off x="587643" y="2389930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6" name="Equation" r:id="rId11" imgW="1002960" imgH="342720" progId="Equation.DSMT4">
                  <p:embed/>
                </p:oleObj>
              </mc:Choice>
              <mc:Fallback>
                <p:oleObj name="Equation" r:id="rId11" imgW="1002960" imgH="34272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0E0C9116-4FC8-4EB9-BD67-CDFCDA7E0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43" y="2389930"/>
                        <a:ext cx="1003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4B923F22-B0E1-4177-97B9-FB23BB9CD0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940714"/>
              </p:ext>
            </p:extLst>
          </p:nvPr>
        </p:nvGraphicFramePr>
        <p:xfrm>
          <a:off x="2425132" y="2368306"/>
          <a:ext cx="182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7" name="Equation" r:id="rId13" imgW="1828800" imgH="342720" progId="Equation.DSMT4">
                  <p:embed/>
                </p:oleObj>
              </mc:Choice>
              <mc:Fallback>
                <p:oleObj name="Equation" r:id="rId13" imgW="1828800" imgH="342720" progId="Equation.DSMT4">
                  <p:embed/>
                  <p:pic>
                    <p:nvPicPr>
                      <p:cNvPr id="6" name="Object 17">
                        <a:extLst>
                          <a:ext uri="{FF2B5EF4-FFF2-40B4-BE49-F238E27FC236}">
                            <a16:creationId xmlns:a16="http://schemas.microsoft.com/office/drawing/2014/main" id="{E9D47940-CE61-48E2-93B5-8AFBB50F77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132" y="2368306"/>
                        <a:ext cx="1828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EDAFEE5B-86BC-4487-A6D0-F61778B4D1A0}"/>
              </a:ext>
            </a:extLst>
          </p:cNvPr>
          <p:cNvGrpSpPr/>
          <p:nvPr/>
        </p:nvGrpSpPr>
        <p:grpSpPr>
          <a:xfrm>
            <a:off x="4265200" y="2167680"/>
            <a:ext cx="2298554" cy="787400"/>
            <a:chOff x="4195710" y="1526731"/>
            <a:chExt cx="2298554" cy="787400"/>
          </a:xfrm>
        </p:grpSpPr>
        <p:sp>
          <p:nvSpPr>
            <p:cNvPr id="15" name="Text Box 18">
              <a:extLst>
                <a:ext uri="{FF2B5EF4-FFF2-40B4-BE49-F238E27FC236}">
                  <a16:creationId xmlns:a16="http://schemas.microsoft.com/office/drawing/2014/main" id="{13EE5169-764B-4942-8736-FECA50FDF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710" y="1630216"/>
              <a:ext cx="1219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只要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90D4486D-2079-4CEC-8528-56F4BDDE64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1493179"/>
                </p:ext>
              </p:extLst>
            </p:nvPr>
          </p:nvGraphicFramePr>
          <p:xfrm>
            <a:off x="5148064" y="1526731"/>
            <a:ext cx="13462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48" name="Equation" r:id="rId15" imgW="1346040" imgH="787320" progId="Equation.DSMT4">
                    <p:embed/>
                  </p:oleObj>
                </mc:Choice>
                <mc:Fallback>
                  <p:oleObj name="Equation" r:id="rId15" imgW="1346040" imgH="787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5A8BBD66-12A9-4429-862D-6CF58B3A79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148064" y="1526731"/>
                          <a:ext cx="13462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C363F4F-9538-42CB-B613-8E2E0F20E48E}"/>
              </a:ext>
            </a:extLst>
          </p:cNvPr>
          <p:cNvGrpSpPr/>
          <p:nvPr/>
        </p:nvGrpSpPr>
        <p:grpSpPr>
          <a:xfrm>
            <a:off x="6577181" y="2134721"/>
            <a:ext cx="2392131" cy="736600"/>
            <a:chOff x="6577181" y="2134721"/>
            <a:chExt cx="2392131" cy="736600"/>
          </a:xfrm>
        </p:grpSpPr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B01BCD0F-7032-4B63-B60B-44A14DE52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7181" y="2308923"/>
              <a:ext cx="239213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即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16AE7A8F-51AF-47B6-8322-586CE2543D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5408081"/>
                </p:ext>
              </p:extLst>
            </p:nvPr>
          </p:nvGraphicFramePr>
          <p:xfrm>
            <a:off x="7131896" y="2134721"/>
            <a:ext cx="1282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49" name="Equation" r:id="rId17" imgW="1282680" imgH="736560" progId="Equation.DSMT4">
                    <p:embed/>
                  </p:oleObj>
                </mc:Choice>
                <mc:Fallback>
                  <p:oleObj name="Equation" r:id="rId17" imgW="1282680" imgH="7365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27EDDE2-C441-4DEF-AB3F-931EEE56F6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131896" y="2134721"/>
                          <a:ext cx="1282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 Box 8">
            <a:extLst>
              <a:ext uri="{FF2B5EF4-FFF2-40B4-BE49-F238E27FC236}">
                <a16:creationId xmlns:a16="http://schemas.microsoft.com/office/drawing/2014/main" id="{CCC4D899-D6A3-45F3-A576-9194664A0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380" y="2294248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DC25D85-7616-4C51-929A-8C2BD3C58F0C}"/>
              </a:ext>
            </a:extLst>
          </p:cNvPr>
          <p:cNvGrpSpPr/>
          <p:nvPr/>
        </p:nvGrpSpPr>
        <p:grpSpPr>
          <a:xfrm>
            <a:off x="888191" y="3249609"/>
            <a:ext cx="7917391" cy="812800"/>
            <a:chOff x="888191" y="3249609"/>
            <a:chExt cx="7917391" cy="812800"/>
          </a:xfrm>
        </p:grpSpPr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9F437510-9EF2-4D5D-9DD6-EFBF27D8F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191" y="3400595"/>
              <a:ext cx="791739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取          当       时，有             故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DF40FF25-0162-4063-991C-7F3E781908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8389160"/>
                </p:ext>
              </p:extLst>
            </p:nvPr>
          </p:nvGraphicFramePr>
          <p:xfrm>
            <a:off x="1456922" y="3275164"/>
            <a:ext cx="1257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50" name="Equation" r:id="rId19" imgW="1257120" imgH="736560" progId="Equation.DSMT4">
                    <p:embed/>
                  </p:oleObj>
                </mc:Choice>
                <mc:Fallback>
                  <p:oleObj name="Equation" r:id="rId19" imgW="125712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56922" y="3275164"/>
                          <a:ext cx="1257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B3F815D3-25D4-4CDD-ACDE-923EC9599E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9687802"/>
                </p:ext>
              </p:extLst>
            </p:nvPr>
          </p:nvGraphicFramePr>
          <p:xfrm>
            <a:off x="3282953" y="3490909"/>
            <a:ext cx="901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51" name="Equation" r:id="rId21" imgW="901440" imgH="330120" progId="Equation.DSMT4">
                    <p:embed/>
                  </p:oleObj>
                </mc:Choice>
                <mc:Fallback>
                  <p:oleObj name="Equation" r:id="rId21" imgW="9014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82953" y="3490909"/>
                          <a:ext cx="901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1CBFE7DF-1B85-42C6-BE8A-1A6F5D8740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1285406"/>
                </p:ext>
              </p:extLst>
            </p:nvPr>
          </p:nvGraphicFramePr>
          <p:xfrm>
            <a:off x="5364088" y="3249609"/>
            <a:ext cx="1676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52" name="Equation" r:id="rId23" imgW="1676160" imgH="812520" progId="Equation.DSMT4">
                    <p:embed/>
                  </p:oleObj>
                </mc:Choice>
                <mc:Fallback>
                  <p:oleObj name="Equation" r:id="rId23" imgW="167616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364088" y="3249609"/>
                          <a:ext cx="16764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4">
            <a:extLst>
              <a:ext uri="{FF2B5EF4-FFF2-40B4-BE49-F238E27FC236}">
                <a16:creationId xmlns:a16="http://schemas.microsoft.com/office/drawing/2014/main" id="{F7E8672F-527F-46EB-BC63-ADDC5FA53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56649"/>
              </p:ext>
            </p:extLst>
          </p:nvPr>
        </p:nvGraphicFramePr>
        <p:xfrm>
          <a:off x="2865438" y="4121150"/>
          <a:ext cx="1722437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53" name="Equation" r:id="rId25" imgW="1714320" imgH="736560" progId="Equation.DSMT4">
                  <p:embed/>
                </p:oleObj>
              </mc:Choice>
              <mc:Fallback>
                <p:oleObj name="Equation" r:id="rId25" imgW="1714320" imgH="73656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63065EDB-A6D7-4863-8F3F-0C35705AED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4121150"/>
                        <a:ext cx="1722437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128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>
            <a:extLst>
              <a:ext uri="{FF2B5EF4-FFF2-40B4-BE49-F238E27FC236}">
                <a16:creationId xmlns:a16="http://schemas.microsoft.com/office/drawing/2014/main" id="{998A53FD-4902-40C0-9B0B-92210A975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929" y="267494"/>
            <a:ext cx="31809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5.</a:t>
            </a:r>
            <a:r>
              <a:rPr lang="zh-CN" altLang="en-US" sz="2400" b="1" dirty="0">
                <a:latin typeface="+mn-ea"/>
              </a:rPr>
              <a:t>证明</a:t>
            </a:r>
            <a:endParaRPr lang="zh-CN" altLang="zh-CN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980C9C5-A5FF-4510-9EF0-8FB14DD338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244814"/>
              </p:ext>
            </p:extLst>
          </p:nvPr>
        </p:nvGraphicFramePr>
        <p:xfrm>
          <a:off x="1763688" y="110976"/>
          <a:ext cx="1663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69" name="Equation" r:id="rId3" imgW="1663560" imgH="774360" progId="Equation.DSMT4">
                  <p:embed/>
                </p:oleObj>
              </mc:Choice>
              <mc:Fallback>
                <p:oleObj name="Equation" r:id="rId3" imgW="1663560" imgH="7743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453D168-4694-4ED4-A67D-01D106C43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110976"/>
                        <a:ext cx="1663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AB1623F-4468-4418-A58C-0FA788E43C76}"/>
              </a:ext>
            </a:extLst>
          </p:cNvPr>
          <p:cNvSpPr/>
          <p:nvPr/>
        </p:nvSpPr>
        <p:spPr>
          <a:xfrm>
            <a:off x="667352" y="104477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证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9EA1EEE-FB29-4F3D-A557-B3A4A65100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412418"/>
              </p:ext>
            </p:extLst>
          </p:nvPr>
        </p:nvGraphicFramePr>
        <p:xfrm>
          <a:off x="3059832" y="828526"/>
          <a:ext cx="3581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70" name="Equation" r:id="rId5" imgW="3581280" imgH="888840" progId="Equation.DSMT4">
                  <p:embed/>
                </p:oleObj>
              </mc:Choice>
              <mc:Fallback>
                <p:oleObj name="Equation" r:id="rId5" imgW="358128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9832" y="828526"/>
                        <a:ext cx="3581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1CF6675-8835-4991-9E1D-6C7ABFDC78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939376"/>
              </p:ext>
            </p:extLst>
          </p:nvPr>
        </p:nvGraphicFramePr>
        <p:xfrm>
          <a:off x="1259632" y="1110505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71" name="Equation" r:id="rId7" imgW="939600" imgH="330120" progId="Equation.DSMT4">
                  <p:embed/>
                </p:oleObj>
              </mc:Choice>
              <mc:Fallback>
                <p:oleObj name="Equation" r:id="rId7" imgW="939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9632" y="1110505"/>
                        <a:ext cx="939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7151C4F-DB8C-4EBA-BA99-2FBC2A54C125}"/>
              </a:ext>
            </a:extLst>
          </p:cNvPr>
          <p:cNvSpPr/>
          <p:nvPr/>
        </p:nvSpPr>
        <p:spPr>
          <a:xfrm>
            <a:off x="2297666" y="1042194"/>
            <a:ext cx="10501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要使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D8C9B6F-1B62-48E9-9961-C721BA443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122654"/>
              </p:ext>
            </p:extLst>
          </p:nvPr>
        </p:nvGraphicFramePr>
        <p:xfrm>
          <a:off x="7403398" y="828526"/>
          <a:ext cx="114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72" name="Equation" r:id="rId9" imgW="1143000" imgH="812520" progId="Equation.DSMT4">
                  <p:embed/>
                </p:oleObj>
              </mc:Choice>
              <mc:Fallback>
                <p:oleObj name="Equation" r:id="rId9" imgW="11430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03398" y="828526"/>
                        <a:ext cx="1143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F4861CDC-27CE-434D-B1E2-74CB8AC88545}"/>
              </a:ext>
            </a:extLst>
          </p:cNvPr>
          <p:cNvSpPr/>
          <p:nvPr/>
        </p:nvSpPr>
        <p:spPr>
          <a:xfrm>
            <a:off x="6610233" y="1042193"/>
            <a:ext cx="13271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只要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6AA278-8431-401A-B8F3-1BE5ACB5896B}"/>
              </a:ext>
            </a:extLst>
          </p:cNvPr>
          <p:cNvSpPr/>
          <p:nvPr/>
        </p:nvSpPr>
        <p:spPr>
          <a:xfrm>
            <a:off x="667352" y="1934517"/>
            <a:ext cx="494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取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F30BDBF-6F41-4623-AAB3-23F1C1BB58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509558"/>
              </p:ext>
            </p:extLst>
          </p:nvPr>
        </p:nvGraphicFramePr>
        <p:xfrm>
          <a:off x="1256266" y="1758950"/>
          <a:ext cx="1041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73" name="Equation" r:id="rId11" imgW="1041120" imgH="812520" progId="Equation.DSMT4">
                  <p:embed/>
                </p:oleObj>
              </mc:Choice>
              <mc:Fallback>
                <p:oleObj name="Equation" r:id="rId11" imgW="1041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6266" y="1758950"/>
                        <a:ext cx="1041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5F3588C4-236A-4004-9B09-74543BA9B4ED}"/>
              </a:ext>
            </a:extLst>
          </p:cNvPr>
          <p:cNvGrpSpPr/>
          <p:nvPr/>
        </p:nvGrpSpPr>
        <p:grpSpPr>
          <a:xfrm>
            <a:off x="2392534" y="1934517"/>
            <a:ext cx="3187578" cy="461665"/>
            <a:chOff x="2392534" y="1934517"/>
            <a:chExt cx="3187578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046DA51-447A-4F7F-BD2C-C533F6FFBBFE}"/>
                </a:ext>
              </a:extLst>
            </p:cNvPr>
            <p:cNvSpPr/>
            <p:nvPr/>
          </p:nvSpPr>
          <p:spPr>
            <a:xfrm>
              <a:off x="2392534" y="1934517"/>
              <a:ext cx="31875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当        时，有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F03CB72-65C8-4837-B9AE-6046097F69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2940206"/>
                </p:ext>
              </p:extLst>
            </p:nvPr>
          </p:nvGraphicFramePr>
          <p:xfrm>
            <a:off x="2824138" y="2033114"/>
            <a:ext cx="1206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74" name="Equation" r:id="rId13" imgW="1206360" imgH="330120" progId="Equation.DSMT4">
                    <p:embed/>
                  </p:oleObj>
                </mc:Choice>
                <mc:Fallback>
                  <p:oleObj name="Equation" r:id="rId13" imgW="12063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24138" y="2033114"/>
                          <a:ext cx="1206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717CCAE-DCD4-4E89-81F9-FD1A4B407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189957"/>
              </p:ext>
            </p:extLst>
          </p:nvPr>
        </p:nvGraphicFramePr>
        <p:xfrm>
          <a:off x="3702050" y="2636467"/>
          <a:ext cx="173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75" name="Equation" r:id="rId15" imgW="1739880" imgH="888840" progId="Equation.DSMT4">
                  <p:embed/>
                </p:oleObj>
              </mc:Choice>
              <mc:Fallback>
                <p:oleObj name="Equation" r:id="rId15" imgW="173988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02050" y="2636467"/>
                        <a:ext cx="1739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38F3DCA-4184-4BE6-A7FE-CCFD88E1F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617178"/>
              </p:ext>
            </p:extLst>
          </p:nvPr>
        </p:nvGraphicFramePr>
        <p:xfrm>
          <a:off x="2400961" y="3651870"/>
          <a:ext cx="1663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76" name="Equation" r:id="rId17" imgW="1663560" imgH="774360" progId="Equation.DSMT4">
                  <p:embed/>
                </p:oleObj>
              </mc:Choice>
              <mc:Fallback>
                <p:oleObj name="Equation" r:id="rId17" imgW="16635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00961" y="3651870"/>
                        <a:ext cx="1663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11D3FFED-206E-4936-AC4C-5608EF4A5DBD}"/>
              </a:ext>
            </a:extLst>
          </p:cNvPr>
          <p:cNvSpPr/>
          <p:nvPr/>
        </p:nvSpPr>
        <p:spPr>
          <a:xfrm>
            <a:off x="761711" y="3867894"/>
            <a:ext cx="494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即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431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1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FE25912-A553-4F0C-AC36-A9FD9B1C8C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592762"/>
              </p:ext>
            </p:extLst>
          </p:nvPr>
        </p:nvGraphicFramePr>
        <p:xfrm>
          <a:off x="2411760" y="108636"/>
          <a:ext cx="1739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05" name="Equation" r:id="rId3" imgW="1739880" imgH="774360" progId="Equation.DSMT4">
                  <p:embed/>
                </p:oleObj>
              </mc:Choice>
              <mc:Fallback>
                <p:oleObj name="Equation" r:id="rId3" imgW="17398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108636"/>
                        <a:ext cx="1739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05B1AD6-6F2F-4E5D-AC3C-BA0EC67D2916}"/>
              </a:ext>
            </a:extLst>
          </p:cNvPr>
          <p:cNvSpPr/>
          <p:nvPr/>
        </p:nvSpPr>
        <p:spPr>
          <a:xfrm>
            <a:off x="1021679" y="339501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6.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2B4FA4-FF0C-4622-A9D2-E10B78EA60A1}"/>
              </a:ext>
            </a:extLst>
          </p:cNvPr>
          <p:cNvSpPr/>
          <p:nvPr/>
        </p:nvSpPr>
        <p:spPr>
          <a:xfrm>
            <a:off x="1547664" y="33950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证明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509E25-3CA6-423F-B634-BD78C8EDF37A}"/>
              </a:ext>
            </a:extLst>
          </p:cNvPr>
          <p:cNvSpPr/>
          <p:nvPr/>
        </p:nvSpPr>
        <p:spPr>
          <a:xfrm>
            <a:off x="971600" y="105958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证</a:t>
            </a:r>
            <a:endParaRPr lang="zh-CN" altLang="en-US" sz="24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AA4798A-6B20-4219-B4BB-F0F7D6E25598}"/>
              </a:ext>
            </a:extLst>
          </p:cNvPr>
          <p:cNvGrpSpPr/>
          <p:nvPr/>
        </p:nvGrpSpPr>
        <p:grpSpPr>
          <a:xfrm>
            <a:off x="1403648" y="1059582"/>
            <a:ext cx="6192688" cy="461665"/>
            <a:chOff x="1403648" y="1059582"/>
            <a:chExt cx="6192688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A2C860A-F479-45C8-950A-438FF72AD88D}"/>
                </a:ext>
              </a:extLst>
            </p:cNvPr>
            <p:cNvSpPr/>
            <p:nvPr/>
          </p:nvSpPr>
          <p:spPr>
            <a:xfrm>
              <a:off x="1403648" y="1059582"/>
              <a:ext cx="61926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因为       故可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</a:rPr>
                <a:t>限定         </a:t>
              </a:r>
              <a:r>
                <a:rPr lang="zh-CN" altLang="en-US" sz="2400" b="1" dirty="0">
                  <a:latin typeface="+mj-ea"/>
                </a:rPr>
                <a:t>即       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4847EAE-D470-4991-A16B-C1193522B9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3461177"/>
                </p:ext>
              </p:extLst>
            </p:nvPr>
          </p:nvGraphicFramePr>
          <p:xfrm>
            <a:off x="2210917" y="1125314"/>
            <a:ext cx="850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06" name="Equation" r:id="rId5" imgW="850680" imgH="330120" progId="Equation.DSMT4">
                    <p:embed/>
                  </p:oleObj>
                </mc:Choice>
                <mc:Fallback>
                  <p:oleObj name="Equation" r:id="rId5" imgW="850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10917" y="1125314"/>
                          <a:ext cx="850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3F877EF-05DA-4FAF-BA91-6EFE3D08E0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1950384"/>
                </p:ext>
              </p:extLst>
            </p:nvPr>
          </p:nvGraphicFramePr>
          <p:xfrm>
            <a:off x="4499992" y="1125314"/>
            <a:ext cx="1219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07" name="Equation" r:id="rId7" imgW="1218960" imgH="330120" progId="Equation.DSMT4">
                    <p:embed/>
                  </p:oleObj>
                </mc:Choice>
                <mc:Fallback>
                  <p:oleObj name="Equation" r:id="rId7" imgW="12189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99992" y="1125314"/>
                          <a:ext cx="1219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ED4B522-05F7-49AF-A997-E356F93E24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8112831"/>
                </p:ext>
              </p:extLst>
            </p:nvPr>
          </p:nvGraphicFramePr>
          <p:xfrm>
            <a:off x="6228184" y="1126822"/>
            <a:ext cx="1092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08" name="Equation" r:id="rId9" imgW="1091880" imgH="279360" progId="Equation.DSMT4">
                    <p:embed/>
                  </p:oleObj>
                </mc:Choice>
                <mc:Fallback>
                  <p:oleObj name="Equation" r:id="rId9" imgW="1091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228184" y="1126822"/>
                          <a:ext cx="1092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9DAD48A2-2B12-4171-9F8E-2A05BCC18FAC}"/>
              </a:ext>
            </a:extLst>
          </p:cNvPr>
          <p:cNvSpPr/>
          <p:nvPr/>
        </p:nvSpPr>
        <p:spPr>
          <a:xfrm>
            <a:off x="1953781" y="266013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-apple-system"/>
              </a:rPr>
              <a:t>中国平</a:t>
            </a:r>
            <a:endParaRPr lang="zh-CN" altLang="en-US" b="0" i="0" dirty="0">
              <a:solidFill>
                <a:srgbClr val="FFFFFF"/>
              </a:solidFill>
              <a:effectLst/>
              <a:latin typeface="-apple-system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43EBC84-F1FE-457B-8D7A-DF4B3EDE2BAE}"/>
              </a:ext>
            </a:extLst>
          </p:cNvPr>
          <p:cNvGrpSpPr/>
          <p:nvPr/>
        </p:nvGrpSpPr>
        <p:grpSpPr>
          <a:xfrm>
            <a:off x="1047428" y="1682915"/>
            <a:ext cx="1879600" cy="461665"/>
            <a:chOff x="1047428" y="1682915"/>
            <a:chExt cx="1879600" cy="461665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4140F3A-73ED-47B3-A26E-C7FB8ED20E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2461143"/>
                </p:ext>
              </p:extLst>
            </p:nvPr>
          </p:nvGraphicFramePr>
          <p:xfrm>
            <a:off x="1047428" y="1760490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09" name="Equation" r:id="rId11" imgW="939600" imgH="330120" progId="Equation.DSMT4">
                    <p:embed/>
                  </p:oleObj>
                </mc:Choice>
                <mc:Fallback>
                  <p:oleObj name="Equation" r:id="rId11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47428" y="1760490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014A7E9-4F85-49AA-9D17-12FF0960DF60}"/>
                </a:ext>
              </a:extLst>
            </p:cNvPr>
            <p:cNvSpPr/>
            <p:nvPr/>
          </p:nvSpPr>
          <p:spPr>
            <a:xfrm>
              <a:off x="1987228" y="1682915"/>
              <a:ext cx="939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要使</a:t>
              </a:r>
              <a:endParaRPr lang="zh-CN" altLang="en-US" dirty="0"/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8AD05F9-5C68-4A2A-9BC1-011ED98BC8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786171"/>
              </p:ext>
            </p:extLst>
          </p:nvPr>
        </p:nvGraphicFramePr>
        <p:xfrm>
          <a:off x="683568" y="2215634"/>
          <a:ext cx="4914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10" name="Equation" r:id="rId13" imgW="4914720" imgH="888840" progId="Equation.DSMT4">
                  <p:embed/>
                </p:oleObj>
              </mc:Choice>
              <mc:Fallback>
                <p:oleObj name="Equation" r:id="rId13" imgW="49147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3568" y="2215634"/>
                        <a:ext cx="4914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0EE677B-C5A1-454C-BE2A-3F478C65D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649797"/>
              </p:ext>
            </p:extLst>
          </p:nvPr>
        </p:nvGraphicFramePr>
        <p:xfrm>
          <a:off x="5628119" y="2292866"/>
          <a:ext cx="312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11" name="Equation" r:id="rId15" imgW="3124080" imgH="736560" progId="Equation.DSMT4">
                  <p:embed/>
                </p:oleObj>
              </mc:Choice>
              <mc:Fallback>
                <p:oleObj name="Equation" r:id="rId15" imgW="3124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28119" y="2292866"/>
                        <a:ext cx="3124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81BBB470-F51E-435B-8D69-3B9EBD944879}"/>
              </a:ext>
            </a:extLst>
          </p:cNvPr>
          <p:cNvGrpSpPr/>
          <p:nvPr/>
        </p:nvGrpSpPr>
        <p:grpSpPr>
          <a:xfrm>
            <a:off x="899592" y="3295093"/>
            <a:ext cx="2027436" cy="461665"/>
            <a:chOff x="899592" y="3295093"/>
            <a:chExt cx="2027436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4AC7B52-80FD-4E8F-80CF-0A1EB762289E}"/>
                </a:ext>
              </a:extLst>
            </p:cNvPr>
            <p:cNvSpPr/>
            <p:nvPr/>
          </p:nvSpPr>
          <p:spPr>
            <a:xfrm>
              <a:off x="899592" y="3295093"/>
              <a:ext cx="939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只要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62E1909B-A75A-42D5-8D42-BB3B0D08B0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856567"/>
                </p:ext>
              </p:extLst>
            </p:nvPr>
          </p:nvGraphicFramePr>
          <p:xfrm>
            <a:off x="1669728" y="3360825"/>
            <a:ext cx="1257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12" name="Equation" r:id="rId17" imgW="1257120" imgH="330120" progId="Equation.DSMT4">
                    <p:embed/>
                  </p:oleObj>
                </mc:Choice>
                <mc:Fallback>
                  <p:oleObj name="Equation" r:id="rId17" imgW="12571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669728" y="3360825"/>
                          <a:ext cx="1257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36D76C7-0E27-442A-B8D7-B9CCF4CBE683}"/>
              </a:ext>
            </a:extLst>
          </p:cNvPr>
          <p:cNvGrpSpPr/>
          <p:nvPr/>
        </p:nvGrpSpPr>
        <p:grpSpPr>
          <a:xfrm>
            <a:off x="2927028" y="3265732"/>
            <a:ext cx="2177442" cy="461665"/>
            <a:chOff x="2927028" y="3265732"/>
            <a:chExt cx="2177442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140A693-4E4A-4D7E-988C-67C14E2379C8}"/>
                </a:ext>
              </a:extLst>
            </p:cNvPr>
            <p:cNvSpPr/>
            <p:nvPr/>
          </p:nvSpPr>
          <p:spPr>
            <a:xfrm>
              <a:off x="2927028" y="3265732"/>
              <a:ext cx="4756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取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271D42AF-A3A7-436C-8F57-F118419A3A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0654981"/>
                </p:ext>
              </p:extLst>
            </p:nvPr>
          </p:nvGraphicFramePr>
          <p:xfrm>
            <a:off x="3402670" y="3378340"/>
            <a:ext cx="1701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13" name="Equation" r:id="rId19" imgW="1701720" imgH="342720" progId="Equation.DSMT4">
                    <p:embed/>
                  </p:oleObj>
                </mc:Choice>
                <mc:Fallback>
                  <p:oleObj name="Equation" r:id="rId19" imgW="1701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02670" y="3378340"/>
                          <a:ext cx="1701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271C3F1-E581-4F40-A1C7-E24EFD09CB36}"/>
              </a:ext>
            </a:extLst>
          </p:cNvPr>
          <p:cNvGrpSpPr/>
          <p:nvPr/>
        </p:nvGrpSpPr>
        <p:grpSpPr>
          <a:xfrm>
            <a:off x="5122826" y="3295093"/>
            <a:ext cx="3697646" cy="470597"/>
            <a:chOff x="5122826" y="3295093"/>
            <a:chExt cx="3697646" cy="470597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3A234FF-09B1-4AE7-B420-38D7AE0362FF}"/>
                </a:ext>
              </a:extLst>
            </p:cNvPr>
            <p:cNvSpPr/>
            <p:nvPr/>
          </p:nvSpPr>
          <p:spPr>
            <a:xfrm>
              <a:off x="5122826" y="3295093"/>
              <a:ext cx="36976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当            时，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B1ED3051-E26C-4963-8392-69E56CCBBD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781442"/>
                </p:ext>
              </p:extLst>
            </p:nvPr>
          </p:nvGraphicFramePr>
          <p:xfrm>
            <a:off x="5611119" y="3333890"/>
            <a:ext cx="16383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14" name="Equation" r:id="rId21" imgW="1638000" imgH="431640" progId="Equation.DSMT4">
                    <p:embed/>
                  </p:oleObj>
                </mc:Choice>
                <mc:Fallback>
                  <p:oleObj name="Equation" r:id="rId21" imgW="163800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611119" y="3333890"/>
                          <a:ext cx="16383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FD9633F-D7CD-46CE-A687-D78761810D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916467"/>
              </p:ext>
            </p:extLst>
          </p:nvPr>
        </p:nvGraphicFramePr>
        <p:xfrm>
          <a:off x="899592" y="4012949"/>
          <a:ext cx="1854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15" name="Equation" r:id="rId23" imgW="1854000" imgH="774360" progId="Equation.DSMT4">
                  <p:embed/>
                </p:oleObj>
              </mc:Choice>
              <mc:Fallback>
                <p:oleObj name="Equation" r:id="rId23" imgW="1854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99592" y="4012949"/>
                        <a:ext cx="1854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E98F2BF3-B2F2-4604-808C-4B5D7018AFA0}"/>
              </a:ext>
            </a:extLst>
          </p:cNvPr>
          <p:cNvSpPr/>
          <p:nvPr/>
        </p:nvSpPr>
        <p:spPr>
          <a:xfrm>
            <a:off x="2787664" y="4169466"/>
            <a:ext cx="170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2E4FCD01-38EC-4223-9F5F-F81DDD12B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746526"/>
              </p:ext>
            </p:extLst>
          </p:nvPr>
        </p:nvGraphicFramePr>
        <p:xfrm>
          <a:off x="3613241" y="3994946"/>
          <a:ext cx="1739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16" name="Equation" r:id="rId25" imgW="1739880" imgH="774360" progId="Equation.DSMT4">
                  <p:embed/>
                </p:oleObj>
              </mc:Choice>
              <mc:Fallback>
                <p:oleObj name="Equation" r:id="rId25" imgW="173988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FE25912-A553-4F0C-AC36-A9FD9B1C8C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3241" y="3994946"/>
                        <a:ext cx="1739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134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>
            <a:extLst>
              <a:ext uri="{FF2B5EF4-FFF2-40B4-BE49-F238E27FC236}">
                <a16:creationId xmlns:a16="http://schemas.microsoft.com/office/drawing/2014/main" id="{8621CDAE-7F74-4A9D-8823-EF570ECC8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642342"/>
            <a:ext cx="10801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C6DEC2D-AB68-4A3B-B3A4-2C56D85CD8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327362"/>
              </p:ext>
            </p:extLst>
          </p:nvPr>
        </p:nvGraphicFramePr>
        <p:xfrm>
          <a:off x="1475656" y="174675"/>
          <a:ext cx="3175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48" name="Equation" r:id="rId3" imgW="3174840" imgH="1396800" progId="Equation.DSMT4">
                  <p:embed/>
                </p:oleObj>
              </mc:Choice>
              <mc:Fallback>
                <p:oleObj name="Equation" r:id="rId3" imgW="317484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174675"/>
                        <a:ext cx="3175000" cy="139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9">
            <a:extLst>
              <a:ext uri="{FF2B5EF4-FFF2-40B4-BE49-F238E27FC236}">
                <a16:creationId xmlns:a16="http://schemas.microsoft.com/office/drawing/2014/main" id="{B08C1E9A-62FC-4B35-97A9-9629D11AA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576" y="643186"/>
            <a:ext cx="38368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              和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8779E19-AFF4-4E8E-92E3-0ED23E49BF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004411"/>
              </p:ext>
            </p:extLst>
          </p:nvPr>
        </p:nvGraphicFramePr>
        <p:xfrm>
          <a:off x="5076056" y="699542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49" name="Equation" r:id="rId5" imgW="1066680" imgH="482400" progId="Equation.DSMT4">
                  <p:embed/>
                </p:oleObj>
              </mc:Choice>
              <mc:Fallback>
                <p:oleObj name="Equation" r:id="rId5" imgW="10666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056" y="699542"/>
                        <a:ext cx="1066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77CA651-FD4A-4941-BAFB-BFD2BB448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184228"/>
              </p:ext>
            </p:extLst>
          </p:nvPr>
        </p:nvGraphicFramePr>
        <p:xfrm>
          <a:off x="6568256" y="663841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50" name="Equation" r:id="rId7" imgW="1117440" imgH="482400" progId="Equation.DSMT4">
                  <p:embed/>
                </p:oleObj>
              </mc:Choice>
              <mc:Fallback>
                <p:oleObj name="Equation" r:id="rId7" imgW="1117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68256" y="663841"/>
                        <a:ext cx="11176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0A0259B2-0F74-4121-BE5B-7142E59FA8D9}"/>
              </a:ext>
            </a:extLst>
          </p:cNvPr>
          <p:cNvSpPr/>
          <p:nvPr/>
        </p:nvSpPr>
        <p:spPr>
          <a:xfrm>
            <a:off x="590502" y="1635646"/>
            <a:ext cx="80859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对分段函数的分段点处的极限，要分别求左右极限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21BCFD-2049-4AAE-BA11-B95E5D844E19}"/>
              </a:ext>
            </a:extLst>
          </p:cNvPr>
          <p:cNvSpPr/>
          <p:nvPr/>
        </p:nvSpPr>
        <p:spPr>
          <a:xfrm>
            <a:off x="683568" y="235585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5B7443A-AF88-42AF-92BC-087114BDC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923739"/>
              </p:ext>
            </p:extLst>
          </p:nvPr>
        </p:nvGraphicFramePr>
        <p:xfrm>
          <a:off x="1691680" y="2386806"/>
          <a:ext cx="2616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51" name="Equation" r:id="rId9" imgW="2616120" imgH="482400" progId="Equation.DSMT4">
                  <p:embed/>
                </p:oleObj>
              </mc:Choice>
              <mc:Fallback>
                <p:oleObj name="Equation" r:id="rId9" imgW="2616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91680" y="2386806"/>
                        <a:ext cx="2616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6BFA0A2-F788-4B28-9213-B0B03FC5B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538910"/>
              </p:ext>
            </p:extLst>
          </p:nvPr>
        </p:nvGraphicFramePr>
        <p:xfrm>
          <a:off x="1672506" y="3158901"/>
          <a:ext cx="2781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52" name="Equation" r:id="rId11" imgW="2781000" imgH="533160" progId="Equation.DSMT4">
                  <p:embed/>
                </p:oleObj>
              </mc:Choice>
              <mc:Fallback>
                <p:oleObj name="Equation" r:id="rId11" imgW="278100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72506" y="3158901"/>
                        <a:ext cx="27813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4C19F79-241E-454D-B3F7-FA79830DD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423835"/>
              </p:ext>
            </p:extLst>
          </p:nvPr>
        </p:nvGraphicFramePr>
        <p:xfrm>
          <a:off x="5075492" y="3180400"/>
          <a:ext cx="2654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53" name="Equation" r:id="rId13" imgW="2654280" imgH="495000" progId="Equation.DSMT4">
                  <p:embed/>
                </p:oleObj>
              </mc:Choice>
              <mc:Fallback>
                <p:oleObj name="Equation" r:id="rId13" imgW="26542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75492" y="3180400"/>
                        <a:ext cx="26543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1C5ECE8-5B6B-4095-8EB5-A9DD5D8248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767500"/>
              </p:ext>
            </p:extLst>
          </p:nvPr>
        </p:nvGraphicFramePr>
        <p:xfrm>
          <a:off x="1672506" y="4083918"/>
          <a:ext cx="1574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54" name="Equation" r:id="rId15" imgW="1574640" imgH="482400" progId="Equation.DSMT4">
                  <p:embed/>
                </p:oleObj>
              </mc:Choice>
              <mc:Fallback>
                <p:oleObj name="Equation" r:id="rId15" imgW="15746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72506" y="4083918"/>
                        <a:ext cx="1574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E150444-8AE2-4D4A-AE0D-8DAFF2D72D96}"/>
              </a:ext>
            </a:extLst>
          </p:cNvPr>
          <p:cNvSpPr/>
          <p:nvPr/>
        </p:nvSpPr>
        <p:spPr>
          <a:xfrm>
            <a:off x="683568" y="4039493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10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24A5B4D-E280-490C-B610-A5E6AAE7F867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275606"/>
            <a:ext cx="3384376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习题册 第一章 第三节；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3725DC-24D5-4F9E-924A-383488351477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961406"/>
            <a:ext cx="2448272" cy="3429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课后习题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l"/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EB5B6A7-1D4B-4310-A971-376DDD8A5F01}"/>
              </a:ext>
            </a:extLst>
          </p:cNvPr>
          <p:cNvSpPr txBox="1">
            <a:spLocks noChangeArrowheads="1"/>
          </p:cNvSpPr>
          <p:nvPr/>
        </p:nvSpPr>
        <p:spPr>
          <a:xfrm>
            <a:off x="130316" y="483518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1709488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36096" y="127793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微软雅黑" panose="020B0503020204020204" charset="-122"/>
              </a:rPr>
              <a:t>函数极限的定义</a:t>
            </a:r>
          </a:p>
        </p:txBody>
      </p:sp>
      <p:sp>
        <p:nvSpPr>
          <p:cNvPr id="4" name="矩形 3"/>
          <p:cNvSpPr/>
          <p:nvPr/>
        </p:nvSpPr>
        <p:spPr>
          <a:xfrm>
            <a:off x="5438463" y="1923678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微软雅黑" panose="020B0503020204020204" charset="-122"/>
              </a:rPr>
              <a:t>函数极限的性质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C0E2A7-F847-4D7F-A475-C816BC8A9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3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6181</TotalTime>
  <Words>991</Words>
  <Application>Microsoft Office PowerPoint</Application>
  <PresentationFormat>全屏显示(16:9)</PresentationFormat>
  <Paragraphs>268</Paragraphs>
  <Slides>41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-apple-system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</vt:lpstr>
      <vt:lpstr>BMP 图像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466</cp:revision>
  <dcterms:created xsi:type="dcterms:W3CDTF">2018-09-27T06:48:14Z</dcterms:created>
  <dcterms:modified xsi:type="dcterms:W3CDTF">2023-09-17T15:41:58Z</dcterms:modified>
</cp:coreProperties>
</file>