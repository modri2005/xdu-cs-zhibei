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avi" ContentType="video/x-msvide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6"/>
  </p:notesMasterIdLst>
  <p:sldIdLst>
    <p:sldId id="256" r:id="rId3"/>
    <p:sldId id="259" r:id="rId4"/>
    <p:sldId id="261" r:id="rId5"/>
    <p:sldId id="260" r:id="rId6"/>
    <p:sldId id="262" r:id="rId7"/>
    <p:sldId id="264" r:id="rId8"/>
    <p:sldId id="265" r:id="rId9"/>
    <p:sldId id="266" r:id="rId10"/>
    <p:sldId id="267" r:id="rId11"/>
    <p:sldId id="269" r:id="rId12"/>
    <p:sldId id="268" r:id="rId13"/>
    <p:sldId id="292" r:id="rId14"/>
    <p:sldId id="271" r:id="rId15"/>
    <p:sldId id="272" r:id="rId16"/>
    <p:sldId id="273" r:id="rId17"/>
    <p:sldId id="274" r:id="rId18"/>
    <p:sldId id="275" r:id="rId19"/>
    <p:sldId id="301" r:id="rId20"/>
    <p:sldId id="303" r:id="rId21"/>
    <p:sldId id="302" r:id="rId22"/>
    <p:sldId id="276" r:id="rId23"/>
    <p:sldId id="277" r:id="rId24"/>
    <p:sldId id="278" r:id="rId25"/>
    <p:sldId id="300" r:id="rId26"/>
    <p:sldId id="293" r:id="rId27"/>
    <p:sldId id="281" r:id="rId28"/>
    <p:sldId id="282" r:id="rId29"/>
    <p:sldId id="283" r:id="rId30"/>
    <p:sldId id="284" r:id="rId31"/>
    <p:sldId id="294" r:id="rId32"/>
    <p:sldId id="285" r:id="rId33"/>
    <p:sldId id="286" r:id="rId34"/>
    <p:sldId id="287" r:id="rId35"/>
    <p:sldId id="297" r:id="rId36"/>
    <p:sldId id="288" r:id="rId37"/>
    <p:sldId id="289" r:id="rId38"/>
    <p:sldId id="290" r:id="rId39"/>
    <p:sldId id="306" r:id="rId40"/>
    <p:sldId id="307" r:id="rId41"/>
    <p:sldId id="298" r:id="rId42"/>
    <p:sldId id="304" r:id="rId43"/>
    <p:sldId id="527" r:id="rId44"/>
    <p:sldId id="299" r:id="rId4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FFFF"/>
    <a:srgbClr val="0000FF"/>
    <a:srgbClr val="FF3200"/>
    <a:srgbClr val="FFC864"/>
    <a:srgbClr val="FFFFC8"/>
    <a:srgbClr val="FF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5401" autoAdjust="0"/>
  </p:normalViewPr>
  <p:slideViewPr>
    <p:cSldViewPr>
      <p:cViewPr varScale="1">
        <p:scale>
          <a:sx n="139" d="100"/>
          <a:sy n="139" d="100"/>
        </p:scale>
        <p:origin x="720" y="114"/>
      </p:cViewPr>
      <p:guideLst>
        <p:guide orient="horz" pos="261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53.wmf"/><Relationship Id="rId18" Type="http://schemas.openxmlformats.org/officeDocument/2006/relationships/image" Target="../media/image58.wmf"/><Relationship Id="rId3" Type="http://schemas.openxmlformats.org/officeDocument/2006/relationships/image" Target="../media/image43.wmf"/><Relationship Id="rId21" Type="http://schemas.openxmlformats.org/officeDocument/2006/relationships/image" Target="../media/image61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17" Type="http://schemas.openxmlformats.org/officeDocument/2006/relationships/image" Target="../media/image57.wmf"/><Relationship Id="rId2" Type="http://schemas.openxmlformats.org/officeDocument/2006/relationships/image" Target="../media/image42.wmf"/><Relationship Id="rId16" Type="http://schemas.openxmlformats.org/officeDocument/2006/relationships/image" Target="../media/image56.wmf"/><Relationship Id="rId20" Type="http://schemas.openxmlformats.org/officeDocument/2006/relationships/image" Target="../media/image60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5" Type="http://schemas.openxmlformats.org/officeDocument/2006/relationships/image" Target="../media/image45.wmf"/><Relationship Id="rId15" Type="http://schemas.openxmlformats.org/officeDocument/2006/relationships/image" Target="../media/image55.wmf"/><Relationship Id="rId10" Type="http://schemas.openxmlformats.org/officeDocument/2006/relationships/image" Target="../media/image50.wmf"/><Relationship Id="rId19" Type="http://schemas.openxmlformats.org/officeDocument/2006/relationships/image" Target="../media/image59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Relationship Id="rId14" Type="http://schemas.openxmlformats.org/officeDocument/2006/relationships/image" Target="../media/image54.wmf"/><Relationship Id="rId22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image" Target="../media/image73.wmf"/><Relationship Id="rId18" Type="http://schemas.openxmlformats.org/officeDocument/2006/relationships/image" Target="../media/image77.wmf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12" Type="http://schemas.openxmlformats.org/officeDocument/2006/relationships/image" Target="../media/image72.wmf"/><Relationship Id="rId17" Type="http://schemas.openxmlformats.org/officeDocument/2006/relationships/image" Target="../media/image76.wmf"/><Relationship Id="rId2" Type="http://schemas.openxmlformats.org/officeDocument/2006/relationships/image" Target="../media/image64.wmf"/><Relationship Id="rId16" Type="http://schemas.openxmlformats.org/officeDocument/2006/relationships/image" Target="../media/image75.wmf"/><Relationship Id="rId1" Type="http://schemas.openxmlformats.org/officeDocument/2006/relationships/image" Target="../media/image63.wmf"/><Relationship Id="rId6" Type="http://schemas.openxmlformats.org/officeDocument/2006/relationships/image" Target="../media/image66.wmf"/><Relationship Id="rId11" Type="http://schemas.openxmlformats.org/officeDocument/2006/relationships/image" Target="../media/image71.wmf"/><Relationship Id="rId5" Type="http://schemas.openxmlformats.org/officeDocument/2006/relationships/image" Target="../media/image46.wmf"/><Relationship Id="rId15" Type="http://schemas.openxmlformats.org/officeDocument/2006/relationships/image" Target="../media/image74.wmf"/><Relationship Id="rId10" Type="http://schemas.openxmlformats.org/officeDocument/2006/relationships/image" Target="../media/image70.wmf"/><Relationship Id="rId4" Type="http://schemas.openxmlformats.org/officeDocument/2006/relationships/image" Target="../media/image45.wmf"/><Relationship Id="rId9" Type="http://schemas.openxmlformats.org/officeDocument/2006/relationships/image" Target="../media/image69.wmf"/><Relationship Id="rId14" Type="http://schemas.openxmlformats.org/officeDocument/2006/relationships/image" Target="../media/image6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78.wmf"/><Relationship Id="rId1" Type="http://schemas.openxmlformats.org/officeDocument/2006/relationships/image" Target="../media/image25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9.wmf"/><Relationship Id="rId1" Type="http://schemas.openxmlformats.org/officeDocument/2006/relationships/image" Target="../media/image84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12" Type="http://schemas.openxmlformats.org/officeDocument/2006/relationships/image" Target="../media/image98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11" Type="http://schemas.openxmlformats.org/officeDocument/2006/relationships/image" Target="../media/image97.wmf"/><Relationship Id="rId5" Type="http://schemas.openxmlformats.org/officeDocument/2006/relationships/image" Target="../media/image91.wmf"/><Relationship Id="rId10" Type="http://schemas.openxmlformats.org/officeDocument/2006/relationships/image" Target="../media/image96.w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11.wmf"/><Relationship Id="rId18" Type="http://schemas.openxmlformats.org/officeDocument/2006/relationships/image" Target="../media/image116.wmf"/><Relationship Id="rId3" Type="http://schemas.openxmlformats.org/officeDocument/2006/relationships/image" Target="../media/image101.wmf"/><Relationship Id="rId21" Type="http://schemas.openxmlformats.org/officeDocument/2006/relationships/image" Target="../media/image119.wmf"/><Relationship Id="rId7" Type="http://schemas.openxmlformats.org/officeDocument/2006/relationships/image" Target="../media/image105.wmf"/><Relationship Id="rId12" Type="http://schemas.openxmlformats.org/officeDocument/2006/relationships/image" Target="../media/image110.wmf"/><Relationship Id="rId17" Type="http://schemas.openxmlformats.org/officeDocument/2006/relationships/image" Target="../media/image115.wmf"/><Relationship Id="rId2" Type="http://schemas.openxmlformats.org/officeDocument/2006/relationships/image" Target="../media/image100.wmf"/><Relationship Id="rId16" Type="http://schemas.openxmlformats.org/officeDocument/2006/relationships/image" Target="../media/image114.wmf"/><Relationship Id="rId20" Type="http://schemas.openxmlformats.org/officeDocument/2006/relationships/image" Target="../media/image118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11" Type="http://schemas.openxmlformats.org/officeDocument/2006/relationships/image" Target="../media/image109.wmf"/><Relationship Id="rId24" Type="http://schemas.openxmlformats.org/officeDocument/2006/relationships/image" Target="../media/image122.wmf"/><Relationship Id="rId5" Type="http://schemas.openxmlformats.org/officeDocument/2006/relationships/image" Target="../media/image103.wmf"/><Relationship Id="rId15" Type="http://schemas.openxmlformats.org/officeDocument/2006/relationships/image" Target="../media/image113.wmf"/><Relationship Id="rId23" Type="http://schemas.openxmlformats.org/officeDocument/2006/relationships/image" Target="../media/image121.wmf"/><Relationship Id="rId10" Type="http://schemas.openxmlformats.org/officeDocument/2006/relationships/image" Target="../media/image108.wmf"/><Relationship Id="rId19" Type="http://schemas.openxmlformats.org/officeDocument/2006/relationships/image" Target="../media/image117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Relationship Id="rId14" Type="http://schemas.openxmlformats.org/officeDocument/2006/relationships/image" Target="../media/image112.wmf"/><Relationship Id="rId22" Type="http://schemas.openxmlformats.org/officeDocument/2006/relationships/image" Target="../media/image12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19.wmf"/><Relationship Id="rId3" Type="http://schemas.openxmlformats.org/officeDocument/2006/relationships/image" Target="../media/image112.wmf"/><Relationship Id="rId7" Type="http://schemas.openxmlformats.org/officeDocument/2006/relationships/image" Target="../media/image126.wmf"/><Relationship Id="rId12" Type="http://schemas.openxmlformats.org/officeDocument/2006/relationships/image" Target="../media/image129.wmf"/><Relationship Id="rId2" Type="http://schemas.openxmlformats.org/officeDocument/2006/relationships/image" Target="../media/image124.wmf"/><Relationship Id="rId16" Type="http://schemas.openxmlformats.org/officeDocument/2006/relationships/image" Target="../media/image122.wmf"/><Relationship Id="rId1" Type="http://schemas.openxmlformats.org/officeDocument/2006/relationships/image" Target="../media/image123.wmf"/><Relationship Id="rId6" Type="http://schemas.openxmlformats.org/officeDocument/2006/relationships/image" Target="../media/image107.wmf"/><Relationship Id="rId11" Type="http://schemas.openxmlformats.org/officeDocument/2006/relationships/image" Target="../media/image117.wmf"/><Relationship Id="rId5" Type="http://schemas.openxmlformats.org/officeDocument/2006/relationships/image" Target="../media/image108.wmf"/><Relationship Id="rId15" Type="http://schemas.openxmlformats.org/officeDocument/2006/relationships/image" Target="../media/image121.wmf"/><Relationship Id="rId10" Type="http://schemas.openxmlformats.org/officeDocument/2006/relationships/image" Target="../media/image116.wmf"/><Relationship Id="rId4" Type="http://schemas.openxmlformats.org/officeDocument/2006/relationships/image" Target="../media/image125.wmf"/><Relationship Id="rId9" Type="http://schemas.openxmlformats.org/officeDocument/2006/relationships/image" Target="../media/image128.wmf"/><Relationship Id="rId14" Type="http://schemas.openxmlformats.org/officeDocument/2006/relationships/image" Target="../media/image12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12" Type="http://schemas.openxmlformats.org/officeDocument/2006/relationships/image" Target="../media/image141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11" Type="http://schemas.openxmlformats.org/officeDocument/2006/relationships/image" Target="../media/image140.wmf"/><Relationship Id="rId5" Type="http://schemas.openxmlformats.org/officeDocument/2006/relationships/image" Target="../media/image134.wmf"/><Relationship Id="rId10" Type="http://schemas.openxmlformats.org/officeDocument/2006/relationships/image" Target="../media/image139.wmf"/><Relationship Id="rId4" Type="http://schemas.openxmlformats.org/officeDocument/2006/relationships/image" Target="../media/image133.wmf"/><Relationship Id="rId9" Type="http://schemas.openxmlformats.org/officeDocument/2006/relationships/image" Target="../media/image13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4.wmf"/><Relationship Id="rId7" Type="http://schemas.openxmlformats.org/officeDocument/2006/relationships/image" Target="../media/image122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5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9" Type="http://schemas.openxmlformats.org/officeDocument/2006/relationships/image" Target="../media/image15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2" Type="http://schemas.openxmlformats.org/officeDocument/2006/relationships/image" Target="../media/image154.wmf"/><Relationship Id="rId1" Type="http://schemas.openxmlformats.org/officeDocument/2006/relationships/image" Target="../media/image145.wmf"/><Relationship Id="rId6" Type="http://schemas.openxmlformats.org/officeDocument/2006/relationships/image" Target="../media/image149.wmf"/><Relationship Id="rId11" Type="http://schemas.openxmlformats.org/officeDocument/2006/relationships/image" Target="../media/image153.wmf"/><Relationship Id="rId5" Type="http://schemas.openxmlformats.org/officeDocument/2006/relationships/image" Target="../media/image148.wmf"/><Relationship Id="rId10" Type="http://schemas.openxmlformats.org/officeDocument/2006/relationships/image" Target="../media/image136.wmf"/><Relationship Id="rId4" Type="http://schemas.openxmlformats.org/officeDocument/2006/relationships/image" Target="../media/image156.wmf"/><Relationship Id="rId9" Type="http://schemas.openxmlformats.org/officeDocument/2006/relationships/image" Target="../media/image15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image" Target="../media/image170.wmf"/><Relationship Id="rId18" Type="http://schemas.openxmlformats.org/officeDocument/2006/relationships/image" Target="../media/image175.wmf"/><Relationship Id="rId3" Type="http://schemas.openxmlformats.org/officeDocument/2006/relationships/image" Target="../media/image165.wmf"/><Relationship Id="rId7" Type="http://schemas.openxmlformats.org/officeDocument/2006/relationships/image" Target="../media/image122.wmf"/><Relationship Id="rId12" Type="http://schemas.openxmlformats.org/officeDocument/2006/relationships/image" Target="../media/image169.wmf"/><Relationship Id="rId17" Type="http://schemas.openxmlformats.org/officeDocument/2006/relationships/image" Target="../media/image174.wmf"/><Relationship Id="rId2" Type="http://schemas.openxmlformats.org/officeDocument/2006/relationships/image" Target="../media/image143.wmf"/><Relationship Id="rId16" Type="http://schemas.openxmlformats.org/officeDocument/2006/relationships/image" Target="../media/image173.wmf"/><Relationship Id="rId1" Type="http://schemas.openxmlformats.org/officeDocument/2006/relationships/image" Target="../media/image142.wmf"/><Relationship Id="rId6" Type="http://schemas.openxmlformats.org/officeDocument/2006/relationships/image" Target="../media/image121.wmf"/><Relationship Id="rId11" Type="http://schemas.openxmlformats.org/officeDocument/2006/relationships/image" Target="../media/image168.wmf"/><Relationship Id="rId5" Type="http://schemas.openxmlformats.org/officeDocument/2006/relationships/image" Target="../media/image120.wmf"/><Relationship Id="rId15" Type="http://schemas.openxmlformats.org/officeDocument/2006/relationships/image" Target="../media/image172.wmf"/><Relationship Id="rId10" Type="http://schemas.openxmlformats.org/officeDocument/2006/relationships/image" Target="../media/image45.wmf"/><Relationship Id="rId19" Type="http://schemas.openxmlformats.org/officeDocument/2006/relationships/image" Target="../media/image176.wmf"/><Relationship Id="rId4" Type="http://schemas.openxmlformats.org/officeDocument/2006/relationships/image" Target="../media/image119.wmf"/><Relationship Id="rId9" Type="http://schemas.openxmlformats.org/officeDocument/2006/relationships/image" Target="../media/image167.wmf"/><Relationship Id="rId14" Type="http://schemas.openxmlformats.org/officeDocument/2006/relationships/image" Target="../media/image17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image" Target="../media/image189.w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12" Type="http://schemas.openxmlformats.org/officeDocument/2006/relationships/image" Target="../media/image188.wmf"/><Relationship Id="rId17" Type="http://schemas.openxmlformats.org/officeDocument/2006/relationships/image" Target="../media/image192.wmf"/><Relationship Id="rId2" Type="http://schemas.openxmlformats.org/officeDocument/2006/relationships/image" Target="../media/image178.wmf"/><Relationship Id="rId16" Type="http://schemas.openxmlformats.org/officeDocument/2006/relationships/image" Target="../media/image191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11" Type="http://schemas.openxmlformats.org/officeDocument/2006/relationships/image" Target="../media/image187.wmf"/><Relationship Id="rId5" Type="http://schemas.openxmlformats.org/officeDocument/2006/relationships/image" Target="../media/image181.wmf"/><Relationship Id="rId15" Type="http://schemas.openxmlformats.org/officeDocument/2006/relationships/image" Target="../media/image190.wmf"/><Relationship Id="rId10" Type="http://schemas.openxmlformats.org/officeDocument/2006/relationships/image" Target="../media/image186.wmf"/><Relationship Id="rId4" Type="http://schemas.openxmlformats.org/officeDocument/2006/relationships/image" Target="../media/image180.wmf"/><Relationship Id="rId9" Type="http://schemas.openxmlformats.org/officeDocument/2006/relationships/image" Target="../media/image185.wmf"/><Relationship Id="rId14" Type="http://schemas.openxmlformats.org/officeDocument/2006/relationships/image" Target="../media/image13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image" Target="../media/image204.wmf"/><Relationship Id="rId3" Type="http://schemas.openxmlformats.org/officeDocument/2006/relationships/image" Target="../media/image148.wmf"/><Relationship Id="rId7" Type="http://schemas.openxmlformats.org/officeDocument/2006/relationships/image" Target="../media/image198.wmf"/><Relationship Id="rId12" Type="http://schemas.openxmlformats.org/officeDocument/2006/relationships/image" Target="../media/image203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7.wmf"/><Relationship Id="rId11" Type="http://schemas.openxmlformats.org/officeDocument/2006/relationships/image" Target="../media/image202.wmf"/><Relationship Id="rId5" Type="http://schemas.openxmlformats.org/officeDocument/2006/relationships/image" Target="../media/image196.wmf"/><Relationship Id="rId15" Type="http://schemas.openxmlformats.org/officeDocument/2006/relationships/image" Target="../media/image206.wmf"/><Relationship Id="rId10" Type="http://schemas.openxmlformats.org/officeDocument/2006/relationships/image" Target="../media/image201.wmf"/><Relationship Id="rId4" Type="http://schemas.openxmlformats.org/officeDocument/2006/relationships/image" Target="../media/image195.wmf"/><Relationship Id="rId9" Type="http://schemas.openxmlformats.org/officeDocument/2006/relationships/image" Target="../media/image200.wmf"/><Relationship Id="rId14" Type="http://schemas.openxmlformats.org/officeDocument/2006/relationships/image" Target="../media/image20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9.wmf"/><Relationship Id="rId7" Type="http://schemas.openxmlformats.org/officeDocument/2006/relationships/image" Target="../media/image197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6" Type="http://schemas.openxmlformats.org/officeDocument/2006/relationships/image" Target="../media/image211.wmf"/><Relationship Id="rId11" Type="http://schemas.openxmlformats.org/officeDocument/2006/relationships/image" Target="../media/image200.wmf"/><Relationship Id="rId5" Type="http://schemas.openxmlformats.org/officeDocument/2006/relationships/image" Target="../media/image148.wmf"/><Relationship Id="rId10" Type="http://schemas.openxmlformats.org/officeDocument/2006/relationships/image" Target="../media/image199.wmf"/><Relationship Id="rId4" Type="http://schemas.openxmlformats.org/officeDocument/2006/relationships/image" Target="../media/image210.wmf"/><Relationship Id="rId9" Type="http://schemas.openxmlformats.org/officeDocument/2006/relationships/image" Target="../media/image21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image" Target="../media/image225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148.wmf"/><Relationship Id="rId1" Type="http://schemas.openxmlformats.org/officeDocument/2006/relationships/image" Target="../media/image214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43.wmf"/><Relationship Id="rId7" Type="http://schemas.openxmlformats.org/officeDocument/2006/relationships/image" Target="../media/image121.wmf"/><Relationship Id="rId2" Type="http://schemas.openxmlformats.org/officeDocument/2006/relationships/image" Target="../media/image142.wmf"/><Relationship Id="rId1" Type="http://schemas.openxmlformats.org/officeDocument/2006/relationships/image" Target="../media/image226.wmf"/><Relationship Id="rId6" Type="http://schemas.openxmlformats.org/officeDocument/2006/relationships/image" Target="../media/image120.wmf"/><Relationship Id="rId11" Type="http://schemas.openxmlformats.org/officeDocument/2006/relationships/image" Target="../media/image45.wmf"/><Relationship Id="rId5" Type="http://schemas.openxmlformats.org/officeDocument/2006/relationships/image" Target="../media/image119.wmf"/><Relationship Id="rId10" Type="http://schemas.openxmlformats.org/officeDocument/2006/relationships/image" Target="../media/image229.wmf"/><Relationship Id="rId4" Type="http://schemas.openxmlformats.org/officeDocument/2006/relationships/image" Target="../media/image227.wmf"/><Relationship Id="rId9" Type="http://schemas.openxmlformats.org/officeDocument/2006/relationships/image" Target="../media/image22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3" Type="http://schemas.openxmlformats.org/officeDocument/2006/relationships/image" Target="../media/image232.wmf"/><Relationship Id="rId7" Type="http://schemas.openxmlformats.org/officeDocument/2006/relationships/image" Target="../media/image236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10" Type="http://schemas.openxmlformats.org/officeDocument/2006/relationships/image" Target="../media/image239.wmf"/><Relationship Id="rId4" Type="http://schemas.openxmlformats.org/officeDocument/2006/relationships/image" Target="../media/image233.wmf"/><Relationship Id="rId9" Type="http://schemas.openxmlformats.org/officeDocument/2006/relationships/image" Target="../media/image23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3" Type="http://schemas.openxmlformats.org/officeDocument/2006/relationships/image" Target="../media/image242.wmf"/><Relationship Id="rId7" Type="http://schemas.openxmlformats.org/officeDocument/2006/relationships/image" Target="../media/image246.wmf"/><Relationship Id="rId2" Type="http://schemas.openxmlformats.org/officeDocument/2006/relationships/image" Target="../media/image241.wmf"/><Relationship Id="rId1" Type="http://schemas.openxmlformats.org/officeDocument/2006/relationships/image" Target="../media/image240.wmf"/><Relationship Id="rId6" Type="http://schemas.openxmlformats.org/officeDocument/2006/relationships/image" Target="../media/image245.wmf"/><Relationship Id="rId5" Type="http://schemas.openxmlformats.org/officeDocument/2006/relationships/image" Target="../media/image244.wmf"/><Relationship Id="rId10" Type="http://schemas.openxmlformats.org/officeDocument/2006/relationships/image" Target="../media/image249.wmf"/><Relationship Id="rId4" Type="http://schemas.openxmlformats.org/officeDocument/2006/relationships/image" Target="../media/image243.wmf"/><Relationship Id="rId9" Type="http://schemas.openxmlformats.org/officeDocument/2006/relationships/image" Target="../media/image24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3" Type="http://schemas.openxmlformats.org/officeDocument/2006/relationships/image" Target="../media/image251.wmf"/><Relationship Id="rId7" Type="http://schemas.openxmlformats.org/officeDocument/2006/relationships/image" Target="../media/image255.wmf"/><Relationship Id="rId2" Type="http://schemas.openxmlformats.org/officeDocument/2006/relationships/image" Target="../media/image250.wmf"/><Relationship Id="rId1" Type="http://schemas.openxmlformats.org/officeDocument/2006/relationships/image" Target="../media/image244.wmf"/><Relationship Id="rId6" Type="http://schemas.openxmlformats.org/officeDocument/2006/relationships/image" Target="../media/image254.wmf"/><Relationship Id="rId5" Type="http://schemas.openxmlformats.org/officeDocument/2006/relationships/image" Target="../media/image253.wmf"/><Relationship Id="rId10" Type="http://schemas.openxmlformats.org/officeDocument/2006/relationships/image" Target="../media/image257.wmf"/><Relationship Id="rId4" Type="http://schemas.openxmlformats.org/officeDocument/2006/relationships/image" Target="../media/image252.wmf"/><Relationship Id="rId9" Type="http://schemas.openxmlformats.org/officeDocument/2006/relationships/image" Target="../media/image25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3" Type="http://schemas.openxmlformats.org/officeDocument/2006/relationships/image" Target="../media/image244.wmf"/><Relationship Id="rId7" Type="http://schemas.openxmlformats.org/officeDocument/2006/relationships/image" Target="../media/image262.wmf"/><Relationship Id="rId2" Type="http://schemas.openxmlformats.org/officeDocument/2006/relationships/image" Target="../media/image259.wmf"/><Relationship Id="rId1" Type="http://schemas.openxmlformats.org/officeDocument/2006/relationships/image" Target="../media/image258.wmf"/><Relationship Id="rId6" Type="http://schemas.openxmlformats.org/officeDocument/2006/relationships/image" Target="../media/image261.wmf"/><Relationship Id="rId5" Type="http://schemas.openxmlformats.org/officeDocument/2006/relationships/image" Target="../media/image251.wmf"/><Relationship Id="rId4" Type="http://schemas.openxmlformats.org/officeDocument/2006/relationships/image" Target="../media/image260.wmf"/><Relationship Id="rId9" Type="http://schemas.openxmlformats.org/officeDocument/2006/relationships/image" Target="../media/image26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image" Target="../media/image276.wmf"/><Relationship Id="rId18" Type="http://schemas.openxmlformats.org/officeDocument/2006/relationships/image" Target="../media/image279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12" Type="http://schemas.openxmlformats.org/officeDocument/2006/relationships/image" Target="../media/image275.wmf"/><Relationship Id="rId17" Type="http://schemas.openxmlformats.org/officeDocument/2006/relationships/image" Target="../media/image278.wmf"/><Relationship Id="rId2" Type="http://schemas.openxmlformats.org/officeDocument/2006/relationships/image" Target="../media/image266.wmf"/><Relationship Id="rId16" Type="http://schemas.openxmlformats.org/officeDocument/2006/relationships/image" Target="../media/image277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11" Type="http://schemas.openxmlformats.org/officeDocument/2006/relationships/image" Target="../media/image274.wmf"/><Relationship Id="rId5" Type="http://schemas.openxmlformats.org/officeDocument/2006/relationships/image" Target="../media/image269.wmf"/><Relationship Id="rId15" Type="http://schemas.openxmlformats.org/officeDocument/2006/relationships/image" Target="../media/image175.wmf"/><Relationship Id="rId10" Type="http://schemas.openxmlformats.org/officeDocument/2006/relationships/image" Target="../media/image247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Relationship Id="rId14" Type="http://schemas.openxmlformats.org/officeDocument/2006/relationships/image" Target="../media/image174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wmf"/><Relationship Id="rId1" Type="http://schemas.openxmlformats.org/officeDocument/2006/relationships/image" Target="../media/image258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image" Target="../media/image275.wmf"/><Relationship Id="rId18" Type="http://schemas.openxmlformats.org/officeDocument/2006/relationships/image" Target="../media/image293.wmf"/><Relationship Id="rId3" Type="http://schemas.openxmlformats.org/officeDocument/2006/relationships/image" Target="../media/image282.wmf"/><Relationship Id="rId7" Type="http://schemas.openxmlformats.org/officeDocument/2006/relationships/image" Target="../media/image286.wmf"/><Relationship Id="rId12" Type="http://schemas.openxmlformats.org/officeDocument/2006/relationships/image" Target="../media/image274.wmf"/><Relationship Id="rId17" Type="http://schemas.openxmlformats.org/officeDocument/2006/relationships/image" Target="../media/image292.wmf"/><Relationship Id="rId2" Type="http://schemas.openxmlformats.org/officeDocument/2006/relationships/image" Target="../media/image281.wmf"/><Relationship Id="rId16" Type="http://schemas.openxmlformats.org/officeDocument/2006/relationships/image" Target="../media/image291.wmf"/><Relationship Id="rId1" Type="http://schemas.openxmlformats.org/officeDocument/2006/relationships/image" Target="../media/image280.wmf"/><Relationship Id="rId6" Type="http://schemas.openxmlformats.org/officeDocument/2006/relationships/image" Target="../media/image285.wmf"/><Relationship Id="rId11" Type="http://schemas.openxmlformats.org/officeDocument/2006/relationships/image" Target="../media/image247.wmf"/><Relationship Id="rId5" Type="http://schemas.openxmlformats.org/officeDocument/2006/relationships/image" Target="../media/image284.wmf"/><Relationship Id="rId15" Type="http://schemas.openxmlformats.org/officeDocument/2006/relationships/image" Target="../media/image290.wmf"/><Relationship Id="rId10" Type="http://schemas.openxmlformats.org/officeDocument/2006/relationships/image" Target="../media/image273.wmf"/><Relationship Id="rId4" Type="http://schemas.openxmlformats.org/officeDocument/2006/relationships/image" Target="../media/image283.wmf"/><Relationship Id="rId9" Type="http://schemas.openxmlformats.org/officeDocument/2006/relationships/image" Target="../media/image288.wmf"/><Relationship Id="rId14" Type="http://schemas.openxmlformats.org/officeDocument/2006/relationships/image" Target="../media/image289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13" Type="http://schemas.openxmlformats.org/officeDocument/2006/relationships/image" Target="../media/image302.wmf"/><Relationship Id="rId3" Type="http://schemas.openxmlformats.org/officeDocument/2006/relationships/image" Target="../media/image282.wmf"/><Relationship Id="rId7" Type="http://schemas.openxmlformats.org/officeDocument/2006/relationships/image" Target="../media/image297.wmf"/><Relationship Id="rId12" Type="http://schemas.openxmlformats.org/officeDocument/2006/relationships/image" Target="../media/image301.wmf"/><Relationship Id="rId17" Type="http://schemas.openxmlformats.org/officeDocument/2006/relationships/image" Target="../media/image306.wmf"/><Relationship Id="rId2" Type="http://schemas.openxmlformats.org/officeDocument/2006/relationships/image" Target="../media/image294.wmf"/><Relationship Id="rId16" Type="http://schemas.openxmlformats.org/officeDocument/2006/relationships/image" Target="../media/image305.wmf"/><Relationship Id="rId1" Type="http://schemas.openxmlformats.org/officeDocument/2006/relationships/image" Target="../media/image280.wmf"/><Relationship Id="rId6" Type="http://schemas.openxmlformats.org/officeDocument/2006/relationships/image" Target="../media/image296.wmf"/><Relationship Id="rId11" Type="http://schemas.openxmlformats.org/officeDocument/2006/relationships/image" Target="../media/image244.wmf"/><Relationship Id="rId5" Type="http://schemas.openxmlformats.org/officeDocument/2006/relationships/image" Target="../media/image295.wmf"/><Relationship Id="rId15" Type="http://schemas.openxmlformats.org/officeDocument/2006/relationships/image" Target="../media/image304.wmf"/><Relationship Id="rId10" Type="http://schemas.openxmlformats.org/officeDocument/2006/relationships/image" Target="../media/image300.wmf"/><Relationship Id="rId4" Type="http://schemas.openxmlformats.org/officeDocument/2006/relationships/image" Target="../media/image283.wmf"/><Relationship Id="rId9" Type="http://schemas.openxmlformats.org/officeDocument/2006/relationships/image" Target="../media/image299.wmf"/><Relationship Id="rId14" Type="http://schemas.openxmlformats.org/officeDocument/2006/relationships/image" Target="../media/image30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wmf"/><Relationship Id="rId2" Type="http://schemas.openxmlformats.org/officeDocument/2006/relationships/image" Target="../media/image308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5" Type="http://schemas.openxmlformats.org/officeDocument/2006/relationships/image" Target="../media/image311.wmf"/><Relationship Id="rId4" Type="http://schemas.openxmlformats.org/officeDocument/2006/relationships/image" Target="../media/image310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12" Type="http://schemas.openxmlformats.org/officeDocument/2006/relationships/image" Target="../media/image323.wmf"/><Relationship Id="rId2" Type="http://schemas.openxmlformats.org/officeDocument/2006/relationships/image" Target="../media/image307.wmf"/><Relationship Id="rId1" Type="http://schemas.openxmlformats.org/officeDocument/2006/relationships/image" Target="../media/image313.wmf"/><Relationship Id="rId6" Type="http://schemas.openxmlformats.org/officeDocument/2006/relationships/image" Target="../media/image317.wmf"/><Relationship Id="rId11" Type="http://schemas.openxmlformats.org/officeDocument/2006/relationships/image" Target="../media/image322.wmf"/><Relationship Id="rId5" Type="http://schemas.openxmlformats.org/officeDocument/2006/relationships/image" Target="../media/image316.wmf"/><Relationship Id="rId10" Type="http://schemas.openxmlformats.org/officeDocument/2006/relationships/image" Target="../media/image321.wmf"/><Relationship Id="rId4" Type="http://schemas.openxmlformats.org/officeDocument/2006/relationships/image" Target="../media/image315.wmf"/><Relationship Id="rId9" Type="http://schemas.openxmlformats.org/officeDocument/2006/relationships/image" Target="../media/image32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wmf"/><Relationship Id="rId7" Type="http://schemas.openxmlformats.org/officeDocument/2006/relationships/image" Target="../media/image330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29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3" Type="http://schemas.openxmlformats.org/officeDocument/2006/relationships/image" Target="../media/image332.wmf"/><Relationship Id="rId7" Type="http://schemas.openxmlformats.org/officeDocument/2006/relationships/image" Target="../media/image336.wmf"/><Relationship Id="rId2" Type="http://schemas.openxmlformats.org/officeDocument/2006/relationships/image" Target="../media/image331.wmf"/><Relationship Id="rId1" Type="http://schemas.openxmlformats.org/officeDocument/2006/relationships/image" Target="../media/image307.wmf"/><Relationship Id="rId6" Type="http://schemas.openxmlformats.org/officeDocument/2006/relationships/image" Target="../media/image335.wmf"/><Relationship Id="rId5" Type="http://schemas.openxmlformats.org/officeDocument/2006/relationships/image" Target="../media/image334.wmf"/><Relationship Id="rId4" Type="http://schemas.openxmlformats.org/officeDocument/2006/relationships/image" Target="../media/image33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3" Type="http://schemas.openxmlformats.org/officeDocument/2006/relationships/image" Target="../media/image340.wmf"/><Relationship Id="rId7" Type="http://schemas.openxmlformats.org/officeDocument/2006/relationships/image" Target="../media/image344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6" Type="http://schemas.openxmlformats.org/officeDocument/2006/relationships/image" Target="../media/image343.wmf"/><Relationship Id="rId5" Type="http://schemas.openxmlformats.org/officeDocument/2006/relationships/image" Target="../media/image342.wmf"/><Relationship Id="rId4" Type="http://schemas.openxmlformats.org/officeDocument/2006/relationships/image" Target="../media/image341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wmf"/><Relationship Id="rId7" Type="http://schemas.openxmlformats.org/officeDocument/2006/relationships/image" Target="../media/image355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20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364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172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09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902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148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43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089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425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097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03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874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592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5301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1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6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video" Target="../media/media1.avi"/><Relationship Id="rId7" Type="http://schemas.openxmlformats.org/officeDocument/2006/relationships/oleObject" Target="../embeddings/oleObject7.bin"/><Relationship Id="rId2" Type="http://schemas.microsoft.com/office/2007/relationships/media" Target="../media/media1.avi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10" Type="http://schemas.openxmlformats.org/officeDocument/2006/relationships/image" Target="../media/image8.wmf"/><Relationship Id="rId4" Type="http://schemas.openxmlformats.org/officeDocument/2006/relationships/slideLayout" Target="../slideLayouts/slideLayout8.xml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26" Type="http://schemas.openxmlformats.org/officeDocument/2006/relationships/image" Target="../media/image22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Relationship Id="rId27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30.bin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.bin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8.wmf"/><Relationship Id="rId22" Type="http://schemas.openxmlformats.org/officeDocument/2006/relationships/image" Target="../media/image3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8.wmf"/><Relationship Id="rId3" Type="http://schemas.openxmlformats.org/officeDocument/2006/relationships/image" Target="../media/image39.jpeg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37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0.jpeg"/><Relationship Id="rId11" Type="http://schemas.openxmlformats.org/officeDocument/2006/relationships/oleObject" Target="../embeddings/oleObject36.bin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4.wmf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6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8.wmf"/><Relationship Id="rId26" Type="http://schemas.openxmlformats.org/officeDocument/2006/relationships/oleObject" Target="../embeddings/oleObject52.bin"/><Relationship Id="rId39" Type="http://schemas.openxmlformats.org/officeDocument/2006/relationships/oleObject" Target="../embeddings/oleObject60.bin"/><Relationship Id="rId21" Type="http://schemas.openxmlformats.org/officeDocument/2006/relationships/oleObject" Target="../embeddings/oleObject49.bin"/><Relationship Id="rId34" Type="http://schemas.openxmlformats.org/officeDocument/2006/relationships/oleObject" Target="../embeddings/oleObject56.bin"/><Relationship Id="rId42" Type="http://schemas.openxmlformats.org/officeDocument/2006/relationships/image" Target="../media/image58.wmf"/><Relationship Id="rId47" Type="http://schemas.openxmlformats.org/officeDocument/2006/relationships/oleObject" Target="../embeddings/oleObject64.bin"/><Relationship Id="rId50" Type="http://schemas.openxmlformats.org/officeDocument/2006/relationships/image" Target="../media/image62.wmf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29" Type="http://schemas.openxmlformats.org/officeDocument/2006/relationships/image" Target="../media/image53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51.wmf"/><Relationship Id="rId32" Type="http://schemas.openxmlformats.org/officeDocument/2006/relationships/oleObject" Target="../embeddings/oleObject55.bin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57.wmf"/><Relationship Id="rId45" Type="http://schemas.openxmlformats.org/officeDocument/2006/relationships/oleObject" Target="../embeddings/oleObject63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oleObject" Target="../embeddings/oleObject53.bin"/><Relationship Id="rId36" Type="http://schemas.openxmlformats.org/officeDocument/2006/relationships/oleObject" Target="../embeddings/oleObject58.bin"/><Relationship Id="rId49" Type="http://schemas.openxmlformats.org/officeDocument/2006/relationships/oleObject" Target="../embeddings/oleObject65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48.bin"/><Relationship Id="rId31" Type="http://schemas.openxmlformats.org/officeDocument/2006/relationships/image" Target="../media/image54.wmf"/><Relationship Id="rId44" Type="http://schemas.openxmlformats.org/officeDocument/2006/relationships/image" Target="../media/image59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6.wmf"/><Relationship Id="rId22" Type="http://schemas.openxmlformats.org/officeDocument/2006/relationships/image" Target="../media/image50.wmf"/><Relationship Id="rId27" Type="http://schemas.openxmlformats.org/officeDocument/2006/relationships/image" Target="../media/image52.wmf"/><Relationship Id="rId30" Type="http://schemas.openxmlformats.org/officeDocument/2006/relationships/oleObject" Target="../embeddings/oleObject54.bin"/><Relationship Id="rId35" Type="http://schemas.openxmlformats.org/officeDocument/2006/relationships/oleObject" Target="../embeddings/oleObject57.bin"/><Relationship Id="rId43" Type="http://schemas.openxmlformats.org/officeDocument/2006/relationships/oleObject" Target="../embeddings/oleObject62.bin"/><Relationship Id="rId48" Type="http://schemas.openxmlformats.org/officeDocument/2006/relationships/image" Target="../media/image61.wmf"/><Relationship Id="rId8" Type="http://schemas.openxmlformats.org/officeDocument/2006/relationships/image" Target="../media/image43.wmf"/><Relationship Id="rId3" Type="http://schemas.openxmlformats.org/officeDocument/2006/relationships/oleObject" Target="../embeddings/oleObject40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33" Type="http://schemas.openxmlformats.org/officeDocument/2006/relationships/image" Target="../media/image55.wmf"/><Relationship Id="rId38" Type="http://schemas.openxmlformats.org/officeDocument/2006/relationships/image" Target="../media/image56.wmf"/><Relationship Id="rId46" Type="http://schemas.openxmlformats.org/officeDocument/2006/relationships/image" Target="../media/image60.wmf"/><Relationship Id="rId20" Type="http://schemas.openxmlformats.org/officeDocument/2006/relationships/image" Target="../media/image49.wmf"/><Relationship Id="rId41" Type="http://schemas.openxmlformats.org/officeDocument/2006/relationships/oleObject" Target="../embeddings/oleObject61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2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1.bin"/><Relationship Id="rId18" Type="http://schemas.openxmlformats.org/officeDocument/2006/relationships/image" Target="../media/image68.wmf"/><Relationship Id="rId26" Type="http://schemas.openxmlformats.org/officeDocument/2006/relationships/image" Target="../media/image72.wmf"/><Relationship Id="rId39" Type="http://schemas.openxmlformats.org/officeDocument/2006/relationships/image" Target="../media/image77.wmf"/><Relationship Id="rId21" Type="http://schemas.openxmlformats.org/officeDocument/2006/relationships/oleObject" Target="../embeddings/oleObject75.bin"/><Relationship Id="rId34" Type="http://schemas.openxmlformats.org/officeDocument/2006/relationships/oleObject" Target="../embeddings/oleObject82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33" Type="http://schemas.openxmlformats.org/officeDocument/2006/relationships/image" Target="../media/image74.wmf"/><Relationship Id="rId38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29" Type="http://schemas.openxmlformats.org/officeDocument/2006/relationships/image" Target="../media/image7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71.wmf"/><Relationship Id="rId32" Type="http://schemas.openxmlformats.org/officeDocument/2006/relationships/oleObject" Target="../embeddings/oleObject81.bin"/><Relationship Id="rId37" Type="http://schemas.openxmlformats.org/officeDocument/2006/relationships/image" Target="../media/image76.w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28" Type="http://schemas.openxmlformats.org/officeDocument/2006/relationships/oleObject" Target="../embeddings/oleObject79.bin"/><Relationship Id="rId36" Type="http://schemas.openxmlformats.org/officeDocument/2006/relationships/oleObject" Target="../embeddings/oleObject83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74.bin"/><Relationship Id="rId31" Type="http://schemas.openxmlformats.org/officeDocument/2006/relationships/image" Target="../media/image60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6.wmf"/><Relationship Id="rId22" Type="http://schemas.openxmlformats.org/officeDocument/2006/relationships/image" Target="../media/image70.wmf"/><Relationship Id="rId27" Type="http://schemas.openxmlformats.org/officeDocument/2006/relationships/oleObject" Target="../embeddings/oleObject78.bin"/><Relationship Id="rId30" Type="http://schemas.openxmlformats.org/officeDocument/2006/relationships/oleObject" Target="../embeddings/oleObject80.bin"/><Relationship Id="rId35" Type="http://schemas.openxmlformats.org/officeDocument/2006/relationships/image" Target="../media/image75.wmf"/><Relationship Id="rId8" Type="http://schemas.openxmlformats.org/officeDocument/2006/relationships/image" Target="../media/image65.wmf"/><Relationship Id="rId3" Type="http://schemas.openxmlformats.org/officeDocument/2006/relationships/oleObject" Target="../embeddings/oleObject6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image" Target="../media/image79.jpeg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29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gi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85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9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94.wmf"/><Relationship Id="rId26" Type="http://schemas.openxmlformats.org/officeDocument/2006/relationships/image" Target="../media/image98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3.wmf"/><Relationship Id="rId20" Type="http://schemas.openxmlformats.org/officeDocument/2006/relationships/image" Target="../media/image9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97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90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2.wmf"/><Relationship Id="rId22" Type="http://schemas.openxmlformats.org/officeDocument/2006/relationships/image" Target="../media/image96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9" Type="http://schemas.openxmlformats.org/officeDocument/2006/relationships/image" Target="../media/image116.wmf"/><Relationship Id="rId21" Type="http://schemas.openxmlformats.org/officeDocument/2006/relationships/image" Target="../media/image107.wmf"/><Relationship Id="rId34" Type="http://schemas.openxmlformats.org/officeDocument/2006/relationships/oleObject" Target="../embeddings/oleObject122.bin"/><Relationship Id="rId42" Type="http://schemas.openxmlformats.org/officeDocument/2006/relationships/oleObject" Target="../embeddings/oleObject126.bin"/><Relationship Id="rId47" Type="http://schemas.openxmlformats.org/officeDocument/2006/relationships/image" Target="../media/image120.wmf"/><Relationship Id="rId50" Type="http://schemas.openxmlformats.org/officeDocument/2006/relationships/oleObject" Target="../embeddings/oleObject130.bin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3.bin"/><Relationship Id="rId29" Type="http://schemas.openxmlformats.org/officeDocument/2006/relationships/image" Target="../media/image111.wmf"/><Relationship Id="rId11" Type="http://schemas.openxmlformats.org/officeDocument/2006/relationships/image" Target="../media/image102.wmf"/><Relationship Id="rId24" Type="http://schemas.openxmlformats.org/officeDocument/2006/relationships/oleObject" Target="../embeddings/oleObject117.bin"/><Relationship Id="rId32" Type="http://schemas.openxmlformats.org/officeDocument/2006/relationships/oleObject" Target="../embeddings/oleObject121.bin"/><Relationship Id="rId37" Type="http://schemas.openxmlformats.org/officeDocument/2006/relationships/image" Target="../media/image115.wmf"/><Relationship Id="rId40" Type="http://schemas.openxmlformats.org/officeDocument/2006/relationships/oleObject" Target="../embeddings/oleObject125.bin"/><Relationship Id="rId45" Type="http://schemas.openxmlformats.org/officeDocument/2006/relationships/image" Target="../media/image119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23" Type="http://schemas.openxmlformats.org/officeDocument/2006/relationships/image" Target="../media/image108.wmf"/><Relationship Id="rId28" Type="http://schemas.openxmlformats.org/officeDocument/2006/relationships/oleObject" Target="../embeddings/oleObject119.bin"/><Relationship Id="rId36" Type="http://schemas.openxmlformats.org/officeDocument/2006/relationships/oleObject" Target="../embeddings/oleObject123.bin"/><Relationship Id="rId49" Type="http://schemas.openxmlformats.org/officeDocument/2006/relationships/image" Target="../media/image121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06.wmf"/><Relationship Id="rId31" Type="http://schemas.openxmlformats.org/officeDocument/2006/relationships/image" Target="../media/image112.wmf"/><Relationship Id="rId44" Type="http://schemas.openxmlformats.org/officeDocument/2006/relationships/oleObject" Target="../embeddings/oleObject127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10.wmf"/><Relationship Id="rId30" Type="http://schemas.openxmlformats.org/officeDocument/2006/relationships/oleObject" Target="../embeddings/oleObject120.bin"/><Relationship Id="rId35" Type="http://schemas.openxmlformats.org/officeDocument/2006/relationships/image" Target="../media/image114.wmf"/><Relationship Id="rId43" Type="http://schemas.openxmlformats.org/officeDocument/2006/relationships/image" Target="../media/image118.wmf"/><Relationship Id="rId48" Type="http://schemas.openxmlformats.org/officeDocument/2006/relationships/oleObject" Target="../embeddings/oleObject129.bin"/><Relationship Id="rId8" Type="http://schemas.openxmlformats.org/officeDocument/2006/relationships/oleObject" Target="../embeddings/oleObject109.bin"/><Relationship Id="rId51" Type="http://schemas.openxmlformats.org/officeDocument/2006/relationships/image" Target="../media/image122.wmf"/><Relationship Id="rId3" Type="http://schemas.openxmlformats.org/officeDocument/2006/relationships/notesSlide" Target="../notesSlides/notesSlide2.xml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05.wmf"/><Relationship Id="rId25" Type="http://schemas.openxmlformats.org/officeDocument/2006/relationships/image" Target="../media/image109.wmf"/><Relationship Id="rId33" Type="http://schemas.openxmlformats.org/officeDocument/2006/relationships/image" Target="../media/image113.wmf"/><Relationship Id="rId38" Type="http://schemas.openxmlformats.org/officeDocument/2006/relationships/oleObject" Target="../embeddings/oleObject124.bin"/><Relationship Id="rId46" Type="http://schemas.openxmlformats.org/officeDocument/2006/relationships/oleObject" Target="../embeddings/oleObject128.bin"/><Relationship Id="rId20" Type="http://schemas.openxmlformats.org/officeDocument/2006/relationships/oleObject" Target="../embeddings/oleObject115.bin"/><Relationship Id="rId41" Type="http://schemas.openxmlformats.org/officeDocument/2006/relationships/image" Target="../media/image117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27.wmf"/><Relationship Id="rId26" Type="http://schemas.openxmlformats.org/officeDocument/2006/relationships/oleObject" Target="../embeddings/oleObject141.bin"/><Relationship Id="rId3" Type="http://schemas.openxmlformats.org/officeDocument/2006/relationships/oleObject" Target="../embeddings/oleObject131.bin"/><Relationship Id="rId21" Type="http://schemas.openxmlformats.org/officeDocument/2006/relationships/oleObject" Target="../embeddings/oleObject140.bin"/><Relationship Id="rId34" Type="http://schemas.openxmlformats.org/officeDocument/2006/relationships/oleObject" Target="../embeddings/oleObject130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38.bin"/><Relationship Id="rId25" Type="http://schemas.openxmlformats.org/officeDocument/2006/relationships/image" Target="../media/image117.wmf"/><Relationship Id="rId33" Type="http://schemas.openxmlformats.org/officeDocument/2006/relationships/image" Target="../media/image12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29" Type="http://schemas.openxmlformats.org/officeDocument/2006/relationships/image" Target="../media/image11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35.bin"/><Relationship Id="rId24" Type="http://schemas.openxmlformats.org/officeDocument/2006/relationships/oleObject" Target="../embeddings/oleObject125.bin"/><Relationship Id="rId32" Type="http://schemas.openxmlformats.org/officeDocument/2006/relationships/oleObject" Target="../embeddings/oleObject129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127.bin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39.bin"/><Relationship Id="rId31" Type="http://schemas.openxmlformats.org/officeDocument/2006/relationships/image" Target="../media/image120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07.wmf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29.wmf"/><Relationship Id="rId30" Type="http://schemas.openxmlformats.org/officeDocument/2006/relationships/oleObject" Target="../embeddings/oleObject128.bin"/><Relationship Id="rId35" Type="http://schemas.openxmlformats.org/officeDocument/2006/relationships/image" Target="../media/image122.wmf"/><Relationship Id="rId8" Type="http://schemas.openxmlformats.org/officeDocument/2006/relationships/image" Target="../media/image11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37.wmf"/><Relationship Id="rId26" Type="http://schemas.openxmlformats.org/officeDocument/2006/relationships/image" Target="../media/image141.wmf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51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49.bin"/><Relationship Id="rId25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6.wmf"/><Relationship Id="rId20" Type="http://schemas.openxmlformats.org/officeDocument/2006/relationships/image" Target="../media/image13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140.wmf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23" Type="http://schemas.openxmlformats.org/officeDocument/2006/relationships/oleObject" Target="../embeddings/oleObject152.bin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35.wmf"/><Relationship Id="rId22" Type="http://schemas.openxmlformats.org/officeDocument/2006/relationships/image" Target="../media/image13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22.w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130.bin"/><Relationship Id="rId2" Type="http://schemas.openxmlformats.org/officeDocument/2006/relationships/vmlDrawing" Target="../drawings/vmlDrawing14.vml"/><Relationship Id="rId16" Type="http://schemas.openxmlformats.org/officeDocument/2006/relationships/image" Target="../media/image121.wmf"/><Relationship Id="rId20" Type="http://schemas.openxmlformats.org/officeDocument/2006/relationships/image" Target="../media/image145.wmf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29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46.jpeg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2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36.w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20" Type="http://schemas.openxmlformats.org/officeDocument/2006/relationships/image" Target="../media/image15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5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153.wmf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2.bin"/><Relationship Id="rId10" Type="http://schemas.openxmlformats.org/officeDocument/2006/relationships/image" Target="../media/image156.w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49.wmf"/><Relationship Id="rId22" Type="http://schemas.openxmlformats.org/officeDocument/2006/relationships/image" Target="../media/image13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6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76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166.wmf"/><Relationship Id="rId26" Type="http://schemas.openxmlformats.org/officeDocument/2006/relationships/image" Target="../media/image169.wmf"/><Relationship Id="rId39" Type="http://schemas.openxmlformats.org/officeDocument/2006/relationships/oleObject" Target="../embeddings/oleObject190.bin"/><Relationship Id="rId21" Type="http://schemas.openxmlformats.org/officeDocument/2006/relationships/oleObject" Target="../embeddings/oleObject181.bin"/><Relationship Id="rId34" Type="http://schemas.openxmlformats.org/officeDocument/2006/relationships/image" Target="../media/image173.wmf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33" Type="http://schemas.openxmlformats.org/officeDocument/2006/relationships/oleObject" Target="../embeddings/oleObject187.bin"/><Relationship Id="rId38" Type="http://schemas.openxmlformats.org/officeDocument/2006/relationships/image" Target="../media/image17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wmf"/><Relationship Id="rId20" Type="http://schemas.openxmlformats.org/officeDocument/2006/relationships/image" Target="../media/image167.wmf"/><Relationship Id="rId29" Type="http://schemas.openxmlformats.org/officeDocument/2006/relationships/oleObject" Target="../embeddings/oleObject185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28.bin"/><Relationship Id="rId24" Type="http://schemas.openxmlformats.org/officeDocument/2006/relationships/image" Target="../media/image168.wmf"/><Relationship Id="rId32" Type="http://schemas.openxmlformats.org/officeDocument/2006/relationships/image" Target="../media/image172.wmf"/><Relationship Id="rId37" Type="http://schemas.openxmlformats.org/officeDocument/2006/relationships/oleObject" Target="../embeddings/oleObject189.bin"/><Relationship Id="rId40" Type="http://schemas.openxmlformats.org/officeDocument/2006/relationships/image" Target="../media/image176.wmf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30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70.wmf"/><Relationship Id="rId36" Type="http://schemas.openxmlformats.org/officeDocument/2006/relationships/image" Target="../media/image174.wmf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80.bin"/><Relationship Id="rId31" Type="http://schemas.openxmlformats.org/officeDocument/2006/relationships/oleObject" Target="../embeddings/oleObject186.bin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2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184.bin"/><Relationship Id="rId30" Type="http://schemas.openxmlformats.org/officeDocument/2006/relationships/image" Target="../media/image171.wmf"/><Relationship Id="rId35" Type="http://schemas.openxmlformats.org/officeDocument/2006/relationships/oleObject" Target="../embeddings/oleObject188.bin"/><Relationship Id="rId8" Type="http://schemas.openxmlformats.org/officeDocument/2006/relationships/image" Target="../media/image165.wmf"/><Relationship Id="rId3" Type="http://schemas.openxmlformats.org/officeDocument/2006/relationships/oleObject" Target="../embeddings/oleObject154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84.wmf"/><Relationship Id="rId26" Type="http://schemas.openxmlformats.org/officeDocument/2006/relationships/image" Target="../media/image188.wmf"/><Relationship Id="rId3" Type="http://schemas.openxmlformats.org/officeDocument/2006/relationships/oleObject" Target="../embeddings/oleObject191.bin"/><Relationship Id="rId21" Type="http://schemas.openxmlformats.org/officeDocument/2006/relationships/oleObject" Target="../embeddings/oleObject200.bin"/><Relationship Id="rId34" Type="http://schemas.openxmlformats.org/officeDocument/2006/relationships/image" Target="../media/image191.wmf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98.bin"/><Relationship Id="rId25" Type="http://schemas.openxmlformats.org/officeDocument/2006/relationships/oleObject" Target="../embeddings/oleObject202.bin"/><Relationship Id="rId33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3.wmf"/><Relationship Id="rId20" Type="http://schemas.openxmlformats.org/officeDocument/2006/relationships/image" Target="../media/image185.wmf"/><Relationship Id="rId29" Type="http://schemas.openxmlformats.org/officeDocument/2006/relationships/oleObject" Target="../embeddings/oleObject148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95.bin"/><Relationship Id="rId24" Type="http://schemas.openxmlformats.org/officeDocument/2006/relationships/image" Target="../media/image187.wmf"/><Relationship Id="rId32" Type="http://schemas.openxmlformats.org/officeDocument/2006/relationships/image" Target="../media/image190.wmf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oleObject" Target="../embeddings/oleObject201.bin"/><Relationship Id="rId28" Type="http://schemas.openxmlformats.org/officeDocument/2006/relationships/image" Target="../media/image189.wmf"/><Relationship Id="rId36" Type="http://schemas.openxmlformats.org/officeDocument/2006/relationships/image" Target="../media/image192.wmf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199.bin"/><Relationship Id="rId31" Type="http://schemas.openxmlformats.org/officeDocument/2006/relationships/oleObject" Target="../embeddings/oleObject204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82.wmf"/><Relationship Id="rId22" Type="http://schemas.openxmlformats.org/officeDocument/2006/relationships/image" Target="../media/image186.wmf"/><Relationship Id="rId27" Type="http://schemas.openxmlformats.org/officeDocument/2006/relationships/oleObject" Target="../embeddings/oleObject203.bin"/><Relationship Id="rId30" Type="http://schemas.openxmlformats.org/officeDocument/2006/relationships/image" Target="../media/image136.wmf"/><Relationship Id="rId35" Type="http://schemas.openxmlformats.org/officeDocument/2006/relationships/oleObject" Target="../embeddings/oleObject206.bin"/><Relationship Id="rId8" Type="http://schemas.openxmlformats.org/officeDocument/2006/relationships/image" Target="../media/image17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211.bin"/><Relationship Id="rId18" Type="http://schemas.openxmlformats.org/officeDocument/2006/relationships/image" Target="../media/image199.wmf"/><Relationship Id="rId26" Type="http://schemas.openxmlformats.org/officeDocument/2006/relationships/image" Target="../media/image203.w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5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13.bin"/><Relationship Id="rId25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20" Type="http://schemas.openxmlformats.org/officeDocument/2006/relationships/image" Target="../media/image200.wmf"/><Relationship Id="rId29" Type="http://schemas.openxmlformats.org/officeDocument/2006/relationships/oleObject" Target="../embeddings/oleObject219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10.bin"/><Relationship Id="rId24" Type="http://schemas.openxmlformats.org/officeDocument/2006/relationships/image" Target="../media/image202.wmf"/><Relationship Id="rId32" Type="http://schemas.openxmlformats.org/officeDocument/2006/relationships/image" Target="../media/image206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16.bin"/><Relationship Id="rId28" Type="http://schemas.openxmlformats.org/officeDocument/2006/relationships/image" Target="../media/image204.wmf"/><Relationship Id="rId10" Type="http://schemas.openxmlformats.org/officeDocument/2006/relationships/image" Target="../media/image195.wmf"/><Relationship Id="rId19" Type="http://schemas.openxmlformats.org/officeDocument/2006/relationships/oleObject" Target="../embeddings/oleObject214.bin"/><Relationship Id="rId31" Type="http://schemas.openxmlformats.org/officeDocument/2006/relationships/oleObject" Target="../embeddings/oleObject220.bin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09.bin"/><Relationship Id="rId14" Type="http://schemas.openxmlformats.org/officeDocument/2006/relationships/image" Target="../media/image197.wmf"/><Relationship Id="rId22" Type="http://schemas.openxmlformats.org/officeDocument/2006/relationships/image" Target="../media/image201.wmf"/><Relationship Id="rId27" Type="http://schemas.openxmlformats.org/officeDocument/2006/relationships/oleObject" Target="../embeddings/oleObject218.bin"/><Relationship Id="rId30" Type="http://schemas.openxmlformats.org/officeDocument/2006/relationships/image" Target="../media/image20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12.wmf"/><Relationship Id="rId3" Type="http://schemas.openxmlformats.org/officeDocument/2006/relationships/oleObject" Target="../embeddings/oleObject221.bin"/><Relationship Id="rId21" Type="http://schemas.openxmlformats.org/officeDocument/2006/relationships/oleObject" Target="../embeddings/oleObject213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20" Type="http://schemas.openxmlformats.org/officeDocument/2006/relationships/image" Target="../media/image21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200.wmf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6.bin"/><Relationship Id="rId23" Type="http://schemas.openxmlformats.org/officeDocument/2006/relationships/oleObject" Target="../embeddings/oleObject214.bin"/><Relationship Id="rId10" Type="http://schemas.openxmlformats.org/officeDocument/2006/relationships/image" Target="../media/image210.w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11.wmf"/><Relationship Id="rId22" Type="http://schemas.openxmlformats.org/officeDocument/2006/relationships/image" Target="../media/image19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20.wmf"/><Relationship Id="rId26" Type="http://schemas.openxmlformats.org/officeDocument/2006/relationships/image" Target="../media/image224.wmf"/><Relationship Id="rId3" Type="http://schemas.openxmlformats.org/officeDocument/2006/relationships/oleObject" Target="../embeddings/oleObject229.bin"/><Relationship Id="rId21" Type="http://schemas.openxmlformats.org/officeDocument/2006/relationships/oleObject" Target="../embeddings/oleObject238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36.bin"/><Relationship Id="rId25" Type="http://schemas.openxmlformats.org/officeDocument/2006/relationships/oleObject" Target="../embeddings/oleObject2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233.bin"/><Relationship Id="rId24" Type="http://schemas.openxmlformats.org/officeDocument/2006/relationships/image" Target="../media/image223.wmf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23" Type="http://schemas.openxmlformats.org/officeDocument/2006/relationships/oleObject" Target="../embeddings/oleObject239.bin"/><Relationship Id="rId28" Type="http://schemas.openxmlformats.org/officeDocument/2006/relationships/image" Target="../media/image225.wmf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37.bin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Relationship Id="rId27" Type="http://schemas.openxmlformats.org/officeDocument/2006/relationships/oleObject" Target="../embeddings/oleObject24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30.bin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228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1.wmf"/><Relationship Id="rId25" Type="http://schemas.openxmlformats.org/officeDocument/2006/relationships/image" Target="../media/image45.wmf"/><Relationship Id="rId2" Type="http://schemas.openxmlformats.org/officeDocument/2006/relationships/vmlDrawing" Target="../drawings/vmlDrawing23.vml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244.bin"/><Relationship Id="rId1" Type="http://schemas.openxmlformats.org/officeDocument/2006/relationships/themeOverride" Target="../theme/themeOverride2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227.wmf"/><Relationship Id="rId24" Type="http://schemas.openxmlformats.org/officeDocument/2006/relationships/oleObject" Target="../embeddings/oleObject78.bin"/><Relationship Id="rId5" Type="http://schemas.openxmlformats.org/officeDocument/2006/relationships/image" Target="../media/image226.wmf"/><Relationship Id="rId15" Type="http://schemas.openxmlformats.org/officeDocument/2006/relationships/image" Target="../media/image120.wmf"/><Relationship Id="rId23" Type="http://schemas.openxmlformats.org/officeDocument/2006/relationships/image" Target="../media/image229.wmf"/><Relationship Id="rId10" Type="http://schemas.openxmlformats.org/officeDocument/2006/relationships/oleObject" Target="../embeddings/oleObject243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242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24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237.wmf"/><Relationship Id="rId3" Type="http://schemas.openxmlformats.org/officeDocument/2006/relationships/oleObject" Target="../embeddings/oleObject246.bin"/><Relationship Id="rId21" Type="http://schemas.openxmlformats.org/officeDocument/2006/relationships/oleObject" Target="../embeddings/oleObject255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2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6.wmf"/><Relationship Id="rId20" Type="http://schemas.openxmlformats.org/officeDocument/2006/relationships/image" Target="../media/image23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254.bin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35.wmf"/><Relationship Id="rId22" Type="http://schemas.openxmlformats.org/officeDocument/2006/relationships/image" Target="../media/image23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wmf"/><Relationship Id="rId13" Type="http://schemas.openxmlformats.org/officeDocument/2006/relationships/oleObject" Target="../embeddings/oleObject261.bin"/><Relationship Id="rId18" Type="http://schemas.openxmlformats.org/officeDocument/2006/relationships/image" Target="../media/image247.wmf"/><Relationship Id="rId3" Type="http://schemas.openxmlformats.org/officeDocument/2006/relationships/oleObject" Target="../embeddings/oleObject256.bin"/><Relationship Id="rId21" Type="http://schemas.openxmlformats.org/officeDocument/2006/relationships/oleObject" Target="../embeddings/oleObject265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44.wmf"/><Relationship Id="rId17" Type="http://schemas.openxmlformats.org/officeDocument/2006/relationships/oleObject" Target="../embeddings/oleObject2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6.wmf"/><Relationship Id="rId20" Type="http://schemas.openxmlformats.org/officeDocument/2006/relationships/image" Target="../media/image24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41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10" Type="http://schemas.openxmlformats.org/officeDocument/2006/relationships/image" Target="../media/image243.wmf"/><Relationship Id="rId19" Type="http://schemas.openxmlformats.org/officeDocument/2006/relationships/oleObject" Target="../embeddings/oleObject264.bin"/><Relationship Id="rId4" Type="http://schemas.openxmlformats.org/officeDocument/2006/relationships/image" Target="../media/image240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45.wmf"/><Relationship Id="rId22" Type="http://schemas.openxmlformats.org/officeDocument/2006/relationships/image" Target="../media/image24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13" Type="http://schemas.openxmlformats.org/officeDocument/2006/relationships/oleObject" Target="../embeddings/oleObject271.bin"/><Relationship Id="rId18" Type="http://schemas.openxmlformats.org/officeDocument/2006/relationships/image" Target="../media/image254.wmf"/><Relationship Id="rId26" Type="http://schemas.openxmlformats.org/officeDocument/2006/relationships/image" Target="../media/image257.wmf"/><Relationship Id="rId3" Type="http://schemas.openxmlformats.org/officeDocument/2006/relationships/slideLayout" Target="../slideLayouts/slideLayout7.xml"/><Relationship Id="rId21" Type="http://schemas.openxmlformats.org/officeDocument/2006/relationships/oleObject" Target="../embeddings/oleObject263.bin"/><Relationship Id="rId7" Type="http://schemas.openxmlformats.org/officeDocument/2006/relationships/oleObject" Target="../embeddings/oleObject267.bin"/><Relationship Id="rId12" Type="http://schemas.openxmlformats.org/officeDocument/2006/relationships/oleObject" Target="../embeddings/oleObject270.bin"/><Relationship Id="rId17" Type="http://schemas.openxmlformats.org/officeDocument/2006/relationships/oleObject" Target="../embeddings/oleObject273.bin"/><Relationship Id="rId25" Type="http://schemas.openxmlformats.org/officeDocument/2006/relationships/oleObject" Target="../embeddings/oleObject276.bin"/><Relationship Id="rId2" Type="http://schemas.openxmlformats.org/officeDocument/2006/relationships/vmlDrawing" Target="../drawings/vmlDrawing26.vml"/><Relationship Id="rId16" Type="http://schemas.openxmlformats.org/officeDocument/2006/relationships/image" Target="../media/image253.wmf"/><Relationship Id="rId20" Type="http://schemas.openxmlformats.org/officeDocument/2006/relationships/image" Target="../media/image255.wmf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69.bin"/><Relationship Id="rId24" Type="http://schemas.openxmlformats.org/officeDocument/2006/relationships/image" Target="../media/image256.wmf"/><Relationship Id="rId5" Type="http://schemas.openxmlformats.org/officeDocument/2006/relationships/oleObject" Target="../embeddings/oleObject266.bin"/><Relationship Id="rId15" Type="http://schemas.openxmlformats.org/officeDocument/2006/relationships/oleObject" Target="../embeddings/oleObject272.bin"/><Relationship Id="rId23" Type="http://schemas.openxmlformats.org/officeDocument/2006/relationships/oleObject" Target="../embeddings/oleObject275.bin"/><Relationship Id="rId10" Type="http://schemas.openxmlformats.org/officeDocument/2006/relationships/image" Target="../media/image251.wmf"/><Relationship Id="rId19" Type="http://schemas.openxmlformats.org/officeDocument/2006/relationships/oleObject" Target="../embeddings/oleObject274.bin"/><Relationship Id="rId4" Type="http://schemas.openxmlformats.org/officeDocument/2006/relationships/notesSlide" Target="../notesSlides/notesSlide3.xml"/><Relationship Id="rId9" Type="http://schemas.openxmlformats.org/officeDocument/2006/relationships/oleObject" Target="../embeddings/oleObject268.bin"/><Relationship Id="rId14" Type="http://schemas.openxmlformats.org/officeDocument/2006/relationships/image" Target="../media/image252.wmf"/><Relationship Id="rId22" Type="http://schemas.openxmlformats.org/officeDocument/2006/relationships/image" Target="../media/image24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13" Type="http://schemas.openxmlformats.org/officeDocument/2006/relationships/oleObject" Target="../embeddings/oleObject269.bin"/><Relationship Id="rId18" Type="http://schemas.openxmlformats.org/officeDocument/2006/relationships/oleObject" Target="../embeddings/oleObject283.bin"/><Relationship Id="rId3" Type="http://schemas.openxmlformats.org/officeDocument/2006/relationships/oleObject" Target="../embeddings/oleObject277.bin"/><Relationship Id="rId21" Type="http://schemas.openxmlformats.org/officeDocument/2006/relationships/image" Target="../media/image264.wmf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51.wmf"/><Relationship Id="rId17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2.bin"/><Relationship Id="rId20" Type="http://schemas.openxmlformats.org/officeDocument/2006/relationships/oleObject" Target="../embeddings/oleObject284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8.bin"/><Relationship Id="rId15" Type="http://schemas.openxmlformats.org/officeDocument/2006/relationships/image" Target="../media/image261.wmf"/><Relationship Id="rId10" Type="http://schemas.openxmlformats.org/officeDocument/2006/relationships/image" Target="../media/image260.wmf"/><Relationship Id="rId19" Type="http://schemas.openxmlformats.org/officeDocument/2006/relationships/image" Target="../media/image263.wmf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79.bin"/><Relationship Id="rId14" Type="http://schemas.openxmlformats.org/officeDocument/2006/relationships/oleObject" Target="../embeddings/oleObject281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9.wmf"/><Relationship Id="rId18" Type="http://schemas.openxmlformats.org/officeDocument/2006/relationships/oleObject" Target="../embeddings/oleObject292.bin"/><Relationship Id="rId26" Type="http://schemas.openxmlformats.org/officeDocument/2006/relationships/oleObject" Target="../embeddings/oleObject295.bin"/><Relationship Id="rId39" Type="http://schemas.openxmlformats.org/officeDocument/2006/relationships/image" Target="../media/image279.wmf"/><Relationship Id="rId21" Type="http://schemas.openxmlformats.org/officeDocument/2006/relationships/image" Target="../media/image273.wmf"/><Relationship Id="rId34" Type="http://schemas.openxmlformats.org/officeDocument/2006/relationships/oleObject" Target="../embeddings/oleObject297.bin"/><Relationship Id="rId7" Type="http://schemas.openxmlformats.org/officeDocument/2006/relationships/image" Target="../media/image266.wmf"/><Relationship Id="rId12" Type="http://schemas.openxmlformats.org/officeDocument/2006/relationships/oleObject" Target="../embeddings/oleObject289.bin"/><Relationship Id="rId17" Type="http://schemas.openxmlformats.org/officeDocument/2006/relationships/image" Target="../media/image271.wmf"/><Relationship Id="rId25" Type="http://schemas.openxmlformats.org/officeDocument/2006/relationships/image" Target="../media/image274.wmf"/><Relationship Id="rId33" Type="http://schemas.openxmlformats.org/officeDocument/2006/relationships/image" Target="../media/image175.wmf"/><Relationship Id="rId38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1.bin"/><Relationship Id="rId20" Type="http://schemas.openxmlformats.org/officeDocument/2006/relationships/oleObject" Target="../embeddings/oleObject293.bin"/><Relationship Id="rId29" Type="http://schemas.openxmlformats.org/officeDocument/2006/relationships/image" Target="../media/image276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86.bin"/><Relationship Id="rId11" Type="http://schemas.openxmlformats.org/officeDocument/2006/relationships/image" Target="../media/image268.wmf"/><Relationship Id="rId24" Type="http://schemas.openxmlformats.org/officeDocument/2006/relationships/oleObject" Target="../embeddings/oleObject294.bin"/><Relationship Id="rId32" Type="http://schemas.openxmlformats.org/officeDocument/2006/relationships/oleObject" Target="../embeddings/oleObject189.bin"/><Relationship Id="rId37" Type="http://schemas.openxmlformats.org/officeDocument/2006/relationships/image" Target="../media/image278.wmf"/><Relationship Id="rId5" Type="http://schemas.openxmlformats.org/officeDocument/2006/relationships/image" Target="../media/image265.wmf"/><Relationship Id="rId15" Type="http://schemas.openxmlformats.org/officeDocument/2006/relationships/image" Target="../media/image270.wmf"/><Relationship Id="rId23" Type="http://schemas.openxmlformats.org/officeDocument/2006/relationships/image" Target="../media/image247.wmf"/><Relationship Id="rId28" Type="http://schemas.openxmlformats.org/officeDocument/2006/relationships/oleObject" Target="../embeddings/oleObject296.bin"/><Relationship Id="rId36" Type="http://schemas.openxmlformats.org/officeDocument/2006/relationships/oleObject" Target="../embeddings/oleObject298.bin"/><Relationship Id="rId10" Type="http://schemas.openxmlformats.org/officeDocument/2006/relationships/oleObject" Target="../embeddings/oleObject288.bin"/><Relationship Id="rId19" Type="http://schemas.openxmlformats.org/officeDocument/2006/relationships/image" Target="../media/image272.wmf"/><Relationship Id="rId31" Type="http://schemas.openxmlformats.org/officeDocument/2006/relationships/image" Target="../media/image174.wmf"/><Relationship Id="rId4" Type="http://schemas.openxmlformats.org/officeDocument/2006/relationships/oleObject" Target="../embeddings/oleObject285.bin"/><Relationship Id="rId9" Type="http://schemas.openxmlformats.org/officeDocument/2006/relationships/image" Target="../media/image267.wmf"/><Relationship Id="rId14" Type="http://schemas.openxmlformats.org/officeDocument/2006/relationships/oleObject" Target="../embeddings/oleObject290.bin"/><Relationship Id="rId22" Type="http://schemas.openxmlformats.org/officeDocument/2006/relationships/oleObject" Target="../embeddings/oleObject263.bin"/><Relationship Id="rId27" Type="http://schemas.openxmlformats.org/officeDocument/2006/relationships/image" Target="../media/image275.wmf"/><Relationship Id="rId30" Type="http://schemas.openxmlformats.org/officeDocument/2006/relationships/oleObject" Target="../embeddings/oleObject188.bin"/><Relationship Id="rId35" Type="http://schemas.openxmlformats.org/officeDocument/2006/relationships/image" Target="../media/image277.wmf"/><Relationship Id="rId8" Type="http://schemas.openxmlformats.org/officeDocument/2006/relationships/oleObject" Target="../embeddings/oleObject287.bin"/><Relationship Id="rId3" Type="http://schemas.openxmlformats.org/officeDocument/2006/relationships/notesSlide" Target="../notesSlides/notesSlide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9.w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258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7.bin"/><Relationship Id="rId18" Type="http://schemas.openxmlformats.org/officeDocument/2006/relationships/image" Target="../media/image287.wmf"/><Relationship Id="rId26" Type="http://schemas.openxmlformats.org/officeDocument/2006/relationships/image" Target="../media/image274.wmf"/><Relationship Id="rId21" Type="http://schemas.openxmlformats.org/officeDocument/2006/relationships/oleObject" Target="../embeddings/oleObject293.bin"/><Relationship Id="rId34" Type="http://schemas.openxmlformats.org/officeDocument/2006/relationships/image" Target="../media/image291.wmf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84.wmf"/><Relationship Id="rId17" Type="http://schemas.openxmlformats.org/officeDocument/2006/relationships/oleObject" Target="../embeddings/oleObject309.bin"/><Relationship Id="rId25" Type="http://schemas.openxmlformats.org/officeDocument/2006/relationships/oleObject" Target="../embeddings/oleObject294.bin"/><Relationship Id="rId33" Type="http://schemas.openxmlformats.org/officeDocument/2006/relationships/oleObject" Target="../embeddings/oleObject313.bin"/><Relationship Id="rId38" Type="http://schemas.openxmlformats.org/officeDocument/2006/relationships/image" Target="../media/image2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6.wmf"/><Relationship Id="rId20" Type="http://schemas.openxmlformats.org/officeDocument/2006/relationships/image" Target="../media/image288.wmf"/><Relationship Id="rId29" Type="http://schemas.openxmlformats.org/officeDocument/2006/relationships/oleObject" Target="../embeddings/oleObject311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306.bin"/><Relationship Id="rId24" Type="http://schemas.openxmlformats.org/officeDocument/2006/relationships/image" Target="../media/image247.wmf"/><Relationship Id="rId32" Type="http://schemas.openxmlformats.org/officeDocument/2006/relationships/image" Target="../media/image290.wmf"/><Relationship Id="rId37" Type="http://schemas.openxmlformats.org/officeDocument/2006/relationships/oleObject" Target="../embeddings/oleObject315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23" Type="http://schemas.openxmlformats.org/officeDocument/2006/relationships/oleObject" Target="../embeddings/oleObject263.bin"/><Relationship Id="rId28" Type="http://schemas.openxmlformats.org/officeDocument/2006/relationships/image" Target="../media/image275.wmf"/><Relationship Id="rId36" Type="http://schemas.openxmlformats.org/officeDocument/2006/relationships/image" Target="../media/image292.wmf"/><Relationship Id="rId10" Type="http://schemas.openxmlformats.org/officeDocument/2006/relationships/image" Target="../media/image283.wmf"/><Relationship Id="rId19" Type="http://schemas.openxmlformats.org/officeDocument/2006/relationships/oleObject" Target="../embeddings/oleObject310.bin"/><Relationship Id="rId31" Type="http://schemas.openxmlformats.org/officeDocument/2006/relationships/oleObject" Target="../embeddings/oleObject312.bin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85.wmf"/><Relationship Id="rId22" Type="http://schemas.openxmlformats.org/officeDocument/2006/relationships/image" Target="../media/image273.wmf"/><Relationship Id="rId27" Type="http://schemas.openxmlformats.org/officeDocument/2006/relationships/oleObject" Target="../embeddings/oleObject295.bin"/><Relationship Id="rId30" Type="http://schemas.openxmlformats.org/officeDocument/2006/relationships/image" Target="../media/image289.wmf"/><Relationship Id="rId35" Type="http://schemas.openxmlformats.org/officeDocument/2006/relationships/oleObject" Target="../embeddings/oleObject314.bin"/><Relationship Id="rId8" Type="http://schemas.openxmlformats.org/officeDocument/2006/relationships/image" Target="../media/image282.wmf"/><Relationship Id="rId3" Type="http://schemas.openxmlformats.org/officeDocument/2006/relationships/oleObject" Target="../embeddings/oleObject302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8.bin"/><Relationship Id="rId18" Type="http://schemas.openxmlformats.org/officeDocument/2006/relationships/image" Target="../media/image298.wmf"/><Relationship Id="rId26" Type="http://schemas.openxmlformats.org/officeDocument/2006/relationships/image" Target="../media/image301.wmf"/><Relationship Id="rId3" Type="http://schemas.openxmlformats.org/officeDocument/2006/relationships/oleObject" Target="../embeddings/oleObject302.bin"/><Relationship Id="rId21" Type="http://schemas.openxmlformats.org/officeDocument/2006/relationships/oleObject" Target="../embeddings/oleObject322.bin"/><Relationship Id="rId34" Type="http://schemas.openxmlformats.org/officeDocument/2006/relationships/image" Target="../media/image305.wmf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95.wmf"/><Relationship Id="rId17" Type="http://schemas.openxmlformats.org/officeDocument/2006/relationships/oleObject" Target="../embeddings/oleObject320.bin"/><Relationship Id="rId25" Type="http://schemas.openxmlformats.org/officeDocument/2006/relationships/oleObject" Target="../embeddings/oleObject323.bin"/><Relationship Id="rId33" Type="http://schemas.openxmlformats.org/officeDocument/2006/relationships/oleObject" Target="../embeddings/oleObject3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7.wmf"/><Relationship Id="rId20" Type="http://schemas.openxmlformats.org/officeDocument/2006/relationships/image" Target="../media/image299.wmf"/><Relationship Id="rId29" Type="http://schemas.openxmlformats.org/officeDocument/2006/relationships/oleObject" Target="../embeddings/oleObject325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94.wmf"/><Relationship Id="rId11" Type="http://schemas.openxmlformats.org/officeDocument/2006/relationships/oleObject" Target="../embeddings/oleObject317.bin"/><Relationship Id="rId24" Type="http://schemas.openxmlformats.org/officeDocument/2006/relationships/image" Target="../media/image244.wmf"/><Relationship Id="rId32" Type="http://schemas.openxmlformats.org/officeDocument/2006/relationships/image" Target="../media/image304.wmf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19.bin"/><Relationship Id="rId23" Type="http://schemas.openxmlformats.org/officeDocument/2006/relationships/oleObject" Target="../embeddings/oleObject266.bin"/><Relationship Id="rId28" Type="http://schemas.openxmlformats.org/officeDocument/2006/relationships/image" Target="../media/image302.wmf"/><Relationship Id="rId36" Type="http://schemas.openxmlformats.org/officeDocument/2006/relationships/image" Target="../media/image306.wmf"/><Relationship Id="rId10" Type="http://schemas.openxmlformats.org/officeDocument/2006/relationships/image" Target="../media/image283.wmf"/><Relationship Id="rId19" Type="http://schemas.openxmlformats.org/officeDocument/2006/relationships/oleObject" Target="../embeddings/oleObject321.bin"/><Relationship Id="rId31" Type="http://schemas.openxmlformats.org/officeDocument/2006/relationships/oleObject" Target="../embeddings/oleObject326.bin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96.wmf"/><Relationship Id="rId22" Type="http://schemas.openxmlformats.org/officeDocument/2006/relationships/image" Target="../media/image300.wmf"/><Relationship Id="rId27" Type="http://schemas.openxmlformats.org/officeDocument/2006/relationships/oleObject" Target="../embeddings/oleObject324.bin"/><Relationship Id="rId30" Type="http://schemas.openxmlformats.org/officeDocument/2006/relationships/image" Target="../media/image303.wmf"/><Relationship Id="rId35" Type="http://schemas.openxmlformats.org/officeDocument/2006/relationships/oleObject" Target="../embeddings/oleObject328.bin"/><Relationship Id="rId8" Type="http://schemas.openxmlformats.org/officeDocument/2006/relationships/image" Target="../media/image28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2.bin"/><Relationship Id="rId13" Type="http://schemas.openxmlformats.org/officeDocument/2006/relationships/image" Target="../media/image311.wmf"/><Relationship Id="rId3" Type="http://schemas.openxmlformats.org/officeDocument/2006/relationships/oleObject" Target="../embeddings/oleObject329.bin"/><Relationship Id="rId7" Type="http://schemas.openxmlformats.org/officeDocument/2006/relationships/image" Target="../media/image308.wmf"/><Relationship Id="rId12" Type="http://schemas.openxmlformats.org/officeDocument/2006/relationships/oleObject" Target="../embeddings/oleObject3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31.bin"/><Relationship Id="rId11" Type="http://schemas.openxmlformats.org/officeDocument/2006/relationships/image" Target="../media/image310.wmf"/><Relationship Id="rId5" Type="http://schemas.openxmlformats.org/officeDocument/2006/relationships/oleObject" Target="../embeddings/oleObject330.bin"/><Relationship Id="rId15" Type="http://schemas.openxmlformats.org/officeDocument/2006/relationships/image" Target="../media/image312.wmf"/><Relationship Id="rId10" Type="http://schemas.openxmlformats.org/officeDocument/2006/relationships/oleObject" Target="../embeddings/oleObject333.bin"/><Relationship Id="rId4" Type="http://schemas.openxmlformats.org/officeDocument/2006/relationships/image" Target="../media/image307.wmf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33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oleObject" Target="../embeddings/oleObject340.bin"/><Relationship Id="rId18" Type="http://schemas.openxmlformats.org/officeDocument/2006/relationships/image" Target="../media/image319.wmf"/><Relationship Id="rId26" Type="http://schemas.openxmlformats.org/officeDocument/2006/relationships/image" Target="../media/image323.wmf"/><Relationship Id="rId3" Type="http://schemas.openxmlformats.org/officeDocument/2006/relationships/oleObject" Target="../embeddings/oleObject336.bin"/><Relationship Id="rId21" Type="http://schemas.openxmlformats.org/officeDocument/2006/relationships/oleObject" Target="../embeddings/oleObject344.bin"/><Relationship Id="rId7" Type="http://schemas.openxmlformats.org/officeDocument/2006/relationships/oleObject" Target="../embeddings/oleObject337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42.bin"/><Relationship Id="rId25" Type="http://schemas.openxmlformats.org/officeDocument/2006/relationships/oleObject" Target="../embeddings/oleObject3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8.wmf"/><Relationship Id="rId20" Type="http://schemas.openxmlformats.org/officeDocument/2006/relationships/image" Target="../media/image320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339.bin"/><Relationship Id="rId24" Type="http://schemas.openxmlformats.org/officeDocument/2006/relationships/image" Target="../media/image322.wmf"/><Relationship Id="rId5" Type="http://schemas.openxmlformats.org/officeDocument/2006/relationships/oleObject" Target="../embeddings/oleObject329.bin"/><Relationship Id="rId15" Type="http://schemas.openxmlformats.org/officeDocument/2006/relationships/oleObject" Target="../embeddings/oleObject341.bin"/><Relationship Id="rId23" Type="http://schemas.openxmlformats.org/officeDocument/2006/relationships/oleObject" Target="../embeddings/oleObject345.bin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43.bin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38.bin"/><Relationship Id="rId14" Type="http://schemas.openxmlformats.org/officeDocument/2006/relationships/image" Target="../media/image317.wmf"/><Relationship Id="rId22" Type="http://schemas.openxmlformats.org/officeDocument/2006/relationships/image" Target="../media/image32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352.bin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2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0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10" Type="http://schemas.openxmlformats.org/officeDocument/2006/relationships/image" Target="../media/image327.wmf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2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oleObject" Target="../embeddings/oleObject358.bin"/><Relationship Id="rId18" Type="http://schemas.openxmlformats.org/officeDocument/2006/relationships/image" Target="../media/image337.wmf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34.wmf"/><Relationship Id="rId17" Type="http://schemas.openxmlformats.org/officeDocument/2006/relationships/oleObject" Target="../embeddings/oleObject3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31.wmf"/><Relationship Id="rId11" Type="http://schemas.openxmlformats.org/officeDocument/2006/relationships/oleObject" Target="../embeddings/oleObject357.bin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10" Type="http://schemas.openxmlformats.org/officeDocument/2006/relationships/image" Target="../media/image333.wmf"/><Relationship Id="rId4" Type="http://schemas.openxmlformats.org/officeDocument/2006/relationships/image" Target="../media/image307.w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3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oleObject" Target="../embeddings/oleObject366.bin"/><Relationship Id="rId18" Type="http://schemas.openxmlformats.org/officeDocument/2006/relationships/image" Target="../media/image345.wmf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42.wmf"/><Relationship Id="rId17" Type="http://schemas.openxmlformats.org/officeDocument/2006/relationships/oleObject" Target="../embeddings/oleObject3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4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39.w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10" Type="http://schemas.openxmlformats.org/officeDocument/2006/relationships/image" Target="../media/image341.wmf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43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47.wmf"/><Relationship Id="rId5" Type="http://schemas.openxmlformats.org/officeDocument/2006/relationships/oleObject" Target="../embeddings/oleObject370.bin"/><Relationship Id="rId4" Type="http://schemas.openxmlformats.org/officeDocument/2006/relationships/image" Target="../media/image34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oleObject" Target="../embeddings/oleObject377.bin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5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5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50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5" Type="http://schemas.openxmlformats.org/officeDocument/2006/relationships/oleObject" Target="../embeddings/oleObject378.bin"/><Relationship Id="rId10" Type="http://schemas.openxmlformats.org/officeDocument/2006/relationships/image" Target="../media/image352.wmf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375.bin"/><Relationship Id="rId14" Type="http://schemas.openxmlformats.org/officeDocument/2006/relationships/image" Target="../media/image354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E89D6-6020-4BBE-B26B-090587B5876F}"/>
              </a:ext>
            </a:extLst>
          </p:cNvPr>
          <p:cNvSpPr txBox="1">
            <a:spLocks/>
          </p:cNvSpPr>
          <p:nvPr/>
        </p:nvSpPr>
        <p:spPr>
          <a:xfrm>
            <a:off x="683568" y="1100556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5081D4-65B0-41FD-B0E4-ABE50A911EB7}"/>
              </a:ext>
            </a:extLst>
          </p:cNvPr>
          <p:cNvSpPr txBox="1">
            <a:spLocks/>
          </p:cNvSpPr>
          <p:nvPr/>
        </p:nvSpPr>
        <p:spPr>
          <a:xfrm>
            <a:off x="1369368" y="253243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数列的极限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D1707BF-6D7D-4E83-8F41-7ED153B1A68A}"/>
              </a:ext>
            </a:extLst>
          </p:cNvPr>
          <p:cNvSpPr txBox="1"/>
          <p:nvPr/>
        </p:nvSpPr>
        <p:spPr>
          <a:xfrm>
            <a:off x="2699792" y="3651870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 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9992" y="1403074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圆内接正三角形的面积</a:t>
            </a:r>
          </a:p>
        </p:txBody>
      </p:sp>
      <p:sp>
        <p:nvSpPr>
          <p:cNvPr id="3" name="文本框 4"/>
          <p:cNvSpPr txBox="1"/>
          <p:nvPr/>
        </p:nvSpPr>
        <p:spPr>
          <a:xfrm>
            <a:off x="948307" y="568796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一、数列极限的描述性定义</a:t>
            </a:r>
          </a:p>
        </p:txBody>
      </p:sp>
      <p:sp>
        <p:nvSpPr>
          <p:cNvPr id="4" name="文本框 7"/>
          <p:cNvSpPr txBox="1"/>
          <p:nvPr/>
        </p:nvSpPr>
        <p:spPr>
          <a:xfrm>
            <a:off x="947766" y="1344256"/>
            <a:ext cx="3851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 </a:t>
            </a:r>
            <a:r>
              <a:rPr lang="zh-CN" altLang="en-US" sz="2400" b="1" dirty="0">
                <a:latin typeface="+mn-ea"/>
              </a:rPr>
              <a:t>圆面积的计算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5" name="Oval 18">
            <a:extLst>
              <a:ext uri="{FF2B5EF4-FFF2-40B4-BE49-F238E27FC236}">
                <a16:creationId xmlns:a16="http://schemas.microsoft.com/office/drawing/2014/main" id="{2A22C459-9E23-4713-9BD8-90986502F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192" y="2150814"/>
            <a:ext cx="2349500" cy="2352675"/>
          </a:xfrm>
          <a:prstGeom prst="ellipse">
            <a:avLst/>
          </a:prstGeom>
          <a:solidFill>
            <a:srgbClr val="B2B2B2"/>
          </a:solidFill>
          <a:ln w="15875" cmpd="sng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A00462CE-B04B-4912-9CA2-817A2D4F4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729" y="2139358"/>
            <a:ext cx="2073275" cy="1751012"/>
          </a:xfrm>
          <a:prstGeom prst="triangle">
            <a:avLst>
              <a:gd name="adj" fmla="val 50000"/>
            </a:avLst>
          </a:prstGeom>
          <a:solidFill>
            <a:srgbClr val="FFFF00">
              <a:alpha val="73000"/>
            </a:srgbClr>
          </a:solidFill>
          <a:ln w="9525" cmpd="sng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F7C104AE-9591-4BB6-8926-DAF61E2C2585}"/>
              </a:ext>
            </a:extLst>
          </p:cNvPr>
          <p:cNvGrpSpPr>
            <a:grpSpLocks/>
          </p:cNvGrpSpPr>
          <p:nvPr/>
        </p:nvGrpSpPr>
        <p:grpSpPr bwMode="auto">
          <a:xfrm>
            <a:off x="1172480" y="2146052"/>
            <a:ext cx="2073275" cy="2335212"/>
            <a:chOff x="0" y="0"/>
            <a:chExt cx="1536" cy="1728"/>
          </a:xfrm>
        </p:grpSpPr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4495244D-300A-43FA-B9BC-B1D20AD09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0"/>
              <a:ext cx="768" cy="1296"/>
            </a:xfrm>
            <a:custGeom>
              <a:avLst/>
              <a:gdLst>
                <a:gd name="T0" fmla="*/ 0 w 768"/>
                <a:gd name="T1" fmla="*/ 0 h 1296"/>
                <a:gd name="T2" fmla="*/ 768 w 768"/>
                <a:gd name="T3" fmla="*/ 480 h 1296"/>
                <a:gd name="T4" fmla="*/ 768 w 768"/>
                <a:gd name="T5" fmla="*/ 1296 h 1296"/>
                <a:gd name="T6" fmla="*/ 0 60000 65536"/>
                <a:gd name="T7" fmla="*/ 0 60000 65536"/>
                <a:gd name="T8" fmla="*/ 0 60000 65536"/>
                <a:gd name="T9" fmla="*/ 0 w 768"/>
                <a:gd name="T10" fmla="*/ 0 h 1296"/>
                <a:gd name="T11" fmla="*/ 768 w 768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1296">
                  <a:moveTo>
                    <a:pt x="0" y="0"/>
                  </a:moveTo>
                  <a:lnTo>
                    <a:pt x="768" y="480"/>
                  </a:lnTo>
                  <a:lnTo>
                    <a:pt x="768" y="1296"/>
                  </a:ln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325C736D-5917-46F3-AA19-18C9DD3EC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96"/>
              <a:ext cx="1536" cy="432"/>
            </a:xfrm>
            <a:custGeom>
              <a:avLst/>
              <a:gdLst>
                <a:gd name="T0" fmla="*/ 0 w 1536"/>
                <a:gd name="T1" fmla="*/ 0 h 432"/>
                <a:gd name="T2" fmla="*/ 768 w 1536"/>
                <a:gd name="T3" fmla="*/ 432 h 432"/>
                <a:gd name="T4" fmla="*/ 1536 w 1536"/>
                <a:gd name="T5" fmla="*/ 0 h 432"/>
                <a:gd name="T6" fmla="*/ 0 60000 65536"/>
                <a:gd name="T7" fmla="*/ 0 60000 65536"/>
                <a:gd name="T8" fmla="*/ 0 60000 65536"/>
                <a:gd name="T9" fmla="*/ 0 w 1536"/>
                <a:gd name="T10" fmla="*/ 0 h 432"/>
                <a:gd name="T11" fmla="*/ 1536 w 1536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" h="432">
                  <a:moveTo>
                    <a:pt x="0" y="0"/>
                  </a:moveTo>
                  <a:lnTo>
                    <a:pt x="768" y="432"/>
                  </a:lnTo>
                  <a:lnTo>
                    <a:pt x="1536" y="0"/>
                  </a:ln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6B04DD01-96DA-4367-ADA8-9CE2FA758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68" cy="1296"/>
            </a:xfrm>
            <a:custGeom>
              <a:avLst/>
              <a:gdLst>
                <a:gd name="T0" fmla="*/ 768 w 768"/>
                <a:gd name="T1" fmla="*/ 0 h 1296"/>
                <a:gd name="T2" fmla="*/ 0 w 768"/>
                <a:gd name="T3" fmla="*/ 480 h 1296"/>
                <a:gd name="T4" fmla="*/ 0 w 768"/>
                <a:gd name="T5" fmla="*/ 1296 h 1296"/>
                <a:gd name="T6" fmla="*/ 768 w 768"/>
                <a:gd name="T7" fmla="*/ 0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1296"/>
                <a:gd name="T14" fmla="*/ 768 w 76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1296">
                  <a:moveTo>
                    <a:pt x="768" y="0"/>
                  </a:moveTo>
                  <a:lnTo>
                    <a:pt x="0" y="480"/>
                  </a:lnTo>
                  <a:lnTo>
                    <a:pt x="0" y="1296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</p:grpSp>
      <p:grpSp>
        <p:nvGrpSpPr>
          <p:cNvPr id="11" name="Group 21">
            <a:extLst>
              <a:ext uri="{FF2B5EF4-FFF2-40B4-BE49-F238E27FC236}">
                <a16:creationId xmlns:a16="http://schemas.microsoft.com/office/drawing/2014/main" id="{616EEEC7-0A42-4133-9EB5-63190AAC750D}"/>
              </a:ext>
            </a:extLst>
          </p:cNvPr>
          <p:cNvGrpSpPr>
            <a:grpSpLocks/>
          </p:cNvGrpSpPr>
          <p:nvPr/>
        </p:nvGrpSpPr>
        <p:grpSpPr bwMode="auto">
          <a:xfrm>
            <a:off x="1031192" y="2298452"/>
            <a:ext cx="2344738" cy="2052637"/>
            <a:chOff x="0" y="0"/>
            <a:chExt cx="1737" cy="1519"/>
          </a:xfrm>
        </p:grpSpPr>
        <p:sp>
          <p:nvSpPr>
            <p:cNvPr id="12" name="AutoShape 25">
              <a:extLst>
                <a:ext uri="{FF2B5EF4-FFF2-40B4-BE49-F238E27FC236}">
                  <a16:creationId xmlns:a16="http://schemas.microsoft.com/office/drawing/2014/main" id="{B51FC0F6-CD4D-4AF6-9301-6D2CF98EE5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26" y="704"/>
              <a:ext cx="885" cy="100"/>
            </a:xfrm>
            <a:prstGeom prst="triangle">
              <a:avLst>
                <a:gd name="adj" fmla="val 49880"/>
              </a:avLst>
            </a:prstGeom>
            <a:solidFill>
              <a:srgbClr val="BBE0E3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AutoShape 26">
              <a:extLst>
                <a:ext uri="{FF2B5EF4-FFF2-40B4-BE49-F238E27FC236}">
                  <a16:creationId xmlns:a16="http://schemas.microsoft.com/office/drawing/2014/main" id="{392BB842-4272-4628-9D60-19D376E551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389" y="699"/>
              <a:ext cx="887" cy="112"/>
            </a:xfrm>
            <a:prstGeom prst="triangle">
              <a:avLst>
                <a:gd name="adj" fmla="val 49880"/>
              </a:avLst>
            </a:prstGeom>
            <a:solidFill>
              <a:srgbClr val="BBE0E3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l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AutoShape 27">
              <a:extLst>
                <a:ext uri="{FF2B5EF4-FFF2-40B4-BE49-F238E27FC236}">
                  <a16:creationId xmlns:a16="http://schemas.microsoft.com/office/drawing/2014/main" id="{815D7F17-983B-44E4-A182-58F1EFA523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940000">
              <a:off x="853" y="1384"/>
              <a:ext cx="884" cy="120"/>
            </a:xfrm>
            <a:prstGeom prst="triangle">
              <a:avLst>
                <a:gd name="adj" fmla="val 49880"/>
              </a:avLst>
            </a:prstGeom>
            <a:solidFill>
              <a:srgbClr val="BBE0E3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l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AutoShape 28">
              <a:extLst>
                <a:ext uri="{FF2B5EF4-FFF2-40B4-BE49-F238E27FC236}">
                  <a16:creationId xmlns:a16="http://schemas.microsoft.com/office/drawing/2014/main" id="{144575B9-7145-4911-B7A5-19CB8BB589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600000">
              <a:off x="13" y="1392"/>
              <a:ext cx="884" cy="127"/>
            </a:xfrm>
            <a:prstGeom prst="triangle">
              <a:avLst>
                <a:gd name="adj" fmla="val 49880"/>
              </a:avLst>
            </a:prstGeom>
            <a:solidFill>
              <a:srgbClr val="BBE0E3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l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AutoShape 29">
              <a:extLst>
                <a:ext uri="{FF2B5EF4-FFF2-40B4-BE49-F238E27FC236}">
                  <a16:creationId xmlns:a16="http://schemas.microsoft.com/office/drawing/2014/main" id="{2D469138-948A-4200-8FA5-BEED683898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3595">
              <a:off x="839" y="13"/>
              <a:ext cx="884" cy="127"/>
            </a:xfrm>
            <a:prstGeom prst="triangle">
              <a:avLst>
                <a:gd name="adj" fmla="val 49880"/>
              </a:avLst>
            </a:prstGeom>
            <a:solidFill>
              <a:srgbClr val="BBE0E3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AutoShape 30">
              <a:extLst>
                <a:ext uri="{FF2B5EF4-FFF2-40B4-BE49-F238E27FC236}">
                  <a16:creationId xmlns:a16="http://schemas.microsoft.com/office/drawing/2014/main" id="{9CDDD5BD-6FF6-4F00-9199-7D62E6BACF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0000">
              <a:off x="20" y="0"/>
              <a:ext cx="884" cy="127"/>
            </a:xfrm>
            <a:prstGeom prst="triangle">
              <a:avLst>
                <a:gd name="adj" fmla="val 49880"/>
              </a:avLst>
            </a:prstGeom>
            <a:solidFill>
              <a:srgbClr val="BBE0E3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cxnSp>
        <p:nvCxnSpPr>
          <p:cNvPr id="18" name="直接连接符 33">
            <a:extLst>
              <a:ext uri="{FF2B5EF4-FFF2-40B4-BE49-F238E27FC236}">
                <a16:creationId xmlns:a16="http://schemas.microsoft.com/office/drawing/2014/main" id="{64A95EA1-3BA2-4E1B-8492-1F3179A4A15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70892" y="2139702"/>
            <a:ext cx="1035050" cy="1752600"/>
          </a:xfrm>
          <a:prstGeom prst="line">
            <a:avLst/>
          </a:prstGeom>
          <a:noFill/>
          <a:ln w="12700" cmpd="sng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直接连接符 36">
            <a:extLst>
              <a:ext uri="{FF2B5EF4-FFF2-40B4-BE49-F238E27FC236}">
                <a16:creationId xmlns:a16="http://schemas.microsoft.com/office/drawing/2014/main" id="{AD18930F-C40E-414A-BC08-F2D68936C8FD}"/>
              </a:ext>
            </a:extLst>
          </p:cNvPr>
          <p:cNvCxnSpPr>
            <a:cxnSpLocks noChangeShapeType="1"/>
            <a:endCxn id="9" idx="2"/>
          </p:cNvCxnSpPr>
          <p:nvPr/>
        </p:nvCxnSpPr>
        <p:spPr bwMode="auto">
          <a:xfrm>
            <a:off x="2205942" y="2139702"/>
            <a:ext cx="1039813" cy="1757759"/>
          </a:xfrm>
          <a:prstGeom prst="line">
            <a:avLst/>
          </a:prstGeom>
          <a:noFill/>
          <a:ln w="12700" cmpd="sng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直接连接符 39">
            <a:extLst>
              <a:ext uri="{FF2B5EF4-FFF2-40B4-BE49-F238E27FC236}">
                <a16:creationId xmlns:a16="http://schemas.microsoft.com/office/drawing/2014/main" id="{F03E8648-9595-496E-9CCC-E02FFFEACBAD}"/>
              </a:ext>
            </a:extLst>
          </p:cNvPr>
          <p:cNvCxnSpPr>
            <a:cxnSpLocks noChangeShapeType="1"/>
            <a:endCxn id="15" idx="4"/>
          </p:cNvCxnSpPr>
          <p:nvPr/>
        </p:nvCxnSpPr>
        <p:spPr bwMode="auto">
          <a:xfrm flipH="1">
            <a:off x="1171579" y="3890714"/>
            <a:ext cx="2077352" cy="1932"/>
          </a:xfrm>
          <a:prstGeom prst="line">
            <a:avLst/>
          </a:prstGeom>
          <a:noFill/>
          <a:ln w="12700" cmpd="sng">
            <a:solidFill>
              <a:schemeClr val="tx1"/>
            </a:solidFill>
            <a:round/>
            <a:headEnd/>
            <a:tailEnd/>
          </a:ln>
        </p:spPr>
      </p:cxnSp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E590CEA4-7FFC-438E-B4E3-5344313EB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311430"/>
              </p:ext>
            </p:extLst>
          </p:nvPr>
        </p:nvGraphicFramePr>
        <p:xfrm>
          <a:off x="7668344" y="1483739"/>
          <a:ext cx="29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0" name="Equation" r:id="rId4" imgW="7010400" imgH="9144000" progId="Equation.DSMT4">
                  <p:embed/>
                </p:oleObj>
              </mc:Choice>
              <mc:Fallback>
                <p:oleObj name="Equation" r:id="rId4" imgW="7010400" imgH="914400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1483739"/>
                        <a:ext cx="292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">
            <a:extLst>
              <a:ext uri="{FF2B5EF4-FFF2-40B4-BE49-F238E27FC236}">
                <a16:creationId xmlns:a16="http://schemas.microsoft.com/office/drawing/2014/main" id="{0DECCE2E-6558-4B53-84A3-4EA808812F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159651"/>
              </p:ext>
            </p:extLst>
          </p:nvPr>
        </p:nvGraphicFramePr>
        <p:xfrm>
          <a:off x="5220072" y="2654694"/>
          <a:ext cx="2921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1" name="Equation" r:id="rId6" imgW="7010400" imgH="3657600" progId="Equation.DSMT4">
                  <p:embed/>
                </p:oleObj>
              </mc:Choice>
              <mc:Fallback>
                <p:oleObj name="Equation" r:id="rId6" imgW="7010400" imgH="3657600" progId="Equation.DSMT4">
                  <p:embed/>
                  <p:pic>
                    <p:nvPicPr>
                      <p:cNvPr id="0" name="Picture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2654694"/>
                        <a:ext cx="2921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EF0D8D66-4C32-44F9-A212-7A1CFF4432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112299"/>
              </p:ext>
            </p:extLst>
          </p:nvPr>
        </p:nvGraphicFramePr>
        <p:xfrm>
          <a:off x="5220072" y="3427462"/>
          <a:ext cx="2921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2" name="Equation" r:id="rId8" imgW="7010400" imgH="3657600" progId="Equation.DSMT4">
                  <p:embed/>
                </p:oleObj>
              </mc:Choice>
              <mc:Fallback>
                <p:oleObj name="Equation" r:id="rId8" imgW="7010400" imgH="3657600" progId="Equation.DSMT4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3427462"/>
                        <a:ext cx="2921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499992" y="2044955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圆内接正六边形的面积</a:t>
            </a:r>
          </a:p>
        </p:txBody>
      </p:sp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E590CEA4-7FFC-438E-B4E3-5344313EB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332251"/>
              </p:ext>
            </p:extLst>
          </p:nvPr>
        </p:nvGraphicFramePr>
        <p:xfrm>
          <a:off x="7668344" y="2107934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3" name="Equation" r:id="rId10" imgW="7620000" imgH="9144000" progId="Equation.DSMT4">
                  <p:embed/>
                </p:oleObj>
              </mc:Choice>
              <mc:Fallback>
                <p:oleObj name="Equation" r:id="rId10" imgW="7620000" imgH="9144000" progId="Equation.DSMT4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2107934"/>
                        <a:ext cx="317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499992" y="281452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圆内接正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b="1" dirty="0">
                <a:latin typeface="Symbol" pitchFamily="18" charset="2"/>
                <a:cs typeface="Times New Roman" pitchFamily="18" charset="0"/>
                <a:sym typeface="Symbol"/>
              </a:rPr>
              <a:t>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aseline="30000" dirty="0">
                <a:latin typeface="Symbol" panose="05050102010706020507" pitchFamily="18" charset="2"/>
                <a:cs typeface="Times New Roman" pitchFamily="18" charset="0"/>
              </a:rPr>
              <a:t>-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边</a:t>
            </a:r>
            <a:r>
              <a:rPr lang="zh-CN" altLang="en-US" sz="2400" b="1" dirty="0"/>
              <a:t>形的面积</a:t>
            </a:r>
          </a:p>
        </p:txBody>
      </p:sp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E590CEA4-7FFC-438E-B4E3-5344313EB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811722"/>
              </p:ext>
            </p:extLst>
          </p:nvPr>
        </p:nvGraphicFramePr>
        <p:xfrm>
          <a:off x="8142932" y="2905808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4" name="Equation" r:id="rId12" imgW="7620000" imgH="9144000" progId="Equation.DSMT4">
                  <p:embed/>
                </p:oleObj>
              </mc:Choice>
              <mc:Fallback>
                <p:oleObj name="Equation" r:id="rId12" imgW="7620000" imgH="9144000" progId="Equation.DSMT4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2932" y="2905808"/>
                        <a:ext cx="317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808847" y="3690829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越大</a:t>
            </a:r>
          </a:p>
        </p:txBody>
      </p:sp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690994"/>
              </p:ext>
            </p:extLst>
          </p:nvPr>
        </p:nvGraphicFramePr>
        <p:xfrm>
          <a:off x="5132388" y="4429125"/>
          <a:ext cx="12700" cy="1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5" name="Equation" r:id="rId14" imgW="317160" imgH="380880" progId="Equation.DSMT4">
                  <p:embed/>
                </p:oleObj>
              </mc:Choice>
              <mc:Fallback>
                <p:oleObj name="Equation" r:id="rId14" imgW="317160" imgH="380880" progId="Equation.DSMT4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4429125"/>
                        <a:ext cx="12700" cy="1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227713" y="4198317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越接近于圆的面积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 autoUpdateAnimBg="0"/>
      <p:bldP spid="29" grpId="0"/>
      <p:bldP spid="31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刘徽.jpg">
            <a:extLst>
              <a:ext uri="{FF2B5EF4-FFF2-40B4-BE49-F238E27FC236}">
                <a16:creationId xmlns:a16="http://schemas.microsoft.com/office/drawing/2014/main" id="{90E9AF5A-4E36-4F28-85F0-30A703DF3CC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164288" y="389655"/>
            <a:ext cx="1152128" cy="1441592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7A57EE5-241D-4AE3-92D4-A81EDE21E446}"/>
              </a:ext>
            </a:extLst>
          </p:cNvPr>
          <p:cNvSpPr txBox="1"/>
          <p:nvPr/>
        </p:nvSpPr>
        <p:spPr>
          <a:xfrm>
            <a:off x="8400037" y="452988"/>
            <a:ext cx="492443" cy="13247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刘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EFC7EF-3914-4820-9AB2-B6A4462FEB2A}"/>
              </a:ext>
            </a:extLst>
          </p:cNvPr>
          <p:cNvSpPr txBox="1"/>
          <p:nvPr/>
        </p:nvSpPr>
        <p:spPr>
          <a:xfrm>
            <a:off x="7265194" y="2038456"/>
            <a:ext cx="1415772" cy="280831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b="1" dirty="0">
                <a:latin typeface="华文行楷" pitchFamily="2" charset="-122"/>
                <a:ea typeface="华文行楷" pitchFamily="2" charset="-122"/>
              </a:rPr>
              <a:t>“ 割之弥细，所失弥少，割之又割，以至于不可割，则与圆周合体而无所失矣”</a:t>
            </a:r>
          </a:p>
        </p:txBody>
      </p:sp>
      <p:pic>
        <p:nvPicPr>
          <p:cNvPr id="5" name="割圆法">
            <a:hlinkClick r:id="" action="ppaction://media"/>
            <a:extLst>
              <a:ext uri="{FF2B5EF4-FFF2-40B4-BE49-F238E27FC236}">
                <a16:creationId xmlns:a16="http://schemas.microsoft.com/office/drawing/2014/main" id="{7B50F2E9-13C0-46CD-9CD7-027993D394D7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579822" y="1246472"/>
            <a:ext cx="2607717" cy="26077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B97F15-0585-4B7E-9B3E-9B058DCE7805}"/>
              </a:ext>
            </a:extLst>
          </p:cNvPr>
          <p:cNvSpPr txBox="1"/>
          <p:nvPr/>
        </p:nvSpPr>
        <p:spPr>
          <a:xfrm>
            <a:off x="3679070" y="1246472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“割圆术”</a:t>
            </a:r>
          </a:p>
        </p:txBody>
      </p:sp>
      <p:sp>
        <p:nvSpPr>
          <p:cNvPr id="9" name="TextBox 32">
            <a:extLst>
              <a:ext uri="{FF2B5EF4-FFF2-40B4-BE49-F238E27FC236}">
                <a16:creationId xmlns:a16="http://schemas.microsoft.com/office/drawing/2014/main" id="{3593B369-A722-42F8-AC4D-EB83556DF35D}"/>
              </a:ext>
            </a:extLst>
          </p:cNvPr>
          <p:cNvSpPr txBox="1"/>
          <p:nvPr/>
        </p:nvSpPr>
        <p:spPr>
          <a:xfrm>
            <a:off x="4177048" y="2067694"/>
            <a:ext cx="1957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无限增大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FA49E204-522A-43F5-AF3D-CBB580931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157445"/>
              </p:ext>
            </p:extLst>
          </p:nvPr>
        </p:nvGraphicFramePr>
        <p:xfrm>
          <a:off x="3579813" y="2960688"/>
          <a:ext cx="12700" cy="1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9" name="Equation" r:id="rId7" imgW="317160" imgH="380880" progId="Equation.DSMT4">
                  <p:embed/>
                </p:oleObj>
              </mc:Choice>
              <mc:Fallback>
                <p:oleObj name="Equation" r:id="rId7" imgW="317160" imgH="38088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2960688"/>
                        <a:ext cx="12700" cy="1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34">
            <a:extLst>
              <a:ext uri="{FF2B5EF4-FFF2-40B4-BE49-F238E27FC236}">
                <a16:creationId xmlns:a16="http://schemas.microsoft.com/office/drawing/2014/main" id="{2D3F18D3-AAAE-43B1-9D92-489E60327212}"/>
              </a:ext>
            </a:extLst>
          </p:cNvPr>
          <p:cNvSpPr txBox="1"/>
          <p:nvPr/>
        </p:nvSpPr>
        <p:spPr>
          <a:xfrm>
            <a:off x="3701991" y="2734716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无限接近于圆的面积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290076" y="4269705"/>
            <a:ext cx="2592289" cy="495743"/>
            <a:chOff x="3779911" y="3603391"/>
            <a:chExt cx="2592289" cy="495743"/>
          </a:xfrm>
        </p:grpSpPr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D4C8EB83-8EA9-4E67-BAAE-A5E0AD6D4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911" y="3603391"/>
              <a:ext cx="2354597" cy="495743"/>
            </a:xfrm>
            <a:prstGeom prst="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4DC67A8-3005-47C0-B2F2-65B636E998F4}"/>
                </a:ext>
              </a:extLst>
            </p:cNvPr>
            <p:cNvGrpSpPr/>
            <p:nvPr/>
          </p:nvGrpSpPr>
          <p:grpSpPr>
            <a:xfrm>
              <a:off x="3779912" y="3637469"/>
              <a:ext cx="2592288" cy="461665"/>
              <a:chOff x="3923928" y="3939902"/>
              <a:chExt cx="2592288" cy="461665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9C07CEA-2415-41BB-9F5A-305E2AF2DFEB}"/>
                  </a:ext>
                </a:extLst>
              </p:cNvPr>
              <p:cNvSpPr txBox="1"/>
              <p:nvPr/>
            </p:nvSpPr>
            <p:spPr>
              <a:xfrm>
                <a:off x="3923928" y="3939902"/>
                <a:ext cx="25922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数列         的极限</a:t>
                </a:r>
              </a:p>
            </p:txBody>
          </p:sp>
          <p:graphicFrame>
            <p:nvGraphicFramePr>
              <p:cNvPr id="13" name="Object 8">
                <a:extLst>
                  <a:ext uri="{FF2B5EF4-FFF2-40B4-BE49-F238E27FC236}">
                    <a16:creationId xmlns:a16="http://schemas.microsoft.com/office/drawing/2014/main" id="{E6CDDBDD-AEB6-4154-91A7-B834B3F337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8009676"/>
                  </p:ext>
                </p:extLst>
              </p:nvPr>
            </p:nvGraphicFramePr>
            <p:xfrm>
              <a:off x="4661352" y="3980294"/>
              <a:ext cx="558720" cy="380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90" name="Equation" r:id="rId9" imgW="558720" imgH="380880" progId="Equation.DSMT4">
                      <p:embed/>
                    </p:oleObj>
                  </mc:Choice>
                  <mc:Fallback>
                    <p:oleObj name="Equation" r:id="rId9" imgW="558720" imgH="380880" progId="Equation.DSMT4">
                      <p:embed/>
                      <p:pic>
                        <p:nvPicPr>
                          <p:cNvPr id="0" name="Picture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61352" y="3980294"/>
                            <a:ext cx="558720" cy="3808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88339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85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8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DC714AF0-3EA8-4B31-86EF-615630082687}"/>
              </a:ext>
            </a:extLst>
          </p:cNvPr>
          <p:cNvSpPr txBox="1"/>
          <p:nvPr/>
        </p:nvSpPr>
        <p:spPr>
          <a:xfrm>
            <a:off x="952754" y="643940"/>
            <a:ext cx="7435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 </a:t>
            </a:r>
            <a:r>
              <a:rPr lang="zh-CN" altLang="en-US" sz="2400" b="1" dirty="0"/>
              <a:t>按照下标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 dirty="0"/>
              <a:t>从小到大排列得到的一列数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22F0ACA8-62C2-4975-8F42-6931349F3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174354"/>
              </p:ext>
            </p:extLst>
          </p:nvPr>
        </p:nvGraphicFramePr>
        <p:xfrm>
          <a:off x="7151688" y="692150"/>
          <a:ext cx="180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98" name="Equation" r:id="rId3" imgW="1803240" imgH="380880" progId="Equation.DSMT4">
                  <p:embed/>
                </p:oleObj>
              </mc:Choice>
              <mc:Fallback>
                <p:oleObj name="Equation" r:id="rId3" imgW="1803240" imgH="380880" progId="Equation.DSMT4">
                  <p:embed/>
                  <p:pic>
                    <p:nvPicPr>
                      <p:cNvPr id="0" name="Picture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688" y="692150"/>
                        <a:ext cx="1803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9907A-5173-4F62-8615-5C650D71C04B}"/>
              </a:ext>
            </a:extLst>
          </p:cNvPr>
          <p:cNvGrpSpPr/>
          <p:nvPr/>
        </p:nvGrpSpPr>
        <p:grpSpPr>
          <a:xfrm>
            <a:off x="318480" y="1349640"/>
            <a:ext cx="3960440" cy="461665"/>
            <a:chOff x="1278682" y="1347614"/>
            <a:chExt cx="3960440" cy="461665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0400D78-7F50-4882-8A84-D250F8983A6E}"/>
                </a:ext>
              </a:extLst>
            </p:cNvPr>
            <p:cNvSpPr txBox="1"/>
            <p:nvPr/>
          </p:nvSpPr>
          <p:spPr>
            <a:xfrm>
              <a:off x="1278682" y="1347614"/>
              <a:ext cx="39604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称为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数列</a:t>
              </a:r>
              <a:r>
                <a:rPr lang="zh-CN" altLang="en-US" sz="2400" b="1" dirty="0"/>
                <a:t>，简记为   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b="1" dirty="0"/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7E96C71B-EC10-4349-8DFF-89C57AF762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0308838"/>
                </p:ext>
              </p:extLst>
            </p:nvPr>
          </p:nvGraphicFramePr>
          <p:xfrm>
            <a:off x="3847865" y="1383862"/>
            <a:ext cx="520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599" name="Equation" r:id="rId5" imgW="520560" imgH="380880" progId="Equation.DSMT4">
                    <p:embed/>
                  </p:oleObj>
                </mc:Choice>
                <mc:Fallback>
                  <p:oleObj name="Equation" r:id="rId5" imgW="520560" imgH="380880" progId="Equation.DSMT4">
                    <p:embed/>
                    <p:pic>
                      <p:nvPicPr>
                        <p:cNvPr id="0" name="Picture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7865" y="1383862"/>
                          <a:ext cx="520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BB280F5-B0C0-4DDC-977D-0010220CD277}"/>
              </a:ext>
            </a:extLst>
          </p:cNvPr>
          <p:cNvGrpSpPr/>
          <p:nvPr/>
        </p:nvGrpSpPr>
        <p:grpSpPr>
          <a:xfrm>
            <a:off x="926474" y="2038077"/>
            <a:ext cx="7749982" cy="461665"/>
            <a:chOff x="1259632" y="1985572"/>
            <a:chExt cx="7749982" cy="461665"/>
          </a:xfrm>
        </p:grpSpPr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684C3612-E855-4A0C-9693-4B1DBCC74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1985572"/>
              <a:ext cx="7749982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数列中的每一个数称为数列的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项</a:t>
              </a:r>
              <a:r>
                <a:rPr kumimoji="1" lang="zh-CN" altLang="en-US" sz="2400" b="1" dirty="0">
                  <a:latin typeface="+mn-ea"/>
                </a:rPr>
                <a:t>，第</a:t>
              </a:r>
              <a:r>
                <a: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 </a:t>
              </a:r>
              <a:r>
                <a:rPr kumimoji="1" lang="zh-CN" altLang="en-US" sz="2400" b="1" dirty="0">
                  <a:latin typeface="+mn-ea"/>
                </a:rPr>
                <a:t>项  叫做数列的</a:t>
              </a:r>
              <a:endParaRPr kumimoji="1" lang="en-US" altLang="zh-CN" sz="2400" dirty="0">
                <a:latin typeface="+mn-ea"/>
              </a:endParaRPr>
            </a:p>
          </p:txBody>
        </p:sp>
        <p:graphicFrame>
          <p:nvGraphicFramePr>
            <p:cNvPr id="32" name="Object 8">
              <a:extLst>
                <a:ext uri="{FF2B5EF4-FFF2-40B4-BE49-F238E27FC236}">
                  <a16:creationId xmlns:a16="http://schemas.microsoft.com/office/drawing/2014/main" id="{9D834031-269A-4657-AFC9-8A91A7E701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730074"/>
                </p:ext>
              </p:extLst>
            </p:nvPr>
          </p:nvGraphicFramePr>
          <p:xfrm>
            <a:off x="6889130" y="2037898"/>
            <a:ext cx="2793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00" name="Equation" r:id="rId7" imgW="279360" imgH="380880" progId="Equation.DSMT4">
                    <p:embed/>
                  </p:oleObj>
                </mc:Choice>
                <mc:Fallback>
                  <p:oleObj name="Equation" r:id="rId7" imgW="279360" imgH="380880" progId="Equation.DSMT4">
                    <p:embed/>
                    <p:pic>
                      <p:nvPicPr>
                        <p:cNvPr id="0" name="Picture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9130" y="2037898"/>
                          <a:ext cx="279360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Rectangle 9">
            <a:extLst>
              <a:ext uri="{FF2B5EF4-FFF2-40B4-BE49-F238E27FC236}">
                <a16:creationId xmlns:a16="http://schemas.microsoft.com/office/drawing/2014/main" id="{A8F7642F-FCE6-424F-9633-09A3A4E1B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0" y="2678381"/>
            <a:ext cx="3345784" cy="47262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一般项（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通项</a:t>
            </a:r>
            <a:r>
              <a:rPr kumimoji="1" lang="zh-CN" altLang="en-US" sz="2400" b="1" dirty="0">
                <a:latin typeface="+mn-ea"/>
              </a:rPr>
              <a:t>）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A9E7540-977E-404F-9AD7-7F0F2E6636B2}"/>
              </a:ext>
            </a:extLst>
          </p:cNvPr>
          <p:cNvGrpSpPr/>
          <p:nvPr/>
        </p:nvGrpSpPr>
        <p:grpSpPr>
          <a:xfrm>
            <a:off x="1665605" y="3359120"/>
            <a:ext cx="6696744" cy="461665"/>
            <a:chOff x="971600" y="4710335"/>
            <a:chExt cx="6696744" cy="461665"/>
          </a:xfrm>
        </p:grpSpPr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2E2254AB-EB24-429B-B1F9-57C22075A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0" y="4710335"/>
              <a:ext cx="6696744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数列    可看做数轴上的一个动点</a:t>
              </a:r>
              <a:r>
                <a:rPr kumimoji="1"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52" name="Object 11">
              <a:extLst>
                <a:ext uri="{FF2B5EF4-FFF2-40B4-BE49-F238E27FC236}">
                  <a16:creationId xmlns:a16="http://schemas.microsoft.com/office/drawing/2014/main" id="{74FE9E75-7125-4CBC-A3EC-085CA743077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17558415"/>
                </p:ext>
              </p:extLst>
            </p:nvPr>
          </p:nvGraphicFramePr>
          <p:xfrm>
            <a:off x="1724918" y="4784893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01" name="Equation" r:id="rId9" imgW="545760" imgH="380880" progId="Equation.DSMT4">
                    <p:embed/>
                  </p:oleObj>
                </mc:Choice>
                <mc:Fallback>
                  <p:oleObj name="Equation" r:id="rId9" imgW="545760" imgH="380880" progId="Equation.DSMT4">
                    <p:embed/>
                    <p:pic>
                      <p:nvPicPr>
                        <p:cNvPr id="0" name="Picture 14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4918" y="4784893"/>
                          <a:ext cx="533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7CBBBB09-D135-4DA9-8A0F-C165A88D2EA1}"/>
              </a:ext>
            </a:extLst>
          </p:cNvPr>
          <p:cNvSpPr txBox="1"/>
          <p:nvPr/>
        </p:nvSpPr>
        <p:spPr>
          <a:xfrm>
            <a:off x="926474" y="3370837"/>
            <a:ext cx="3051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说明</a:t>
            </a:r>
          </a:p>
        </p:txBody>
      </p:sp>
      <p:sp>
        <p:nvSpPr>
          <p:cNvPr id="4" name="椭圆 3"/>
          <p:cNvSpPr/>
          <p:nvPr/>
        </p:nvSpPr>
        <p:spPr>
          <a:xfrm>
            <a:off x="8153903" y="636960"/>
            <a:ext cx="504056" cy="504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28384" y="1206254"/>
            <a:ext cx="864096" cy="369332"/>
          </a:xfrm>
          <a:prstGeom prst="rect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通项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C6982AF-018C-4183-82A1-FE342A84BEB7}"/>
              </a:ext>
            </a:extLst>
          </p:cNvPr>
          <p:cNvSpPr/>
          <p:nvPr/>
        </p:nvSpPr>
        <p:spPr>
          <a:xfrm>
            <a:off x="3909223" y="1349640"/>
            <a:ext cx="1814586" cy="4332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无穷数列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F36C80-A0C1-409D-905C-46FE36294788}"/>
              </a:ext>
            </a:extLst>
          </p:cNvPr>
          <p:cNvGrpSpPr/>
          <p:nvPr/>
        </p:nvGrpSpPr>
        <p:grpSpPr>
          <a:xfrm>
            <a:off x="862884" y="3991366"/>
            <a:ext cx="7112000" cy="833438"/>
            <a:chOff x="862884" y="3991366"/>
            <a:chExt cx="7112000" cy="833438"/>
          </a:xfrm>
        </p:grpSpPr>
        <p:grpSp>
          <p:nvGrpSpPr>
            <p:cNvPr id="35" name="Group 13">
              <a:extLst>
                <a:ext uri="{FF2B5EF4-FFF2-40B4-BE49-F238E27FC236}">
                  <a16:creationId xmlns:a16="http://schemas.microsoft.com/office/drawing/2014/main" id="{4F7D0703-C0F5-4392-B5D2-B550036707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2884" y="3991366"/>
              <a:ext cx="7112000" cy="833438"/>
              <a:chOff x="640" y="1660"/>
              <a:chExt cx="4480" cy="525"/>
            </a:xfrm>
          </p:grpSpPr>
          <p:sp>
            <p:nvSpPr>
              <p:cNvPr id="36" name="Line 14">
                <a:extLst>
                  <a:ext uri="{FF2B5EF4-FFF2-40B4-BE49-F238E27FC236}">
                    <a16:creationId xmlns:a16="http://schemas.microsoft.com/office/drawing/2014/main" id="{BFE7E496-281E-4635-84EB-CFD29778F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" y="1933"/>
                <a:ext cx="445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endParaRPr lang="zh-CN" altLang="en-US" sz="2800" b="1" dirty="0">
                  <a:latin typeface="+mn-ea"/>
                </a:endParaRPr>
              </a:p>
            </p:txBody>
          </p:sp>
          <p:graphicFrame>
            <p:nvGraphicFramePr>
              <p:cNvPr id="37" name="Object 15">
                <a:extLst>
                  <a:ext uri="{FF2B5EF4-FFF2-40B4-BE49-F238E27FC236}">
                    <a16:creationId xmlns:a16="http://schemas.microsoft.com/office/drawing/2014/main" id="{7553A8E1-F383-40E1-881E-BCA6F1EAAB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0126182"/>
                  </p:ext>
                </p:extLst>
              </p:nvPr>
            </p:nvGraphicFramePr>
            <p:xfrm>
              <a:off x="2477" y="1660"/>
              <a:ext cx="152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2" name="Equation" r:id="rId11" imgW="241200" imgH="380880" progId="Equation.DSMT4">
                      <p:embed/>
                    </p:oleObj>
                  </mc:Choice>
                  <mc:Fallback>
                    <p:oleObj name="Equation" r:id="rId11" imgW="241200" imgH="380880" progId="Equation.DSMT4">
                      <p:embed/>
                      <p:pic>
                        <p:nvPicPr>
                          <p:cNvPr id="0" name="Picture 1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7" y="1660"/>
                            <a:ext cx="152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16">
                <a:extLst>
                  <a:ext uri="{FF2B5EF4-FFF2-40B4-BE49-F238E27FC236}">
                    <a16:creationId xmlns:a16="http://schemas.microsoft.com/office/drawing/2014/main" id="{9CC62EB7-387D-4BA6-93F1-4C966A6366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1148266"/>
                  </p:ext>
                </p:extLst>
              </p:nvPr>
            </p:nvGraphicFramePr>
            <p:xfrm>
              <a:off x="1221" y="2002"/>
              <a:ext cx="12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3" name="Equation" r:id="rId13" imgW="190440" imgH="279360" progId="Equation.DSMT4">
                      <p:embed/>
                    </p:oleObj>
                  </mc:Choice>
                  <mc:Fallback>
                    <p:oleObj name="Equation" r:id="rId13" imgW="190440" imgH="279360" progId="Equation.DSMT4">
                      <p:embed/>
                      <p:pic>
                        <p:nvPicPr>
                          <p:cNvPr id="0" name="Picture 1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21" y="2002"/>
                            <a:ext cx="12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17">
                <a:extLst>
                  <a:ext uri="{FF2B5EF4-FFF2-40B4-BE49-F238E27FC236}">
                    <a16:creationId xmlns:a16="http://schemas.microsoft.com/office/drawing/2014/main" id="{2797AB08-65BE-419C-9F14-2830B7F113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5461378"/>
                  </p:ext>
                </p:extLst>
              </p:nvPr>
            </p:nvGraphicFramePr>
            <p:xfrm>
              <a:off x="5000" y="2032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4" name="Equation" r:id="rId15" imgW="190440" imgH="203040" progId="Equation.DSMT4">
                      <p:embed/>
                    </p:oleObj>
                  </mc:Choice>
                  <mc:Fallback>
                    <p:oleObj name="Equation" r:id="rId15" imgW="190440" imgH="203040" progId="Equation.DSMT4">
                      <p:embed/>
                      <p:pic>
                        <p:nvPicPr>
                          <p:cNvPr id="0" name="Picture 1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0" y="2032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Object 18">
                <a:extLst>
                  <a:ext uri="{FF2B5EF4-FFF2-40B4-BE49-F238E27FC236}">
                    <a16:creationId xmlns:a16="http://schemas.microsoft.com/office/drawing/2014/main" id="{A7C45CCC-63C1-4FE2-8264-4636E13137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4274239"/>
                  </p:ext>
                </p:extLst>
              </p:nvPr>
            </p:nvGraphicFramePr>
            <p:xfrm>
              <a:off x="3662" y="1945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5" name="Equation" r:id="rId17" imgW="279360" imgH="380880" progId="Equation.DSMT4">
                      <p:embed/>
                    </p:oleObj>
                  </mc:Choice>
                  <mc:Fallback>
                    <p:oleObj name="Equation" r:id="rId17" imgW="279360" imgH="380880" progId="Equation.DSMT4">
                      <p:embed/>
                      <p:pic>
                        <p:nvPicPr>
                          <p:cNvPr id="0" name="Picture 1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2" y="1945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19">
                <a:extLst>
                  <a:ext uri="{FF2B5EF4-FFF2-40B4-BE49-F238E27FC236}">
                    <a16:creationId xmlns:a16="http://schemas.microsoft.com/office/drawing/2014/main" id="{452AA1AF-A0DC-4724-A516-F5702D36EC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17523047"/>
                  </p:ext>
                </p:extLst>
              </p:nvPr>
            </p:nvGraphicFramePr>
            <p:xfrm>
              <a:off x="3326" y="1660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6" name="Equation" r:id="rId19" imgW="279360" imgH="380880" progId="Equation.DSMT4">
                      <p:embed/>
                    </p:oleObj>
                  </mc:Choice>
                  <mc:Fallback>
                    <p:oleObj name="Equation" r:id="rId19" imgW="279360" imgH="380880" progId="Equation.DSMT4">
                      <p:embed/>
                      <p:pic>
                        <p:nvPicPr>
                          <p:cNvPr id="0" name="Picture 1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6" y="1660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20">
                <a:extLst>
                  <a:ext uri="{FF2B5EF4-FFF2-40B4-BE49-F238E27FC236}">
                    <a16:creationId xmlns:a16="http://schemas.microsoft.com/office/drawing/2014/main" id="{D9B87C1C-E82E-4A07-811B-AFA1AF0A61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8741774"/>
                  </p:ext>
                </p:extLst>
              </p:nvPr>
            </p:nvGraphicFramePr>
            <p:xfrm>
              <a:off x="2976" y="1932"/>
              <a:ext cx="16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7" name="Equation" r:id="rId21" imgW="266400" imgH="380880" progId="Equation.DSMT4">
                      <p:embed/>
                    </p:oleObj>
                  </mc:Choice>
                  <mc:Fallback>
                    <p:oleObj name="Equation" r:id="rId21" imgW="266400" imgH="380880" progId="Equation.DSMT4">
                      <p:embed/>
                      <p:pic>
                        <p:nvPicPr>
                          <p:cNvPr id="0" name="Picture 1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1932"/>
                            <a:ext cx="168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21">
                <a:extLst>
                  <a:ext uri="{FF2B5EF4-FFF2-40B4-BE49-F238E27FC236}">
                    <a16:creationId xmlns:a16="http://schemas.microsoft.com/office/drawing/2014/main" id="{588C0953-4DEF-4124-8833-4F607EA9D6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8950543"/>
                  </p:ext>
                </p:extLst>
              </p:nvPr>
            </p:nvGraphicFramePr>
            <p:xfrm>
              <a:off x="3974" y="1660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608" name="Equation" r:id="rId23" imgW="279360" imgH="380880" progId="Equation.DSMT4">
                      <p:embed/>
                    </p:oleObj>
                  </mc:Choice>
                  <mc:Fallback>
                    <p:oleObj name="Equation" r:id="rId23" imgW="279360" imgH="380880" progId="Equation.DSMT4">
                      <p:embed/>
                      <p:pic>
                        <p:nvPicPr>
                          <p:cNvPr id="0" name="Picture 1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74" y="1660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Oval 22">
                <a:extLst>
                  <a:ext uri="{FF2B5EF4-FFF2-40B4-BE49-F238E27FC236}">
                    <a16:creationId xmlns:a16="http://schemas.microsoft.com/office/drawing/2014/main" id="{79331AA1-B06B-413A-B708-F02548C2F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4" y="1912"/>
                <a:ext cx="34" cy="34"/>
              </a:xfrm>
              <a:prstGeom prst="ellipse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45" name="Oval 23">
                <a:extLst>
                  <a:ext uri="{FF2B5EF4-FFF2-40B4-BE49-F238E27FC236}">
                    <a16:creationId xmlns:a16="http://schemas.microsoft.com/office/drawing/2014/main" id="{BDAB1E32-260D-4337-B554-CA1EBDF28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" y="1912"/>
                <a:ext cx="34" cy="34"/>
              </a:xfrm>
              <a:prstGeom prst="ellipse">
                <a:avLst/>
              </a:prstGeom>
              <a:solidFill>
                <a:srgbClr val="FF0000"/>
              </a:solidFill>
              <a:ln w="57150">
                <a:solidFill>
                  <a:srgbClr val="C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46" name="Oval 24">
                <a:extLst>
                  <a:ext uri="{FF2B5EF4-FFF2-40B4-BE49-F238E27FC236}">
                    <a16:creationId xmlns:a16="http://schemas.microsoft.com/office/drawing/2014/main" id="{7375D5E4-4D6F-4027-8E7D-770894D1D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2" y="1912"/>
                <a:ext cx="34" cy="34"/>
              </a:xfrm>
              <a:prstGeom prst="ellipse">
                <a:avLst/>
              </a:prstGeom>
              <a:solidFill>
                <a:srgbClr val="FF0000"/>
              </a:solidFill>
              <a:ln w="57150">
                <a:solidFill>
                  <a:srgbClr val="C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47" name="Oval 25">
                <a:extLst>
                  <a:ext uri="{FF2B5EF4-FFF2-40B4-BE49-F238E27FC236}">
                    <a16:creationId xmlns:a16="http://schemas.microsoft.com/office/drawing/2014/main" id="{64A5358C-0989-4212-A6F3-85FCF21BB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9" y="1912"/>
                <a:ext cx="34" cy="34"/>
              </a:xfrm>
              <a:prstGeom prst="ellipse">
                <a:avLst/>
              </a:prstGeom>
              <a:solidFill>
                <a:srgbClr val="FF0000"/>
              </a:solidFill>
              <a:ln w="57150">
                <a:solidFill>
                  <a:srgbClr val="C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48" name="Oval 26">
                <a:extLst>
                  <a:ext uri="{FF2B5EF4-FFF2-40B4-BE49-F238E27FC236}">
                    <a16:creationId xmlns:a16="http://schemas.microsoft.com/office/drawing/2014/main" id="{4FC05558-E820-449F-829E-07163AED3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1912"/>
                <a:ext cx="34" cy="34"/>
              </a:xfrm>
              <a:prstGeom prst="ellipse">
                <a:avLst/>
              </a:prstGeom>
              <a:solidFill>
                <a:srgbClr val="FF0000"/>
              </a:solidFill>
              <a:ln w="57150">
                <a:solidFill>
                  <a:srgbClr val="C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49" name="Oval 27">
                <a:extLst>
                  <a:ext uri="{FF2B5EF4-FFF2-40B4-BE49-F238E27FC236}">
                    <a16:creationId xmlns:a16="http://schemas.microsoft.com/office/drawing/2014/main" id="{AFDCD256-80E0-400B-8702-8AEC16924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6" y="1912"/>
                <a:ext cx="34" cy="34"/>
              </a:xfrm>
              <a:prstGeom prst="ellipse">
                <a:avLst/>
              </a:prstGeom>
              <a:solidFill>
                <a:srgbClr val="FF0000"/>
              </a:solidFill>
              <a:ln w="57150">
                <a:solidFill>
                  <a:srgbClr val="C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 b="1">
                  <a:latin typeface="+mn-ea"/>
                </a:endParaRPr>
              </a:p>
            </p:txBody>
          </p:sp>
        </p:grp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D98B6D08-1058-486B-A297-E53A9177CE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9952538"/>
                </p:ext>
              </p:extLst>
            </p:nvPr>
          </p:nvGraphicFramePr>
          <p:xfrm>
            <a:off x="4395865" y="4122012"/>
            <a:ext cx="292100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09" name="Equation" r:id="rId25" imgW="291960" imgH="152280" progId="Equation.DSMT4">
                    <p:embed/>
                  </p:oleObj>
                </mc:Choice>
                <mc:Fallback>
                  <p:oleObj name="Equation" r:id="rId25" imgW="29196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395865" y="4122012"/>
                          <a:ext cx="292100" cy="152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对象 55">
              <a:extLst>
                <a:ext uri="{FF2B5EF4-FFF2-40B4-BE49-F238E27FC236}">
                  <a16:creationId xmlns:a16="http://schemas.microsoft.com/office/drawing/2014/main" id="{75672C17-E979-4200-ABFD-632BB62DE4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2141865"/>
                </p:ext>
              </p:extLst>
            </p:nvPr>
          </p:nvGraphicFramePr>
          <p:xfrm>
            <a:off x="6689282" y="4122012"/>
            <a:ext cx="292100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10" name="Equation" r:id="rId27" imgW="291960" imgH="152280" progId="Equation.DSMT4">
                    <p:embed/>
                  </p:oleObj>
                </mc:Choice>
                <mc:Fallback>
                  <p:oleObj name="Equation" r:id="rId27" imgW="291960" imgH="15228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D98B6D08-1058-486B-A297-E53A9177CE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689282" y="4122012"/>
                          <a:ext cx="292100" cy="152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279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  <p:bldP spid="53" grpId="0"/>
      <p:bldP spid="4" grpId="0" animBg="1"/>
      <p:bldP spid="5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1D1ED6-7A2F-4AA5-9184-170AD24F56F3}"/>
              </a:ext>
            </a:extLst>
          </p:cNvPr>
          <p:cNvGrpSpPr/>
          <p:nvPr/>
        </p:nvGrpSpPr>
        <p:grpSpPr>
          <a:xfrm>
            <a:off x="1727176" y="635075"/>
            <a:ext cx="6877272" cy="488635"/>
            <a:chOff x="272356" y="1657523"/>
            <a:chExt cx="6877272" cy="488635"/>
          </a:xfrm>
        </p:grpSpPr>
        <p:graphicFrame>
          <p:nvGraphicFramePr>
            <p:cNvPr id="3" name="Object 5">
              <a:extLst>
                <a:ext uri="{FF2B5EF4-FFF2-40B4-BE49-F238E27FC236}">
                  <a16:creationId xmlns:a16="http://schemas.microsoft.com/office/drawing/2014/main" id="{C7392D85-93AC-458A-AED4-0FF581B5A8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2879950"/>
                </p:ext>
              </p:extLst>
            </p:nvPr>
          </p:nvGraphicFramePr>
          <p:xfrm>
            <a:off x="716161" y="1857375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1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0" name="Picture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161" y="1857375"/>
                          <a:ext cx="1904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AF141A01-C957-4168-8291-F656F32CE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5" y="1671896"/>
              <a:ext cx="2960688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无限增大时，</a:t>
              </a:r>
              <a:endParaRPr kumimoji="1" lang="zh-CN" altLang="en-US" sz="2400" dirty="0">
                <a:latin typeface="+mn-ea"/>
              </a:endParaRPr>
            </a:p>
          </p:txBody>
        </p:sp>
        <p:graphicFrame>
          <p:nvGraphicFramePr>
            <p:cNvPr id="5" name="Object 7">
              <a:extLst>
                <a:ext uri="{FF2B5EF4-FFF2-40B4-BE49-F238E27FC236}">
                  <a16:creationId xmlns:a16="http://schemas.microsoft.com/office/drawing/2014/main" id="{A5536033-49D8-4CD9-BDF4-F6C864A4EA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8717189"/>
                </p:ext>
              </p:extLst>
            </p:nvPr>
          </p:nvGraphicFramePr>
          <p:xfrm>
            <a:off x="2720628" y="17272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2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0" name="Picture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628" y="17272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2426DEB-D4EF-470E-B92E-7A64822DE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6652" y="1684493"/>
              <a:ext cx="4212976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是否无限地接近于某个常数？</a:t>
              </a:r>
              <a:endParaRPr kumimoji="1" lang="zh-CN" altLang="en-US" sz="2400" dirty="0">
                <a:latin typeface="+mn-ea"/>
              </a:endParaRPr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A7831E7D-27B6-46E3-9789-1EC32235E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56" y="1657523"/>
              <a:ext cx="494046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当</a:t>
              </a:r>
              <a:endParaRPr kumimoji="1" lang="zh-CN" altLang="en-US" sz="2400" dirty="0">
                <a:latin typeface="+mn-ea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8CD56BC-1566-4BA2-97A2-ADC8EC44BCC6}"/>
              </a:ext>
            </a:extLst>
          </p:cNvPr>
          <p:cNvSpPr txBox="1"/>
          <p:nvPr/>
        </p:nvSpPr>
        <p:spPr>
          <a:xfrm>
            <a:off x="935088" y="635075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问题</a:t>
            </a:r>
          </a:p>
        </p:txBody>
      </p:sp>
      <p:sp>
        <p:nvSpPr>
          <p:cNvPr id="9" name="Rectangle 33">
            <a:extLst>
              <a:ext uri="{FF2B5EF4-FFF2-40B4-BE49-F238E27FC236}">
                <a16:creationId xmlns:a16="http://schemas.microsoft.com/office/drawing/2014/main" id="{EF809868-0550-46FE-A63E-44B812B1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658" y="1501995"/>
            <a:ext cx="243047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数列极限的定义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0C5F31D-7B15-4DA3-BAFB-686D03228AC6}"/>
              </a:ext>
            </a:extLst>
          </p:cNvPr>
          <p:cNvGrpSpPr/>
          <p:nvPr/>
        </p:nvGrpSpPr>
        <p:grpSpPr>
          <a:xfrm>
            <a:off x="940019" y="2349949"/>
            <a:ext cx="3805535" cy="462246"/>
            <a:chOff x="827584" y="2071641"/>
            <a:chExt cx="3805535" cy="462246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F9E4C90E-F87F-4C7B-80CA-D98E798E1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256" y="2071641"/>
              <a:ext cx="2582863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无限增大时，</a:t>
              </a:r>
            </a:p>
          </p:txBody>
        </p:sp>
        <p:graphicFrame>
          <p:nvGraphicFramePr>
            <p:cNvPr id="13" name="Object 10">
              <a:extLst>
                <a:ext uri="{FF2B5EF4-FFF2-40B4-BE49-F238E27FC236}">
                  <a16:creationId xmlns:a16="http://schemas.microsoft.com/office/drawing/2014/main" id="{06C5B28C-C0DC-4088-8A5E-C191B40F5C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0189553"/>
                </p:ext>
              </p:extLst>
            </p:nvPr>
          </p:nvGraphicFramePr>
          <p:xfrm>
            <a:off x="1896875" y="2247658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3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Picture 1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6875" y="2247658"/>
                          <a:ext cx="1904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CCA36CC9-CB29-435B-B90B-0455F9834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2072222"/>
              <a:ext cx="1255712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如果当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F9912BF-46CD-402D-B2FC-DE22E1CFB577}"/>
              </a:ext>
            </a:extLst>
          </p:cNvPr>
          <p:cNvGrpSpPr/>
          <p:nvPr/>
        </p:nvGrpSpPr>
        <p:grpSpPr>
          <a:xfrm>
            <a:off x="428895" y="3172437"/>
            <a:ext cx="5251522" cy="479433"/>
            <a:chOff x="2200376" y="2845177"/>
            <a:chExt cx="5251522" cy="479433"/>
          </a:xfrm>
        </p:grpSpPr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F9D7552D-8218-4A13-A6BA-6A6477B3E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777" y="2845177"/>
              <a:ext cx="494046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kumimoji="1" lang="zh-CN" altLang="en-US" sz="2400" b="1">
                  <a:latin typeface="+mn-ea"/>
                </a:rPr>
                <a:t>以</a:t>
              </a:r>
            </a:p>
          </p:txBody>
        </p:sp>
        <p:graphicFrame>
          <p:nvGraphicFramePr>
            <p:cNvPr id="17" name="Object 20">
              <a:extLst>
                <a:ext uri="{FF2B5EF4-FFF2-40B4-BE49-F238E27FC236}">
                  <a16:creationId xmlns:a16="http://schemas.microsoft.com/office/drawing/2014/main" id="{1EBCE0FE-D5C7-4223-A613-4E748490C5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015178"/>
                </p:ext>
              </p:extLst>
            </p:nvPr>
          </p:nvGraphicFramePr>
          <p:xfrm>
            <a:off x="2200376" y="2904327"/>
            <a:ext cx="533400" cy="369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4" name="Equation" r:id="rId9" imgW="545760" imgH="380880" progId="Equation.DSMT4">
                    <p:embed/>
                  </p:oleObj>
                </mc:Choice>
                <mc:Fallback>
                  <p:oleObj name="Equation" r:id="rId9" imgW="545760" imgH="380880" progId="Equation.DSMT4">
                    <p:embed/>
                    <p:pic>
                      <p:nvPicPr>
                        <p:cNvPr id="0" name="Picture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376" y="2904327"/>
                          <a:ext cx="533400" cy="3698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1">
              <a:extLst>
                <a:ext uri="{FF2B5EF4-FFF2-40B4-BE49-F238E27FC236}">
                  <a16:creationId xmlns:a16="http://schemas.microsoft.com/office/drawing/2014/main" id="{A57535BB-2B04-494A-AFF3-29DB6D5844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7427098"/>
                </p:ext>
              </p:extLst>
            </p:nvPr>
          </p:nvGraphicFramePr>
          <p:xfrm>
            <a:off x="3143803" y="3029254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5" name="Equation" r:id="rId11" imgW="203040" imgH="203040" progId="Equation.DSMT4">
                    <p:embed/>
                  </p:oleObj>
                </mc:Choice>
                <mc:Fallback>
                  <p:oleObj name="Equation" r:id="rId11" imgW="203040" imgH="203040" progId="Equation.DSMT4">
                    <p:embed/>
                    <p:pic>
                      <p:nvPicPr>
                        <p:cNvPr id="0" name="Picture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3803" y="3029254"/>
                          <a:ext cx="2030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31745146-C6CC-4878-95BC-434280812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8877" y="2862945"/>
              <a:ext cx="2811463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为极限，或称</a:t>
              </a:r>
            </a:p>
          </p:txBody>
        </p:sp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EB6A8AE3-8FF6-4E9F-BBD3-DF0195D9B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6136" y="2862945"/>
              <a:ext cx="1655762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收敛于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24" name="Object 20">
              <a:extLst>
                <a:ext uri="{FF2B5EF4-FFF2-40B4-BE49-F238E27FC236}">
                  <a16:creationId xmlns:a16="http://schemas.microsoft.com/office/drawing/2014/main" id="{3A1C51C6-0B0A-40DB-8366-3A3826E34F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2873039"/>
                </p:ext>
              </p:extLst>
            </p:nvPr>
          </p:nvGraphicFramePr>
          <p:xfrm>
            <a:off x="5299176" y="2938627"/>
            <a:ext cx="533400" cy="369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6" name="Equation" r:id="rId13" imgW="545760" imgH="380880" progId="Equation.DSMT4">
                    <p:embed/>
                  </p:oleObj>
                </mc:Choice>
                <mc:Fallback>
                  <p:oleObj name="Equation" r:id="rId13" imgW="545760" imgH="380880" progId="Equation.DSMT4">
                    <p:embed/>
                    <p:pic>
                      <p:nvPicPr>
                        <p:cNvPr id="0" name="Picture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9176" y="2938627"/>
                          <a:ext cx="533400" cy="3698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1">
              <a:extLst>
                <a:ext uri="{FF2B5EF4-FFF2-40B4-BE49-F238E27FC236}">
                  <a16:creationId xmlns:a16="http://schemas.microsoft.com/office/drawing/2014/main" id="{BF86E804-88DF-467A-9F08-9EEA0E91D5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551122"/>
                </p:ext>
              </p:extLst>
            </p:nvPr>
          </p:nvGraphicFramePr>
          <p:xfrm>
            <a:off x="6860521" y="3036578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7" name="Equation" r:id="rId15" imgW="203040" imgH="203040" progId="Equation.DSMT4">
                    <p:embed/>
                  </p:oleObj>
                </mc:Choice>
                <mc:Fallback>
                  <p:oleObj name="Equation" r:id="rId15" imgW="203040" imgH="203040" progId="Equation.DSMT4">
                    <p:embed/>
                    <p:pic>
                      <p:nvPicPr>
                        <p:cNvPr id="0" name="Picture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0521" y="3036578"/>
                          <a:ext cx="2030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FA53CA7-4CCA-42CD-B14B-A4EDE4B1C585}"/>
              </a:ext>
            </a:extLst>
          </p:cNvPr>
          <p:cNvGrpSpPr/>
          <p:nvPr/>
        </p:nvGrpSpPr>
        <p:grpSpPr>
          <a:xfrm>
            <a:off x="4067944" y="2350299"/>
            <a:ext cx="3096344" cy="461315"/>
            <a:chOff x="3914155" y="2071060"/>
            <a:chExt cx="3096344" cy="461315"/>
          </a:xfrm>
        </p:grpSpPr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09EF1904-7A4A-464C-BEC8-5FB9FC25D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440" y="2071060"/>
              <a:ext cx="2836059" cy="46131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无限接近于常数  ，</a:t>
              </a:r>
            </a:p>
          </p:txBody>
        </p:sp>
        <p:graphicFrame>
          <p:nvGraphicFramePr>
            <p:cNvPr id="14" name="Object 11">
              <a:extLst>
                <a:ext uri="{FF2B5EF4-FFF2-40B4-BE49-F238E27FC236}">
                  <a16:creationId xmlns:a16="http://schemas.microsoft.com/office/drawing/2014/main" id="{F0956B35-D421-4221-B75F-C4ACAA74FB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878029"/>
                </p:ext>
              </p:extLst>
            </p:nvPr>
          </p:nvGraphicFramePr>
          <p:xfrm>
            <a:off x="3914155" y="2112033"/>
            <a:ext cx="2793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8" name="Equation" r:id="rId16" imgW="279360" imgH="380880" progId="Equation.DSMT4">
                    <p:embed/>
                  </p:oleObj>
                </mc:Choice>
                <mc:Fallback>
                  <p:oleObj name="Equation" r:id="rId16" imgW="279360" imgH="380880" progId="Equation.DSMT4">
                    <p:embed/>
                    <p:pic>
                      <p:nvPicPr>
                        <p:cNvPr id="0" name="Picture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4155" y="2112033"/>
                          <a:ext cx="279360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1">
              <a:extLst>
                <a:ext uri="{FF2B5EF4-FFF2-40B4-BE49-F238E27FC236}">
                  <a16:creationId xmlns:a16="http://schemas.microsoft.com/office/drawing/2014/main" id="{D3331ABC-84FD-4726-B92A-6D4FB56692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0777573"/>
                </p:ext>
              </p:extLst>
            </p:nvPr>
          </p:nvGraphicFramePr>
          <p:xfrm>
            <a:off x="6459959" y="2247658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99" name="Equation" r:id="rId18" imgW="203040" imgH="203040" progId="Equation.DSMT4">
                    <p:embed/>
                  </p:oleObj>
                </mc:Choice>
                <mc:Fallback>
                  <p:oleObj name="Equation" r:id="rId18" imgW="203040" imgH="203040" progId="Equation.DSMT4">
                    <p:embed/>
                    <p:pic>
                      <p:nvPicPr>
                        <p:cNvPr id="0" name="Picture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9959" y="2247658"/>
                          <a:ext cx="2030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F836DA0A-ACA7-420D-AB6F-F6A8CAAC9AD1}"/>
              </a:ext>
            </a:extLst>
          </p:cNvPr>
          <p:cNvSpPr/>
          <p:nvPr/>
        </p:nvSpPr>
        <p:spPr>
          <a:xfrm>
            <a:off x="935088" y="400448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记为</a:t>
            </a:r>
            <a:endParaRPr lang="zh-CN" altLang="en-US" sz="2400" dirty="0"/>
          </a:p>
        </p:txBody>
      </p:sp>
      <p:graphicFrame>
        <p:nvGraphicFramePr>
          <p:cNvPr id="31" name="Object 13">
            <a:extLst>
              <a:ext uri="{FF2B5EF4-FFF2-40B4-BE49-F238E27FC236}">
                <a16:creationId xmlns:a16="http://schemas.microsoft.com/office/drawing/2014/main" id="{1E19A789-9B7A-42CE-ADC4-3584E98B0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435184"/>
              </p:ext>
            </p:extLst>
          </p:nvPr>
        </p:nvGraphicFramePr>
        <p:xfrm>
          <a:off x="1835696" y="4083918"/>
          <a:ext cx="121896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0" name="Equation" r:id="rId19" imgW="1218960" imgH="482400" progId="Equation.DSMT4">
                  <p:embed/>
                </p:oleObj>
              </mc:Choice>
              <mc:Fallback>
                <p:oleObj name="Equation" r:id="rId19" imgW="1218960" imgH="482400" progId="Equation.DSMT4">
                  <p:embed/>
                  <p:pic>
                    <p:nvPicPr>
                      <p:cNvPr id="0" name="Picture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083918"/>
                        <a:ext cx="1218960" cy="48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4">
            <a:extLst>
              <a:ext uri="{FF2B5EF4-FFF2-40B4-BE49-F238E27FC236}">
                <a16:creationId xmlns:a16="http://schemas.microsoft.com/office/drawing/2014/main" id="{7F8B5E58-30F4-4512-8C3F-2C4EC16EC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002771"/>
              </p:ext>
            </p:extLst>
          </p:nvPr>
        </p:nvGraphicFramePr>
        <p:xfrm>
          <a:off x="3836440" y="4055546"/>
          <a:ext cx="19173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1" name="Equation" r:id="rId21" imgW="1917360" imgH="380880" progId="Equation.DSMT4">
                  <p:embed/>
                </p:oleObj>
              </mc:Choice>
              <mc:Fallback>
                <p:oleObj name="Equation" r:id="rId21" imgW="1917360" imgH="380880" progId="Equation.DSMT4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440" y="4055546"/>
                        <a:ext cx="19173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54">
            <a:extLst>
              <a:ext uri="{FF2B5EF4-FFF2-40B4-BE49-F238E27FC236}">
                <a16:creationId xmlns:a16="http://schemas.microsoft.com/office/drawing/2014/main" id="{E1F8D97A-5239-437D-A838-F5A89877C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626" y="3998448"/>
            <a:ext cx="2447925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633413"/>
            <a:r>
              <a:rPr kumimoji="1" lang="zh-CN" altLang="en-US" sz="2400" b="1" dirty="0">
                <a:latin typeface="+mn-ea"/>
              </a:rPr>
              <a:t>或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BE33C9F8-0985-4742-BF2E-0E6A79158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280" y="2349948"/>
            <a:ext cx="1871662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则称数列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950140" y="1570548"/>
            <a:ext cx="180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zh-CN" altLang="en-US" sz="2400" b="1" dirty="0">
                <a:solidFill>
                  <a:srgbClr val="0064FF"/>
                </a:solidFill>
              </a:rPr>
              <a:t>描述性</a:t>
            </a:r>
            <a:r>
              <a:rPr lang="zh-CN" altLang="en-US" sz="2400" b="1" dirty="0"/>
              <a:t>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C83B6C-D572-471E-AE2D-CEE7152E44DB}"/>
              </a:ext>
            </a:extLst>
          </p:cNvPr>
          <p:cNvSpPr/>
          <p:nvPr/>
        </p:nvSpPr>
        <p:spPr>
          <a:xfrm>
            <a:off x="964108" y="1574872"/>
            <a:ext cx="11144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r>
              <a:rPr lang="zh-CN" altLang="en-US" sz="2400" b="1" dirty="0">
                <a:latin typeface="+mn-ea"/>
              </a:rPr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541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0" grpId="0"/>
      <p:bldP spid="33" grpId="0"/>
      <p:bldP spid="34" grpId="0"/>
      <p:bldP spid="2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A14042BE-AFA5-4885-ADF4-A5524B93381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3272783" y="4318477"/>
            <a:ext cx="317310" cy="273380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5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8334E2E3-E665-480F-A1CD-79E7376A202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271845" y="4350206"/>
            <a:ext cx="253848" cy="273380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6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5FE4A06A-2D35-45F8-808B-E28AE2E0B75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5289891" y="4371785"/>
            <a:ext cx="211540" cy="273380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7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E4F9BC5C-27F2-4151-81C8-84477244ED5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-306010" y="3595714"/>
            <a:ext cx="1762832" cy="273380"/>
          </a:xfrm>
          <a:prstGeom prst="rect">
            <a:avLst/>
          </a:prstGeom>
          <a:noFill/>
          <a:effectLst>
            <a:softEdge rad="31750"/>
          </a:effectLst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616BF86-26FC-47E1-8435-AC704988D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297874"/>
              </p:ext>
            </p:extLst>
          </p:nvPr>
        </p:nvGraphicFramePr>
        <p:xfrm>
          <a:off x="5745708" y="4410050"/>
          <a:ext cx="698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3" name="Equation" r:id="rId4" imgW="16764000" imgH="5181600" progId="Equation.DSMT4">
                  <p:embed/>
                </p:oleObj>
              </mc:Choice>
              <mc:Fallback>
                <p:oleObj name="Equation" r:id="rId4" imgW="16764000" imgH="518160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708" y="4410050"/>
                        <a:ext cx="6985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FE79A678-BA88-4C5E-9B44-9FAB657403F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1068245" y="4036422"/>
            <a:ext cx="881416" cy="273380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15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AC4A388B-CAEE-4726-A44E-6836BF90C984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2245549" y="4265590"/>
            <a:ext cx="423080" cy="273380"/>
          </a:xfrm>
          <a:prstGeom prst="rect">
            <a:avLst/>
          </a:prstGeom>
          <a:noFill/>
          <a:effectLst>
            <a:softEdge rad="31750"/>
          </a:effectLst>
        </p:spPr>
      </p:pic>
      <p:sp>
        <p:nvSpPr>
          <p:cNvPr id="18" name="TextBox 9">
            <a:extLst>
              <a:ext uri="{FF2B5EF4-FFF2-40B4-BE49-F238E27FC236}">
                <a16:creationId xmlns:a16="http://schemas.microsoft.com/office/drawing/2014/main" id="{BAF679B0-C6EF-4493-9C95-E1770D8B0AD5}"/>
              </a:ext>
            </a:extLst>
          </p:cNvPr>
          <p:cNvSpPr txBox="1"/>
          <p:nvPr/>
        </p:nvSpPr>
        <p:spPr>
          <a:xfrm>
            <a:off x="8584750" y="995933"/>
            <a:ext cx="492443" cy="10801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庄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周</a:t>
            </a:r>
          </a:p>
        </p:txBody>
      </p:sp>
      <p:pic>
        <p:nvPicPr>
          <p:cNvPr id="19" name="Picture 3" descr="D:\work\教学\讲课\讲课竞赛\2019年\数列的极限\素材\庄子.jpg">
            <a:extLst>
              <a:ext uri="{FF2B5EF4-FFF2-40B4-BE49-F238E27FC236}">
                <a16:creationId xmlns:a16="http://schemas.microsoft.com/office/drawing/2014/main" id="{BCBA1335-9C0B-496B-AC91-B2679345C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48264" y="615239"/>
            <a:ext cx="1636486" cy="184150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932F6BF-1E8A-489A-9F42-A5A0106E9FFB}"/>
              </a:ext>
            </a:extLst>
          </p:cNvPr>
          <p:cNvSpPr txBox="1"/>
          <p:nvPr/>
        </p:nvSpPr>
        <p:spPr>
          <a:xfrm>
            <a:off x="7092280" y="2837441"/>
            <a:ext cx="1846659" cy="20162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华文行楷" pitchFamily="2" charset="-122"/>
                <a:ea typeface="华文行楷" pitchFamily="2" charset="-122"/>
              </a:rPr>
              <a:t>“一尺之棰，日取其半，万世不竭”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560AF1B-5715-4C52-A461-38B8B5F22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97440"/>
              </p:ext>
            </p:extLst>
          </p:nvPr>
        </p:nvGraphicFramePr>
        <p:xfrm>
          <a:off x="2871788" y="1117600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4" name="Equation" r:id="rId7" imgW="342720" imgH="279360" progId="Equation.DSMT4">
                  <p:embed/>
                </p:oleObj>
              </mc:Choice>
              <mc:Fallback>
                <p:oleObj name="Equation" r:id="rId7" imgW="342720" imgH="279360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1117600"/>
                        <a:ext cx="342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62534A7-41DB-4CBC-92E4-2C56A16CE1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665937"/>
              </p:ext>
            </p:extLst>
          </p:nvPr>
        </p:nvGraphicFramePr>
        <p:xfrm>
          <a:off x="3276724" y="911746"/>
          <a:ext cx="596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5" name="Equation" r:id="rId9" imgW="596880" imgH="723600" progId="Equation.DSMT4">
                  <p:embed/>
                </p:oleObj>
              </mc:Choice>
              <mc:Fallback>
                <p:oleObj name="Equation" r:id="rId9" imgW="596880" imgH="723600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724" y="911746"/>
                        <a:ext cx="596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C2183C31-72F6-40BB-B928-E4B97E12B0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365443"/>
              </p:ext>
            </p:extLst>
          </p:nvPr>
        </p:nvGraphicFramePr>
        <p:xfrm>
          <a:off x="3996804" y="915146"/>
          <a:ext cx="596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6" name="Equation" r:id="rId11" imgW="596880" imgH="723600" progId="Equation.DSMT4">
                  <p:embed/>
                </p:oleObj>
              </mc:Choice>
              <mc:Fallback>
                <p:oleObj name="Equation" r:id="rId11" imgW="596880" imgH="723600" progId="Equation.DSMT4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804" y="915146"/>
                        <a:ext cx="596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6F13188-BEA8-4E82-86C1-BBA4BA14CC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456465"/>
              </p:ext>
            </p:extLst>
          </p:nvPr>
        </p:nvGraphicFramePr>
        <p:xfrm>
          <a:off x="4776788" y="924150"/>
          <a:ext cx="1536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7" name="Equation" r:id="rId13" imgW="1536480" imgH="723600" progId="Equation.DSMT4">
                  <p:embed/>
                </p:oleObj>
              </mc:Choice>
              <mc:Fallback>
                <p:oleObj name="Equation" r:id="rId13" imgW="1536480" imgH="723600" progId="Equation.DSMT4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788" y="924150"/>
                        <a:ext cx="1536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DA3AA20E-365C-491E-897C-F64F2F066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469051"/>
              </p:ext>
            </p:extLst>
          </p:nvPr>
        </p:nvGraphicFramePr>
        <p:xfrm>
          <a:off x="2960153" y="1854406"/>
          <a:ext cx="68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8" name="Equation" r:id="rId15" imgW="685800" imgH="812520" progId="Equation.DSMT4">
                  <p:embed/>
                </p:oleObj>
              </mc:Choice>
              <mc:Fallback>
                <p:oleObj name="Equation" r:id="rId15" imgW="685800" imgH="812520" progId="Equation.DSMT4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153" y="1854406"/>
                        <a:ext cx="6858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02E57BE2-DA1E-4EAB-A986-85E9F8AFFFEA}"/>
              </a:ext>
            </a:extLst>
          </p:cNvPr>
          <p:cNvSpPr txBox="1"/>
          <p:nvPr/>
        </p:nvSpPr>
        <p:spPr>
          <a:xfrm>
            <a:off x="1450929" y="1017551"/>
            <a:ext cx="1636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木棍长度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450A40-3195-46C2-BE95-7218AFF98F23}"/>
              </a:ext>
            </a:extLst>
          </p:cNvPr>
          <p:cNvSpPr txBox="1"/>
          <p:nvPr/>
        </p:nvSpPr>
        <p:spPr>
          <a:xfrm>
            <a:off x="1508953" y="2029974"/>
            <a:ext cx="1159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数列</a:t>
            </a: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BB58FA4A-5C9B-4DD9-B24B-4832863D0787}"/>
              </a:ext>
            </a:extLst>
          </p:cNvPr>
          <p:cNvSpPr txBox="1"/>
          <p:nvPr/>
        </p:nvSpPr>
        <p:spPr>
          <a:xfrm>
            <a:off x="1821419" y="2938151"/>
            <a:ext cx="221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当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确定时，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4834AE62-17F1-46C8-971B-793533407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49940"/>
              </p:ext>
            </p:extLst>
          </p:nvPr>
        </p:nvGraphicFramePr>
        <p:xfrm>
          <a:off x="3689474" y="2803695"/>
          <a:ext cx="368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9" name="Equation" r:id="rId17" imgW="368280" imgH="723600" progId="Equation.DSMT4">
                  <p:embed/>
                </p:oleObj>
              </mc:Choice>
              <mc:Fallback>
                <p:oleObj name="Equation" r:id="rId17" imgW="368280" imgH="723600" progId="Equation.DSMT4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474" y="2803695"/>
                        <a:ext cx="368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34">
            <a:extLst>
              <a:ext uri="{FF2B5EF4-FFF2-40B4-BE49-F238E27FC236}">
                <a16:creationId xmlns:a16="http://schemas.microsoft.com/office/drawing/2014/main" id="{FDDB3C47-CDE4-461D-B581-AC45E37B3C28}"/>
              </a:ext>
            </a:extLst>
          </p:cNvPr>
          <p:cNvSpPr txBox="1"/>
          <p:nvPr/>
        </p:nvSpPr>
        <p:spPr>
          <a:xfrm>
            <a:off x="4034461" y="2950555"/>
            <a:ext cx="221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永远取不到零</a:t>
            </a:r>
            <a:r>
              <a:rPr lang="en-US" altLang="zh-CN" sz="2400" b="1" dirty="0">
                <a:solidFill>
                  <a:srgbClr val="FF0000"/>
                </a:solidFill>
              </a:rPr>
              <a:t>.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3" name="Picture 2" descr="D:\work\教学\讲课\讲课竞赛\2019年\数列的极限\素材\木棍.jpg">
            <a:extLst>
              <a:ext uri="{FF2B5EF4-FFF2-40B4-BE49-F238E27FC236}">
                <a16:creationId xmlns:a16="http://schemas.microsoft.com/office/drawing/2014/main" id="{2E8E7229-271E-4E34-B118-E1C41003CB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-1189983" y="2714299"/>
            <a:ext cx="3525664" cy="273380"/>
          </a:xfrm>
          <a:prstGeom prst="rect">
            <a:avLst/>
          </a:prstGeom>
          <a:noFill/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41450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71605E-6 L 0.10139 -0.0012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46914E-7 L 0.10174 2.46914E-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19753E-6 L 0.10938 -0.0003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6.17284E-7 L 0.10452 6.17284E-7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22222E-6 L 0.10833 -2.22222E-6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27" grpId="0"/>
      <p:bldP spid="28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>
            <a:extLst>
              <a:ext uri="{FF2B5EF4-FFF2-40B4-BE49-F238E27FC236}">
                <a16:creationId xmlns:a16="http://schemas.microsoft.com/office/drawing/2014/main" id="{921587D4-4B9B-4E44-9547-B23096DAE4F5}"/>
              </a:ext>
            </a:extLst>
          </p:cNvPr>
          <p:cNvGrpSpPr/>
          <p:nvPr/>
        </p:nvGrpSpPr>
        <p:grpSpPr>
          <a:xfrm>
            <a:off x="1880069" y="3788128"/>
            <a:ext cx="6527204" cy="760075"/>
            <a:chOff x="675976" y="3965069"/>
            <a:chExt cx="6527204" cy="760075"/>
          </a:xfrm>
        </p:grpSpPr>
        <p:sp>
          <p:nvSpPr>
            <p:cNvPr id="70" name="Line 20">
              <a:extLst>
                <a:ext uri="{FF2B5EF4-FFF2-40B4-BE49-F238E27FC236}">
                  <a16:creationId xmlns:a16="http://schemas.microsoft.com/office/drawing/2014/main" id="{343EAEA1-EC07-4F7E-8EE5-033A92D21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2432" y="3998044"/>
              <a:ext cx="6470746" cy="39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21">
              <a:extLst>
                <a:ext uri="{FF2B5EF4-FFF2-40B4-BE49-F238E27FC236}">
                  <a16:creationId xmlns:a16="http://schemas.microsoft.com/office/drawing/2014/main" id="{E537A478-25C0-4F46-AF10-1C4145EFD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612" y="3966195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22">
              <a:extLst>
                <a:ext uri="{FF2B5EF4-FFF2-40B4-BE49-F238E27FC236}">
                  <a16:creationId xmlns:a16="http://schemas.microsoft.com/office/drawing/2014/main" id="{E78BE074-AF97-4678-BDFD-F1AF671D0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700" y="3966195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Line 23">
              <a:extLst>
                <a:ext uri="{FF2B5EF4-FFF2-40B4-BE49-F238E27FC236}">
                  <a16:creationId xmlns:a16="http://schemas.microsoft.com/office/drawing/2014/main" id="{44349A2D-8448-4766-B031-6FA426DAF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780" y="3966195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Line 24">
              <a:extLst>
                <a:ext uri="{FF2B5EF4-FFF2-40B4-BE49-F238E27FC236}">
                  <a16:creationId xmlns:a16="http://schemas.microsoft.com/office/drawing/2014/main" id="{927086DD-80FC-403D-A400-CC7E61769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884" y="3966195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Oval 28">
              <a:extLst>
                <a:ext uri="{FF2B5EF4-FFF2-40B4-BE49-F238E27FC236}">
                  <a16:creationId xmlns:a16="http://schemas.microsoft.com/office/drawing/2014/main" id="{3E23F0F2-B2C0-4395-9FD7-76D01F6A8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094" y="4002708"/>
              <a:ext cx="71438" cy="71438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76" name="Object 29">
              <a:extLst>
                <a:ext uri="{FF2B5EF4-FFF2-40B4-BE49-F238E27FC236}">
                  <a16:creationId xmlns:a16="http://schemas.microsoft.com/office/drawing/2014/main" id="{D5FE5AB3-A0AA-4F3A-B869-3E89E010A6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134939"/>
                </p:ext>
              </p:extLst>
            </p:nvPr>
          </p:nvGraphicFramePr>
          <p:xfrm>
            <a:off x="6411092" y="4353046"/>
            <a:ext cx="14287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0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Picture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1092" y="4353046"/>
                          <a:ext cx="14287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30">
              <a:extLst>
                <a:ext uri="{FF2B5EF4-FFF2-40B4-BE49-F238E27FC236}">
                  <a16:creationId xmlns:a16="http://schemas.microsoft.com/office/drawing/2014/main" id="{66D67D2A-F647-4E17-B8FB-D2784F4A11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9481908"/>
                </p:ext>
              </p:extLst>
            </p:nvPr>
          </p:nvGraphicFramePr>
          <p:xfrm>
            <a:off x="3589386" y="4448606"/>
            <a:ext cx="13968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1" name="Equation" r:id="rId5" imgW="139680" imgH="228600" progId="Equation.DSMT4">
                    <p:embed/>
                  </p:oleObj>
                </mc:Choice>
                <mc:Fallback>
                  <p:oleObj name="Equation" r:id="rId5" imgW="139680" imgH="228600" progId="Equation.DSMT4">
                    <p:embed/>
                    <p:pic>
                      <p:nvPicPr>
                        <p:cNvPr id="0" name="Picture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9386" y="4448606"/>
                          <a:ext cx="13968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31">
              <a:extLst>
                <a:ext uri="{FF2B5EF4-FFF2-40B4-BE49-F238E27FC236}">
                  <a16:creationId xmlns:a16="http://schemas.microsoft.com/office/drawing/2014/main" id="{7EA00B7F-D14C-4185-AFD3-A384F42267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9427939"/>
                </p:ext>
              </p:extLst>
            </p:nvPr>
          </p:nvGraphicFramePr>
          <p:xfrm>
            <a:off x="1984820" y="4182219"/>
            <a:ext cx="1778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2" name="Equation" r:id="rId7" imgW="4876800" imgH="14935200" progId="Equation.DSMT4">
                    <p:embed/>
                  </p:oleObj>
                </mc:Choice>
                <mc:Fallback>
                  <p:oleObj name="Equation" r:id="rId7" imgW="4876800" imgH="14935200" progId="Equation.DSMT4">
                    <p:embed/>
                    <p:pic>
                      <p:nvPicPr>
                        <p:cNvPr id="0" name="Picture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4820" y="4182219"/>
                          <a:ext cx="177800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32">
              <a:extLst>
                <a:ext uri="{FF2B5EF4-FFF2-40B4-BE49-F238E27FC236}">
                  <a16:creationId xmlns:a16="http://schemas.microsoft.com/office/drawing/2014/main" id="{A0086C2B-B71D-4A82-A514-CDB3721789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4899871"/>
                </p:ext>
              </p:extLst>
            </p:nvPr>
          </p:nvGraphicFramePr>
          <p:xfrm>
            <a:off x="4466876" y="4181596"/>
            <a:ext cx="176212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3" name="Equation" r:id="rId9" imgW="4876800" imgH="14935200" progId="Equation.DSMT4">
                    <p:embed/>
                  </p:oleObj>
                </mc:Choice>
                <mc:Fallback>
                  <p:oleObj name="Equation" r:id="rId9" imgW="4876800" imgH="14935200" progId="Equation.DSMT4">
                    <p:embed/>
                    <p:pic>
                      <p:nvPicPr>
                        <p:cNvPr id="0" name="Picture 1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876" y="4181596"/>
                          <a:ext cx="176212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Line 33">
              <a:extLst>
                <a:ext uri="{FF2B5EF4-FFF2-40B4-BE49-F238E27FC236}">
                  <a16:creationId xmlns:a16="http://schemas.microsoft.com/office/drawing/2014/main" id="{0AA68FCF-DC32-4246-AD17-B3F90EA32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100" y="3965069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81" name="对象 80">
              <a:extLst>
                <a:ext uri="{FF2B5EF4-FFF2-40B4-BE49-F238E27FC236}">
                  <a16:creationId xmlns:a16="http://schemas.microsoft.com/office/drawing/2014/main" id="{5EA1B4D0-B02D-45D4-B23F-E22C17C2E6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653901"/>
                </p:ext>
              </p:extLst>
            </p:nvPr>
          </p:nvGraphicFramePr>
          <p:xfrm>
            <a:off x="7012680" y="4361284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4" name="Equation" r:id="rId11" imgW="4572000" imgH="4572000" progId="Equation.DSMT4">
                    <p:embed/>
                  </p:oleObj>
                </mc:Choice>
                <mc:Fallback>
                  <p:oleObj name="Equation" r:id="rId11" imgW="4572000" imgH="4572000" progId="Equation.DSMT4">
                    <p:embed/>
                    <p:pic>
                      <p:nvPicPr>
                        <p:cNvPr id="0" name="Picture 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2680" y="4361284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对象 81">
              <a:extLst>
                <a:ext uri="{FF2B5EF4-FFF2-40B4-BE49-F238E27FC236}">
                  <a16:creationId xmlns:a16="http://schemas.microsoft.com/office/drawing/2014/main" id="{F9CBCF8F-5D0D-4EF6-9ECA-D2C0921008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3635843"/>
                </p:ext>
              </p:extLst>
            </p:nvPr>
          </p:nvGraphicFramePr>
          <p:xfrm>
            <a:off x="675976" y="4326235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5" name="Equation" r:id="rId13" imgW="3962400" imgH="5791200" progId="Equation.DSMT4">
                    <p:embed/>
                  </p:oleObj>
                </mc:Choice>
                <mc:Fallback>
                  <p:oleObj name="Equation" r:id="rId13" imgW="3962400" imgH="5791200" progId="Equation.DSMT4">
                    <p:embed/>
                    <p:pic>
                      <p:nvPicPr>
                        <p:cNvPr id="0" name="Picture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976" y="4326235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Object 32">
              <a:extLst>
                <a:ext uri="{FF2B5EF4-FFF2-40B4-BE49-F238E27FC236}">
                  <a16:creationId xmlns:a16="http://schemas.microsoft.com/office/drawing/2014/main" id="{E247163B-06B7-47D8-8240-541A38C4A4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1742796"/>
                </p:ext>
              </p:extLst>
            </p:nvPr>
          </p:nvGraphicFramePr>
          <p:xfrm>
            <a:off x="2810692" y="4158560"/>
            <a:ext cx="174625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6" name="Equation" r:id="rId15" imgW="4876800" imgH="14935200" progId="Equation.DSMT4">
                    <p:embed/>
                  </p:oleObj>
                </mc:Choice>
                <mc:Fallback>
                  <p:oleObj name="Equation" r:id="rId15" imgW="4876800" imgH="14935200" progId="Equation.DSMT4">
                    <p:embed/>
                    <p:pic>
                      <p:nvPicPr>
                        <p:cNvPr id="0" name="Picture 1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0692" y="4158560"/>
                          <a:ext cx="174625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49AC740-9816-44C0-9073-FFE38E040E40}"/>
              </a:ext>
            </a:extLst>
          </p:cNvPr>
          <p:cNvGrpSpPr/>
          <p:nvPr/>
        </p:nvGrpSpPr>
        <p:grpSpPr>
          <a:xfrm>
            <a:off x="1880069" y="1237705"/>
            <a:ext cx="6527204" cy="758949"/>
            <a:chOff x="662484" y="1340768"/>
            <a:chExt cx="6527204" cy="758949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BCE0171E-5D05-41AC-A31A-2FE44FDAB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940" y="1412205"/>
              <a:ext cx="6460816" cy="5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Line 21">
              <a:extLst>
                <a:ext uri="{FF2B5EF4-FFF2-40B4-BE49-F238E27FC236}">
                  <a16:creationId xmlns:a16="http://schemas.microsoft.com/office/drawing/2014/main" id="{2A3443F3-2549-4F3E-932D-64AA6DA0E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2644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Line 22">
              <a:extLst>
                <a:ext uri="{FF2B5EF4-FFF2-40B4-BE49-F238E27FC236}">
                  <a16:creationId xmlns:a16="http://schemas.microsoft.com/office/drawing/2014/main" id="{305FB3B4-F0DD-48E9-A726-6D76C4858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2724" y="1342111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88" name="Line 23">
              <a:extLst>
                <a:ext uri="{FF2B5EF4-FFF2-40B4-BE49-F238E27FC236}">
                  <a16:creationId xmlns:a16="http://schemas.microsoft.com/office/drawing/2014/main" id="{B1ADAAE2-776D-491E-98D6-CF7299D74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804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Line 24">
              <a:extLst>
                <a:ext uri="{FF2B5EF4-FFF2-40B4-BE49-F238E27FC236}">
                  <a16:creationId xmlns:a16="http://schemas.microsoft.com/office/drawing/2014/main" id="{600190D5-68AF-4346-9DCD-0C7D2F333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884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25">
              <a:extLst>
                <a:ext uri="{FF2B5EF4-FFF2-40B4-BE49-F238E27FC236}">
                  <a16:creationId xmlns:a16="http://schemas.microsoft.com/office/drawing/2014/main" id="{F196F6AE-0B2A-400D-A4CF-2AA7BBAA6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2964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1" name="Line 26">
              <a:extLst>
                <a:ext uri="{FF2B5EF4-FFF2-40B4-BE49-F238E27FC236}">
                  <a16:creationId xmlns:a16="http://schemas.microsoft.com/office/drawing/2014/main" id="{50F2C542-82BB-4776-9FAB-1B5FCADB2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3044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C8F14BB0-5D68-4A1F-8922-28BFA69E0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2564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Oval 28">
              <a:extLst>
                <a:ext uri="{FF2B5EF4-FFF2-40B4-BE49-F238E27FC236}">
                  <a16:creationId xmlns:a16="http://schemas.microsoft.com/office/drawing/2014/main" id="{61652D5C-5B31-4989-BE6F-DA4E90655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02" y="1377281"/>
              <a:ext cx="71438" cy="71438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94" name="Object 29">
              <a:extLst>
                <a:ext uri="{FF2B5EF4-FFF2-40B4-BE49-F238E27FC236}">
                  <a16:creationId xmlns:a16="http://schemas.microsoft.com/office/drawing/2014/main" id="{CC9AAB5D-0AE1-46EA-BE7E-8D706ADD54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825703"/>
                </p:ext>
              </p:extLst>
            </p:nvPr>
          </p:nvGraphicFramePr>
          <p:xfrm>
            <a:off x="6351116" y="1556792"/>
            <a:ext cx="176213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7" name="Equation" r:id="rId17" imgW="4876800" imgH="14935200" progId="Equation.DSMT4">
                    <p:embed/>
                  </p:oleObj>
                </mc:Choice>
                <mc:Fallback>
                  <p:oleObj name="Equation" r:id="rId17" imgW="4876800" imgH="14935200" progId="Equation.DSMT4">
                    <p:embed/>
                    <p:pic>
                      <p:nvPicPr>
                        <p:cNvPr id="0" name="Picture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1116" y="1556792"/>
                          <a:ext cx="176213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30">
              <a:extLst>
                <a:ext uri="{FF2B5EF4-FFF2-40B4-BE49-F238E27FC236}">
                  <a16:creationId xmlns:a16="http://schemas.microsoft.com/office/drawing/2014/main" id="{8800DE81-0F8F-4A7C-BA4C-DEAC0F91DC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6010581"/>
                </p:ext>
              </p:extLst>
            </p:nvPr>
          </p:nvGraphicFramePr>
          <p:xfrm>
            <a:off x="3470796" y="1556792"/>
            <a:ext cx="176213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8" name="Equation" r:id="rId19" imgW="4876800" imgH="14935200" progId="Equation.DSMT4">
                    <p:embed/>
                  </p:oleObj>
                </mc:Choice>
                <mc:Fallback>
                  <p:oleObj name="Equation" r:id="rId19" imgW="4876800" imgH="14935200" progId="Equation.DSMT4">
                    <p:embed/>
                    <p:pic>
                      <p:nvPicPr>
                        <p:cNvPr id="0" name="Picture 1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796" y="1556792"/>
                          <a:ext cx="176213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31">
              <a:extLst>
                <a:ext uri="{FF2B5EF4-FFF2-40B4-BE49-F238E27FC236}">
                  <a16:creationId xmlns:a16="http://schemas.microsoft.com/office/drawing/2014/main" id="{6EF7DC20-9BA8-47B4-ACA5-9109177DB6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1124999"/>
                </p:ext>
              </p:extLst>
            </p:nvPr>
          </p:nvGraphicFramePr>
          <p:xfrm>
            <a:off x="2030636" y="1556792"/>
            <a:ext cx="1778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79" name="Equation" r:id="rId21" imgW="4876800" imgH="14935200" progId="Equation.DSMT4">
                    <p:embed/>
                  </p:oleObj>
                </mc:Choice>
                <mc:Fallback>
                  <p:oleObj name="Equation" r:id="rId21" imgW="4876800" imgH="14935200" progId="Equation.DSMT4">
                    <p:embed/>
                    <p:pic>
                      <p:nvPicPr>
                        <p:cNvPr id="0" name="Picture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0636" y="1556792"/>
                          <a:ext cx="177800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32">
              <a:extLst>
                <a:ext uri="{FF2B5EF4-FFF2-40B4-BE49-F238E27FC236}">
                  <a16:creationId xmlns:a16="http://schemas.microsoft.com/office/drawing/2014/main" id="{6E996167-731D-427E-B0CF-536924EF31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8400511"/>
                </p:ext>
              </p:extLst>
            </p:nvPr>
          </p:nvGraphicFramePr>
          <p:xfrm>
            <a:off x="1251942" y="1556792"/>
            <a:ext cx="274638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0" name="Equation" r:id="rId23" imgW="7620000" imgH="14935200" progId="Equation.DSMT4">
                    <p:embed/>
                  </p:oleObj>
                </mc:Choice>
                <mc:Fallback>
                  <p:oleObj name="Equation" r:id="rId23" imgW="7620000" imgH="14935200" progId="Equation.DSMT4">
                    <p:embed/>
                    <p:pic>
                      <p:nvPicPr>
                        <p:cNvPr id="0" name="Picture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942" y="1556792"/>
                          <a:ext cx="274638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Line 33">
              <a:extLst>
                <a:ext uri="{FF2B5EF4-FFF2-40B4-BE49-F238E27FC236}">
                  <a16:creationId xmlns:a16="http://schemas.microsoft.com/office/drawing/2014/main" id="{CAF66FF6-464E-47C3-865B-42C59646B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3124" y="1348706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99" name="对象 98">
              <a:extLst>
                <a:ext uri="{FF2B5EF4-FFF2-40B4-BE49-F238E27FC236}">
                  <a16:creationId xmlns:a16="http://schemas.microsoft.com/office/drawing/2014/main" id="{9F7BBC08-E7A7-423C-95D1-220D46118C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9765006"/>
                </p:ext>
              </p:extLst>
            </p:nvPr>
          </p:nvGraphicFramePr>
          <p:xfrm>
            <a:off x="6999188" y="1735857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1" name="Equation" r:id="rId25" imgW="4572000" imgH="4572000" progId="Equation.DSMT4">
                    <p:embed/>
                  </p:oleObj>
                </mc:Choice>
                <mc:Fallback>
                  <p:oleObj name="Equation" r:id="rId25" imgW="4572000" imgH="4572000" progId="Equation.DSMT4">
                    <p:embed/>
                    <p:pic>
                      <p:nvPicPr>
                        <p:cNvPr id="0" name="Picture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9188" y="1735857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对象 99">
              <a:extLst>
                <a:ext uri="{FF2B5EF4-FFF2-40B4-BE49-F238E27FC236}">
                  <a16:creationId xmlns:a16="http://schemas.microsoft.com/office/drawing/2014/main" id="{7B4808E2-42AD-4A4B-8934-4A16128624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654089"/>
                </p:ext>
              </p:extLst>
            </p:nvPr>
          </p:nvGraphicFramePr>
          <p:xfrm>
            <a:off x="662484" y="1580208"/>
            <a:ext cx="16488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2" name="Equation" r:id="rId26" imgW="164880" imgH="241200" progId="Equation.DSMT4">
                    <p:embed/>
                  </p:oleObj>
                </mc:Choice>
                <mc:Fallback>
                  <p:oleObj name="Equation" r:id="rId26" imgW="164880" imgH="241200" progId="Equation.DSMT4">
                    <p:embed/>
                    <p:pic>
                      <p:nvPicPr>
                        <p:cNvPr id="0" name="Picture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484" y="1580208"/>
                          <a:ext cx="164880" cy="241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1" name="Oval 34">
            <a:extLst>
              <a:ext uri="{FF2B5EF4-FFF2-40B4-BE49-F238E27FC236}">
                <a16:creationId xmlns:a16="http://schemas.microsoft.com/office/drawing/2014/main" id="{8F53B7EC-4485-4330-82C6-80FD79EB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709" y="1259201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" name="Oval 35">
            <a:extLst>
              <a:ext uri="{FF2B5EF4-FFF2-40B4-BE49-F238E27FC236}">
                <a16:creationId xmlns:a16="http://schemas.microsoft.com/office/drawing/2014/main" id="{F59FC8E2-D892-4704-89FC-C5FD1A0CD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193" y="1253666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" name="Oval 36">
            <a:extLst>
              <a:ext uri="{FF2B5EF4-FFF2-40B4-BE49-F238E27FC236}">
                <a16:creationId xmlns:a16="http://schemas.microsoft.com/office/drawing/2014/main" id="{8DFA35C3-7250-4390-8DDD-7255F3AB1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389" y="1260649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" name="Oval 37">
            <a:extLst>
              <a:ext uri="{FF2B5EF4-FFF2-40B4-BE49-F238E27FC236}">
                <a16:creationId xmlns:a16="http://schemas.microsoft.com/office/drawing/2014/main" id="{D1A379F1-3568-41A8-ADEF-6C978005A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2910" y="1249324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5" name="Oval 39">
            <a:extLst>
              <a:ext uri="{FF2B5EF4-FFF2-40B4-BE49-F238E27FC236}">
                <a16:creationId xmlns:a16="http://schemas.microsoft.com/office/drawing/2014/main" id="{1D8458B9-9B25-4AB6-99BE-4254A969F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149" y="1255949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3A33F3F9-7CBC-402C-B8DA-CFA6ECA401D4}"/>
              </a:ext>
            </a:extLst>
          </p:cNvPr>
          <p:cNvGrpSpPr/>
          <p:nvPr/>
        </p:nvGrpSpPr>
        <p:grpSpPr>
          <a:xfrm>
            <a:off x="1880069" y="2528029"/>
            <a:ext cx="6527204" cy="764769"/>
            <a:chOff x="662484" y="1340768"/>
            <a:chExt cx="6527204" cy="764769"/>
          </a:xfrm>
        </p:grpSpPr>
        <p:sp>
          <p:nvSpPr>
            <p:cNvPr id="107" name="Line 20">
              <a:extLst>
                <a:ext uri="{FF2B5EF4-FFF2-40B4-BE49-F238E27FC236}">
                  <a16:creationId xmlns:a16="http://schemas.microsoft.com/office/drawing/2014/main" id="{73E6A3DA-AC16-4980-9A3B-046F1A239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940" y="1404638"/>
              <a:ext cx="6470748" cy="75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08" name="Line 23">
              <a:extLst>
                <a:ext uri="{FF2B5EF4-FFF2-40B4-BE49-F238E27FC236}">
                  <a16:creationId xmlns:a16="http://schemas.microsoft.com/office/drawing/2014/main" id="{D5BADA8C-174A-4C63-A61B-A39C91A3D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3386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Line 24">
              <a:extLst>
                <a:ext uri="{FF2B5EF4-FFF2-40B4-BE49-F238E27FC236}">
                  <a16:creationId xmlns:a16="http://schemas.microsoft.com/office/drawing/2014/main" id="{28776A15-AF3E-475B-AA9A-682AD8B0F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343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Line 25">
              <a:extLst>
                <a:ext uri="{FF2B5EF4-FFF2-40B4-BE49-F238E27FC236}">
                  <a16:creationId xmlns:a16="http://schemas.microsoft.com/office/drawing/2014/main" id="{29356494-5953-4731-8FA8-AEE8400EC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1293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Oval 28">
              <a:extLst>
                <a:ext uri="{FF2B5EF4-FFF2-40B4-BE49-F238E27FC236}">
                  <a16:creationId xmlns:a16="http://schemas.microsoft.com/office/drawing/2014/main" id="{86CED4C2-62C2-46BE-B0EB-E31A07AA7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02" y="1377281"/>
              <a:ext cx="71438" cy="71438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12" name="Object 29">
              <a:extLst>
                <a:ext uri="{FF2B5EF4-FFF2-40B4-BE49-F238E27FC236}">
                  <a16:creationId xmlns:a16="http://schemas.microsoft.com/office/drawing/2014/main" id="{DFE31723-9DBC-49B4-9BC8-A005ABF9D5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7373548"/>
                </p:ext>
              </p:extLst>
            </p:nvPr>
          </p:nvGraphicFramePr>
          <p:xfrm>
            <a:off x="6377797" y="1613319"/>
            <a:ext cx="13968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3" name="Equation" r:id="rId28" imgW="139680" imgH="228600" progId="Equation.DSMT4">
                    <p:embed/>
                  </p:oleObj>
                </mc:Choice>
                <mc:Fallback>
                  <p:oleObj name="Equation" r:id="rId28" imgW="139680" imgH="228600" progId="Equation.DSMT4">
                    <p:embed/>
                    <p:pic>
                      <p:nvPicPr>
                        <p:cNvPr id="0" name="Picture 1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7797" y="1613319"/>
                          <a:ext cx="13968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Object 30">
              <a:extLst>
                <a:ext uri="{FF2B5EF4-FFF2-40B4-BE49-F238E27FC236}">
                  <a16:creationId xmlns:a16="http://schemas.microsoft.com/office/drawing/2014/main" id="{71B20A4F-D456-409B-B080-F89725E336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6643273"/>
                </p:ext>
              </p:extLst>
            </p:nvPr>
          </p:nvGraphicFramePr>
          <p:xfrm>
            <a:off x="3485083" y="1556792"/>
            <a:ext cx="176213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4" name="Equation" r:id="rId30" imgW="4876800" imgH="14935200" progId="Equation.DSMT4">
                    <p:embed/>
                  </p:oleObj>
                </mc:Choice>
                <mc:Fallback>
                  <p:oleObj name="Equation" r:id="rId30" imgW="4876800" imgH="14935200" progId="Equation.DSMT4">
                    <p:embed/>
                    <p:pic>
                      <p:nvPicPr>
                        <p:cNvPr id="0" name="Picture 1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5083" y="1556792"/>
                          <a:ext cx="176213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" name="Object 31">
              <a:extLst>
                <a:ext uri="{FF2B5EF4-FFF2-40B4-BE49-F238E27FC236}">
                  <a16:creationId xmlns:a16="http://schemas.microsoft.com/office/drawing/2014/main" id="{C3DBDF66-90CD-4EB5-BF59-DD2A29741C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7678551"/>
                </p:ext>
              </p:extLst>
            </p:nvPr>
          </p:nvGraphicFramePr>
          <p:xfrm>
            <a:off x="4419600" y="1556791"/>
            <a:ext cx="1778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5" name="Equation" r:id="rId32" imgW="4876800" imgH="14935200" progId="Equation.DSMT4">
                    <p:embed/>
                  </p:oleObj>
                </mc:Choice>
                <mc:Fallback>
                  <p:oleObj name="Equation" r:id="rId32" imgW="4876800" imgH="14935200" progId="Equation.DSMT4">
                    <p:embed/>
                    <p:pic>
                      <p:nvPicPr>
                        <p:cNvPr id="0" name="Picture 1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600" y="1556791"/>
                          <a:ext cx="177800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" name="Object 32">
              <a:extLst>
                <a:ext uri="{FF2B5EF4-FFF2-40B4-BE49-F238E27FC236}">
                  <a16:creationId xmlns:a16="http://schemas.microsoft.com/office/drawing/2014/main" id="{B9C40906-3819-49CB-AC6C-6F300CE513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36365"/>
                </p:ext>
              </p:extLst>
            </p:nvPr>
          </p:nvGraphicFramePr>
          <p:xfrm>
            <a:off x="4885432" y="1562612"/>
            <a:ext cx="174625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6" name="Equation" r:id="rId34" imgW="4876800" imgH="14935200" progId="Equation.DSMT4">
                    <p:embed/>
                  </p:oleObj>
                </mc:Choice>
                <mc:Fallback>
                  <p:oleObj name="Equation" r:id="rId34" imgW="4876800" imgH="14935200" progId="Equation.DSMT4">
                    <p:embed/>
                    <p:pic>
                      <p:nvPicPr>
                        <p:cNvPr id="0" name="Picture 1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5432" y="1562612"/>
                          <a:ext cx="174625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" name="Line 33">
              <a:extLst>
                <a:ext uri="{FF2B5EF4-FFF2-40B4-BE49-F238E27FC236}">
                  <a16:creationId xmlns:a16="http://schemas.microsoft.com/office/drawing/2014/main" id="{32598E1C-4D3C-4B8B-804F-627401458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3706" y="1348706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17" name="对象 116">
              <a:extLst>
                <a:ext uri="{FF2B5EF4-FFF2-40B4-BE49-F238E27FC236}">
                  <a16:creationId xmlns:a16="http://schemas.microsoft.com/office/drawing/2014/main" id="{37D4AA7E-36DD-4F77-B9A9-66E8447C77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149823"/>
                </p:ext>
              </p:extLst>
            </p:nvPr>
          </p:nvGraphicFramePr>
          <p:xfrm>
            <a:off x="6999188" y="1735857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7" name="Equation" r:id="rId35" imgW="4572000" imgH="4572000" progId="Equation.DSMT4">
                    <p:embed/>
                  </p:oleObj>
                </mc:Choice>
                <mc:Fallback>
                  <p:oleObj name="Equation" r:id="rId35" imgW="4572000" imgH="4572000" progId="Equation.DSMT4">
                    <p:embed/>
                    <p:pic>
                      <p:nvPicPr>
                        <p:cNvPr id="0" name="Picture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9188" y="1735857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" name="对象 117">
              <a:extLst>
                <a:ext uri="{FF2B5EF4-FFF2-40B4-BE49-F238E27FC236}">
                  <a16:creationId xmlns:a16="http://schemas.microsoft.com/office/drawing/2014/main" id="{5F5AA6CC-98B8-4168-B0C5-C5937653B8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2484" y="1700808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88" name="Equation" r:id="rId36" imgW="3962400" imgH="5791200" progId="Equation.DSMT4">
                    <p:embed/>
                  </p:oleObj>
                </mc:Choice>
                <mc:Fallback>
                  <p:oleObj name="Equation" r:id="rId36" imgW="3962400" imgH="5791200" progId="Equation.DSMT4">
                    <p:embed/>
                    <p:pic>
                      <p:nvPicPr>
                        <p:cNvPr id="0" name="Picture 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484" y="1700808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9" name="Oval 34">
            <a:extLst>
              <a:ext uri="{FF2B5EF4-FFF2-40B4-BE49-F238E27FC236}">
                <a16:creationId xmlns:a16="http://schemas.microsoft.com/office/drawing/2014/main" id="{3DB490EC-DAA4-4C51-8841-4830D9D0F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362" y="2537899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0" name="Oval 36">
            <a:extLst>
              <a:ext uri="{FF2B5EF4-FFF2-40B4-BE49-F238E27FC236}">
                <a16:creationId xmlns:a16="http://schemas.microsoft.com/office/drawing/2014/main" id="{D0748D25-FCB2-451D-92C8-098586DBA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6747" y="254158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1" name="Oval 35">
            <a:extLst>
              <a:ext uri="{FF2B5EF4-FFF2-40B4-BE49-F238E27FC236}">
                <a16:creationId xmlns:a16="http://schemas.microsoft.com/office/drawing/2014/main" id="{5B898F74-B4ED-46D6-AD84-BE54FF27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865" y="254399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2" name="Oval 39">
            <a:extLst>
              <a:ext uri="{FF2B5EF4-FFF2-40B4-BE49-F238E27FC236}">
                <a16:creationId xmlns:a16="http://schemas.microsoft.com/office/drawing/2014/main" id="{707086FE-D7BB-42E4-AF06-60B6CA7B3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735" y="254399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3" name="Oval 34">
            <a:extLst>
              <a:ext uri="{FF2B5EF4-FFF2-40B4-BE49-F238E27FC236}">
                <a16:creationId xmlns:a16="http://schemas.microsoft.com/office/drawing/2014/main" id="{9CEC914A-F69B-468F-8EE7-CE01DC401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062" y="376710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4" name="Oval 35">
            <a:extLst>
              <a:ext uri="{FF2B5EF4-FFF2-40B4-BE49-F238E27FC236}">
                <a16:creationId xmlns:a16="http://schemas.microsoft.com/office/drawing/2014/main" id="{4380C411-B140-4AC8-B428-15C0DF94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241" y="376710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" name="Oval 36">
            <a:extLst>
              <a:ext uri="{FF2B5EF4-FFF2-40B4-BE49-F238E27FC236}">
                <a16:creationId xmlns:a16="http://schemas.microsoft.com/office/drawing/2014/main" id="{78CF1AB8-9E83-4747-B79B-69524731B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5848" y="378812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6" name="Oval 37">
            <a:extLst>
              <a:ext uri="{FF2B5EF4-FFF2-40B4-BE49-F238E27FC236}">
                <a16:creationId xmlns:a16="http://schemas.microsoft.com/office/drawing/2014/main" id="{CF955146-C2B7-42C6-A16C-3B08E65D7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928" y="378812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7" name="Oval 39">
            <a:extLst>
              <a:ext uri="{FF2B5EF4-FFF2-40B4-BE49-F238E27FC236}">
                <a16:creationId xmlns:a16="http://schemas.microsoft.com/office/drawing/2014/main" id="{1D220270-36D3-43DB-A7B7-9E6615D6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97" y="3797044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8" name="Oval 37">
            <a:extLst>
              <a:ext uri="{FF2B5EF4-FFF2-40B4-BE49-F238E27FC236}">
                <a16:creationId xmlns:a16="http://schemas.microsoft.com/office/drawing/2014/main" id="{13AB5119-B2CF-4C46-9BEB-4D3ED095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479" y="3786897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9" name="Oval 37">
            <a:extLst>
              <a:ext uri="{FF2B5EF4-FFF2-40B4-BE49-F238E27FC236}">
                <a16:creationId xmlns:a16="http://schemas.microsoft.com/office/drawing/2014/main" id="{AF98AAED-4202-449F-9EBB-45660641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7268" y="3786897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0" name="Oval 37">
            <a:extLst>
              <a:ext uri="{FF2B5EF4-FFF2-40B4-BE49-F238E27FC236}">
                <a16:creationId xmlns:a16="http://schemas.microsoft.com/office/drawing/2014/main" id="{6AEE9868-B7E8-440C-A24C-5258821A5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757" y="3786897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1" name="Oval 37">
            <a:extLst>
              <a:ext uri="{FF2B5EF4-FFF2-40B4-BE49-F238E27FC236}">
                <a16:creationId xmlns:a16="http://schemas.microsoft.com/office/drawing/2014/main" id="{9361882C-E9B7-40A5-B08B-AB81C0FC6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988" y="3786897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" name="Oval 37">
            <a:extLst>
              <a:ext uri="{FF2B5EF4-FFF2-40B4-BE49-F238E27FC236}">
                <a16:creationId xmlns:a16="http://schemas.microsoft.com/office/drawing/2014/main" id="{D9C8E387-72E6-4C74-810D-332B4F9E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97" y="3786897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EF2DF835-6385-43CA-8F64-E9AF1E9FE0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728488"/>
              </p:ext>
            </p:extLst>
          </p:nvPr>
        </p:nvGraphicFramePr>
        <p:xfrm>
          <a:off x="540566" y="916534"/>
          <a:ext cx="68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889" name="Equation" r:id="rId37" imgW="685800" imgH="812520" progId="Equation.DSMT4">
                  <p:embed/>
                </p:oleObj>
              </mc:Choice>
              <mc:Fallback>
                <p:oleObj name="Equation" r:id="rId37" imgW="685800" imgH="812520" progId="Equation.DSMT4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66" y="916534"/>
                        <a:ext cx="6858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>
            <a:extLst>
              <a:ext uri="{FF2B5EF4-FFF2-40B4-BE49-F238E27FC236}">
                <a16:creationId xmlns:a16="http://schemas.microsoft.com/office/drawing/2014/main" id="{361D8376-0F07-44A8-A18F-EA9F7D891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826923"/>
              </p:ext>
            </p:extLst>
          </p:nvPr>
        </p:nvGraphicFramePr>
        <p:xfrm>
          <a:off x="427854" y="2191966"/>
          <a:ext cx="927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890" name="Equation" r:id="rId39" imgW="927000" imgH="812520" progId="Equation.DSMT4">
                  <p:embed/>
                </p:oleObj>
              </mc:Choice>
              <mc:Fallback>
                <p:oleObj name="Equation" r:id="rId39" imgW="927000" imgH="812520" progId="Equation.DSMT4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54" y="2191966"/>
                        <a:ext cx="9271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对象 134">
            <a:extLst>
              <a:ext uri="{FF2B5EF4-FFF2-40B4-BE49-F238E27FC236}">
                <a16:creationId xmlns:a16="http://schemas.microsoft.com/office/drawing/2014/main" id="{EC8A38DE-521C-4EC1-AF3F-2BB3D21E75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034874"/>
              </p:ext>
            </p:extLst>
          </p:nvPr>
        </p:nvGraphicFramePr>
        <p:xfrm>
          <a:off x="190899" y="3509354"/>
          <a:ext cx="1638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891" name="Equation" r:id="rId41" imgW="1638000" imgH="888840" progId="Equation.DSMT4">
                  <p:embed/>
                </p:oleObj>
              </mc:Choice>
              <mc:Fallback>
                <p:oleObj name="Equation" r:id="rId41" imgW="1638000" imgH="88884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99" y="3509354"/>
                        <a:ext cx="16383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ABF7CB89-A27F-4527-B290-43ACEF99190C}"/>
              </a:ext>
            </a:extLst>
          </p:cNvPr>
          <p:cNvGrpSpPr/>
          <p:nvPr/>
        </p:nvGrpSpPr>
        <p:grpSpPr>
          <a:xfrm>
            <a:off x="1619672" y="268462"/>
            <a:ext cx="2179089" cy="460026"/>
            <a:chOff x="1240778" y="525910"/>
            <a:chExt cx="2179089" cy="460026"/>
          </a:xfrm>
        </p:grpSpPr>
        <p:sp>
          <p:nvSpPr>
            <p:cNvPr id="139" name="Rectangle 9">
              <a:extLst>
                <a:ext uri="{FF2B5EF4-FFF2-40B4-BE49-F238E27FC236}">
                  <a16:creationId xmlns:a16="http://schemas.microsoft.com/office/drawing/2014/main" id="{50AF5602-EE9C-4FFB-A590-72149EF5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778" y="525910"/>
              <a:ext cx="2179089" cy="460026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数列    满足</a:t>
              </a:r>
            </a:p>
          </p:txBody>
        </p:sp>
        <p:graphicFrame>
          <p:nvGraphicFramePr>
            <p:cNvPr id="140" name="Object 20">
              <a:extLst>
                <a:ext uri="{FF2B5EF4-FFF2-40B4-BE49-F238E27FC236}">
                  <a16:creationId xmlns:a16="http://schemas.microsoft.com/office/drawing/2014/main" id="{47F2A3A9-1705-4110-849E-F5798E7DD0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3155982"/>
                </p:ext>
              </p:extLst>
            </p:nvPr>
          </p:nvGraphicFramePr>
          <p:xfrm>
            <a:off x="1989847" y="598689"/>
            <a:ext cx="533400" cy="369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92" name="Equation" r:id="rId43" imgW="545760" imgH="380880" progId="Equation.DSMT4">
                    <p:embed/>
                  </p:oleObj>
                </mc:Choice>
                <mc:Fallback>
                  <p:oleObj name="Equation" r:id="rId43" imgW="545760" imgH="380880" progId="Equation.DSMT4">
                    <p:embed/>
                    <p:pic>
                      <p:nvPicPr>
                        <p:cNvPr id="0" name="Picture 1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9847" y="598689"/>
                          <a:ext cx="533400" cy="3698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A3D693CC-343E-4338-91E5-C9316E6DCA62}"/>
              </a:ext>
            </a:extLst>
          </p:cNvPr>
          <p:cNvGrpSpPr/>
          <p:nvPr/>
        </p:nvGrpSpPr>
        <p:grpSpPr>
          <a:xfrm>
            <a:off x="3716705" y="275675"/>
            <a:ext cx="3217053" cy="462246"/>
            <a:chOff x="827584" y="2071641"/>
            <a:chExt cx="3217053" cy="462246"/>
          </a:xfrm>
        </p:grpSpPr>
        <p:sp>
          <p:nvSpPr>
            <p:cNvPr id="143" name="Rectangle 7">
              <a:extLst>
                <a:ext uri="{FF2B5EF4-FFF2-40B4-BE49-F238E27FC236}">
                  <a16:creationId xmlns:a16="http://schemas.microsoft.com/office/drawing/2014/main" id="{D31A7F4C-7EF3-451C-88E3-58026D1D5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1774" y="2071641"/>
              <a:ext cx="2582863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无限增大时，</a:t>
              </a:r>
            </a:p>
          </p:txBody>
        </p:sp>
        <p:graphicFrame>
          <p:nvGraphicFramePr>
            <p:cNvPr id="144" name="Object 10">
              <a:extLst>
                <a:ext uri="{FF2B5EF4-FFF2-40B4-BE49-F238E27FC236}">
                  <a16:creationId xmlns:a16="http://schemas.microsoft.com/office/drawing/2014/main" id="{D1C9253F-C816-4BF4-B330-5F137684F2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2405"/>
                </p:ext>
              </p:extLst>
            </p:nvPr>
          </p:nvGraphicFramePr>
          <p:xfrm>
            <a:off x="1317758" y="2247658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93" name="Equation" r:id="rId45" imgW="190440" imgH="203040" progId="Equation.DSMT4">
                    <p:embed/>
                  </p:oleObj>
                </mc:Choice>
                <mc:Fallback>
                  <p:oleObj name="Equation" r:id="rId45" imgW="190440" imgH="203040" progId="Equation.DSMT4">
                    <p:embed/>
                    <p:pic>
                      <p:nvPicPr>
                        <p:cNvPr id="0" name="Picture 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758" y="2247658"/>
                          <a:ext cx="1904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5" name="Rectangle 13">
              <a:extLst>
                <a:ext uri="{FF2B5EF4-FFF2-40B4-BE49-F238E27FC236}">
                  <a16:creationId xmlns:a16="http://schemas.microsoft.com/office/drawing/2014/main" id="{19B4EDB6-B36C-47E4-90D2-90DD68CB0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2072222"/>
              <a:ext cx="1255712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当</a:t>
              </a: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0F0F4311-C563-4B2A-B26C-783222088515}"/>
              </a:ext>
            </a:extLst>
          </p:cNvPr>
          <p:cNvGrpSpPr/>
          <p:nvPr/>
        </p:nvGrpSpPr>
        <p:grpSpPr>
          <a:xfrm>
            <a:off x="6223103" y="271666"/>
            <a:ext cx="2400194" cy="461665"/>
            <a:chOff x="3333982" y="2054380"/>
            <a:chExt cx="2400194" cy="461665"/>
          </a:xfrm>
        </p:grpSpPr>
        <p:sp>
          <p:nvSpPr>
            <p:cNvPr id="147" name="Rectangle 8">
              <a:extLst>
                <a:ext uri="{FF2B5EF4-FFF2-40B4-BE49-F238E27FC236}">
                  <a16:creationId xmlns:a16="http://schemas.microsoft.com/office/drawing/2014/main" id="{7BEA120D-1187-470C-B8F3-CB18208F8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312" y="2054380"/>
              <a:ext cx="2150864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无限接近于</a:t>
              </a:r>
            </a:p>
          </p:txBody>
        </p:sp>
        <p:graphicFrame>
          <p:nvGraphicFramePr>
            <p:cNvPr id="148" name="Object 11">
              <a:extLst>
                <a:ext uri="{FF2B5EF4-FFF2-40B4-BE49-F238E27FC236}">
                  <a16:creationId xmlns:a16="http://schemas.microsoft.com/office/drawing/2014/main" id="{A31E36D0-A1B5-4147-B7D1-BAF3ECBAF7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7736124"/>
                </p:ext>
              </p:extLst>
            </p:nvPr>
          </p:nvGraphicFramePr>
          <p:xfrm>
            <a:off x="3333982" y="2112033"/>
            <a:ext cx="2793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94" name="Equation" r:id="rId47" imgW="279360" imgH="380880" progId="Equation.DSMT4">
                    <p:embed/>
                  </p:oleObj>
                </mc:Choice>
                <mc:Fallback>
                  <p:oleObj name="Equation" r:id="rId47" imgW="279360" imgH="380880" progId="Equation.DSMT4">
                    <p:embed/>
                    <p:pic>
                      <p:nvPicPr>
                        <p:cNvPr id="0" name="Picture 2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982" y="2112033"/>
                          <a:ext cx="279360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" name="Object 21">
              <a:extLst>
                <a:ext uri="{FF2B5EF4-FFF2-40B4-BE49-F238E27FC236}">
                  <a16:creationId xmlns:a16="http://schemas.microsoft.com/office/drawing/2014/main" id="{902D2995-91E8-4E8F-9755-F744DF9BC5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1698699"/>
                </p:ext>
              </p:extLst>
            </p:nvPr>
          </p:nvGraphicFramePr>
          <p:xfrm>
            <a:off x="5230120" y="2247658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95" name="Equation" r:id="rId49" imgW="203040" imgH="203040" progId="Equation.DSMT4">
                    <p:embed/>
                  </p:oleObj>
                </mc:Choice>
                <mc:Fallback>
                  <p:oleObj name="Equation" r:id="rId49" imgW="203040" imgH="203040" progId="Equation.DSMT4">
                    <p:embed/>
                    <p:pic>
                      <p:nvPicPr>
                        <p:cNvPr id="0" name="Picture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0120" y="2247658"/>
                          <a:ext cx="2030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219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.0037 L -0.31493 -0.0006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47" y="-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0.00216 L -0.15747 -0.0021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4.93827E-6 L -0.07951 4.93827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-0.06528 3.7037E-7 " pathEditMode="relative" rAng="0" ptsTypes="AA">
                                      <p:cBhvr>
                                        <p:cTn id="45" dur="5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08642E-6 L 0.10521 -0.00124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34568E-6 L 0.0493 -2.34568E-6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124 L 0.15885 -0.00062 " pathEditMode="relative" rAng="0" ptsTypes="AA">
                                      <p:cBhvr>
                                        <p:cTn id="82" dur="3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82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23457E-6 L -0.48177 0.00587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7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5679E-6 L 0.26945 -0.00309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72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58025E-6 L -0.18108 -0.00123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75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19" grpId="0" animBg="1"/>
      <p:bldP spid="119" grpId="1" animBg="1"/>
      <p:bldP spid="120" grpId="0" animBg="1"/>
      <p:bldP spid="121" grpId="0" animBg="1"/>
      <p:bldP spid="121" grpId="1" animBg="1"/>
      <p:bldP spid="122" grpId="0" animBg="1"/>
      <p:bldP spid="122" grpId="1" animBg="1"/>
      <p:bldP spid="123" grpId="0" animBg="1"/>
      <p:bldP spid="124" grpId="0" animBg="1"/>
      <p:bldP spid="124" grpId="1" animBg="1"/>
      <p:bldP spid="125" grpId="0" animBg="1"/>
      <p:bldP spid="125" grpId="1" animBg="1"/>
      <p:bldP spid="126" grpId="0" animBg="1"/>
      <p:bldP spid="127" grpId="0" animBg="1"/>
      <p:bldP spid="127" grpId="1" animBg="1"/>
      <p:bldP spid="128" grpId="0" animBg="1"/>
      <p:bldP spid="129" grpId="0" animBg="1"/>
      <p:bldP spid="130" grpId="0" animBg="1"/>
      <p:bldP spid="131" grpId="0" animBg="1"/>
      <p:bldP spid="1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722A0E6-72D9-4E48-BAEB-9D7C38244B41}"/>
              </a:ext>
            </a:extLst>
          </p:cNvPr>
          <p:cNvGrpSpPr/>
          <p:nvPr/>
        </p:nvGrpSpPr>
        <p:grpSpPr>
          <a:xfrm>
            <a:off x="874392" y="1454630"/>
            <a:ext cx="7005860" cy="613064"/>
            <a:chOff x="662484" y="2049124"/>
            <a:chExt cx="7005860" cy="613064"/>
          </a:xfrm>
        </p:grpSpPr>
        <p:sp>
          <p:nvSpPr>
            <p:cNvPr id="3" name="Line 20">
              <a:extLst>
                <a:ext uri="{FF2B5EF4-FFF2-40B4-BE49-F238E27FC236}">
                  <a16:creationId xmlns:a16="http://schemas.microsoft.com/office/drawing/2014/main" id="{AE327435-F454-4696-867D-8385C3EA5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940" y="2132286"/>
              <a:ext cx="6949404" cy="5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4" name="Line 21">
              <a:extLst>
                <a:ext uri="{FF2B5EF4-FFF2-40B4-BE49-F238E27FC236}">
                  <a16:creationId xmlns:a16="http://schemas.microsoft.com/office/drawing/2014/main" id="{75167B3B-009C-49F2-866E-6409147C1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768" y="206084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" name="Line 22">
              <a:extLst>
                <a:ext uri="{FF2B5EF4-FFF2-40B4-BE49-F238E27FC236}">
                  <a16:creationId xmlns:a16="http://schemas.microsoft.com/office/drawing/2014/main" id="{16BBE96A-401E-492F-B276-1ABCAA8CA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864" y="206084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" name="Line 23">
              <a:extLst>
                <a:ext uri="{FF2B5EF4-FFF2-40B4-BE49-F238E27FC236}">
                  <a16:creationId xmlns:a16="http://schemas.microsoft.com/office/drawing/2014/main" id="{7EAD2061-BF40-4826-A9F6-47740A02E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960" y="206084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24">
              <a:extLst>
                <a:ext uri="{FF2B5EF4-FFF2-40B4-BE49-F238E27FC236}">
                  <a16:creationId xmlns:a16="http://schemas.microsoft.com/office/drawing/2014/main" id="{8178BCF2-5097-4B5D-95E0-D8365192E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6056" y="206084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25">
              <a:extLst>
                <a:ext uri="{FF2B5EF4-FFF2-40B4-BE49-F238E27FC236}">
                  <a16:creationId xmlns:a16="http://schemas.microsoft.com/office/drawing/2014/main" id="{F9BD3525-CE46-4880-9A6F-5D26C6A9D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0152" y="2049124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26">
              <a:extLst>
                <a:ext uri="{FF2B5EF4-FFF2-40B4-BE49-F238E27FC236}">
                  <a16:creationId xmlns:a16="http://schemas.microsoft.com/office/drawing/2014/main" id="{3424E8EA-C883-47EE-83ED-A83973773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4248" y="2054986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75D6D035-0CB1-4B90-8EB2-605671050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227" y="206084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Oval 28">
              <a:extLst>
                <a:ext uri="{FF2B5EF4-FFF2-40B4-BE49-F238E27FC236}">
                  <a16:creationId xmlns:a16="http://schemas.microsoft.com/office/drawing/2014/main" id="{98421DB6-334C-43C4-9CD0-8742C5270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02" y="2097361"/>
              <a:ext cx="71438" cy="71438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2" name="Object 30">
              <a:extLst>
                <a:ext uri="{FF2B5EF4-FFF2-40B4-BE49-F238E27FC236}">
                  <a16:creationId xmlns:a16="http://schemas.microsoft.com/office/drawing/2014/main" id="{A3F67FB3-EEC7-4647-8207-B2D0264632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9952" y="2420888"/>
            <a:ext cx="158750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3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Picture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952" y="2420888"/>
                          <a:ext cx="158750" cy="21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31">
              <a:extLst>
                <a:ext uri="{FF2B5EF4-FFF2-40B4-BE49-F238E27FC236}">
                  <a16:creationId xmlns:a16="http://schemas.microsoft.com/office/drawing/2014/main" id="{154BEB94-8EBC-40EF-94FE-8164261665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11760" y="2425774"/>
            <a:ext cx="158750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4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Picture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2425774"/>
                          <a:ext cx="158750" cy="21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32">
              <a:extLst>
                <a:ext uri="{FF2B5EF4-FFF2-40B4-BE49-F238E27FC236}">
                  <a16:creationId xmlns:a16="http://schemas.microsoft.com/office/drawing/2014/main" id="{3B9FD069-5E9F-4FDA-AC44-1577DD5DC9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9400" y="2427362"/>
            <a:ext cx="104775" cy="209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5" name="Equation" r:id="rId7" imgW="3352800" imgH="5486400" progId="Equation.DSMT4">
                    <p:embed/>
                  </p:oleObj>
                </mc:Choice>
                <mc:Fallback>
                  <p:oleObj name="Equation" r:id="rId7" imgW="3352800" imgH="5486400" progId="Equation.DSMT4">
                    <p:embed/>
                    <p:pic>
                      <p:nvPicPr>
                        <p:cNvPr id="0" name="Picture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9400" y="2427362"/>
                          <a:ext cx="104775" cy="209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3DF3F31-3695-4D5A-ABBA-89EF3356E1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52320" y="2439938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6" name="Equation" r:id="rId9" imgW="4572000" imgH="4572000" progId="Equation.DSMT4">
                    <p:embed/>
                  </p:oleObj>
                </mc:Choice>
                <mc:Fallback>
                  <p:oleObj name="Equation" r:id="rId9" imgW="4572000" imgH="4572000" progId="Equation.DSMT4">
                    <p:embed/>
                    <p:pic>
                      <p:nvPicPr>
                        <p:cNvPr id="0" name="Picture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2320" y="2439938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CA5E961-3C23-4F68-96AA-813ED93598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2484" y="2420888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7" name="Equation" r:id="rId11" imgW="3962400" imgH="5791200" progId="Equation.DSMT4">
                    <p:embed/>
                  </p:oleObj>
                </mc:Choice>
                <mc:Fallback>
                  <p:oleObj name="Equation" r:id="rId11" imgW="3962400" imgH="5791200" progId="Equation.DSMT4">
                    <p:embed/>
                    <p:pic>
                      <p:nvPicPr>
                        <p:cNvPr id="0" name="Picture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484" y="2420888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1">
              <a:extLst>
                <a:ext uri="{FF2B5EF4-FFF2-40B4-BE49-F238E27FC236}">
                  <a16:creationId xmlns:a16="http://schemas.microsoft.com/office/drawing/2014/main" id="{DD6C3A54-49CC-4DE2-A376-AD9091932E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5856" y="2420888"/>
            <a:ext cx="158750" cy="222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8" name="Equation" r:id="rId13" imgW="3962400" imgH="5791200" progId="Equation.DSMT4">
                    <p:embed/>
                  </p:oleObj>
                </mc:Choice>
                <mc:Fallback>
                  <p:oleObj name="Equation" r:id="rId13" imgW="3962400" imgH="5791200" progId="Equation.DSMT4">
                    <p:embed/>
                    <p:pic>
                      <p:nvPicPr>
                        <p:cNvPr id="0" name="Picture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2420888"/>
                          <a:ext cx="158750" cy="222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7">
              <a:extLst>
                <a:ext uri="{FF2B5EF4-FFF2-40B4-BE49-F238E27FC236}">
                  <a16:creationId xmlns:a16="http://schemas.microsoft.com/office/drawing/2014/main" id="{CB5683E0-6BD9-4D9A-B756-C5203B120C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4048" y="2419681"/>
            <a:ext cx="123825" cy="220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19" name="Equation" r:id="rId15" imgW="3962400" imgH="5791200" progId="Equation.DSMT4">
                    <p:embed/>
                  </p:oleObj>
                </mc:Choice>
                <mc:Fallback>
                  <p:oleObj name="Equation" r:id="rId15" imgW="3962400" imgH="5791200" progId="Equation.DSMT4">
                    <p:embed/>
                    <p:pic>
                      <p:nvPicPr>
                        <p:cNvPr id="0" name="Picture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2419681"/>
                          <a:ext cx="123825" cy="220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8">
              <a:extLst>
                <a:ext uri="{FF2B5EF4-FFF2-40B4-BE49-F238E27FC236}">
                  <a16:creationId xmlns:a16="http://schemas.microsoft.com/office/drawing/2014/main" id="{96F9E3ED-257F-4646-B79C-A513E47C96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2240" y="2426643"/>
            <a:ext cx="158750" cy="209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0" name="Equation" r:id="rId17" imgW="3962400" imgH="5486400" progId="Equation.DSMT4">
                    <p:embed/>
                  </p:oleObj>
                </mc:Choice>
                <mc:Fallback>
                  <p:oleObj name="Equation" r:id="rId17" imgW="3962400" imgH="5486400" progId="Equation.DSMT4">
                    <p:embed/>
                    <p:pic>
                      <p:nvPicPr>
                        <p:cNvPr id="0" name="Picture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2240" y="2426643"/>
                          <a:ext cx="158750" cy="209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6">
              <a:extLst>
                <a:ext uri="{FF2B5EF4-FFF2-40B4-BE49-F238E27FC236}">
                  <a16:creationId xmlns:a16="http://schemas.microsoft.com/office/drawing/2014/main" id="{C3A92D7D-DB1C-4F51-BAE7-36F6BEA3B5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8144" y="2429818"/>
            <a:ext cx="158750" cy="222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1" name="Equation" r:id="rId19" imgW="3962400" imgH="5791200" progId="Equation.DSMT4">
                    <p:embed/>
                  </p:oleObj>
                </mc:Choice>
                <mc:Fallback>
                  <p:oleObj name="Equation" r:id="rId19" imgW="3962400" imgH="5791200" progId="Equation.DSMT4">
                    <p:embed/>
                    <p:pic>
                      <p:nvPicPr>
                        <p:cNvPr id="0" name="Picture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8144" y="2429818"/>
                          <a:ext cx="158750" cy="222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Oval 39">
            <a:extLst>
              <a:ext uri="{FF2B5EF4-FFF2-40B4-BE49-F238E27FC236}">
                <a16:creationId xmlns:a16="http://schemas.microsoft.com/office/drawing/2014/main" id="{7824027F-7493-4A45-8153-F3EFBEEF4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76" y="147071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" name="Oval 37">
            <a:extLst>
              <a:ext uri="{FF2B5EF4-FFF2-40B4-BE49-F238E27FC236}">
                <a16:creationId xmlns:a16="http://schemas.microsoft.com/office/drawing/2014/main" id="{C2596DC5-2A66-4FF4-8048-B84A1B02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599" y="147477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" name="Oval 39">
            <a:extLst>
              <a:ext uri="{FF2B5EF4-FFF2-40B4-BE49-F238E27FC236}">
                <a16:creationId xmlns:a16="http://schemas.microsoft.com/office/drawing/2014/main" id="{C81C5159-82BC-472E-913A-CCBF294FF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744" y="147071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" name="组合 53">
            <a:extLst>
              <a:ext uri="{FF2B5EF4-FFF2-40B4-BE49-F238E27FC236}">
                <a16:creationId xmlns:a16="http://schemas.microsoft.com/office/drawing/2014/main" id="{34D0658F-81DB-4CA3-819C-3BE29A74A708}"/>
              </a:ext>
            </a:extLst>
          </p:cNvPr>
          <p:cNvGrpSpPr/>
          <p:nvPr/>
        </p:nvGrpSpPr>
        <p:grpSpPr>
          <a:xfrm>
            <a:off x="936368" y="3435846"/>
            <a:ext cx="6948000" cy="593468"/>
            <a:chOff x="718940" y="1340768"/>
            <a:chExt cx="6948000" cy="593468"/>
          </a:xfrm>
        </p:grpSpPr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8250F89B-166B-4AB4-B46F-7074B6512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940" y="1412206"/>
              <a:ext cx="6948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96655754-3EB4-486A-BEEF-D0B07C6CC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268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F674DEF2-AE55-4FF8-95FF-C43139E87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8732" y="134076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Oval 28">
              <a:extLst>
                <a:ext uri="{FF2B5EF4-FFF2-40B4-BE49-F238E27FC236}">
                  <a16:creationId xmlns:a16="http://schemas.microsoft.com/office/drawing/2014/main" id="{B65D3143-0DBA-4635-A8C1-8FCD08DB9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3893" y="1377281"/>
              <a:ext cx="71438" cy="71438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" name="Object 30">
              <a:extLst>
                <a:ext uri="{FF2B5EF4-FFF2-40B4-BE49-F238E27FC236}">
                  <a16:creationId xmlns:a16="http://schemas.microsoft.com/office/drawing/2014/main" id="{E94FF698-EB22-4D45-9FF0-EAECFFAEE1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2418968"/>
                </p:ext>
              </p:extLst>
            </p:nvPr>
          </p:nvGraphicFramePr>
          <p:xfrm>
            <a:off x="4138492" y="1721511"/>
            <a:ext cx="142875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2" name="Equation" r:id="rId21" imgW="3962400" imgH="5791200" progId="Equation.DSMT4">
                    <p:embed/>
                  </p:oleObj>
                </mc:Choice>
                <mc:Fallback>
                  <p:oleObj name="Equation" r:id="rId21" imgW="3962400" imgH="5791200" progId="Equation.DSMT4">
                    <p:embed/>
                    <p:pic>
                      <p:nvPicPr>
                        <p:cNvPr id="0" name="Picture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8492" y="1721511"/>
                          <a:ext cx="142875" cy="21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1">
              <a:extLst>
                <a:ext uri="{FF2B5EF4-FFF2-40B4-BE49-F238E27FC236}">
                  <a16:creationId xmlns:a16="http://schemas.microsoft.com/office/drawing/2014/main" id="{21D168F8-8C66-477F-A75A-E3CBB54B24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8700244"/>
                </p:ext>
              </p:extLst>
            </p:nvPr>
          </p:nvGraphicFramePr>
          <p:xfrm>
            <a:off x="1999584" y="1727861"/>
            <a:ext cx="26670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3" name="Equation" r:id="rId23" imgW="7315200" imgH="5486400" progId="Equation.DSMT4">
                    <p:embed/>
                  </p:oleObj>
                </mc:Choice>
                <mc:Fallback>
                  <p:oleObj name="Equation" r:id="rId23" imgW="7315200" imgH="5486400" progId="Equation.DSMT4">
                    <p:embed/>
                    <p:pic>
                      <p:nvPicPr>
                        <p:cNvPr id="0" name="Picture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584" y="1727861"/>
                          <a:ext cx="266700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2">
              <a:extLst>
                <a:ext uri="{FF2B5EF4-FFF2-40B4-BE49-F238E27FC236}">
                  <a16:creationId xmlns:a16="http://schemas.microsoft.com/office/drawing/2014/main" id="{4C09DFD1-294F-4E07-9D87-F201FDBE13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6399118"/>
                </p:ext>
              </p:extLst>
            </p:nvPr>
          </p:nvGraphicFramePr>
          <p:xfrm>
            <a:off x="6251677" y="1734211"/>
            <a:ext cx="119063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4" name="Equation" r:id="rId25" imgW="3352800" imgH="5486400" progId="Equation.DSMT4">
                    <p:embed/>
                  </p:oleObj>
                </mc:Choice>
                <mc:Fallback>
                  <p:oleObj name="Equation" r:id="rId25" imgW="3352800" imgH="5486400" progId="Equation.DSMT4">
                    <p:embed/>
                    <p:pic>
                      <p:nvPicPr>
                        <p:cNvPr id="0" name="Picture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1677" y="1734211"/>
                          <a:ext cx="119063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CDF419AF-52D6-4C46-BC29-522E5C82C7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76384" y="1735857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5" name="Equation" r:id="rId27" imgW="4572000" imgH="4572000" progId="Equation.DSMT4">
                    <p:embed/>
                  </p:oleObj>
                </mc:Choice>
                <mc:Fallback>
                  <p:oleObj name="Equation" r:id="rId27" imgW="4572000" imgH="4572000" progId="Equation.DSMT4">
                    <p:embed/>
                    <p:pic>
                      <p:nvPicPr>
                        <p:cNvPr id="0" name="Picture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6384" y="1735857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3910035E-5A16-40F1-9573-31705B8B7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195" y="147477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DAA0AB43-51B3-4C04-A2F8-F4EFDC8FC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707" y="147071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2" name="Oval 39">
            <a:extLst>
              <a:ext uri="{FF2B5EF4-FFF2-40B4-BE49-F238E27FC236}">
                <a16:creationId xmlns:a16="http://schemas.microsoft.com/office/drawing/2014/main" id="{AD3C8E95-04F2-4546-8D80-9442B2E17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898" y="148433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3" name="Oval 39">
            <a:extLst>
              <a:ext uri="{FF2B5EF4-FFF2-40B4-BE49-F238E27FC236}">
                <a16:creationId xmlns:a16="http://schemas.microsoft.com/office/drawing/2014/main" id="{E8B2F78B-3243-4636-BE19-8AA37F71C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060" y="1478723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F232312-85F3-41DE-B2FC-70FC8B562867}"/>
              </a:ext>
            </a:extLst>
          </p:cNvPr>
          <p:cNvGrpSpPr/>
          <p:nvPr/>
        </p:nvGrpSpPr>
        <p:grpSpPr>
          <a:xfrm>
            <a:off x="934559" y="646783"/>
            <a:ext cx="2179089" cy="460026"/>
            <a:chOff x="1240778" y="525910"/>
            <a:chExt cx="2179089" cy="460026"/>
          </a:xfrm>
        </p:grpSpPr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DD31356F-2630-4FFE-99E3-FB0B160D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778" y="525910"/>
              <a:ext cx="2179089" cy="460026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数列</a:t>
              </a:r>
            </a:p>
          </p:txBody>
        </p:sp>
        <p:graphicFrame>
          <p:nvGraphicFramePr>
            <p:cNvPr id="47" name="Object 20">
              <a:extLst>
                <a:ext uri="{FF2B5EF4-FFF2-40B4-BE49-F238E27FC236}">
                  <a16:creationId xmlns:a16="http://schemas.microsoft.com/office/drawing/2014/main" id="{9DBF889F-1BA5-4FA8-8635-95C3D79401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0296711"/>
                </p:ext>
              </p:extLst>
            </p:nvPr>
          </p:nvGraphicFramePr>
          <p:xfrm>
            <a:off x="1961891" y="618277"/>
            <a:ext cx="419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6" name="Equation" r:id="rId28" imgW="419040" imgH="342720" progId="Equation.DSMT4">
                    <p:embed/>
                  </p:oleObj>
                </mc:Choice>
                <mc:Fallback>
                  <p:oleObj name="Equation" r:id="rId28" imgW="419040" imgH="342720" progId="Equation.DSMT4">
                    <p:embed/>
                    <p:pic>
                      <p:nvPicPr>
                        <p:cNvPr id="0" name="Picture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1891" y="618277"/>
                          <a:ext cx="419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0AD69E8-476A-42B9-987A-AB54AD0B346E}"/>
              </a:ext>
            </a:extLst>
          </p:cNvPr>
          <p:cNvGrpSpPr/>
          <p:nvPr/>
        </p:nvGrpSpPr>
        <p:grpSpPr>
          <a:xfrm>
            <a:off x="2699792" y="653996"/>
            <a:ext cx="3217053" cy="462246"/>
            <a:chOff x="827584" y="2071641"/>
            <a:chExt cx="3217053" cy="462246"/>
          </a:xfrm>
        </p:grpSpPr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6D1ED21C-B844-4D8B-BEBD-73A083C76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1774" y="2071641"/>
              <a:ext cx="2582863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无限增大时，</a:t>
              </a:r>
            </a:p>
          </p:txBody>
        </p:sp>
        <p:graphicFrame>
          <p:nvGraphicFramePr>
            <p:cNvPr id="50" name="Object 10">
              <a:extLst>
                <a:ext uri="{FF2B5EF4-FFF2-40B4-BE49-F238E27FC236}">
                  <a16:creationId xmlns:a16="http://schemas.microsoft.com/office/drawing/2014/main" id="{E1891EDA-6F08-4479-A102-27C61F1E9E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122010"/>
                </p:ext>
              </p:extLst>
            </p:nvPr>
          </p:nvGraphicFramePr>
          <p:xfrm>
            <a:off x="1317758" y="2247658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7" name="Equation" r:id="rId30" imgW="190440" imgH="203040" progId="Equation.DSMT4">
                    <p:embed/>
                  </p:oleObj>
                </mc:Choice>
                <mc:Fallback>
                  <p:oleObj name="Equation" r:id="rId30" imgW="190440" imgH="203040" progId="Equation.DSMT4">
                    <p:embed/>
                    <p:pic>
                      <p:nvPicPr>
                        <p:cNvPr id="0" name="Picture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758" y="2247658"/>
                          <a:ext cx="1904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Rectangle 13">
              <a:extLst>
                <a:ext uri="{FF2B5EF4-FFF2-40B4-BE49-F238E27FC236}">
                  <a16:creationId xmlns:a16="http://schemas.microsoft.com/office/drawing/2014/main" id="{04D6D7EC-DD27-4B78-B614-9D43443FA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2072222"/>
              <a:ext cx="1255712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当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094866C-971B-4B76-B94C-1085006A4267}"/>
              </a:ext>
            </a:extLst>
          </p:cNvPr>
          <p:cNvGrpSpPr/>
          <p:nvPr/>
        </p:nvGrpSpPr>
        <p:grpSpPr>
          <a:xfrm>
            <a:off x="5104296" y="659877"/>
            <a:ext cx="3240357" cy="461665"/>
            <a:chOff x="3520119" y="2017043"/>
            <a:chExt cx="3240357" cy="461665"/>
          </a:xfrm>
        </p:grpSpPr>
        <p:sp>
          <p:nvSpPr>
            <p:cNvPr id="53" name="Rectangle 8">
              <a:extLst>
                <a:ext uri="{FF2B5EF4-FFF2-40B4-BE49-F238E27FC236}">
                  <a16:creationId xmlns:a16="http://schemas.microsoft.com/office/drawing/2014/main" id="{2F361495-B0B1-49B5-843D-F48C1F8DC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119" y="2017043"/>
              <a:ext cx="3240357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数列的项  无限增大</a:t>
              </a:r>
            </a:p>
          </p:txBody>
        </p:sp>
        <p:graphicFrame>
          <p:nvGraphicFramePr>
            <p:cNvPr id="54" name="Object 11">
              <a:extLst>
                <a:ext uri="{FF2B5EF4-FFF2-40B4-BE49-F238E27FC236}">
                  <a16:creationId xmlns:a16="http://schemas.microsoft.com/office/drawing/2014/main" id="{FCAF2A5D-9B12-4F0A-BC7C-273DAC3B8A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7035654"/>
                </p:ext>
              </p:extLst>
            </p:nvPr>
          </p:nvGraphicFramePr>
          <p:xfrm>
            <a:off x="4913885" y="218250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8" name="Equation" r:id="rId32" imgW="190440" imgH="203040" progId="Equation.DSMT4">
                    <p:embed/>
                  </p:oleObj>
                </mc:Choice>
                <mc:Fallback>
                  <p:oleObj name="Equation" r:id="rId32" imgW="190440" imgH="203040" progId="Equation.DSMT4">
                    <p:embed/>
                    <p:pic>
                      <p:nvPicPr>
                        <p:cNvPr id="0" name="Picture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3885" y="2182507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E011675-C4D6-44B2-B0AA-950E9264B35A}"/>
              </a:ext>
            </a:extLst>
          </p:cNvPr>
          <p:cNvGrpSpPr/>
          <p:nvPr/>
        </p:nvGrpSpPr>
        <p:grpSpPr>
          <a:xfrm>
            <a:off x="933969" y="2471106"/>
            <a:ext cx="2625802" cy="461665"/>
            <a:chOff x="1240778" y="519281"/>
            <a:chExt cx="2625802" cy="461665"/>
          </a:xfrm>
        </p:grpSpPr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F0093F1C-AC96-4D33-ABCD-3F93DABE7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778" y="519281"/>
              <a:ext cx="2625802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数列</a:t>
              </a:r>
            </a:p>
          </p:txBody>
        </p:sp>
        <p:graphicFrame>
          <p:nvGraphicFramePr>
            <p:cNvPr id="58" name="Object 20">
              <a:extLst>
                <a:ext uri="{FF2B5EF4-FFF2-40B4-BE49-F238E27FC236}">
                  <a16:creationId xmlns:a16="http://schemas.microsoft.com/office/drawing/2014/main" id="{77C9C760-30A5-43E2-9B90-CB126862A6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0021951"/>
                </p:ext>
              </p:extLst>
            </p:nvPr>
          </p:nvGraphicFramePr>
          <p:xfrm>
            <a:off x="1944659" y="548375"/>
            <a:ext cx="927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29" name="Equation" r:id="rId34" imgW="927000" imgH="406080" progId="Equation.DSMT4">
                    <p:embed/>
                  </p:oleObj>
                </mc:Choice>
                <mc:Fallback>
                  <p:oleObj name="Equation" r:id="rId34" imgW="927000" imgH="406080" progId="Equation.DSMT4">
                    <p:embed/>
                    <p:pic>
                      <p:nvPicPr>
                        <p:cNvPr id="0" name="Picture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4659" y="548375"/>
                          <a:ext cx="9271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5C3A7CB-1C3A-4E9B-A014-3981C09CA358}"/>
              </a:ext>
            </a:extLst>
          </p:cNvPr>
          <p:cNvGrpSpPr/>
          <p:nvPr/>
        </p:nvGrpSpPr>
        <p:grpSpPr>
          <a:xfrm>
            <a:off x="3131840" y="2493107"/>
            <a:ext cx="5112564" cy="461665"/>
            <a:chOff x="3520119" y="2002073"/>
            <a:chExt cx="5112564" cy="461665"/>
          </a:xfrm>
        </p:grpSpPr>
        <p:sp>
          <p:nvSpPr>
            <p:cNvPr id="64" name="Rectangle 8">
              <a:extLst>
                <a:ext uri="{FF2B5EF4-FFF2-40B4-BE49-F238E27FC236}">
                  <a16:creationId xmlns:a16="http://schemas.microsoft.com/office/drawing/2014/main" id="{D523E910-A413-4234-A7DF-6748B7940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119" y="2002073"/>
              <a:ext cx="5112564" cy="4616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数列的项     交替取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solidFill>
                    <a:srgbClr val="0064FF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r>
                <a:rPr kumimoji="1" lang="en-US" altLang="zh-CN" sz="2400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和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两个数</a:t>
              </a:r>
              <a:endParaRPr kumimoji="1" lang="zh-CN" altLang="en-US" sz="24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65" name="Object 11">
              <a:extLst>
                <a:ext uri="{FF2B5EF4-FFF2-40B4-BE49-F238E27FC236}">
                  <a16:creationId xmlns:a16="http://schemas.microsoft.com/office/drawing/2014/main" id="{A110DD9A-E2E5-4390-9D78-A527F468E1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6171125"/>
                </p:ext>
              </p:extLst>
            </p:nvPr>
          </p:nvGraphicFramePr>
          <p:xfrm>
            <a:off x="4888643" y="2022420"/>
            <a:ext cx="647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30" name="Equation" r:id="rId36" imgW="647640" imgH="406080" progId="Equation.DSMT4">
                    <p:embed/>
                  </p:oleObj>
                </mc:Choice>
                <mc:Fallback>
                  <p:oleObj name="Equation" r:id="rId36" imgW="647640" imgH="406080" progId="Equation.DSMT4">
                    <p:embed/>
                    <p:pic>
                      <p:nvPicPr>
                        <p:cNvPr id="0" name="Picture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8643" y="2022420"/>
                          <a:ext cx="6477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1347A36-9552-4A18-BF99-6A8338E24F29}"/>
              </a:ext>
            </a:extLst>
          </p:cNvPr>
          <p:cNvGrpSpPr/>
          <p:nvPr/>
        </p:nvGrpSpPr>
        <p:grpSpPr>
          <a:xfrm>
            <a:off x="888162" y="4229165"/>
            <a:ext cx="5560280" cy="461664"/>
            <a:chOff x="-3689712" y="968510"/>
            <a:chExt cx="5560280" cy="461664"/>
          </a:xfrm>
        </p:grpSpPr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D3E460E4-E0F9-4D25-8A48-18EF7433C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689712" y="968510"/>
              <a:ext cx="5560280" cy="46166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此时称数列   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发散</a:t>
              </a:r>
              <a:r>
                <a:rPr kumimoji="1" lang="zh-CN" altLang="en-US" sz="2400" b="1" dirty="0">
                  <a:latin typeface="+mn-ea"/>
                </a:rPr>
                <a:t>，极限不存在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68" name="Object 20">
              <a:extLst>
                <a:ext uri="{FF2B5EF4-FFF2-40B4-BE49-F238E27FC236}">
                  <a16:creationId xmlns:a16="http://schemas.microsoft.com/office/drawing/2014/main" id="{A3DADAB6-D319-41A0-B7DE-218FD3F299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6095000"/>
                </p:ext>
              </p:extLst>
            </p:nvPr>
          </p:nvGraphicFramePr>
          <p:xfrm>
            <a:off x="-2017974" y="1039258"/>
            <a:ext cx="533400" cy="369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31" name="Equation" r:id="rId38" imgW="545760" imgH="380880" progId="Equation.DSMT4">
                    <p:embed/>
                  </p:oleObj>
                </mc:Choice>
                <mc:Fallback>
                  <p:oleObj name="Equation" r:id="rId38" imgW="545760" imgH="380880" progId="Equation.DSMT4">
                    <p:embed/>
                    <p:pic>
                      <p:nvPicPr>
                        <p:cNvPr id="0" name="Picture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017974" y="1039258"/>
                          <a:ext cx="533400" cy="3698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" name="Oval 34">
            <a:extLst>
              <a:ext uri="{FF2B5EF4-FFF2-40B4-BE49-F238E27FC236}">
                <a16:creationId xmlns:a16="http://schemas.microsoft.com/office/drawing/2014/main" id="{4C1D1AED-515B-4236-9006-F95B57777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914" y="344621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" name="Oval 34">
            <a:extLst>
              <a:ext uri="{FF2B5EF4-FFF2-40B4-BE49-F238E27FC236}">
                <a16:creationId xmlns:a16="http://schemas.microsoft.com/office/drawing/2014/main" id="{1F0AE6E5-85DA-42FD-AC6B-4A66A8321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496" y="3442678"/>
            <a:ext cx="108000" cy="108000"/>
          </a:xfrm>
          <a:prstGeom prst="ellipse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7037E-6 L 0.0941 0.0021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6 L 0.09445 0.0009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6 L 0.09531 0.00154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7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0.0948 0.00155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0.09514 -0.00247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7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93827E-7 L 0.09462 4.93827E-7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25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112E-17 4.44444E-6 L 0.45503 -0.00155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4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503 -0.00155 L -0.00174 -0.00371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47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124 L 0.4559 -0.00124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0"/>
                            </p:stCondLst>
                            <p:childTnLst>
                              <p:par>
                                <p:cTn id="87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503 -0.00155 L -0.00087 -0.00371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5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3" grpId="0" animBg="1"/>
      <p:bldP spid="23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71" grpId="0" animBg="1"/>
      <p:bldP spid="71" grpId="1" animBg="1"/>
      <p:bldP spid="71" grpId="2" animBg="1"/>
      <p:bldP spid="71" grpId="3" animBg="1"/>
      <p:bldP spid="71" grpId="4" animBg="1"/>
      <p:bldP spid="7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A6F83FE-5175-4C95-BFC1-5F1578D41B8C}"/>
              </a:ext>
            </a:extLst>
          </p:cNvPr>
          <p:cNvGrpSpPr/>
          <p:nvPr/>
        </p:nvGrpSpPr>
        <p:grpSpPr>
          <a:xfrm>
            <a:off x="566818" y="926627"/>
            <a:ext cx="3789158" cy="3589339"/>
            <a:chOff x="8088930" y="1843061"/>
            <a:chExt cx="3789158" cy="358933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1DFF496-488E-449D-B38D-FB72251D1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8930" y="1843061"/>
              <a:ext cx="3789158" cy="3589339"/>
            </a:xfrm>
            <a:prstGeom prst="rect">
              <a:avLst/>
            </a:prstGeom>
          </p:spPr>
        </p:pic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30808DF-B612-45B4-9822-3B481C8338CC}"/>
                </a:ext>
              </a:extLst>
            </p:cNvPr>
            <p:cNvSpPr/>
            <p:nvPr/>
          </p:nvSpPr>
          <p:spPr>
            <a:xfrm rot="21386051">
              <a:off x="8666060" y="2212137"/>
              <a:ext cx="941774" cy="3600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收敛？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A7425F2-ECDC-4F92-B567-32D5D5718A0B}"/>
                </a:ext>
              </a:extLst>
            </p:cNvPr>
            <p:cNvSpPr/>
            <p:nvPr/>
          </p:nvSpPr>
          <p:spPr>
            <a:xfrm>
              <a:off x="10184962" y="2181600"/>
              <a:ext cx="900000" cy="3600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lt1"/>
                  </a:solidFill>
                  <a:latin typeface="+mj-ea"/>
                  <a:ea typeface="+mj-ea"/>
                </a:rPr>
                <a:t>发散？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616261" y="1203598"/>
            <a:ext cx="4108742" cy="2946798"/>
            <a:chOff x="4616261" y="1203598"/>
            <a:chExt cx="4108742" cy="2946798"/>
          </a:xfrm>
        </p:grpSpPr>
        <p:sp>
          <p:nvSpPr>
            <p:cNvPr id="13" name="圆角矩形 12"/>
            <p:cNvSpPr/>
            <p:nvPr/>
          </p:nvSpPr>
          <p:spPr>
            <a:xfrm>
              <a:off x="4616261" y="1203598"/>
              <a:ext cx="3988187" cy="2946798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1E24F82-8FB4-4C7B-98DC-5657A3132CF6}"/>
                </a:ext>
              </a:extLst>
            </p:cNvPr>
            <p:cNvGrpSpPr/>
            <p:nvPr/>
          </p:nvGrpSpPr>
          <p:grpSpPr>
            <a:xfrm>
              <a:off x="5343924" y="1995686"/>
              <a:ext cx="3355585" cy="462246"/>
              <a:chOff x="827584" y="2071641"/>
              <a:chExt cx="3355585" cy="46224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C928D8E-84DB-4F28-8961-E3B957A86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0257" y="2071641"/>
                <a:ext cx="213291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无限增大时，</a:t>
                </a:r>
              </a:p>
            </p:txBody>
          </p:sp>
          <p:graphicFrame>
            <p:nvGraphicFramePr>
              <p:cNvPr id="9" name="Object 10">
                <a:extLst>
                  <a:ext uri="{FF2B5EF4-FFF2-40B4-BE49-F238E27FC236}">
                    <a16:creationId xmlns:a16="http://schemas.microsoft.com/office/drawing/2014/main" id="{72A47113-4953-4A79-B7AF-F499DAC158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2556259"/>
                  </p:ext>
                </p:extLst>
              </p:nvPr>
            </p:nvGraphicFramePr>
            <p:xfrm>
              <a:off x="1896875" y="2247658"/>
              <a:ext cx="190440" cy="2030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142" name="Equation" r:id="rId4" imgW="190440" imgH="203040" progId="Equation.DSMT4">
                      <p:embed/>
                    </p:oleObj>
                  </mc:Choice>
                  <mc:Fallback>
                    <p:oleObj name="Equation" r:id="rId4" imgW="190440" imgH="20304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96875" y="2247658"/>
                            <a:ext cx="190440" cy="2030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3">
                <a:extLst>
                  <a:ext uri="{FF2B5EF4-FFF2-40B4-BE49-F238E27FC236}">
                    <a16:creationId xmlns:a16="http://schemas.microsoft.com/office/drawing/2014/main" id="{31C52DA3-B8A5-4F48-9299-FCF831EEF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584" y="2072222"/>
                <a:ext cx="125571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如果当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FDC4369-3267-49D2-89ED-D9D2A0DB5558}"/>
                </a:ext>
              </a:extLst>
            </p:cNvPr>
            <p:cNvGrpSpPr/>
            <p:nvPr/>
          </p:nvGrpSpPr>
          <p:grpSpPr>
            <a:xfrm>
              <a:off x="4700428" y="3363838"/>
              <a:ext cx="2937413" cy="461665"/>
              <a:chOff x="827584" y="2830165"/>
              <a:chExt cx="2937413" cy="461665"/>
            </a:xfrm>
          </p:grpSpPr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40A5A81F-F156-4764-B084-328D615C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584" y="2830165"/>
                <a:ext cx="187166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数列</a:t>
                </a:r>
              </a:p>
            </p:txBody>
          </p:sp>
          <p:graphicFrame>
            <p:nvGraphicFramePr>
              <p:cNvPr id="14" name="Object 20">
                <a:extLst>
                  <a:ext uri="{FF2B5EF4-FFF2-40B4-BE49-F238E27FC236}">
                    <a16:creationId xmlns:a16="http://schemas.microsoft.com/office/drawing/2014/main" id="{81866F2D-A0CB-48F3-98BA-B268F098CD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2479830"/>
                  </p:ext>
                </p:extLst>
              </p:nvPr>
            </p:nvGraphicFramePr>
            <p:xfrm>
              <a:off x="1595356" y="2900343"/>
              <a:ext cx="533400" cy="369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143" name="Equation" r:id="rId6" imgW="545760" imgH="380880" progId="Equation.DSMT4">
                      <p:embed/>
                    </p:oleObj>
                  </mc:Choice>
                  <mc:Fallback>
                    <p:oleObj name="Equation" r:id="rId6" imgW="545760" imgH="3808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5356" y="2900343"/>
                            <a:ext cx="533400" cy="3698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23">
                <a:extLst>
                  <a:ext uri="{FF2B5EF4-FFF2-40B4-BE49-F238E27FC236}">
                    <a16:creationId xmlns:a16="http://schemas.microsoft.com/office/drawing/2014/main" id="{5BA3A1AF-7F66-4CAD-8848-CE80812E3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9235" y="2830165"/>
                <a:ext cx="165576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收敛于  </a:t>
                </a:r>
                <a:r>
                  <a:rPr kumimoji="1" lang="en-US" altLang="zh-CN" sz="2400" b="1" dirty="0">
                    <a:latin typeface="+mn-ea"/>
                  </a:rPr>
                  <a:t>.</a:t>
                </a:r>
                <a:endParaRPr kumimoji="1" lang="zh-CN" altLang="en-US" sz="2400" b="1" dirty="0">
                  <a:latin typeface="+mn-ea"/>
                </a:endParaRPr>
              </a:p>
            </p:txBody>
          </p:sp>
          <p:graphicFrame>
            <p:nvGraphicFramePr>
              <p:cNvPr id="19" name="Object 21">
                <a:extLst>
                  <a:ext uri="{FF2B5EF4-FFF2-40B4-BE49-F238E27FC236}">
                    <a16:creationId xmlns:a16="http://schemas.microsoft.com/office/drawing/2014/main" id="{EBC17129-3011-449D-AA05-E211E30A18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2152899"/>
                  </p:ext>
                </p:extLst>
              </p:nvPr>
            </p:nvGraphicFramePr>
            <p:xfrm>
              <a:off x="3159913" y="2996090"/>
              <a:ext cx="203040" cy="2030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144" name="Equation" r:id="rId8" imgW="203040" imgH="203040" progId="Equation.DSMT4">
                      <p:embed/>
                    </p:oleObj>
                  </mc:Choice>
                  <mc:Fallback>
                    <p:oleObj name="Equation" r:id="rId8" imgW="203040" imgH="203040" progId="Equation.DSMT4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9913" y="2996090"/>
                            <a:ext cx="203040" cy="2030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C4EA20A-F788-4049-A542-02F38A81F961}"/>
                </a:ext>
              </a:extLst>
            </p:cNvPr>
            <p:cNvGrpSpPr/>
            <p:nvPr/>
          </p:nvGrpSpPr>
          <p:grpSpPr>
            <a:xfrm>
              <a:off x="4816922" y="2686149"/>
              <a:ext cx="3908081" cy="461665"/>
              <a:chOff x="3914155" y="2053493"/>
              <a:chExt cx="3908081" cy="461665"/>
            </a:xfrm>
          </p:grpSpPr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70ED87F7-D815-4162-981E-A25D6C6D6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4440" y="2053493"/>
                <a:ext cx="3647796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无限接近于常数 </a:t>
                </a:r>
                <a:r>
                  <a:rPr kumimoji="1" lang="zh-CN" altLang="en-US" sz="24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kumimoji="1" lang="zh-CN" altLang="en-US" sz="2400" b="1" dirty="0">
                    <a:latin typeface="+mn-ea"/>
                  </a:rPr>
                  <a:t>，则称</a:t>
                </a:r>
              </a:p>
            </p:txBody>
          </p:sp>
          <p:graphicFrame>
            <p:nvGraphicFramePr>
              <p:cNvPr id="22" name="Object 11">
                <a:extLst>
                  <a:ext uri="{FF2B5EF4-FFF2-40B4-BE49-F238E27FC236}">
                    <a16:creationId xmlns:a16="http://schemas.microsoft.com/office/drawing/2014/main" id="{D0218675-AFEA-42A5-A18B-03F2678C51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5359665"/>
                  </p:ext>
                </p:extLst>
              </p:nvPr>
            </p:nvGraphicFramePr>
            <p:xfrm>
              <a:off x="3914155" y="2112033"/>
              <a:ext cx="279360" cy="380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145" name="Equation" r:id="rId10" imgW="279360" imgH="380880" progId="Equation.DSMT4">
                      <p:embed/>
                    </p:oleObj>
                  </mc:Choice>
                  <mc:Fallback>
                    <p:oleObj name="Equation" r:id="rId10" imgW="279360" imgH="380880" progId="Equation.DSMT4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4155" y="2112033"/>
                            <a:ext cx="279360" cy="3808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1">
                <a:extLst>
                  <a:ext uri="{FF2B5EF4-FFF2-40B4-BE49-F238E27FC236}">
                    <a16:creationId xmlns:a16="http://schemas.microsoft.com/office/drawing/2014/main" id="{944A6C6F-7A39-489F-ACA2-3DBBFAF131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5926821"/>
                  </p:ext>
                </p:extLst>
              </p:nvPr>
            </p:nvGraphicFramePr>
            <p:xfrm>
              <a:off x="6459959" y="2247658"/>
              <a:ext cx="203040" cy="2030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146" name="Equation" r:id="rId12" imgW="203040" imgH="203040" progId="Equation.DSMT4">
                      <p:embed/>
                    </p:oleObj>
                  </mc:Choice>
                  <mc:Fallback>
                    <p:oleObj name="Equation" r:id="rId12" imgW="203040" imgH="203040" progId="Equation.DSMT4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59959" y="2247658"/>
                            <a:ext cx="203040" cy="2030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" name="Rectangle 33">
              <a:extLst>
                <a:ext uri="{FF2B5EF4-FFF2-40B4-BE49-F238E27FC236}">
                  <a16:creationId xmlns:a16="http://schemas.microsoft.com/office/drawing/2014/main" id="{EF809868-0550-46FE-A63E-44B812B14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430" y="1345832"/>
              <a:ext cx="2505814" cy="572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2400" b="1" dirty="0">
                  <a:latin typeface="+mn-ea"/>
                </a:rPr>
                <a:t>数列极限的定义</a:t>
              </a:r>
              <a:r>
                <a:rPr kumimoji="1" lang="en-US" altLang="zh-CN" sz="2400" b="1" dirty="0">
                  <a:latin typeface="+mn-ea"/>
                </a:rPr>
                <a:t> 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799912" y="1414385"/>
              <a:ext cx="1804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（</a:t>
              </a:r>
              <a:r>
                <a:rPr lang="zh-CN" altLang="en-US" sz="2400" b="1" dirty="0">
                  <a:solidFill>
                    <a:srgbClr val="0064FF"/>
                  </a:solidFill>
                </a:rPr>
                <a:t>描述性</a:t>
              </a:r>
              <a:r>
                <a:rPr lang="zh-CN" altLang="en-US" sz="2400" b="1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04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1010342" y="596283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、数列极限的定义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92889" y="1841661"/>
            <a:ext cx="6855575" cy="1113766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349250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缺点</a:t>
            </a:r>
            <a:r>
              <a:rPr kumimoji="1" lang="zh-CN" altLang="en-US" sz="2400" b="1" dirty="0">
                <a:latin typeface="+mn-ea"/>
              </a:rPr>
              <a:t>：定义中的“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无限接近</a:t>
            </a:r>
            <a:r>
              <a:rPr kumimoji="1" lang="zh-CN" altLang="en-US" sz="2400" b="1" dirty="0">
                <a:latin typeface="+mn-ea"/>
              </a:rPr>
              <a:t>”只能靠直观感觉，</a:t>
            </a:r>
            <a:endParaRPr kumimoji="1" lang="en-US" altLang="zh-CN" sz="2400" b="1" dirty="0">
              <a:latin typeface="+mn-ea"/>
            </a:endParaRPr>
          </a:p>
          <a:p>
            <a:pPr indent="349250"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     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没有给出定量的度量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en-US" altLang="zh-CN" sz="2400" dirty="0">
              <a:latin typeface="+mn-e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3243" y="1203693"/>
            <a:ext cx="7848872" cy="559769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349250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描述性</a:t>
            </a:r>
            <a:r>
              <a:rPr kumimoji="1" lang="zh-CN" altLang="en-US" sz="2400" b="1" dirty="0">
                <a:latin typeface="+mn-ea"/>
              </a:rPr>
              <a:t>定义的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优点</a:t>
            </a:r>
            <a:r>
              <a:rPr kumimoji="1" lang="zh-CN" altLang="en-US" sz="2400" b="1" dirty="0">
                <a:latin typeface="+mn-ea"/>
              </a:rPr>
              <a:t>：直观、易懂、可以用来推猜极限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DCA59F7C-3370-48AE-949F-73E38ED5BA5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131590"/>
            <a:ext cx="1440000" cy="172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2B40A59-31D1-4F00-8DB1-3C1BDCDA633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131590"/>
            <a:ext cx="1440000" cy="172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文本框 5">
            <a:extLst>
              <a:ext uri="{FF2B5EF4-FFF2-40B4-BE49-F238E27FC236}">
                <a16:creationId xmlns:a16="http://schemas.microsoft.com/office/drawing/2014/main" id="{42C90BF2-2646-4844-9003-4134839E15A7}"/>
              </a:ext>
            </a:extLst>
          </p:cNvPr>
          <p:cNvSpPr txBox="1"/>
          <p:nvPr/>
        </p:nvSpPr>
        <p:spPr>
          <a:xfrm>
            <a:off x="539552" y="2871976"/>
            <a:ext cx="2004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牛顿</a:t>
            </a:r>
            <a:endParaRPr lang="en-US" altLang="zh-CN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1643-1727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9" name="文本框 6">
            <a:extLst>
              <a:ext uri="{FF2B5EF4-FFF2-40B4-BE49-F238E27FC236}">
                <a16:creationId xmlns:a16="http://schemas.microsoft.com/office/drawing/2014/main" id="{C0D85F9B-67D3-42E8-87BE-0D95565AB2FE}"/>
              </a:ext>
            </a:extLst>
          </p:cNvPr>
          <p:cNvSpPr txBox="1"/>
          <p:nvPr/>
        </p:nvSpPr>
        <p:spPr>
          <a:xfrm>
            <a:off x="2123728" y="2871976"/>
            <a:ext cx="2511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莱布尼兹</a:t>
            </a:r>
            <a:endParaRPr lang="en-US" altLang="zh-CN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1646-1716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文本框 7">
            <a:extLst>
              <a:ext uri="{FF2B5EF4-FFF2-40B4-BE49-F238E27FC236}">
                <a16:creationId xmlns:a16="http://schemas.microsoft.com/office/drawing/2014/main" id="{9396C08F-6516-4A75-9F22-F0823601D4FA}"/>
              </a:ext>
            </a:extLst>
          </p:cNvPr>
          <p:cNvSpPr txBox="1"/>
          <p:nvPr/>
        </p:nvSpPr>
        <p:spPr>
          <a:xfrm>
            <a:off x="702244" y="3795886"/>
            <a:ext cx="4013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分别独自建立了微积分学</a:t>
            </a:r>
          </a:p>
        </p:txBody>
      </p:sp>
      <p:sp>
        <p:nvSpPr>
          <p:cNvPr id="21" name="文本框 8">
            <a:extLst>
              <a:ext uri="{FF2B5EF4-FFF2-40B4-BE49-F238E27FC236}">
                <a16:creationId xmlns:a16="http://schemas.microsoft.com/office/drawing/2014/main" id="{EFAC6662-B0B9-4B3D-B0F4-AE1FCA81035C}"/>
              </a:ext>
            </a:extLst>
          </p:cNvPr>
          <p:cNvSpPr txBox="1"/>
          <p:nvPr/>
        </p:nvSpPr>
        <p:spPr>
          <a:xfrm>
            <a:off x="827584" y="4371950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引发了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第二次数学危机</a:t>
            </a:r>
          </a:p>
        </p:txBody>
      </p:sp>
      <p:sp>
        <p:nvSpPr>
          <p:cNvPr id="22" name="文本框 17">
            <a:extLst>
              <a:ext uri="{FF2B5EF4-FFF2-40B4-BE49-F238E27FC236}">
                <a16:creationId xmlns:a16="http://schemas.microsoft.com/office/drawing/2014/main" id="{91EE6379-492D-4F2D-A256-1F8DCB056A6F}"/>
              </a:ext>
            </a:extLst>
          </p:cNvPr>
          <p:cNvSpPr txBox="1"/>
          <p:nvPr/>
        </p:nvSpPr>
        <p:spPr>
          <a:xfrm>
            <a:off x="971600" y="555526"/>
            <a:ext cx="2695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世纪下半叶</a:t>
            </a:r>
          </a:p>
        </p:txBody>
      </p:sp>
      <p:sp>
        <p:nvSpPr>
          <p:cNvPr id="23" name="文本框 12">
            <a:extLst>
              <a:ext uri="{FF2B5EF4-FFF2-40B4-BE49-F238E27FC236}">
                <a16:creationId xmlns:a16="http://schemas.microsoft.com/office/drawing/2014/main" id="{C648DBA9-643C-4520-8DED-80A0C7DB67E7}"/>
              </a:ext>
            </a:extLst>
          </p:cNvPr>
          <p:cNvSpPr txBox="1"/>
          <p:nvPr/>
        </p:nvSpPr>
        <p:spPr>
          <a:xfrm>
            <a:off x="5292080" y="555526"/>
            <a:ext cx="2695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世纪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年代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17582C3-5926-48B8-AA10-3747EA62EED7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131590"/>
            <a:ext cx="1440000" cy="172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B35CFBA-160E-4EE4-8E1D-63A2DC2410A2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131590"/>
            <a:ext cx="1440000" cy="172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文本框 20">
            <a:extLst>
              <a:ext uri="{FF2B5EF4-FFF2-40B4-BE49-F238E27FC236}">
                <a16:creationId xmlns:a16="http://schemas.microsoft.com/office/drawing/2014/main" id="{C3E90635-CB81-47B0-B748-7CDB4800E10C}"/>
              </a:ext>
            </a:extLst>
          </p:cNvPr>
          <p:cNvSpPr txBox="1"/>
          <p:nvPr/>
        </p:nvSpPr>
        <p:spPr>
          <a:xfrm>
            <a:off x="4644008" y="2871976"/>
            <a:ext cx="2275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柯西</a:t>
            </a:r>
            <a:endParaRPr lang="en-US" altLang="zh-CN" sz="20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1789-1857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7" name="文本框 21">
            <a:extLst>
              <a:ext uri="{FF2B5EF4-FFF2-40B4-BE49-F238E27FC236}">
                <a16:creationId xmlns:a16="http://schemas.microsoft.com/office/drawing/2014/main" id="{DC28403A-D1A1-4188-8CE3-3C6EF44CDF5D}"/>
              </a:ext>
            </a:extLst>
          </p:cNvPr>
          <p:cNvSpPr txBox="1"/>
          <p:nvPr/>
        </p:nvSpPr>
        <p:spPr>
          <a:xfrm>
            <a:off x="6516216" y="2871976"/>
            <a:ext cx="2190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维尔斯特拉斯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1815-1897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8" name="文本框 22">
            <a:extLst>
              <a:ext uri="{FF2B5EF4-FFF2-40B4-BE49-F238E27FC236}">
                <a16:creationId xmlns:a16="http://schemas.microsoft.com/office/drawing/2014/main" id="{B3E1196A-26A8-48E5-8610-44C04387135F}"/>
              </a:ext>
            </a:extLst>
          </p:cNvPr>
          <p:cNvSpPr txBox="1"/>
          <p:nvPr/>
        </p:nvSpPr>
        <p:spPr>
          <a:xfrm>
            <a:off x="5074669" y="3786361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建立了严格的极限理论</a:t>
            </a:r>
          </a:p>
        </p:txBody>
      </p:sp>
      <p:sp>
        <p:nvSpPr>
          <p:cNvPr id="29" name="文本框 23">
            <a:extLst>
              <a:ext uri="{FF2B5EF4-FFF2-40B4-BE49-F238E27FC236}">
                <a16:creationId xmlns:a16="http://schemas.microsoft.com/office/drawing/2014/main" id="{5AD466B1-67EB-4852-88E1-7E1924B4D996}"/>
              </a:ext>
            </a:extLst>
          </p:cNvPr>
          <p:cNvSpPr txBox="1"/>
          <p:nvPr/>
        </p:nvSpPr>
        <p:spPr>
          <a:xfrm>
            <a:off x="5249738" y="4342333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使微积分学得到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1010342" y="596283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、数列极限的定义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92889" y="1841661"/>
            <a:ext cx="6855575" cy="1113766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349250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缺点</a:t>
            </a:r>
            <a:r>
              <a:rPr kumimoji="1" lang="zh-CN" altLang="en-US" sz="2400" b="1" dirty="0">
                <a:latin typeface="+mn-ea"/>
              </a:rPr>
              <a:t>：定义中的“无限接近”只能靠直观感觉，</a:t>
            </a:r>
            <a:endParaRPr kumimoji="1" lang="en-US" altLang="zh-CN" sz="2400" b="1" dirty="0">
              <a:latin typeface="+mn-ea"/>
            </a:endParaRPr>
          </a:p>
          <a:p>
            <a:pPr indent="349250"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     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没有给出定量的度量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en-US" altLang="zh-CN" sz="2400" dirty="0">
              <a:latin typeface="+mn-e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3243" y="1203693"/>
            <a:ext cx="7848872" cy="559769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349250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描述性</a:t>
            </a:r>
            <a:r>
              <a:rPr kumimoji="1" lang="zh-CN" altLang="en-US" sz="2400" b="1" dirty="0">
                <a:latin typeface="+mn-ea"/>
              </a:rPr>
              <a:t>定义的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优点</a:t>
            </a:r>
            <a:r>
              <a:rPr kumimoji="1" lang="zh-CN" altLang="en-US" sz="2400" b="1" dirty="0">
                <a:latin typeface="+mn-ea"/>
              </a:rPr>
              <a:t>：直观、易懂、可以用来推测极限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60979" y="3363838"/>
            <a:ext cx="2664298" cy="1107017"/>
            <a:chOff x="1331639" y="3363838"/>
            <a:chExt cx="2664298" cy="1107017"/>
          </a:xfrm>
        </p:grpSpPr>
        <p:sp>
          <p:nvSpPr>
            <p:cNvPr id="14" name="矩形: 圆角 4">
              <a:extLst>
                <a:ext uri="{FF2B5EF4-FFF2-40B4-BE49-F238E27FC236}">
                  <a16:creationId xmlns:a16="http://schemas.microsoft.com/office/drawing/2014/main" id="{446E8B90-1A45-46A4-9CEA-AD032B2D1742}"/>
                </a:ext>
              </a:extLst>
            </p:cNvPr>
            <p:cNvSpPr/>
            <p:nvPr/>
          </p:nvSpPr>
          <p:spPr>
            <a:xfrm>
              <a:off x="1331639" y="3363838"/>
              <a:ext cx="2448273" cy="1107017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1E24F82-8FB4-4C7B-98DC-5657A3132CF6}"/>
                </a:ext>
              </a:extLst>
            </p:cNvPr>
            <p:cNvGrpSpPr/>
            <p:nvPr/>
          </p:nvGrpSpPr>
          <p:grpSpPr>
            <a:xfrm>
              <a:off x="1354587" y="3405650"/>
              <a:ext cx="2641350" cy="534255"/>
              <a:chOff x="827584" y="2071639"/>
              <a:chExt cx="2785366" cy="462246"/>
            </a:xfrm>
          </p:grpSpPr>
          <p:sp>
            <p:nvSpPr>
              <p:cNvPr id="6" name="Rectangle 7">
                <a:extLst>
                  <a:ext uri="{FF2B5EF4-FFF2-40B4-BE49-F238E27FC236}">
                    <a16:creationId xmlns:a16="http://schemas.microsoft.com/office/drawing/2014/main" id="{4C928D8E-84DB-4F28-8961-E3B957A86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0038" y="2071639"/>
                <a:ext cx="2132912" cy="46166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无限增大时</a:t>
                </a:r>
              </a:p>
            </p:txBody>
          </p:sp>
          <p:sp>
            <p:nvSpPr>
              <p:cNvPr id="8" name="Rectangle 13">
                <a:extLst>
                  <a:ext uri="{FF2B5EF4-FFF2-40B4-BE49-F238E27FC236}">
                    <a16:creationId xmlns:a16="http://schemas.microsoft.com/office/drawing/2014/main" id="{31C52DA3-B8A5-4F48-9299-FCF831EEF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584" y="2072220"/>
                <a:ext cx="125571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当</a:t>
                </a:r>
              </a:p>
            </p:txBody>
          </p:sp>
          <p:graphicFrame>
            <p:nvGraphicFramePr>
              <p:cNvPr id="7" name="Object 10">
                <a:extLst>
                  <a:ext uri="{FF2B5EF4-FFF2-40B4-BE49-F238E27FC236}">
                    <a16:creationId xmlns:a16="http://schemas.microsoft.com/office/drawing/2014/main" id="{72A47113-4953-4A79-B7AF-F499DAC1589C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1334349" y="2247471"/>
              <a:ext cx="215954" cy="177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632" name="Equation" r:id="rId3" imgW="203040" imgH="203040" progId="Equation.DSMT4">
                      <p:embed/>
                    </p:oleObj>
                  </mc:Choice>
                  <mc:Fallback>
                    <p:oleObj name="Equation" r:id="rId3" imgW="203040" imgH="203040" progId="Equation.DSMT4">
                      <p:embed/>
                      <p:pic>
                        <p:nvPicPr>
                          <p:cNvPr id="7" name="Object 10">
                            <a:extLst>
                              <a:ext uri="{FF2B5EF4-FFF2-40B4-BE49-F238E27FC236}">
                                <a16:creationId xmlns:a16="http://schemas.microsoft.com/office/drawing/2014/main" id="{72A47113-4953-4A79-B7AF-F499DAC1589C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4349" y="2247471"/>
                            <a:ext cx="215954" cy="1771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C4EA20A-F788-4049-A542-02F38A81F961}"/>
                </a:ext>
              </a:extLst>
            </p:cNvPr>
            <p:cNvGrpSpPr/>
            <p:nvPr/>
          </p:nvGrpSpPr>
          <p:grpSpPr>
            <a:xfrm>
              <a:off x="1475657" y="3925095"/>
              <a:ext cx="2277752" cy="461665"/>
              <a:chOff x="3914155" y="2009479"/>
              <a:chExt cx="2277752" cy="461665"/>
            </a:xfrm>
          </p:grpSpPr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70ED87F7-D815-4162-981E-A25D6C6D6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7936" y="2009479"/>
                <a:ext cx="2043971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</a:rPr>
                  <a:t>无限接近</a:t>
                </a:r>
                <a:r>
                  <a:rPr kumimoji="1" lang="zh-CN" altLang="en-US" sz="2400" b="1" dirty="0">
                    <a:latin typeface="+mn-ea"/>
                  </a:rPr>
                  <a:t>于</a:t>
                </a:r>
              </a:p>
            </p:txBody>
          </p:sp>
          <p:graphicFrame>
            <p:nvGraphicFramePr>
              <p:cNvPr id="11" name="Object 11">
                <a:extLst>
                  <a:ext uri="{FF2B5EF4-FFF2-40B4-BE49-F238E27FC236}">
                    <a16:creationId xmlns:a16="http://schemas.microsoft.com/office/drawing/2014/main" id="{D0218675-AFEA-42A5-A18B-03F2678C512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914155" y="2075454"/>
              <a:ext cx="279360" cy="380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633" name="Equation" r:id="rId5" imgW="279360" imgH="380880" progId="Equation.DSMT4">
                      <p:embed/>
                    </p:oleObj>
                  </mc:Choice>
                  <mc:Fallback>
                    <p:oleObj name="Equation" r:id="rId5" imgW="279360" imgH="380880" progId="Equation.DSMT4">
                      <p:embed/>
                      <p:pic>
                        <p:nvPicPr>
                          <p:cNvPr id="11" name="Object 11">
                            <a:extLst>
                              <a:ext uri="{FF2B5EF4-FFF2-40B4-BE49-F238E27FC236}">
                                <a16:creationId xmlns:a16="http://schemas.microsoft.com/office/drawing/2014/main" id="{D0218675-AFEA-42A5-A18B-03F2678C512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4155" y="2075454"/>
                            <a:ext cx="279360" cy="3808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21">
                <a:extLst>
                  <a:ext uri="{FF2B5EF4-FFF2-40B4-BE49-F238E27FC236}">
                    <a16:creationId xmlns:a16="http://schemas.microsoft.com/office/drawing/2014/main" id="{944A6C6F-7A39-489F-ACA2-3DBBFAF131E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86362" y="2204302"/>
              <a:ext cx="203040" cy="2030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634" name="Equation" r:id="rId7" imgW="203040" imgH="203040" progId="Equation.DSMT4">
                      <p:embed/>
                    </p:oleObj>
                  </mc:Choice>
                  <mc:Fallback>
                    <p:oleObj name="Equation" r:id="rId7" imgW="203040" imgH="203040" progId="Equation.DSMT4">
                      <p:embed/>
                      <p:pic>
                        <p:nvPicPr>
                          <p:cNvPr id="12" name="Object 21">
                            <a:extLst>
                              <a:ext uri="{FF2B5EF4-FFF2-40B4-BE49-F238E27FC236}">
                                <a16:creationId xmlns:a16="http://schemas.microsoft.com/office/drawing/2014/main" id="{944A6C6F-7A39-489F-ACA2-3DBBFAF131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86362" y="2204302"/>
                            <a:ext cx="203040" cy="2030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7" name="组合 16"/>
          <p:cNvGrpSpPr/>
          <p:nvPr/>
        </p:nvGrpSpPr>
        <p:grpSpPr>
          <a:xfrm>
            <a:off x="5364088" y="3363838"/>
            <a:ext cx="2332003" cy="1107017"/>
            <a:chOff x="5364088" y="3363838"/>
            <a:chExt cx="2332003" cy="1107017"/>
          </a:xfrm>
        </p:grpSpPr>
        <p:sp>
          <p:nvSpPr>
            <p:cNvPr id="18" name="矩形: 圆角 4">
              <a:extLst>
                <a:ext uri="{FF2B5EF4-FFF2-40B4-BE49-F238E27FC236}">
                  <a16:creationId xmlns:a16="http://schemas.microsoft.com/office/drawing/2014/main" id="{446E8B90-1A45-46A4-9CEA-AD032B2D1742}"/>
                </a:ext>
              </a:extLst>
            </p:cNvPr>
            <p:cNvSpPr/>
            <p:nvPr/>
          </p:nvSpPr>
          <p:spPr>
            <a:xfrm>
              <a:off x="5364088" y="3363838"/>
              <a:ext cx="2181324" cy="1107017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19" name="组合 4">
              <a:extLst>
                <a:ext uri="{FF2B5EF4-FFF2-40B4-BE49-F238E27FC236}">
                  <a16:creationId xmlns:a16="http://schemas.microsoft.com/office/drawing/2014/main" id="{21E24F82-8FB4-4C7B-98DC-5657A3132CF6}"/>
                </a:ext>
              </a:extLst>
            </p:cNvPr>
            <p:cNvGrpSpPr/>
            <p:nvPr/>
          </p:nvGrpSpPr>
          <p:grpSpPr>
            <a:xfrm>
              <a:off x="5436096" y="3406320"/>
              <a:ext cx="2181323" cy="533582"/>
              <a:chOff x="955255" y="2072225"/>
              <a:chExt cx="2300256" cy="461665"/>
            </a:xfrm>
          </p:grpSpPr>
          <p:sp>
            <p:nvSpPr>
              <p:cNvPr id="24" name="Rectangle 7">
                <a:extLst>
                  <a:ext uri="{FF2B5EF4-FFF2-40B4-BE49-F238E27FC236}">
                    <a16:creationId xmlns:a16="http://schemas.microsoft.com/office/drawing/2014/main" id="{4C928D8E-84DB-4F28-8961-E3B957A86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8663" y="2091469"/>
                <a:ext cx="1616848" cy="399441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无限大时</a:t>
                </a:r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31C52DA3-B8A5-4F48-9299-FCF831EEF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255" y="2072225"/>
                <a:ext cx="1255712" cy="461665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当</a:t>
                </a:r>
              </a:p>
            </p:txBody>
          </p:sp>
          <p:graphicFrame>
            <p:nvGraphicFramePr>
              <p:cNvPr id="26" name="Object 10">
                <a:extLst>
                  <a:ext uri="{FF2B5EF4-FFF2-40B4-BE49-F238E27FC236}">
                    <a16:creationId xmlns:a16="http://schemas.microsoft.com/office/drawing/2014/main" id="{72A47113-4953-4A79-B7AF-F499DAC1589C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486794" y="2258118"/>
              <a:ext cx="174102" cy="174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635" name="Equation" r:id="rId9" imgW="203040" imgH="203040" progId="Equation.DSMT4">
                      <p:embed/>
                    </p:oleObj>
                  </mc:Choice>
                  <mc:Fallback>
                    <p:oleObj name="Equation" r:id="rId9" imgW="203040" imgH="203040" progId="Equation.DSMT4">
                      <p:embed/>
                      <p:pic>
                        <p:nvPicPr>
                          <p:cNvPr id="26" name="Object 10">
                            <a:extLst>
                              <a:ext uri="{FF2B5EF4-FFF2-40B4-BE49-F238E27FC236}">
                                <a16:creationId xmlns:a16="http://schemas.microsoft.com/office/drawing/2014/main" id="{72A47113-4953-4A79-B7AF-F499DAC158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6794" y="2258118"/>
                            <a:ext cx="174102" cy="1744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组合 8">
              <a:extLst>
                <a:ext uri="{FF2B5EF4-FFF2-40B4-BE49-F238E27FC236}">
                  <a16:creationId xmlns:a16="http://schemas.microsoft.com/office/drawing/2014/main" id="{FC4EA20A-F788-4049-A542-02F38A81F961}"/>
                </a:ext>
              </a:extLst>
            </p:cNvPr>
            <p:cNvGrpSpPr/>
            <p:nvPr/>
          </p:nvGrpSpPr>
          <p:grpSpPr>
            <a:xfrm>
              <a:off x="5559482" y="3905217"/>
              <a:ext cx="2136609" cy="473752"/>
              <a:chOff x="4037542" y="1989601"/>
              <a:chExt cx="2136609" cy="473752"/>
            </a:xfrm>
          </p:grpSpPr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70ED87F7-D815-4162-981E-A25D6C6D6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2268" y="1989601"/>
                <a:ext cx="1251883" cy="473752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无限小</a:t>
                </a:r>
              </a:p>
            </p:txBody>
          </p:sp>
          <p:graphicFrame>
            <p:nvGraphicFramePr>
              <p:cNvPr id="22" name="Object 11">
                <a:extLst>
                  <a:ext uri="{FF2B5EF4-FFF2-40B4-BE49-F238E27FC236}">
                    <a16:creationId xmlns:a16="http://schemas.microsoft.com/office/drawing/2014/main" id="{D0218675-AFEA-42A5-A18B-03F2678C51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9705100"/>
                  </p:ext>
                </p:extLst>
              </p:nvPr>
            </p:nvGraphicFramePr>
            <p:xfrm>
              <a:off x="4037542" y="2067422"/>
              <a:ext cx="9398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636" name="Equation" r:id="rId11" imgW="939600" imgH="380880" progId="Equation.DSMT4">
                      <p:embed/>
                    </p:oleObj>
                  </mc:Choice>
                  <mc:Fallback>
                    <p:oleObj name="Equation" r:id="rId11" imgW="939600" imgH="380880" progId="Equation.DSMT4">
                      <p:embed/>
                      <p:pic>
                        <p:nvPicPr>
                          <p:cNvPr id="22" name="Object 11">
                            <a:extLst>
                              <a:ext uri="{FF2B5EF4-FFF2-40B4-BE49-F238E27FC236}">
                                <a16:creationId xmlns:a16="http://schemas.microsoft.com/office/drawing/2014/main" id="{D0218675-AFEA-42A5-A18B-03F2678C512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7542" y="2067422"/>
                            <a:ext cx="9398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" name="左右箭头 12"/>
          <p:cNvSpPr/>
          <p:nvPr/>
        </p:nvSpPr>
        <p:spPr>
          <a:xfrm>
            <a:off x="4175956" y="3813656"/>
            <a:ext cx="792088" cy="201214"/>
          </a:xfrm>
          <a:prstGeom prst="leftRightArrow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en-US" sz="2400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667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AA0D8269-004D-441C-9581-307734872D9B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395486"/>
            <a:ext cx="6518275" cy="714375"/>
            <a:chOff x="503" y="2447"/>
            <a:chExt cx="4106" cy="450"/>
          </a:xfrm>
        </p:grpSpPr>
        <p:sp>
          <p:nvSpPr>
            <p:cNvPr id="3" name="Rectangle 19">
              <a:extLst>
                <a:ext uri="{FF2B5EF4-FFF2-40B4-BE49-F238E27FC236}">
                  <a16:creationId xmlns:a16="http://schemas.microsoft.com/office/drawing/2014/main" id="{F9CC8D82-E47B-4A30-BC98-CF42FA557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" y="2447"/>
              <a:ext cx="4106" cy="45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kumimoji="1" lang="zh-CN" altLang="en-US" sz="2400" b="1" dirty="0">
                  <a:latin typeface="+mn-ea"/>
                </a:rPr>
                <a:t>  当      </a:t>
              </a:r>
              <a:r>
                <a:rPr kumimoji="1" lang="zh-CN" altLang="en-US" sz="2400" b="1" dirty="0">
                  <a:solidFill>
                    <a:srgbClr val="FF00FF"/>
                  </a:solidFill>
                  <a:latin typeface="+mn-ea"/>
                </a:rPr>
                <a:t>    </a:t>
              </a:r>
              <a:r>
                <a:rPr kumimoji="1" lang="zh-CN" altLang="en-US" sz="2400" b="1" dirty="0">
                  <a:latin typeface="+mn-ea"/>
                </a:rPr>
                <a:t>时，可认为   无限接近于</a:t>
              </a:r>
              <a:r>
                <a:rPr kumimoji="1" lang="zh-CN" altLang="en-US" sz="2400" i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2400" i="1" dirty="0">
                  <a:latin typeface="Times New Roman" pitchFamily="18" charset="0"/>
                  <a:cs typeface="Times New Roman" pitchFamily="18" charset="0"/>
                </a:rPr>
                <a:t>a </a:t>
              </a:r>
              <a:r>
                <a:rPr kumimoji="1" lang="zh-CN" altLang="en-US" sz="2400" b="1" dirty="0">
                  <a:latin typeface="+mn-ea"/>
                </a:rPr>
                <a:t>？</a:t>
              </a:r>
            </a:p>
          </p:txBody>
        </p:sp>
        <p:grpSp>
          <p:nvGrpSpPr>
            <p:cNvPr id="4" name="Group 23">
              <a:extLst>
                <a:ext uri="{FF2B5EF4-FFF2-40B4-BE49-F238E27FC236}">
                  <a16:creationId xmlns:a16="http://schemas.microsoft.com/office/drawing/2014/main" id="{8C9D9B4C-D817-48FF-B143-E6A8552C8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2616"/>
              <a:ext cx="2147" cy="256"/>
              <a:chOff x="998" y="2616"/>
              <a:chExt cx="2147" cy="256"/>
            </a:xfrm>
          </p:grpSpPr>
          <p:graphicFrame>
            <p:nvGraphicFramePr>
              <p:cNvPr id="5" name="Object 7">
                <a:extLst>
                  <a:ext uri="{FF2B5EF4-FFF2-40B4-BE49-F238E27FC236}">
                    <a16:creationId xmlns:a16="http://schemas.microsoft.com/office/drawing/2014/main" id="{2726C512-9796-4E23-8756-79C3475706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6084614"/>
                  </p:ext>
                </p:extLst>
              </p:nvPr>
            </p:nvGraphicFramePr>
            <p:xfrm>
              <a:off x="998" y="2632"/>
              <a:ext cx="85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618" name="Equation" r:id="rId3" imgW="1358640" imgH="380880" progId="Equation.DSMT4">
                      <p:embed/>
                    </p:oleObj>
                  </mc:Choice>
                  <mc:Fallback>
                    <p:oleObj name="Equation" r:id="rId3" imgW="1358640" imgH="380880" progId="Equation.DSMT4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8" y="2632"/>
                            <a:ext cx="85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Object 8">
                <a:extLst>
                  <a:ext uri="{FF2B5EF4-FFF2-40B4-BE49-F238E27FC236}">
                    <a16:creationId xmlns:a16="http://schemas.microsoft.com/office/drawing/2014/main" id="{F861CE3C-F101-4C24-9350-3BCB271C38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510336"/>
                  </p:ext>
                </p:extLst>
              </p:nvPr>
            </p:nvGraphicFramePr>
            <p:xfrm>
              <a:off x="2961" y="2616"/>
              <a:ext cx="184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619" name="Equation" r:id="rId5" imgW="291960" imgH="380880" progId="Equation.DSMT4">
                      <p:embed/>
                    </p:oleObj>
                  </mc:Choice>
                  <mc:Fallback>
                    <p:oleObj name="Equation" r:id="rId5" imgW="291960" imgH="38088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1" y="2616"/>
                            <a:ext cx="184" cy="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BADC86D-8486-4C20-800E-F43281316436}"/>
              </a:ext>
            </a:extLst>
          </p:cNvPr>
          <p:cNvSpPr txBox="1"/>
          <p:nvPr/>
        </p:nvSpPr>
        <p:spPr>
          <a:xfrm>
            <a:off x="971600" y="614047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问题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34968-EC89-4395-B7D3-C7D1BB99454A}"/>
              </a:ext>
            </a:extLst>
          </p:cNvPr>
          <p:cNvSpPr txBox="1"/>
          <p:nvPr/>
        </p:nvSpPr>
        <p:spPr>
          <a:xfrm>
            <a:off x="979105" y="143070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097F31D-C567-4A01-91CA-B2662A824E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39993"/>
              </p:ext>
            </p:extLst>
          </p:nvPr>
        </p:nvGraphicFramePr>
        <p:xfrm>
          <a:off x="3287888" y="1277342"/>
          <a:ext cx="201924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20" name="Equation" r:id="rId7" imgW="2019240" imgH="774360" progId="Equation.DSMT4">
                  <p:embed/>
                </p:oleObj>
              </mc:Choice>
              <mc:Fallback>
                <p:oleObj name="Equation" r:id="rId7" imgW="2019240" imgH="774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888" y="1277342"/>
                        <a:ext cx="2019240" cy="77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5A2A820-719A-4EC4-8207-610A26445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015585"/>
              </p:ext>
            </p:extLst>
          </p:nvPr>
        </p:nvGraphicFramePr>
        <p:xfrm>
          <a:off x="5535093" y="1310398"/>
          <a:ext cx="148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21" name="Equation" r:id="rId9" imgW="1485720" imgH="736560" progId="Equation.DSMT4">
                  <p:embed/>
                </p:oleObj>
              </mc:Choice>
              <mc:Fallback>
                <p:oleObj name="Equation" r:id="rId9" imgW="1485720" imgH="736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093" y="1310398"/>
                        <a:ext cx="1485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29">
            <a:extLst>
              <a:ext uri="{FF2B5EF4-FFF2-40B4-BE49-F238E27FC236}">
                <a16:creationId xmlns:a16="http://schemas.microsoft.com/office/drawing/2014/main" id="{613034C9-6BEF-43C0-B839-D24F6FF29808}"/>
              </a:ext>
            </a:extLst>
          </p:cNvPr>
          <p:cNvGrpSpPr>
            <a:grpSpLocks/>
          </p:cNvGrpSpPr>
          <p:nvPr/>
        </p:nvGrpSpPr>
        <p:grpSpPr bwMode="auto">
          <a:xfrm>
            <a:off x="1804567" y="2233141"/>
            <a:ext cx="2401888" cy="492125"/>
            <a:chOff x="89" y="1674"/>
            <a:chExt cx="1513" cy="310"/>
          </a:xfrm>
        </p:grpSpPr>
        <p:graphicFrame>
          <p:nvGraphicFramePr>
            <p:cNvPr id="12" name="Object 14">
              <a:extLst>
                <a:ext uri="{FF2B5EF4-FFF2-40B4-BE49-F238E27FC236}">
                  <a16:creationId xmlns:a16="http://schemas.microsoft.com/office/drawing/2014/main" id="{9345455C-B796-4136-87C8-3C39DC4584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1535521"/>
                </p:ext>
              </p:extLst>
            </p:nvPr>
          </p:nvGraphicFramePr>
          <p:xfrm>
            <a:off x="562" y="1711"/>
            <a:ext cx="10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22" name="Equation" r:id="rId11" imgW="1650960" imgH="380880" progId="Equation.DSMT4">
                    <p:embed/>
                  </p:oleObj>
                </mc:Choice>
                <mc:Fallback>
                  <p:oleObj name="Equation" r:id="rId11" imgW="1650960" imgH="38088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" y="1711"/>
                          <a:ext cx="10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副标题 2">
              <a:extLst>
                <a:ext uri="{FF2B5EF4-FFF2-40B4-BE49-F238E27FC236}">
                  <a16:creationId xmlns:a16="http://schemas.microsoft.com/office/drawing/2014/main" id="{64FA48B7-E4C7-4293-925A-E18B9CBE3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1674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14" name="Group 30">
            <a:extLst>
              <a:ext uri="{FF2B5EF4-FFF2-40B4-BE49-F238E27FC236}">
                <a16:creationId xmlns:a16="http://schemas.microsoft.com/office/drawing/2014/main" id="{5A39453E-CFBA-4141-98BC-9E0FFF87210E}"/>
              </a:ext>
            </a:extLst>
          </p:cNvPr>
          <p:cNvGrpSpPr>
            <a:grpSpLocks/>
          </p:cNvGrpSpPr>
          <p:nvPr/>
        </p:nvGrpSpPr>
        <p:grpSpPr bwMode="auto">
          <a:xfrm>
            <a:off x="4325961" y="2234728"/>
            <a:ext cx="3054351" cy="492125"/>
            <a:chOff x="1694" y="1663"/>
            <a:chExt cx="1924" cy="310"/>
          </a:xfrm>
        </p:grpSpPr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676D7676-C5B0-48A5-8E7F-D7DA87F67D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6699762"/>
                </p:ext>
              </p:extLst>
            </p:nvPr>
          </p:nvGraphicFramePr>
          <p:xfrm>
            <a:off x="2210" y="1726"/>
            <a:ext cx="48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23" name="Equation" r:id="rId13" imgW="774360" imgH="279360" progId="Equation.DSMT4">
                    <p:embed/>
                  </p:oleObj>
                </mc:Choice>
                <mc:Fallback>
                  <p:oleObj name="Equation" r:id="rId13" imgW="774360" imgH="27936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0" y="1726"/>
                          <a:ext cx="48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副标题 2">
              <a:extLst>
                <a:ext uri="{FF2B5EF4-FFF2-40B4-BE49-F238E27FC236}">
                  <a16:creationId xmlns:a16="http://schemas.microsoft.com/office/drawing/2014/main" id="{C72686B7-B20A-4F3B-B68F-94EA80657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" y="1663"/>
              <a:ext cx="88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即可！</a:t>
              </a:r>
            </a:p>
          </p:txBody>
        </p:sp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889B1742-BC21-417A-AD9F-B9B598D0B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" y="1663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18" name="Group 33">
            <a:extLst>
              <a:ext uri="{FF2B5EF4-FFF2-40B4-BE49-F238E27FC236}">
                <a16:creationId xmlns:a16="http://schemas.microsoft.com/office/drawing/2014/main" id="{31AA7EB7-423A-445C-BDBD-BC0E387F457E}"/>
              </a:ext>
            </a:extLst>
          </p:cNvPr>
          <p:cNvGrpSpPr>
            <a:grpSpLocks/>
          </p:cNvGrpSpPr>
          <p:nvPr/>
        </p:nvGrpSpPr>
        <p:grpSpPr bwMode="auto">
          <a:xfrm>
            <a:off x="4555728" y="2924755"/>
            <a:ext cx="3171825" cy="503237"/>
            <a:chOff x="2034" y="3107"/>
            <a:chExt cx="1998" cy="317"/>
          </a:xfrm>
        </p:grpSpPr>
        <p:graphicFrame>
          <p:nvGraphicFramePr>
            <p:cNvPr id="19" name="Object 20">
              <a:extLst>
                <a:ext uri="{FF2B5EF4-FFF2-40B4-BE49-F238E27FC236}">
                  <a16:creationId xmlns:a16="http://schemas.microsoft.com/office/drawing/2014/main" id="{77C1DE79-7FF5-412B-9F2D-D578CDC47A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4929161"/>
                </p:ext>
              </p:extLst>
            </p:nvPr>
          </p:nvGraphicFramePr>
          <p:xfrm>
            <a:off x="2551" y="3178"/>
            <a:ext cx="68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24" name="Equation" r:id="rId15" imgW="1079280" imgH="279360" progId="Equation.DSMT4">
                    <p:embed/>
                  </p:oleObj>
                </mc:Choice>
                <mc:Fallback>
                  <p:oleObj name="Equation" r:id="rId15" imgW="1079280" imgH="27936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" y="3178"/>
                          <a:ext cx="68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副标题 2">
              <a:extLst>
                <a:ext uri="{FF2B5EF4-FFF2-40B4-BE49-F238E27FC236}">
                  <a16:creationId xmlns:a16="http://schemas.microsoft.com/office/drawing/2014/main" id="{560727E7-0F63-479D-836D-8A7B28EEF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3114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>
                <a:latin typeface="+mn-ea"/>
              </a:endParaRPr>
            </a:p>
          </p:txBody>
        </p:sp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DE13B83F-30E6-4837-8E27-49E2F27EF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" y="3107"/>
              <a:ext cx="79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即可！</a:t>
              </a:r>
            </a:p>
          </p:txBody>
        </p:sp>
      </p:grpSp>
      <p:grpSp>
        <p:nvGrpSpPr>
          <p:cNvPr id="22" name="Group 32">
            <a:extLst>
              <a:ext uri="{FF2B5EF4-FFF2-40B4-BE49-F238E27FC236}">
                <a16:creationId xmlns:a16="http://schemas.microsoft.com/office/drawing/2014/main" id="{10FCDFB1-2B4E-4FAA-B3E6-7E2DFBE29C46}"/>
              </a:ext>
            </a:extLst>
          </p:cNvPr>
          <p:cNvGrpSpPr>
            <a:grpSpLocks/>
          </p:cNvGrpSpPr>
          <p:nvPr/>
        </p:nvGrpSpPr>
        <p:grpSpPr bwMode="auto">
          <a:xfrm>
            <a:off x="1804568" y="2959849"/>
            <a:ext cx="2713039" cy="492125"/>
            <a:chOff x="144" y="3107"/>
            <a:chExt cx="1709" cy="310"/>
          </a:xfrm>
        </p:grpSpPr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4A02EF97-A937-4642-8340-8DB6CE583B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789708"/>
                </p:ext>
              </p:extLst>
            </p:nvPr>
          </p:nvGraphicFramePr>
          <p:xfrm>
            <a:off x="621" y="3135"/>
            <a:ext cx="12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25" name="Equation" r:id="rId17" imgW="1955520" imgH="380880" progId="Equation.DSMT4">
                    <p:embed/>
                  </p:oleObj>
                </mc:Choice>
                <mc:Fallback>
                  <p:oleObj name="Equation" r:id="rId17" imgW="1955520" imgH="38088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" y="3135"/>
                          <a:ext cx="12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副标题 2">
              <a:extLst>
                <a:ext uri="{FF2B5EF4-FFF2-40B4-BE49-F238E27FC236}">
                  <a16:creationId xmlns:a16="http://schemas.microsoft.com/office/drawing/2014/main" id="{F6EFBB90-5A11-4B62-A758-BC807BE60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07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A62E50C-347C-4131-88AC-182A2138ED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574413"/>
              </p:ext>
            </p:extLst>
          </p:nvPr>
        </p:nvGraphicFramePr>
        <p:xfrm>
          <a:off x="3008785" y="3734965"/>
          <a:ext cx="609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26" name="Equation" r:id="rId19" imgW="14630400" imgH="4572000" progId="Equation.DSMT4">
                  <p:embed/>
                </p:oleObj>
              </mc:Choice>
              <mc:Fallback>
                <p:oleObj name="Equation" r:id="rId19" imgW="14630400" imgH="45720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785" y="3734965"/>
                        <a:ext cx="60960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33">
            <a:extLst>
              <a:ext uri="{FF2B5EF4-FFF2-40B4-BE49-F238E27FC236}">
                <a16:creationId xmlns:a16="http://schemas.microsoft.com/office/drawing/2014/main" id="{6BB5E2AC-BB3F-48AD-B72F-A6C8E451085B}"/>
              </a:ext>
            </a:extLst>
          </p:cNvPr>
          <p:cNvGrpSpPr>
            <a:grpSpLocks/>
          </p:cNvGrpSpPr>
          <p:nvPr/>
        </p:nvGrpSpPr>
        <p:grpSpPr bwMode="auto">
          <a:xfrm>
            <a:off x="5621411" y="4002133"/>
            <a:ext cx="2767013" cy="723900"/>
            <a:chOff x="2034" y="3034"/>
            <a:chExt cx="1743" cy="456"/>
          </a:xfrm>
        </p:grpSpPr>
        <p:graphicFrame>
          <p:nvGraphicFramePr>
            <p:cNvPr id="27" name="Object 20">
              <a:extLst>
                <a:ext uri="{FF2B5EF4-FFF2-40B4-BE49-F238E27FC236}">
                  <a16:creationId xmlns:a16="http://schemas.microsoft.com/office/drawing/2014/main" id="{8CD2AD70-4760-4542-B78A-CA2C83DEA8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0677053"/>
                </p:ext>
              </p:extLst>
            </p:nvPr>
          </p:nvGraphicFramePr>
          <p:xfrm>
            <a:off x="2511" y="3034"/>
            <a:ext cx="44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27" name="Equation" r:id="rId21" imgW="711000" imgH="723600" progId="Equation.DSMT4">
                    <p:embed/>
                  </p:oleObj>
                </mc:Choice>
                <mc:Fallback>
                  <p:oleObj name="Equation" r:id="rId21" imgW="711000" imgH="72360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1" y="3034"/>
                          <a:ext cx="448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副标题 2">
              <a:extLst>
                <a:ext uri="{FF2B5EF4-FFF2-40B4-BE49-F238E27FC236}">
                  <a16:creationId xmlns:a16="http://schemas.microsoft.com/office/drawing/2014/main" id="{BEC534EE-FB3B-47B4-BD8B-323A22167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3114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29" name="副标题 2">
              <a:extLst>
                <a:ext uri="{FF2B5EF4-FFF2-40B4-BE49-F238E27FC236}">
                  <a16:creationId xmlns:a16="http://schemas.microsoft.com/office/drawing/2014/main" id="{97B4CD08-FADA-4511-9024-ABC875761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" y="3107"/>
              <a:ext cx="79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即可！</a:t>
              </a:r>
            </a:p>
          </p:txBody>
        </p:sp>
      </p:grpSp>
      <p:grpSp>
        <p:nvGrpSpPr>
          <p:cNvPr id="30" name="Group 32">
            <a:extLst>
              <a:ext uri="{FF2B5EF4-FFF2-40B4-BE49-F238E27FC236}">
                <a16:creationId xmlns:a16="http://schemas.microsoft.com/office/drawing/2014/main" id="{1204D9DD-3989-46C9-A551-9433A2159481}"/>
              </a:ext>
            </a:extLst>
          </p:cNvPr>
          <p:cNvGrpSpPr>
            <a:grpSpLocks/>
          </p:cNvGrpSpPr>
          <p:nvPr/>
        </p:nvGrpSpPr>
        <p:grpSpPr bwMode="auto">
          <a:xfrm>
            <a:off x="3393673" y="4134988"/>
            <a:ext cx="2232026" cy="492125"/>
            <a:chOff x="144" y="3107"/>
            <a:chExt cx="1406" cy="310"/>
          </a:xfrm>
        </p:grpSpPr>
        <p:graphicFrame>
          <p:nvGraphicFramePr>
            <p:cNvPr id="31" name="Object 22">
              <a:extLst>
                <a:ext uri="{FF2B5EF4-FFF2-40B4-BE49-F238E27FC236}">
                  <a16:creationId xmlns:a16="http://schemas.microsoft.com/office/drawing/2014/main" id="{88B8E572-B1B1-42B5-8728-7392A41A7C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5408457"/>
                </p:ext>
              </p:extLst>
            </p:nvPr>
          </p:nvGraphicFramePr>
          <p:xfrm>
            <a:off x="630" y="3138"/>
            <a:ext cx="9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28" name="Equation" r:id="rId23" imgW="1460160" imgH="380880" progId="Equation.DSMT4">
                    <p:embed/>
                  </p:oleObj>
                </mc:Choice>
                <mc:Fallback>
                  <p:oleObj name="Equation" r:id="rId23" imgW="1460160" imgH="38088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3138"/>
                          <a:ext cx="92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副标题 2">
              <a:extLst>
                <a:ext uri="{FF2B5EF4-FFF2-40B4-BE49-F238E27FC236}">
                  <a16:creationId xmlns:a16="http://schemas.microsoft.com/office/drawing/2014/main" id="{0C48D64F-21C5-436E-8815-8AD040E5F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07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7F0EBAC9-5B79-4879-8504-24766ABFC2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31135"/>
              </p:ext>
            </p:extLst>
          </p:nvPr>
        </p:nvGraphicFramePr>
        <p:xfrm>
          <a:off x="3040833" y="4311029"/>
          <a:ext cx="295275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29" name="Equation" r:id="rId25" imgW="330120" imgH="215640" progId="Equation.DSMT4">
                  <p:embed/>
                </p:oleObj>
              </mc:Choice>
              <mc:Fallback>
                <p:oleObj name="Equation" r:id="rId25" imgW="330120" imgH="2156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833" y="4311029"/>
                        <a:ext cx="295275" cy="204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828801" y="1473100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对于数列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609" y="4167013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对于任意正数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60">
            <a:extLst>
              <a:ext uri="{FF2B5EF4-FFF2-40B4-BE49-F238E27FC236}">
                <a16:creationId xmlns:a16="http://schemas.microsoft.com/office/drawing/2014/main" id="{641E79EC-6274-488B-ACD2-ACA5C3921760}"/>
              </a:ext>
            </a:extLst>
          </p:cNvPr>
          <p:cNvSpPr/>
          <p:nvPr/>
        </p:nvSpPr>
        <p:spPr>
          <a:xfrm>
            <a:off x="4080572" y="1449755"/>
            <a:ext cx="648072" cy="432048"/>
          </a:xfrm>
          <a:prstGeom prst="roundRect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圆角矩形 58">
            <a:extLst>
              <a:ext uri="{FF2B5EF4-FFF2-40B4-BE49-F238E27FC236}">
                <a16:creationId xmlns:a16="http://schemas.microsoft.com/office/drawing/2014/main" id="{E7A538C9-E94E-4F07-8257-609FCE9A12C0}"/>
              </a:ext>
            </a:extLst>
          </p:cNvPr>
          <p:cNvSpPr/>
          <p:nvPr/>
        </p:nvSpPr>
        <p:spPr>
          <a:xfrm>
            <a:off x="387676" y="1403199"/>
            <a:ext cx="2160240" cy="432048"/>
          </a:xfrm>
          <a:prstGeom prst="roundRect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0F7DDD6E-15A7-4AE2-A4FA-5D09B6992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71486"/>
              </p:ext>
            </p:extLst>
          </p:nvPr>
        </p:nvGraphicFramePr>
        <p:xfrm>
          <a:off x="1049338" y="3601467"/>
          <a:ext cx="121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2" name="Equation" r:id="rId4" imgW="1218960" imgH="482400" progId="Equation.DSMT4">
                  <p:embed/>
                </p:oleObj>
              </mc:Choice>
              <mc:Fallback>
                <p:oleObj name="Equation" r:id="rId4" imgW="121896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3601467"/>
                        <a:ext cx="1219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62290B0C-D47E-49F0-B1FE-896D4C5D9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209795"/>
              </p:ext>
            </p:extLst>
          </p:nvPr>
        </p:nvGraphicFramePr>
        <p:xfrm>
          <a:off x="3138488" y="3601467"/>
          <a:ext cx="1917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3" name="Equation" r:id="rId6" imgW="1917360" imgH="380880" progId="Equation.DSMT4">
                  <p:embed/>
                </p:oleObj>
              </mc:Choice>
              <mc:Fallback>
                <p:oleObj name="Equation" r:id="rId6" imgW="1917360" imgH="3808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3601467"/>
                        <a:ext cx="1917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2">
            <a:extLst>
              <a:ext uri="{FF2B5EF4-FFF2-40B4-BE49-F238E27FC236}">
                <a16:creationId xmlns:a16="http://schemas.microsoft.com/office/drawing/2014/main" id="{94BBAF99-1CE3-4F70-8B96-E65DE78041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1005" y="1918782"/>
            <a:ext cx="2179191" cy="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7" name="Line 24">
            <a:extLst>
              <a:ext uri="{FF2B5EF4-FFF2-40B4-BE49-F238E27FC236}">
                <a16:creationId xmlns:a16="http://schemas.microsoft.com/office/drawing/2014/main" id="{BBF4C5AA-6F49-4C09-A67C-E394C038B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5776" y="2640800"/>
            <a:ext cx="3312368" cy="81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8" name="Object 25">
            <a:extLst>
              <a:ext uri="{FF2B5EF4-FFF2-40B4-BE49-F238E27FC236}">
                <a16:creationId xmlns:a16="http://schemas.microsoft.com/office/drawing/2014/main" id="{A2FE67C4-336B-4B43-93D8-2B1C5E87B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604525"/>
              </p:ext>
            </p:extLst>
          </p:nvPr>
        </p:nvGraphicFramePr>
        <p:xfrm>
          <a:off x="299096" y="1203598"/>
          <a:ext cx="2412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4" name="Equation" r:id="rId8" imgW="241200" imgH="342720" progId="Equation.DSMT4">
                  <p:embed/>
                </p:oleObj>
              </mc:Choice>
              <mc:Fallback>
                <p:oleObj name="Equation" r:id="rId8" imgW="241200" imgH="342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96" y="1203598"/>
                        <a:ext cx="24120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6">
            <a:extLst>
              <a:ext uri="{FF2B5EF4-FFF2-40B4-BE49-F238E27FC236}">
                <a16:creationId xmlns:a16="http://schemas.microsoft.com/office/drawing/2014/main" id="{8978C77A-E189-41AD-8633-039C2F698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65518"/>
              </p:ext>
            </p:extLst>
          </p:nvPr>
        </p:nvGraphicFramePr>
        <p:xfrm>
          <a:off x="3635896" y="1203598"/>
          <a:ext cx="2889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5" name="Equation" r:id="rId10" imgW="291960" imgH="342720" progId="Equation.DSMT4">
                  <p:embed/>
                </p:oleObj>
              </mc:Choice>
              <mc:Fallback>
                <p:oleObj name="Equation" r:id="rId10" imgW="291960" imgH="3427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203598"/>
                        <a:ext cx="2889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7">
            <a:extLst>
              <a:ext uri="{FF2B5EF4-FFF2-40B4-BE49-F238E27FC236}">
                <a16:creationId xmlns:a16="http://schemas.microsoft.com/office/drawing/2014/main" id="{C0A30C0D-04D3-4A3C-8F0A-5F88416C1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760068"/>
              </p:ext>
            </p:extLst>
          </p:nvPr>
        </p:nvGraphicFramePr>
        <p:xfrm>
          <a:off x="255836" y="1995686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6" name="Equation" r:id="rId12" imgW="279360" imgH="342720" progId="Equation.DSMT4">
                  <p:embed/>
                </p:oleObj>
              </mc:Choice>
              <mc:Fallback>
                <p:oleObj name="Equation" r:id="rId12" imgW="279360" imgH="3427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36" y="1995686"/>
                        <a:ext cx="27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8">
            <a:extLst>
              <a:ext uri="{FF2B5EF4-FFF2-40B4-BE49-F238E27FC236}">
                <a16:creationId xmlns:a16="http://schemas.microsoft.com/office/drawing/2014/main" id="{D32AF4C5-3577-48FB-A981-BBF1B67E98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499006"/>
              </p:ext>
            </p:extLst>
          </p:nvPr>
        </p:nvGraphicFramePr>
        <p:xfrm>
          <a:off x="2372882" y="1995686"/>
          <a:ext cx="2889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7" name="Equation" r:id="rId14" imgW="291960" imgH="342720" progId="Equation.DSMT4">
                  <p:embed/>
                </p:oleObj>
              </mc:Choice>
              <mc:Fallback>
                <p:oleObj name="Equation" r:id="rId14" imgW="291960" imgH="3427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882" y="1995686"/>
                        <a:ext cx="2889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29">
            <a:extLst>
              <a:ext uri="{FF2B5EF4-FFF2-40B4-BE49-F238E27FC236}">
                <a16:creationId xmlns:a16="http://schemas.microsoft.com/office/drawing/2014/main" id="{E5B23E2C-3AAF-4274-A0A3-2ABBA8657F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253" y="1923678"/>
            <a:ext cx="3095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C187F968-BFF8-4413-9F09-3849E9BA4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803" y="2617353"/>
            <a:ext cx="1722363" cy="638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 sz="2400" b="1">
              <a:latin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B4CAB08-D4C1-458D-8A5F-0C4C4B23D196}"/>
              </a:ext>
            </a:extLst>
          </p:cNvPr>
          <p:cNvGrpSpPr/>
          <p:nvPr/>
        </p:nvGrpSpPr>
        <p:grpSpPr>
          <a:xfrm>
            <a:off x="960917" y="606615"/>
            <a:ext cx="6696744" cy="461665"/>
            <a:chOff x="755576" y="1052736"/>
            <a:chExt cx="6696744" cy="461665"/>
          </a:xfrm>
        </p:grpSpPr>
        <p:sp>
          <p:nvSpPr>
            <p:cNvPr id="15" name="TextBox 34">
              <a:extLst>
                <a:ext uri="{FF2B5EF4-FFF2-40B4-BE49-F238E27FC236}">
                  <a16:creationId xmlns:a16="http://schemas.microsoft.com/office/drawing/2014/main" id="{634E796C-00D5-4D5A-B99C-A1387F786804}"/>
                </a:ext>
              </a:extLst>
            </p:cNvPr>
            <p:cNvSpPr txBox="1"/>
            <p:nvPr/>
          </p:nvSpPr>
          <p:spPr>
            <a:xfrm>
              <a:off x="755576" y="1052736"/>
              <a:ext cx="6696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定义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3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若数列    与常数  满足以下的关系：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51CA812-FD9B-4122-AEE8-D01FD885F7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119976"/>
                </p:ext>
              </p:extLst>
            </p:nvPr>
          </p:nvGraphicFramePr>
          <p:xfrm>
            <a:off x="2757901" y="1101835"/>
            <a:ext cx="528638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08" name="Equation" r:id="rId16" imgW="520560" imgH="380880" progId="Equation.DSMT4">
                    <p:embed/>
                  </p:oleObj>
                </mc:Choice>
                <mc:Fallback>
                  <p:oleObj name="Equation" r:id="rId16" imgW="520560" imgH="3808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7901" y="1101835"/>
                          <a:ext cx="528638" cy="395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329CEBB-62D0-4EC5-B12D-20BB3126EF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7074827"/>
                </p:ext>
              </p:extLst>
            </p:nvPr>
          </p:nvGraphicFramePr>
          <p:xfrm>
            <a:off x="4248167" y="1247158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09" name="Equation" r:id="rId18" imgW="203040" imgH="203040" progId="Equation.DSMT4">
                    <p:embed/>
                  </p:oleObj>
                </mc:Choice>
                <mc:Fallback>
                  <p:oleObj name="Equation" r:id="rId18" imgW="203040" imgH="20304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8167" y="1247158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5438F98-EE69-4616-88C6-74633BCF338A}"/>
              </a:ext>
            </a:extLst>
          </p:cNvPr>
          <p:cNvGrpSpPr/>
          <p:nvPr/>
        </p:nvGrpSpPr>
        <p:grpSpPr>
          <a:xfrm>
            <a:off x="296131" y="1428276"/>
            <a:ext cx="3816424" cy="461664"/>
            <a:chOff x="1609051" y="1431385"/>
            <a:chExt cx="3816424" cy="461664"/>
          </a:xfrm>
        </p:grpSpPr>
        <p:sp>
          <p:nvSpPr>
            <p:cNvPr id="19" name="TextBox 38">
              <a:extLst>
                <a:ext uri="{FF2B5EF4-FFF2-40B4-BE49-F238E27FC236}">
                  <a16:creationId xmlns:a16="http://schemas.microsoft.com/office/drawing/2014/main" id="{281C2CB2-EBA9-4251-906A-4A759118816D}"/>
                </a:ext>
              </a:extLst>
            </p:cNvPr>
            <p:cNvSpPr txBox="1"/>
            <p:nvPr/>
          </p:nvSpPr>
          <p:spPr>
            <a:xfrm>
              <a:off x="1609051" y="1431385"/>
              <a:ext cx="3816424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对于任意给定的正数  </a:t>
              </a:r>
              <a:r>
                <a:rPr kumimoji="1" lang="en-US" altLang="zh-CN" sz="2400" b="1" dirty="0">
                  <a:latin typeface="+mn-ea"/>
                </a:rPr>
                <a:t>, 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D055F4A-A734-4CE6-B94E-07B3C7129E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9474383"/>
                </p:ext>
              </p:extLst>
            </p:nvPr>
          </p:nvGraphicFramePr>
          <p:xfrm>
            <a:off x="4483382" y="1587741"/>
            <a:ext cx="18415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0" name="Equation" r:id="rId20" imgW="203040" imgH="215640" progId="Equation.DSMT4">
                    <p:embed/>
                  </p:oleObj>
                </mc:Choice>
                <mc:Fallback>
                  <p:oleObj name="Equation" r:id="rId20" imgW="203040" imgH="21564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3382" y="1587741"/>
                          <a:ext cx="18415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0811FAA-3222-4B21-B9D4-DA6E5ABA9CC6}"/>
              </a:ext>
            </a:extLst>
          </p:cNvPr>
          <p:cNvGrpSpPr/>
          <p:nvPr/>
        </p:nvGrpSpPr>
        <p:grpSpPr>
          <a:xfrm>
            <a:off x="3725402" y="1460210"/>
            <a:ext cx="2808312" cy="461665"/>
            <a:chOff x="1418742" y="2621143"/>
            <a:chExt cx="2808312" cy="461665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117AB8DC-415B-4DEC-80B6-CD0B9248ABD5}"/>
                </a:ext>
              </a:extLst>
            </p:cNvPr>
            <p:cNvSpPr txBox="1"/>
            <p:nvPr/>
          </p:nvSpPr>
          <p:spPr>
            <a:xfrm>
              <a:off x="1418742" y="2621143"/>
              <a:ext cx="28083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总存在正整数  ， </a:t>
              </a:r>
              <a:r>
                <a:rPr kumimoji="1" lang="zh-CN" altLang="en-US" sz="2400" b="1" i="1" dirty="0">
                  <a:latin typeface="+mn-ea"/>
                  <a:cs typeface="Times New Roman" pitchFamily="18" charset="0"/>
                </a:rPr>
                <a:t> </a:t>
              </a:r>
              <a:endParaRPr lang="zh-CN" altLang="en-US" sz="2400" b="1" i="1" dirty="0">
                <a:latin typeface="+mn-ea"/>
                <a:cs typeface="Times New Roman" pitchFamily="18" charset="0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AA6E379-9A91-44C0-968A-0A062F4522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5521217"/>
                </p:ext>
              </p:extLst>
            </p:nvPr>
          </p:nvGraphicFramePr>
          <p:xfrm>
            <a:off x="3382147" y="2778039"/>
            <a:ext cx="32067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1" name="Equation" r:id="rId22" imgW="291960" imgH="266400" progId="Equation.DSMT4">
                    <p:embed/>
                  </p:oleObj>
                </mc:Choice>
                <mc:Fallback>
                  <p:oleObj name="Equation" r:id="rId22" imgW="291960" imgH="26640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147" y="2778039"/>
                          <a:ext cx="32067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E9124F9-61EF-4EF0-8959-65F25226B910}"/>
              </a:ext>
            </a:extLst>
          </p:cNvPr>
          <p:cNvGrpSpPr/>
          <p:nvPr/>
        </p:nvGrpSpPr>
        <p:grpSpPr>
          <a:xfrm>
            <a:off x="323528" y="2144883"/>
            <a:ext cx="2139552" cy="461665"/>
            <a:chOff x="4860032" y="2391272"/>
            <a:chExt cx="2139552" cy="461665"/>
          </a:xfrm>
        </p:grpSpPr>
        <p:sp>
          <p:nvSpPr>
            <p:cNvPr id="25" name="TextBox 42">
              <a:extLst>
                <a:ext uri="{FF2B5EF4-FFF2-40B4-BE49-F238E27FC236}">
                  <a16:creationId xmlns:a16="http://schemas.microsoft.com/office/drawing/2014/main" id="{BFE983AC-040C-4326-ACA7-7D4EA551FCF3}"/>
                </a:ext>
              </a:extLst>
            </p:cNvPr>
            <p:cNvSpPr txBox="1"/>
            <p:nvPr/>
          </p:nvSpPr>
          <p:spPr>
            <a:xfrm>
              <a:off x="4860032" y="2391272"/>
              <a:ext cx="2139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使当     时，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A21444B2-EADB-4FF2-A124-9636EF952C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803839"/>
                </p:ext>
              </p:extLst>
            </p:nvPr>
          </p:nvGraphicFramePr>
          <p:xfrm>
            <a:off x="5631432" y="2538079"/>
            <a:ext cx="655637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2" name="Equation" r:id="rId24" imgW="749160" imgH="266400" progId="Equation.DSMT4">
                    <p:embed/>
                  </p:oleObj>
                </mc:Choice>
                <mc:Fallback>
                  <p:oleObj name="Equation" r:id="rId24" imgW="749160" imgH="26640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1432" y="2538079"/>
                          <a:ext cx="655637" cy="249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9DEEBD2-093F-41B1-974C-202EBC6FA700}"/>
              </a:ext>
            </a:extLst>
          </p:cNvPr>
          <p:cNvGrpSpPr/>
          <p:nvPr/>
        </p:nvGrpSpPr>
        <p:grpSpPr>
          <a:xfrm>
            <a:off x="2500500" y="2146309"/>
            <a:ext cx="3998427" cy="461665"/>
            <a:chOff x="2699792" y="3068961"/>
            <a:chExt cx="3998427" cy="461665"/>
          </a:xfrm>
        </p:grpSpPr>
        <p:sp>
          <p:nvSpPr>
            <p:cNvPr id="28" name="TextBox 47">
              <a:extLst>
                <a:ext uri="{FF2B5EF4-FFF2-40B4-BE49-F238E27FC236}">
                  <a16:creationId xmlns:a16="http://schemas.microsoft.com/office/drawing/2014/main" id="{332246C3-3F86-4F0F-BA4B-8B3CD07B265D}"/>
                </a:ext>
              </a:extLst>
            </p:cNvPr>
            <p:cNvSpPr txBox="1"/>
            <p:nvPr/>
          </p:nvSpPr>
          <p:spPr>
            <a:xfrm>
              <a:off x="2699792" y="3068961"/>
              <a:ext cx="3998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不等式          恒成立，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CBF7F712-856B-4309-9E86-EC44352FA3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5795422"/>
                </p:ext>
              </p:extLst>
            </p:nvPr>
          </p:nvGraphicFramePr>
          <p:xfrm>
            <a:off x="3774064" y="3117740"/>
            <a:ext cx="1468438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3" name="Equation" r:id="rId26" imgW="1396800" imgH="380880" progId="Equation.DSMT4">
                    <p:embed/>
                  </p:oleObj>
                </mc:Choice>
                <mc:Fallback>
                  <p:oleObj name="Equation" r:id="rId26" imgW="1396800" imgH="38088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4064" y="3117740"/>
                          <a:ext cx="1468438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0270AB-C5D0-4688-A849-32E0900D9E4C}"/>
              </a:ext>
            </a:extLst>
          </p:cNvPr>
          <p:cNvGrpSpPr/>
          <p:nvPr/>
        </p:nvGrpSpPr>
        <p:grpSpPr>
          <a:xfrm>
            <a:off x="323528" y="2915368"/>
            <a:ext cx="5976664" cy="461665"/>
            <a:chOff x="467544" y="3471391"/>
            <a:chExt cx="5976664" cy="461665"/>
          </a:xfrm>
        </p:grpSpPr>
        <p:sp>
          <p:nvSpPr>
            <p:cNvPr id="31" name="Rectangle 58">
              <a:extLst>
                <a:ext uri="{FF2B5EF4-FFF2-40B4-BE49-F238E27FC236}">
                  <a16:creationId xmlns:a16="http://schemas.microsoft.com/office/drawing/2014/main" id="{AA6F5B12-C95C-4B3A-BB38-FF05A4F9A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3471391"/>
              <a:ext cx="59766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则称常数  为数列    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极限</a:t>
              </a:r>
              <a:r>
                <a:rPr kumimoji="1" lang="zh-CN" altLang="en-US" sz="2400" b="1" dirty="0">
                  <a:latin typeface="+mn-ea"/>
                </a:rPr>
                <a:t>，</a:t>
              </a:r>
              <a:r>
                <a:rPr kumimoji="1" lang="en-US" altLang="zh-CN" sz="2400" b="1" dirty="0">
                  <a:latin typeface="+mn-ea"/>
                </a:rPr>
                <a:t> 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8F86173C-9D38-4B68-AA63-1F92406282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9792365"/>
                </p:ext>
              </p:extLst>
            </p:nvPr>
          </p:nvGraphicFramePr>
          <p:xfrm>
            <a:off x="3008263" y="3505643"/>
            <a:ext cx="555625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4" name="Equation" r:id="rId28" imgW="520560" imgH="380880" progId="Equation.DSMT4">
                    <p:embed/>
                  </p:oleObj>
                </mc:Choice>
                <mc:Fallback>
                  <p:oleObj name="Equation" r:id="rId28" imgW="520560" imgH="38088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8263" y="3505643"/>
                          <a:ext cx="555625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A9E38A2E-1FF1-43D7-8D23-E49CA7B130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0532" y="3648946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5" name="Equation" r:id="rId30" imgW="203040" imgH="203040" progId="Equation.DSMT4">
                    <p:embed/>
                  </p:oleObj>
                </mc:Choice>
                <mc:Fallback>
                  <p:oleObj name="Equation" r:id="rId30" imgW="203040" imgH="20304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532" y="3648946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TextBox 53">
            <a:extLst>
              <a:ext uri="{FF2B5EF4-FFF2-40B4-BE49-F238E27FC236}">
                <a16:creationId xmlns:a16="http://schemas.microsoft.com/office/drawing/2014/main" id="{67C7BB47-16FA-4717-B6F0-451DA905BCBD}"/>
              </a:ext>
            </a:extLst>
          </p:cNvPr>
          <p:cNvSpPr txBox="1"/>
          <p:nvPr/>
        </p:nvSpPr>
        <p:spPr>
          <a:xfrm>
            <a:off x="4572000" y="291536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记作</a:t>
            </a:r>
          </a:p>
        </p:txBody>
      </p:sp>
      <p:sp>
        <p:nvSpPr>
          <p:cNvPr id="35" name="TextBox 55">
            <a:extLst>
              <a:ext uri="{FF2B5EF4-FFF2-40B4-BE49-F238E27FC236}">
                <a16:creationId xmlns:a16="http://schemas.microsoft.com/office/drawing/2014/main" id="{DE406096-D123-4733-ABDE-899CAEA5B56D}"/>
              </a:ext>
            </a:extLst>
          </p:cNvPr>
          <p:cNvSpPr txBox="1"/>
          <p:nvPr/>
        </p:nvSpPr>
        <p:spPr>
          <a:xfrm>
            <a:off x="2483768" y="3529310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或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76EF427-DBA9-428F-B121-B8E75B219566}"/>
              </a:ext>
            </a:extLst>
          </p:cNvPr>
          <p:cNvGrpSpPr/>
          <p:nvPr/>
        </p:nvGrpSpPr>
        <p:grpSpPr>
          <a:xfrm>
            <a:off x="323528" y="4231534"/>
            <a:ext cx="6552728" cy="572464"/>
            <a:chOff x="1166936" y="5063583"/>
            <a:chExt cx="6552728" cy="572464"/>
          </a:xfrm>
        </p:grpSpPr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DDBBD8E7-D9C8-45AF-A5FD-ECD7EF9D1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936" y="5063583"/>
              <a:ext cx="6552728" cy="57246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2400" b="1" dirty="0">
                  <a:latin typeface="+mn-ea"/>
                </a:rPr>
                <a:t>如果不存在这样的常数  ，就称数列没有极限</a:t>
              </a:r>
              <a:r>
                <a:rPr kumimoji="1"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5F6B34F0-0BD3-458C-A8AC-0E7EB528A5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178193"/>
                </p:ext>
              </p:extLst>
            </p:nvPr>
          </p:nvGraphicFramePr>
          <p:xfrm>
            <a:off x="4359500" y="5286233"/>
            <a:ext cx="198438" cy="198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6" name="Equation" r:id="rId32" imgW="203040" imgH="203040" progId="Equation.DSMT4">
                    <p:embed/>
                  </p:oleObj>
                </mc:Choice>
                <mc:Fallback>
                  <p:oleObj name="Equation" r:id="rId32" imgW="203040" imgH="20304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9500" y="5286233"/>
                          <a:ext cx="198438" cy="198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52D361B2-456E-422C-A874-74F6DB93D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160699"/>
              </p:ext>
            </p:extLst>
          </p:nvPr>
        </p:nvGraphicFramePr>
        <p:xfrm>
          <a:off x="1115616" y="1059582"/>
          <a:ext cx="558720" cy="291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7" name="Equation" r:id="rId34" imgW="558720" imgH="291960" progId="Equation.DSMT4">
                  <p:embed/>
                </p:oleObj>
              </mc:Choice>
              <mc:Fallback>
                <p:oleObj name="Equation" r:id="rId34" imgW="558720" imgH="29196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059582"/>
                        <a:ext cx="558720" cy="291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6">
            <a:extLst>
              <a:ext uri="{FF2B5EF4-FFF2-40B4-BE49-F238E27FC236}">
                <a16:creationId xmlns:a16="http://schemas.microsoft.com/office/drawing/2014/main" id="{0C0BAF6D-E0AF-44C1-8846-56D3E5CA0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010630"/>
              </p:ext>
            </p:extLst>
          </p:nvPr>
        </p:nvGraphicFramePr>
        <p:xfrm>
          <a:off x="4159974" y="1094292"/>
          <a:ext cx="495000" cy="291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8" name="Equation" r:id="rId36" imgW="495000" imgH="291960" progId="Equation.DSMT4">
                  <p:embed/>
                </p:oleObj>
              </mc:Choice>
              <mc:Fallback>
                <p:oleObj name="Equation" r:id="rId36" imgW="495000" imgH="29196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974" y="1094292"/>
                        <a:ext cx="495000" cy="291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: 圆角 47">
            <a:extLst>
              <a:ext uri="{FF2B5EF4-FFF2-40B4-BE49-F238E27FC236}">
                <a16:creationId xmlns:a16="http://schemas.microsoft.com/office/drawing/2014/main" id="{A36838B4-74A4-4FF4-B598-988F15464497}"/>
              </a:ext>
            </a:extLst>
          </p:cNvPr>
          <p:cNvSpPr/>
          <p:nvPr/>
        </p:nvSpPr>
        <p:spPr>
          <a:xfrm>
            <a:off x="6732240" y="1131590"/>
            <a:ext cx="2088232" cy="3600400"/>
          </a:xfrm>
          <a:prstGeom prst="roundRect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0B295B8E-D914-484E-9602-002597673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084987"/>
              </p:ext>
            </p:extLst>
          </p:nvPr>
        </p:nvGraphicFramePr>
        <p:xfrm>
          <a:off x="7020272" y="2463734"/>
          <a:ext cx="1384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9" name="Equation" r:id="rId38" imgW="1384200" imgH="279360" progId="Equation.DSMT4">
                  <p:embed/>
                </p:oleObj>
              </mc:Choice>
              <mc:Fallback>
                <p:oleObj name="Equation" r:id="rId38" imgW="1384200" imgH="27936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2463734"/>
                        <a:ext cx="1384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77C0BFFE-712A-4569-9830-DAC53045E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12616"/>
              </p:ext>
            </p:extLst>
          </p:nvPr>
        </p:nvGraphicFramePr>
        <p:xfrm>
          <a:off x="7020272" y="1815662"/>
          <a:ext cx="13763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0" name="Equation" r:id="rId40" imgW="1307880" imgH="482400" progId="Equation.DSMT4">
                  <p:embed/>
                </p:oleObj>
              </mc:Choice>
              <mc:Fallback>
                <p:oleObj name="Equation" r:id="rId40" imgW="1307880" imgH="4824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1815662"/>
                        <a:ext cx="137636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9D2A836C-B04D-4B51-8338-35D0EA133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472003"/>
              </p:ext>
            </p:extLst>
          </p:nvPr>
        </p:nvGraphicFramePr>
        <p:xfrm>
          <a:off x="7270164" y="4110038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1" name="Equation" r:id="rId42" imgW="1523880" imgH="380880" progId="Equation.DSMT4">
                  <p:embed/>
                </p:oleObj>
              </mc:Choice>
              <mc:Fallback>
                <p:oleObj name="Equation" r:id="rId42" imgW="1523880" imgH="38088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164" y="4110038"/>
                        <a:ext cx="1524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/>
          <p:cNvGrpSpPr/>
          <p:nvPr/>
        </p:nvGrpSpPr>
        <p:grpSpPr>
          <a:xfrm>
            <a:off x="7020272" y="2967790"/>
            <a:ext cx="1563854" cy="461665"/>
            <a:chOff x="8388424" y="2427734"/>
            <a:chExt cx="1563854" cy="461665"/>
          </a:xfrm>
        </p:grpSpPr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D53A1824-9E78-4C68-ADB8-6A08C86BB3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7199713"/>
                </p:ext>
              </p:extLst>
            </p:nvPr>
          </p:nvGraphicFramePr>
          <p:xfrm>
            <a:off x="9533178" y="2521864"/>
            <a:ext cx="419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2" name="Equation" r:id="rId44" imgW="419040" imgH="266400" progId="Equation.DSMT4">
                    <p:embed/>
                  </p:oleObj>
                </mc:Choice>
                <mc:Fallback>
                  <p:oleObj name="Equation" r:id="rId44" imgW="419040" imgH="266400" progId="Equation.DSMT4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3178" y="2521864"/>
                          <a:ext cx="4191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Box 47"/>
            <p:cNvSpPr txBox="1"/>
            <p:nvPr/>
          </p:nvSpPr>
          <p:spPr>
            <a:xfrm>
              <a:off x="8495928" y="2427734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正整数</a:t>
              </a: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/>
          </p:nvGraphicFramePr>
          <p:xfrm>
            <a:off x="8388424" y="2529238"/>
            <a:ext cx="1905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3" name="Equation" r:id="rId46" imgW="190440" imgH="253800" progId="Equation.DSMT4">
                    <p:embed/>
                  </p:oleObj>
                </mc:Choice>
                <mc:Fallback>
                  <p:oleObj name="Equation" r:id="rId46" imgW="190440" imgH="253800" progId="Equation.DSMT4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8424" y="2529238"/>
                          <a:ext cx="1905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6876256" y="3514237"/>
            <a:ext cx="2016224" cy="461665"/>
            <a:chOff x="5724128" y="3147814"/>
            <a:chExt cx="2016224" cy="461665"/>
          </a:xfrm>
        </p:grpSpPr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9C97643E-F0FB-4F26-A584-6B3ECE2EC5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3800868"/>
                </p:ext>
              </p:extLst>
            </p:nvPr>
          </p:nvGraphicFramePr>
          <p:xfrm>
            <a:off x="6199981" y="3270230"/>
            <a:ext cx="676275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4" name="Equation" r:id="rId48" imgW="749160" imgH="266400" progId="Equation.DSMT4">
                    <p:embed/>
                  </p:oleObj>
                </mc:Choice>
                <mc:Fallback>
                  <p:oleObj name="Equation" r:id="rId48" imgW="749160" imgH="266400" progId="Equation.DSMT4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9981" y="3270230"/>
                          <a:ext cx="676275" cy="247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TextBox 50"/>
            <p:cNvSpPr txBox="1"/>
            <p:nvPr/>
          </p:nvSpPr>
          <p:spPr>
            <a:xfrm>
              <a:off x="5724128" y="3147814"/>
              <a:ext cx="2016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当            时，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6876256" y="4074986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有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6991921" y="1275606"/>
            <a:ext cx="1756543" cy="461665"/>
            <a:chOff x="6847905" y="813941"/>
            <a:chExt cx="1756543" cy="461665"/>
          </a:xfrm>
        </p:grpSpPr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AD9326C1-0FAD-4F35-BECF-CBA4239F03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7683117"/>
                </p:ext>
              </p:extLst>
            </p:nvPr>
          </p:nvGraphicFramePr>
          <p:xfrm>
            <a:off x="6847905" y="914822"/>
            <a:ext cx="757237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5" name="Equation" r:id="rId50" imgW="723600" imgH="266400" progId="Equation.DSMT4">
                    <p:embed/>
                  </p:oleObj>
                </mc:Choice>
                <mc:Fallback>
                  <p:oleObj name="Equation" r:id="rId50" imgW="723600" imgH="26640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7905" y="914822"/>
                          <a:ext cx="757237" cy="265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TextBox 53"/>
            <p:cNvSpPr txBox="1"/>
            <p:nvPr/>
          </p:nvSpPr>
          <p:spPr>
            <a:xfrm>
              <a:off x="7524328" y="813941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定义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25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6" grpId="0" animBg="1"/>
      <p:bldP spid="7" grpId="0" animBg="1"/>
      <p:bldP spid="12" grpId="0" animBg="1"/>
      <p:bldP spid="13" grpId="0" animBg="1"/>
      <p:bldP spid="34" grpId="0"/>
      <p:bldP spid="35" grpId="0"/>
      <p:bldP spid="41" grpId="0" animBg="1"/>
      <p:bldP spid="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0">
            <a:extLst>
              <a:ext uri="{FF2B5EF4-FFF2-40B4-BE49-F238E27FC236}">
                <a16:creationId xmlns:a16="http://schemas.microsoft.com/office/drawing/2014/main" id="{4ACD62FF-4019-4817-A3AA-0D29C5F8742A}"/>
              </a:ext>
            </a:extLst>
          </p:cNvPr>
          <p:cNvSpPr txBox="1"/>
          <p:nvPr/>
        </p:nvSpPr>
        <p:spPr>
          <a:xfrm>
            <a:off x="1001173" y="625470"/>
            <a:ext cx="146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95536" y="1292793"/>
            <a:ext cx="6696744" cy="461665"/>
            <a:chOff x="251520" y="1275607"/>
            <a:chExt cx="6696744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251520" y="1275607"/>
              <a:ext cx="6696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64FF"/>
                  </a:solidFill>
                  <a:latin typeface="Times New Roman" pitchFamily="18" charset="0"/>
                  <a:cs typeface="Times New Roman" pitchFamily="18" charset="0"/>
                </a:rPr>
                <a:t>1. </a:t>
              </a:r>
              <a:r>
                <a:rPr lang="zh-CN" altLang="en-US" sz="2400" b="1" dirty="0"/>
                <a:t>不等式                     表达出     与    的无限接近；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BF7F712-856B-4309-9E86-EC44352FA3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5692510"/>
                </p:ext>
              </p:extLst>
            </p:nvPr>
          </p:nvGraphicFramePr>
          <p:xfrm>
            <a:off x="1574461" y="1300439"/>
            <a:ext cx="1468437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54" name="Equation" r:id="rId3" imgW="1396800" imgH="380880" progId="Equation.DSMT4">
                    <p:embed/>
                  </p:oleObj>
                </mc:Choice>
                <mc:Fallback>
                  <p:oleObj name="Equation" r:id="rId3" imgW="1396800" imgH="38088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4461" y="1300439"/>
                          <a:ext cx="1468437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F86173C-9D38-4B68-AA63-1F92406282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928" y="1310779"/>
            <a:ext cx="311150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55" name="Equation" r:id="rId5" imgW="291960" imgH="380880" progId="Equation.DSMT4">
                    <p:embed/>
                  </p:oleObj>
                </mc:Choice>
                <mc:Fallback>
                  <p:oleObj name="Equation" r:id="rId5" imgW="291960" imgH="3808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1310779"/>
                          <a:ext cx="311150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9E38A2E-1FF1-43D7-8D23-E49CA7B130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7524" y="1419622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56" name="Equation" r:id="rId7" imgW="203040" imgH="203040" progId="Equation.DSMT4">
                    <p:embed/>
                  </p:oleObj>
                </mc:Choice>
                <mc:Fallback>
                  <p:oleObj name="Equation" r:id="rId7" imgW="203040" imgH="20304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524" y="1419622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840408" y="2012872"/>
            <a:ext cx="3155528" cy="461665"/>
            <a:chOff x="696392" y="1923678"/>
            <a:chExt cx="3155528" cy="461665"/>
          </a:xfrm>
        </p:grpSpPr>
        <p:sp>
          <p:nvSpPr>
            <p:cNvPr id="13" name="TextBox 12"/>
            <p:cNvSpPr txBox="1"/>
            <p:nvPr/>
          </p:nvSpPr>
          <p:spPr>
            <a:xfrm>
              <a:off x="899592" y="1923678"/>
              <a:ext cx="29523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具有任意性</a:t>
              </a:r>
            </a:p>
          </p:txBody>
        </p:sp>
        <p:graphicFrame>
          <p:nvGraphicFramePr>
            <p:cNvPr id="4813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9955762"/>
                </p:ext>
              </p:extLst>
            </p:nvPr>
          </p:nvGraphicFramePr>
          <p:xfrm>
            <a:off x="696392" y="2067694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57" name="Equation" r:id="rId9" imgW="203040" imgH="215640" progId="Equation.DSMT4">
                    <p:embed/>
                  </p:oleObj>
                </mc:Choice>
                <mc:Fallback>
                  <p:oleObj name="Equation" r:id="rId9" imgW="203040" imgH="21564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392" y="2067694"/>
                          <a:ext cx="2032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422040" y="3390940"/>
            <a:ext cx="5256584" cy="461665"/>
            <a:chOff x="251520" y="2499742"/>
            <a:chExt cx="5256584" cy="461665"/>
          </a:xfrm>
        </p:grpSpPr>
        <p:sp>
          <p:nvSpPr>
            <p:cNvPr id="16" name="TextBox 15"/>
            <p:cNvSpPr txBox="1"/>
            <p:nvPr/>
          </p:nvSpPr>
          <p:spPr>
            <a:xfrm>
              <a:off x="251520" y="2499742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64FF"/>
                  </a:solidFill>
                  <a:latin typeface="Times New Roman" pitchFamily="18" charset="0"/>
                  <a:cs typeface="Times New Roman" pitchFamily="18" charset="0"/>
                </a:rPr>
                <a:t>2.</a:t>
              </a:r>
              <a:r>
                <a:rPr lang="en-US" altLang="zh-CN" sz="2400" dirty="0">
                  <a:latin typeface="Times New Roman" pitchFamily="18" charset="0"/>
                  <a:cs typeface="Times New Roman" pitchFamily="18" charset="0"/>
                </a:rPr>
                <a:t>     </a:t>
              </a:r>
              <a:r>
                <a:rPr lang="zh-CN" altLang="en-US" sz="2400" b="1" dirty="0">
                  <a:latin typeface="+mn-ea"/>
                </a:rPr>
                <a:t>与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任意给定</a:t>
              </a:r>
              <a:r>
                <a:rPr lang="zh-CN" altLang="en-US" sz="2400" b="1" dirty="0">
                  <a:latin typeface="+mn-ea"/>
                </a:rPr>
                <a:t>的正数  有关；</a:t>
              </a:r>
              <a:r>
                <a:rPr lang="en-US" altLang="zh-CN" sz="2400" b="1" dirty="0">
                  <a:latin typeface="+mn-ea"/>
                </a:rPr>
                <a:t>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AA6E379-9A91-44C0-968A-0A062F4522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3568" y="2593082"/>
            <a:ext cx="32067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58" name="Equation" r:id="rId11" imgW="291960" imgH="266400" progId="Equation.DSMT4">
                    <p:embed/>
                  </p:oleObj>
                </mc:Choice>
                <mc:Fallback>
                  <p:oleObj name="Equation" r:id="rId11" imgW="291960" imgH="26640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68" y="2593082"/>
                          <a:ext cx="32067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D055F4A-A734-4CE6-B94E-07B3C7129E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1746" y="2643758"/>
            <a:ext cx="18415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59" name="Equation" r:id="rId13" imgW="203040" imgH="215640" progId="Equation.DSMT4">
                    <p:embed/>
                  </p:oleObj>
                </mc:Choice>
                <mc:Fallback>
                  <p:oleObj name="Equation" r:id="rId13" imgW="203040" imgH="21564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1746" y="2643758"/>
                          <a:ext cx="18415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833997" y="2679038"/>
            <a:ext cx="3155528" cy="461665"/>
            <a:chOff x="696392" y="1923678"/>
            <a:chExt cx="3155528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899592" y="1923678"/>
              <a:ext cx="29523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具有相对的固定性</a:t>
              </a:r>
            </a:p>
          </p:txBody>
        </p:sp>
        <p:graphicFrame>
          <p:nvGraphicFramePr>
            <p:cNvPr id="2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1607746"/>
                </p:ext>
              </p:extLst>
            </p:nvPr>
          </p:nvGraphicFramePr>
          <p:xfrm>
            <a:off x="696392" y="2067694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0" name="Equation" r:id="rId15" imgW="203040" imgH="215640" progId="Equation.DSMT4">
                    <p:embed/>
                  </p:oleObj>
                </mc:Choice>
                <mc:Fallback>
                  <p:oleObj name="Equation" r:id="rId15" imgW="203040" imgH="21564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392" y="2067694"/>
                          <a:ext cx="2032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422040" y="4173114"/>
            <a:ext cx="6120680" cy="461665"/>
            <a:chOff x="251520" y="3867896"/>
            <a:chExt cx="6120680" cy="461665"/>
          </a:xfrm>
        </p:grpSpPr>
        <p:sp>
          <p:nvSpPr>
            <p:cNvPr id="24" name="TextBox 23"/>
            <p:cNvSpPr txBox="1"/>
            <p:nvPr/>
          </p:nvSpPr>
          <p:spPr>
            <a:xfrm>
              <a:off x="251520" y="3867896"/>
              <a:ext cx="6120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64FF"/>
                  </a:solidFill>
                  <a:latin typeface="Times New Roman" pitchFamily="18" charset="0"/>
                  <a:cs typeface="Times New Roman" pitchFamily="18" charset="0"/>
                </a:rPr>
                <a:t>3.</a:t>
              </a:r>
              <a:r>
                <a:rPr lang="en-US" altLang="zh-CN" sz="24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zh-CN" altLang="en-US" sz="2400" b="1" dirty="0">
                  <a:latin typeface="+mn-ea"/>
                </a:rPr>
                <a:t>     定义可用来证明数列    极限为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    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AD9326C1-0FAD-4F35-BECF-CBA4239F03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6340040"/>
                </p:ext>
              </p:extLst>
            </p:nvPr>
          </p:nvGraphicFramePr>
          <p:xfrm>
            <a:off x="683568" y="3990310"/>
            <a:ext cx="757237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1" name="Equation" r:id="rId17" imgW="723600" imgH="266400" progId="Equation.DSMT4">
                    <p:embed/>
                  </p:oleObj>
                </mc:Choice>
                <mc:Fallback>
                  <p:oleObj name="Equation" r:id="rId17" imgW="723600" imgH="26640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68" y="3990310"/>
                          <a:ext cx="757237" cy="265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351CA812-FD9B-4122-AEE8-D01FD885F7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3759130"/>
                </p:ext>
              </p:extLst>
            </p:nvPr>
          </p:nvGraphicFramePr>
          <p:xfrm>
            <a:off x="4211960" y="3893916"/>
            <a:ext cx="528637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2" name="Equation" r:id="rId19" imgW="520560" imgH="380880" progId="Equation.DSMT4">
                    <p:embed/>
                  </p:oleObj>
                </mc:Choice>
                <mc:Fallback>
                  <p:oleObj name="Equation" r:id="rId19" imgW="520560" imgH="38088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1960" y="3893916"/>
                          <a:ext cx="528637" cy="395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9E38A2E-1FF1-43D7-8D23-E49CA7B130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7806338"/>
                </p:ext>
              </p:extLst>
            </p:nvPr>
          </p:nvGraphicFramePr>
          <p:xfrm>
            <a:off x="5776258" y="4020960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3" name="Equation" r:id="rId21" imgW="203040" imgH="203040" progId="Equation.DSMT4">
                    <p:embed/>
                  </p:oleObj>
                </mc:Choice>
                <mc:Fallback>
                  <p:oleObj name="Equation" r:id="rId21" imgW="203040" imgH="20304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6258" y="4020960"/>
                          <a:ext cx="2030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6760680" y="1130804"/>
            <a:ext cx="2160240" cy="3600400"/>
            <a:chOff x="6732240" y="1131590"/>
            <a:chExt cx="2160240" cy="3600400"/>
          </a:xfrm>
        </p:grpSpPr>
        <p:sp>
          <p:nvSpPr>
            <p:cNvPr id="39" name="矩形: 圆角 47">
              <a:extLst>
                <a:ext uri="{FF2B5EF4-FFF2-40B4-BE49-F238E27FC236}">
                  <a16:creationId xmlns:a16="http://schemas.microsoft.com/office/drawing/2014/main" id="{A36838B4-74A4-4FF4-B598-988F15464497}"/>
                </a:ext>
              </a:extLst>
            </p:cNvPr>
            <p:cNvSpPr/>
            <p:nvPr/>
          </p:nvSpPr>
          <p:spPr>
            <a:xfrm>
              <a:off x="6732240" y="1131590"/>
              <a:ext cx="2088232" cy="3600400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0B295B8E-D914-484E-9602-0025976730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7505090"/>
                </p:ext>
              </p:extLst>
            </p:nvPr>
          </p:nvGraphicFramePr>
          <p:xfrm>
            <a:off x="7020272" y="2463734"/>
            <a:ext cx="1384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4" name="Equation" r:id="rId22" imgW="1384200" imgH="279360" progId="Equation.DSMT4">
                    <p:embed/>
                  </p:oleObj>
                </mc:Choice>
                <mc:Fallback>
                  <p:oleObj name="Equation" r:id="rId22" imgW="1384200" imgH="27936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0B295B8E-D914-484E-9602-0025976730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0272" y="2463734"/>
                          <a:ext cx="13843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77C0BFFE-712A-4569-9830-DAC53045EA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2428462"/>
                </p:ext>
              </p:extLst>
            </p:nvPr>
          </p:nvGraphicFramePr>
          <p:xfrm>
            <a:off x="7020272" y="1815662"/>
            <a:ext cx="1376363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5" name="Equation" r:id="rId24" imgW="1307880" imgH="482400" progId="Equation.DSMT4">
                    <p:embed/>
                  </p:oleObj>
                </mc:Choice>
                <mc:Fallback>
                  <p:oleObj name="Equation" r:id="rId24" imgW="1307880" imgH="48240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77C0BFFE-712A-4569-9830-DAC53045EA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0272" y="1815662"/>
                          <a:ext cx="1376363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9D2A836C-B04D-4B51-8338-35D0EA133A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1613764"/>
                </p:ext>
              </p:extLst>
            </p:nvPr>
          </p:nvGraphicFramePr>
          <p:xfrm>
            <a:off x="7274985" y="4110038"/>
            <a:ext cx="1524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666" name="Equation" r:id="rId26" imgW="1523880" imgH="380880" progId="Equation.DSMT4">
                    <p:embed/>
                  </p:oleObj>
                </mc:Choice>
                <mc:Fallback>
                  <p:oleObj name="Equation" r:id="rId26" imgW="1523880" imgH="38088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9D2A836C-B04D-4B51-8338-35D0EA133A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4985" y="4110038"/>
                          <a:ext cx="15240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" name="组合 42"/>
            <p:cNvGrpSpPr/>
            <p:nvPr/>
          </p:nvGrpSpPr>
          <p:grpSpPr>
            <a:xfrm>
              <a:off x="7020272" y="2967790"/>
              <a:ext cx="1563854" cy="461665"/>
              <a:chOff x="8388424" y="2427734"/>
              <a:chExt cx="1563854" cy="461665"/>
            </a:xfrm>
          </p:grpSpPr>
          <p:graphicFrame>
            <p:nvGraphicFramePr>
              <p:cNvPr id="60" name="对象 59">
                <a:extLst>
                  <a:ext uri="{FF2B5EF4-FFF2-40B4-BE49-F238E27FC236}">
                    <a16:creationId xmlns:a16="http://schemas.microsoft.com/office/drawing/2014/main" id="{D53A1824-9E78-4C68-ADB8-6A08C86BB3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7112094"/>
                  </p:ext>
                </p:extLst>
              </p:nvPr>
            </p:nvGraphicFramePr>
            <p:xfrm>
              <a:off x="9533178" y="2521864"/>
              <a:ext cx="4191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667" name="Equation" r:id="rId28" imgW="419040" imgH="266400" progId="Equation.DSMT4">
                      <p:embed/>
                    </p:oleObj>
                  </mc:Choice>
                  <mc:Fallback>
                    <p:oleObj name="Equation" r:id="rId28" imgW="419040" imgH="26640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D53A1824-9E78-4C68-ADB8-6A08C86BB3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33178" y="2521864"/>
                            <a:ext cx="4191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TextBox 47"/>
              <p:cNvSpPr txBox="1"/>
              <p:nvPr/>
            </p:nvSpPr>
            <p:spPr>
              <a:xfrm>
                <a:off x="8495928" y="2427734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正整数</a:t>
                </a:r>
              </a:p>
            </p:txBody>
          </p:sp>
          <p:graphicFrame>
            <p:nvGraphicFramePr>
              <p:cNvPr id="62" name="对象 61"/>
              <p:cNvGraphicFramePr>
                <a:graphicFrameLocks noChangeAspect="1"/>
              </p:cNvGraphicFramePr>
              <p:nvPr/>
            </p:nvGraphicFramePr>
            <p:xfrm>
              <a:off x="8388424" y="2529238"/>
              <a:ext cx="190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668" name="Equation" r:id="rId30" imgW="190440" imgH="253800" progId="Equation.DSMT4">
                      <p:embed/>
                    </p:oleObj>
                  </mc:Choice>
                  <mc:Fallback>
                    <p:oleObj name="Equation" r:id="rId30" imgW="190440" imgH="253800" progId="Equation.DSMT4">
                      <p:embed/>
                      <p:pic>
                        <p:nvPicPr>
                          <p:cNvPr id="49" name="对象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88424" y="2529238"/>
                            <a:ext cx="190500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3" name="组合 62"/>
            <p:cNvGrpSpPr/>
            <p:nvPr/>
          </p:nvGrpSpPr>
          <p:grpSpPr>
            <a:xfrm>
              <a:off x="6876256" y="3514237"/>
              <a:ext cx="2016224" cy="461665"/>
              <a:chOff x="5724128" y="3147814"/>
              <a:chExt cx="2016224" cy="461665"/>
            </a:xfrm>
          </p:grpSpPr>
          <p:graphicFrame>
            <p:nvGraphicFramePr>
              <p:cNvPr id="64" name="对象 63">
                <a:extLst>
                  <a:ext uri="{FF2B5EF4-FFF2-40B4-BE49-F238E27FC236}">
                    <a16:creationId xmlns:a16="http://schemas.microsoft.com/office/drawing/2014/main" id="{9C97643E-F0FB-4F26-A584-6B3ECE2EC5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71114938"/>
                  </p:ext>
                </p:extLst>
              </p:nvPr>
            </p:nvGraphicFramePr>
            <p:xfrm>
              <a:off x="6199981" y="3270230"/>
              <a:ext cx="676275" cy="247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669" name="Equation" r:id="rId32" imgW="749160" imgH="266400" progId="Equation.DSMT4">
                      <p:embed/>
                    </p:oleObj>
                  </mc:Choice>
                  <mc:Fallback>
                    <p:oleObj name="Equation" r:id="rId32" imgW="749160" imgH="266400" progId="Equation.DSMT4">
                      <p:embed/>
                      <p:pic>
                        <p:nvPicPr>
                          <p:cNvPr id="45" name="对象 44">
                            <a:extLst>
                              <a:ext uri="{FF2B5EF4-FFF2-40B4-BE49-F238E27FC236}">
                                <a16:creationId xmlns:a16="http://schemas.microsoft.com/office/drawing/2014/main" id="{9C97643E-F0FB-4F26-A584-6B3ECE2EC5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99981" y="3270230"/>
                            <a:ext cx="676275" cy="2476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5" name="TextBox 50"/>
              <p:cNvSpPr txBox="1"/>
              <p:nvPr/>
            </p:nvSpPr>
            <p:spPr>
              <a:xfrm>
                <a:off x="5724128" y="3147814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当            时，</a:t>
                </a:r>
              </a:p>
            </p:txBody>
          </p:sp>
        </p:grpSp>
        <p:sp>
          <p:nvSpPr>
            <p:cNvPr id="66" name="TextBox 52"/>
            <p:cNvSpPr txBox="1"/>
            <p:nvPr/>
          </p:nvSpPr>
          <p:spPr>
            <a:xfrm>
              <a:off x="6876256" y="4074986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有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6991921" y="1275606"/>
              <a:ext cx="1756543" cy="461665"/>
              <a:chOff x="6847905" y="813941"/>
              <a:chExt cx="1756543" cy="461665"/>
            </a:xfrm>
          </p:grpSpPr>
          <p:graphicFrame>
            <p:nvGraphicFramePr>
              <p:cNvPr id="68" name="对象 67">
                <a:extLst>
                  <a:ext uri="{FF2B5EF4-FFF2-40B4-BE49-F238E27FC236}">
                    <a16:creationId xmlns:a16="http://schemas.microsoft.com/office/drawing/2014/main" id="{AD9326C1-0FAD-4F35-BECF-CBA4239F03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1120210"/>
                  </p:ext>
                </p:extLst>
              </p:nvPr>
            </p:nvGraphicFramePr>
            <p:xfrm>
              <a:off x="6847905" y="914822"/>
              <a:ext cx="757237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670" name="Equation" r:id="rId34" imgW="723600" imgH="266400" progId="Equation.DSMT4">
                      <p:embed/>
                    </p:oleObj>
                  </mc:Choice>
                  <mc:Fallback>
                    <p:oleObj name="Equation" r:id="rId34" imgW="723600" imgH="266400" progId="Equation.DSMT4">
                      <p:embed/>
                      <p:pic>
                        <p:nvPicPr>
                          <p:cNvPr id="47" name="对象 46">
                            <a:extLst>
                              <a:ext uri="{FF2B5EF4-FFF2-40B4-BE49-F238E27FC236}">
                                <a16:creationId xmlns:a16="http://schemas.microsoft.com/office/drawing/2014/main" id="{AD9326C1-0FAD-4F35-BECF-CBA4239F03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47905" y="914822"/>
                            <a:ext cx="757237" cy="265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" name="TextBox 53"/>
              <p:cNvSpPr txBox="1"/>
              <p:nvPr/>
            </p:nvSpPr>
            <p:spPr>
              <a:xfrm>
                <a:off x="7524328" y="813941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</a:rPr>
                  <a:t>定义</a:t>
                </a:r>
              </a:p>
            </p:txBody>
          </p:sp>
        </p:grpSp>
      </p:grpSp>
      <p:sp>
        <p:nvSpPr>
          <p:cNvPr id="70" name="椭圆 69"/>
          <p:cNvSpPr/>
          <p:nvPr/>
        </p:nvSpPr>
        <p:spPr>
          <a:xfrm>
            <a:off x="6928426" y="3008317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3F17E752-36C9-465F-AD5C-371E9F5FF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090298"/>
              </p:ext>
            </p:extLst>
          </p:nvPr>
        </p:nvGraphicFramePr>
        <p:xfrm>
          <a:off x="2465388" y="717270"/>
          <a:ext cx="208260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0" name="Equation" r:id="rId3" imgW="2082600" imgH="774360" progId="Equation.DSMT4">
                  <p:embed/>
                </p:oleObj>
              </mc:Choice>
              <mc:Fallback>
                <p:oleObj name="Equation" r:id="rId3" imgW="2082600" imgH="774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717270"/>
                        <a:ext cx="2082600" cy="77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767AE7CF-4969-4069-ACD8-472532EAC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5184" y="863348"/>
            <a:ext cx="190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证明数列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BADB60F-BD3D-4DE5-B8D4-1433BEE979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542137"/>
              </p:ext>
            </p:extLst>
          </p:nvPr>
        </p:nvGraphicFramePr>
        <p:xfrm>
          <a:off x="6053336" y="901696"/>
          <a:ext cx="5205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1" name="Equation" r:id="rId5" imgW="520560" imgH="380880" progId="Equation.DSMT4">
                  <p:embed/>
                </p:oleObj>
              </mc:Choice>
              <mc:Fallback>
                <p:oleObj name="Equation" r:id="rId5" imgW="520560" imgH="3808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336" y="901696"/>
                        <a:ext cx="5205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76B3F04F-A618-4ED1-B8AE-750A1FA85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392" y="872961"/>
            <a:ext cx="2191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的极限为</a:t>
            </a:r>
            <a:r>
              <a:rPr kumimoji="1" lang="zh-CN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4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en-US" altLang="zh-CN" sz="2400" b="1" dirty="0">
                <a:solidFill>
                  <a:schemeClr val="accent2"/>
                </a:solidFill>
                <a:latin typeface="+mn-ea"/>
              </a:rPr>
              <a:t>         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5341E801-F35D-4E0E-83EF-453517864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779" y="1820524"/>
            <a:ext cx="1226986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E1BC1088-CE2E-4BEC-A5C9-AD78FC67D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037194"/>
              </p:ext>
            </p:extLst>
          </p:nvPr>
        </p:nvGraphicFramePr>
        <p:xfrm>
          <a:off x="1547664" y="1947524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2" name="Equation" r:id="rId7" imgW="1015920" imgH="342720" progId="Equation.DSMT4">
                  <p:embed/>
                </p:oleObj>
              </mc:Choice>
              <mc:Fallback>
                <p:oleObj name="Equation" r:id="rId7" imgW="1015920" imgH="342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947524"/>
                        <a:ext cx="1016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63C7B00E-5EC1-40C6-BCF1-4BA0BCA63C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905137"/>
              </p:ext>
            </p:extLst>
          </p:nvPr>
        </p:nvGraphicFramePr>
        <p:xfrm>
          <a:off x="1879600" y="2713038"/>
          <a:ext cx="118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3" name="Equation" r:id="rId9" imgW="1180800" imgH="736560" progId="Equation.DSMT4">
                  <p:embed/>
                </p:oleObj>
              </mc:Choice>
              <mc:Fallback>
                <p:oleObj name="Equation" r:id="rId9" imgW="1180800" imgH="736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713038"/>
                        <a:ext cx="1181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8">
            <a:extLst>
              <a:ext uri="{FF2B5EF4-FFF2-40B4-BE49-F238E27FC236}">
                <a16:creationId xmlns:a16="http://schemas.microsoft.com/office/drawing/2014/main" id="{F8AEBDC1-687D-4330-A679-CB98CD8C7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83" y="2818173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因此，取</a:t>
            </a:r>
          </a:p>
        </p:txBody>
      </p:sp>
      <p:sp>
        <p:nvSpPr>
          <p:cNvPr id="10" name="文本框 10">
            <a:extLst>
              <a:ext uri="{FF2B5EF4-FFF2-40B4-BE49-F238E27FC236}">
                <a16:creationId xmlns:a16="http://schemas.microsoft.com/office/drawing/2014/main" id="{C869E294-6E46-4915-A531-5DD77EBE0B65}"/>
              </a:ext>
            </a:extLst>
          </p:cNvPr>
          <p:cNvSpPr txBox="1"/>
          <p:nvPr/>
        </p:nvSpPr>
        <p:spPr>
          <a:xfrm>
            <a:off x="940768" y="866653"/>
            <a:ext cx="169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  </a:t>
            </a:r>
            <a:r>
              <a:rPr lang="zh-CN" altLang="en-US" sz="2400" b="1" dirty="0">
                <a:latin typeface="+mn-ea"/>
              </a:rPr>
              <a:t>已知</a:t>
            </a:r>
          </a:p>
        </p:txBody>
      </p:sp>
      <p:grpSp>
        <p:nvGrpSpPr>
          <p:cNvPr id="12" name="Group 32">
            <a:extLst>
              <a:ext uri="{FF2B5EF4-FFF2-40B4-BE49-F238E27FC236}">
                <a16:creationId xmlns:a16="http://schemas.microsoft.com/office/drawing/2014/main" id="{317F0055-95A1-4754-85FC-0B8D6192A2E1}"/>
              </a:ext>
            </a:extLst>
          </p:cNvPr>
          <p:cNvGrpSpPr>
            <a:grpSpLocks/>
          </p:cNvGrpSpPr>
          <p:nvPr/>
        </p:nvGrpSpPr>
        <p:grpSpPr bwMode="auto">
          <a:xfrm>
            <a:off x="2594654" y="1691133"/>
            <a:ext cx="2697163" cy="736601"/>
            <a:chOff x="144" y="3015"/>
            <a:chExt cx="1699" cy="464"/>
          </a:xfrm>
        </p:grpSpPr>
        <p:graphicFrame>
          <p:nvGraphicFramePr>
            <p:cNvPr id="13" name="Object 22">
              <a:extLst>
                <a:ext uri="{FF2B5EF4-FFF2-40B4-BE49-F238E27FC236}">
                  <a16:creationId xmlns:a16="http://schemas.microsoft.com/office/drawing/2014/main" id="{03AD3358-A3C5-4F55-853B-C02E511449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345074"/>
                </p:ext>
              </p:extLst>
            </p:nvPr>
          </p:nvGraphicFramePr>
          <p:xfrm>
            <a:off x="603" y="3015"/>
            <a:ext cx="124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54" name="Equation" r:id="rId11" imgW="1968480" imgH="736560" progId="Equation.DSMT4">
                    <p:embed/>
                  </p:oleObj>
                </mc:Choice>
                <mc:Fallback>
                  <p:oleObj name="Equation" r:id="rId11" imgW="1968480" imgH="73656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" y="3015"/>
                          <a:ext cx="1240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副标题 2">
              <a:extLst>
                <a:ext uri="{FF2B5EF4-FFF2-40B4-BE49-F238E27FC236}">
                  <a16:creationId xmlns:a16="http://schemas.microsoft.com/office/drawing/2014/main" id="{0BA009E6-9FA0-45A3-A379-186195767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07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15" name="Group 33">
            <a:extLst>
              <a:ext uri="{FF2B5EF4-FFF2-40B4-BE49-F238E27FC236}">
                <a16:creationId xmlns:a16="http://schemas.microsoft.com/office/drawing/2014/main" id="{41896FC4-476F-4A9D-B23F-280EC35EF7EA}"/>
              </a:ext>
            </a:extLst>
          </p:cNvPr>
          <p:cNvGrpSpPr>
            <a:grpSpLocks/>
          </p:cNvGrpSpPr>
          <p:nvPr/>
        </p:nvGrpSpPr>
        <p:grpSpPr bwMode="auto">
          <a:xfrm>
            <a:off x="5333379" y="1688066"/>
            <a:ext cx="2767013" cy="723899"/>
            <a:chOff x="2034" y="3029"/>
            <a:chExt cx="1743" cy="456"/>
          </a:xfrm>
        </p:grpSpPr>
        <p:graphicFrame>
          <p:nvGraphicFramePr>
            <p:cNvPr id="16" name="Object 20">
              <a:extLst>
                <a:ext uri="{FF2B5EF4-FFF2-40B4-BE49-F238E27FC236}">
                  <a16:creationId xmlns:a16="http://schemas.microsoft.com/office/drawing/2014/main" id="{05AF2886-A5A9-40C5-B9C0-FC0B2F6C21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6996656"/>
                </p:ext>
              </p:extLst>
            </p:nvPr>
          </p:nvGraphicFramePr>
          <p:xfrm>
            <a:off x="2513" y="3029"/>
            <a:ext cx="44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55" name="Equation" r:id="rId13" imgW="711000" imgH="723600" progId="Equation.DSMT4">
                    <p:embed/>
                  </p:oleObj>
                </mc:Choice>
                <mc:Fallback>
                  <p:oleObj name="Equation" r:id="rId13" imgW="711000" imgH="7236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3" y="3029"/>
                          <a:ext cx="448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7552643F-162C-4D81-AB64-8D0FD5FA8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3114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18" name="副标题 2">
              <a:extLst>
                <a:ext uri="{FF2B5EF4-FFF2-40B4-BE49-F238E27FC236}">
                  <a16:creationId xmlns:a16="http://schemas.microsoft.com/office/drawing/2014/main" id="{40ED88F3-843F-4CB2-9FFE-F937549AA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" y="3107"/>
              <a:ext cx="79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即可！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0003400-2B6C-4D49-B956-B9CEFD1B9179}"/>
              </a:ext>
            </a:extLst>
          </p:cNvPr>
          <p:cNvGrpSpPr/>
          <p:nvPr/>
        </p:nvGrpSpPr>
        <p:grpSpPr>
          <a:xfrm>
            <a:off x="3638375" y="2830745"/>
            <a:ext cx="2831718" cy="461665"/>
            <a:chOff x="4860032" y="2391271"/>
            <a:chExt cx="2831718" cy="461665"/>
          </a:xfrm>
        </p:grpSpPr>
        <p:sp>
          <p:nvSpPr>
            <p:cNvPr id="20" name="TextBox 42">
              <a:extLst>
                <a:ext uri="{FF2B5EF4-FFF2-40B4-BE49-F238E27FC236}">
                  <a16:creationId xmlns:a16="http://schemas.microsoft.com/office/drawing/2014/main" id="{35612FDD-F3A7-4E01-9690-50856AD81919}"/>
                </a:ext>
              </a:extLst>
            </p:cNvPr>
            <p:cNvSpPr txBox="1"/>
            <p:nvPr/>
          </p:nvSpPr>
          <p:spPr>
            <a:xfrm>
              <a:off x="4860032" y="2391271"/>
              <a:ext cx="28317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则当      时，有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089E7FA-3278-4949-B3F1-9CE3C9A3233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35917831"/>
                </p:ext>
              </p:extLst>
            </p:nvPr>
          </p:nvGraphicFramePr>
          <p:xfrm>
            <a:off x="5652120" y="2523741"/>
            <a:ext cx="74916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56" name="Equation" r:id="rId15" imgW="749160" imgH="266400" progId="Equation.DSMT4">
                    <p:embed/>
                  </p:oleObj>
                </mc:Choice>
                <mc:Fallback>
                  <p:oleObj name="Equation" r:id="rId15" imgW="749160" imgH="26640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120" y="2523741"/>
                          <a:ext cx="74916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4CEA1C1F-22AD-4511-ACC2-964FA5CB0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328222"/>
              </p:ext>
            </p:extLst>
          </p:nvPr>
        </p:nvGraphicFramePr>
        <p:xfrm>
          <a:off x="6222132" y="2895600"/>
          <a:ext cx="1446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7" name="Equation" r:id="rId17" imgW="1447560" imgH="380880" progId="Equation.DSMT4">
                  <p:embed/>
                </p:oleObj>
              </mc:Choice>
              <mc:Fallback>
                <p:oleObj name="Equation" r:id="rId17" imgW="1447560" imgH="3808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2132" y="2895600"/>
                        <a:ext cx="1446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4C7735A-31C1-4C36-A295-CAE314C01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377700"/>
              </p:ext>
            </p:extLst>
          </p:nvPr>
        </p:nvGraphicFramePr>
        <p:xfrm>
          <a:off x="527050" y="3819525"/>
          <a:ext cx="4025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8" name="Equation" r:id="rId19" imgW="4025880" imgH="774360" progId="Equation.DSMT4">
                  <p:embed/>
                </p:oleObj>
              </mc:Choice>
              <mc:Fallback>
                <p:oleObj name="Equation" r:id="rId19" imgW="4025880" imgH="77436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3819525"/>
                        <a:ext cx="40259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28E1CD4-AF1B-4C32-8A6F-342C9D0B27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031061"/>
              </p:ext>
            </p:extLst>
          </p:nvPr>
        </p:nvGraphicFramePr>
        <p:xfrm>
          <a:off x="1824038" y="2728087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59" name="Equation" r:id="rId21" imgW="1549080" imgH="736560" progId="Equation.DSMT4">
                  <p:embed/>
                </p:oleObj>
              </mc:Choice>
              <mc:Fallback>
                <p:oleObj name="Equation" r:id="rId21" imgW="1549080" imgH="73656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2728087"/>
                        <a:ext cx="15494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54FF146-5504-4DE5-9E89-22BF2D8A86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545217"/>
              </p:ext>
            </p:extLst>
          </p:nvPr>
        </p:nvGraphicFramePr>
        <p:xfrm>
          <a:off x="1838042" y="2720563"/>
          <a:ext cx="160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60" name="Equation" r:id="rId23" imgW="1600200" imgH="736560" progId="Equation.DSMT4">
                  <p:embed/>
                </p:oleObj>
              </mc:Choice>
              <mc:Fallback>
                <p:oleObj name="Equation" r:id="rId23" imgW="1600200" imgH="73656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042" y="2720563"/>
                        <a:ext cx="16002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5227432" y="3988708"/>
            <a:ext cx="2905080" cy="490073"/>
            <a:chOff x="5195312" y="4150676"/>
            <a:chExt cx="2905080" cy="490073"/>
          </a:xfrm>
        </p:grpSpPr>
        <p:sp>
          <p:nvSpPr>
            <p:cNvPr id="30" name="流程图: 可选过程 29"/>
            <p:cNvSpPr/>
            <p:nvPr/>
          </p:nvSpPr>
          <p:spPr>
            <a:xfrm>
              <a:off x="5195312" y="4150676"/>
              <a:ext cx="2905080" cy="490073"/>
            </a:xfrm>
            <a:prstGeom prst="flowChartAlternateProcess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779DED95-29FF-4F76-A115-253A3EDFF4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6165077"/>
                </p:ext>
              </p:extLst>
            </p:nvPr>
          </p:nvGraphicFramePr>
          <p:xfrm>
            <a:off x="5859388" y="4254985"/>
            <a:ext cx="2171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61" name="Equation" r:id="rId25" imgW="2171520" imgH="330120" progId="Equation.DSMT4">
                    <p:embed/>
                  </p:oleObj>
                </mc:Choice>
                <mc:Fallback>
                  <p:oleObj name="Equation" r:id="rId25" imgW="2171520" imgH="33012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9388" y="4254985"/>
                          <a:ext cx="21717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5341E801-F35D-4E0E-83EF-453517864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1817" y="4170849"/>
              <a:ext cx="1226986" cy="469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endParaRPr kumimoji="1" lang="en-US" altLang="zh-CN" sz="2400" b="1" dirty="0">
                <a:solidFill>
                  <a:srgbClr val="0064FF"/>
                </a:solidFill>
                <a:latin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62" y="1185206"/>
            <a:ext cx="1480323" cy="191437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83568" y="1347614"/>
            <a:ext cx="3824218" cy="2664296"/>
            <a:chOff x="899592" y="1347614"/>
            <a:chExt cx="3824218" cy="2664296"/>
          </a:xfrm>
        </p:grpSpPr>
        <p:sp>
          <p:nvSpPr>
            <p:cNvPr id="3" name="矩形: 圆角 47">
              <a:extLst>
                <a:ext uri="{FF2B5EF4-FFF2-40B4-BE49-F238E27FC236}">
                  <a16:creationId xmlns:a16="http://schemas.microsoft.com/office/drawing/2014/main" id="{A36838B4-74A4-4FF4-B598-988F15464497}"/>
                </a:ext>
              </a:extLst>
            </p:cNvPr>
            <p:cNvSpPr/>
            <p:nvPr/>
          </p:nvSpPr>
          <p:spPr>
            <a:xfrm>
              <a:off x="899592" y="1347614"/>
              <a:ext cx="3600400" cy="2664296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0B295B8E-D914-484E-9602-0025976730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7017316"/>
                </p:ext>
              </p:extLst>
            </p:nvPr>
          </p:nvGraphicFramePr>
          <p:xfrm>
            <a:off x="2915816" y="2115522"/>
            <a:ext cx="1003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97" name="Equation" r:id="rId5" imgW="1002960" imgH="279360" progId="Equation.DSMT4">
                    <p:embed/>
                  </p:oleObj>
                </mc:Choice>
                <mc:Fallback>
                  <p:oleObj name="Equation" r:id="rId5" imgW="1002960" imgH="27936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0B295B8E-D914-484E-9602-0025976730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2115522"/>
                          <a:ext cx="10033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7C0BFFE-712A-4569-9830-DAC53045EA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0503507"/>
                </p:ext>
              </p:extLst>
            </p:nvPr>
          </p:nvGraphicFramePr>
          <p:xfrm>
            <a:off x="1161058" y="2057572"/>
            <a:ext cx="1682750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98" name="Equation" r:id="rId7" imgW="1600200" imgH="482400" progId="Equation.DSMT4">
                    <p:embed/>
                  </p:oleObj>
                </mc:Choice>
                <mc:Fallback>
                  <p:oleObj name="Equation" r:id="rId7" imgW="1600200" imgH="48240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77C0BFFE-712A-4569-9830-DAC53045EA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1058" y="2057572"/>
                          <a:ext cx="1682750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D2A836C-B04D-4B51-8338-35D0EA133A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1572153"/>
                </p:ext>
              </p:extLst>
            </p:nvPr>
          </p:nvGraphicFramePr>
          <p:xfrm>
            <a:off x="1463824" y="3475038"/>
            <a:ext cx="1524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99" name="Equation" r:id="rId9" imgW="1523880" imgH="380880" progId="Equation.DSMT4">
                    <p:embed/>
                  </p:oleObj>
                </mc:Choice>
                <mc:Fallback>
                  <p:oleObj name="Equation" r:id="rId9" imgW="1523880" imgH="38088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9D2A836C-B04D-4B51-8338-35D0EA133A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824" y="3475038"/>
                          <a:ext cx="15240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组合 6"/>
            <p:cNvGrpSpPr/>
            <p:nvPr/>
          </p:nvGrpSpPr>
          <p:grpSpPr>
            <a:xfrm>
              <a:off x="1143732" y="2796256"/>
              <a:ext cx="1563854" cy="461665"/>
              <a:chOff x="8560556" y="2184192"/>
              <a:chExt cx="1563854" cy="461665"/>
            </a:xfrm>
          </p:grpSpPr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D53A1824-9E78-4C68-ADB8-6A08C86BB3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710601"/>
                  </p:ext>
                </p:extLst>
              </p:nvPr>
            </p:nvGraphicFramePr>
            <p:xfrm>
              <a:off x="9705310" y="2285139"/>
              <a:ext cx="4191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300" name="Equation" r:id="rId11" imgW="419040" imgH="266400" progId="Equation.DSMT4">
                      <p:embed/>
                    </p:oleObj>
                  </mc:Choice>
                  <mc:Fallback>
                    <p:oleObj name="Equation" r:id="rId11" imgW="419040" imgH="266400" progId="Equation.DSMT4">
                      <p:embed/>
                      <p:pic>
                        <p:nvPicPr>
                          <p:cNvPr id="57" name="对象 56">
                            <a:extLst>
                              <a:ext uri="{FF2B5EF4-FFF2-40B4-BE49-F238E27FC236}">
                                <a16:creationId xmlns:a16="http://schemas.microsoft.com/office/drawing/2014/main" id="{D53A1824-9E78-4C68-ADB8-6A08C86BB3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05310" y="2285139"/>
                            <a:ext cx="4191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Box 47"/>
              <p:cNvSpPr txBox="1"/>
              <p:nvPr/>
            </p:nvSpPr>
            <p:spPr>
              <a:xfrm>
                <a:off x="8676456" y="2184192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正整数</a:t>
                </a:r>
              </a:p>
            </p:txBody>
          </p:sp>
          <p:graphicFrame>
            <p:nvGraphicFramePr>
              <p:cNvPr id="17" name="对象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8656079"/>
                  </p:ext>
                </p:extLst>
              </p:nvPr>
            </p:nvGraphicFramePr>
            <p:xfrm>
              <a:off x="8560556" y="2292513"/>
              <a:ext cx="190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301" name="Equation" r:id="rId13" imgW="190440" imgH="253800" progId="Equation.DSMT4">
                      <p:embed/>
                    </p:oleObj>
                  </mc:Choice>
                  <mc:Fallback>
                    <p:oleObj name="Equation" r:id="rId13" imgW="190440" imgH="253800" progId="Equation.DSMT4">
                      <p:embed/>
                      <p:pic>
                        <p:nvPicPr>
                          <p:cNvPr id="59" name="对象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60556" y="2292513"/>
                            <a:ext cx="190500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组合 7"/>
            <p:cNvGrpSpPr/>
            <p:nvPr/>
          </p:nvGrpSpPr>
          <p:grpSpPr>
            <a:xfrm>
              <a:off x="2707586" y="2787526"/>
              <a:ext cx="2016224" cy="461665"/>
              <a:chOff x="7604130" y="2349095"/>
              <a:chExt cx="2016224" cy="461665"/>
            </a:xfrm>
          </p:grpSpPr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9C97643E-F0FB-4F26-A584-6B3ECE2EC5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6806994"/>
                  </p:ext>
                </p:extLst>
              </p:nvPr>
            </p:nvGraphicFramePr>
            <p:xfrm>
              <a:off x="8068436" y="2460547"/>
              <a:ext cx="676275" cy="247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302" name="Equation" r:id="rId15" imgW="749160" imgH="266400" progId="Equation.DSMT4">
                      <p:embed/>
                    </p:oleObj>
                  </mc:Choice>
                  <mc:Fallback>
                    <p:oleObj name="Equation" r:id="rId15" imgW="749160" imgH="266400" progId="Equation.DSMT4">
                      <p:embed/>
                      <p:pic>
                        <p:nvPicPr>
                          <p:cNvPr id="55" name="对象 54">
                            <a:extLst>
                              <a:ext uri="{FF2B5EF4-FFF2-40B4-BE49-F238E27FC236}">
                                <a16:creationId xmlns:a16="http://schemas.microsoft.com/office/drawing/2014/main" id="{9C97643E-F0FB-4F26-A584-6B3ECE2EC5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68436" y="2460547"/>
                            <a:ext cx="676275" cy="2476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Box 50"/>
              <p:cNvSpPr txBox="1"/>
              <p:nvPr/>
            </p:nvSpPr>
            <p:spPr>
              <a:xfrm>
                <a:off x="7604130" y="2349095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当            时，</a:t>
                </a:r>
              </a:p>
            </p:txBody>
          </p:sp>
        </p:grpSp>
        <p:sp>
          <p:nvSpPr>
            <p:cNvPr id="9" name="TextBox 52"/>
            <p:cNvSpPr txBox="1"/>
            <p:nvPr/>
          </p:nvSpPr>
          <p:spPr>
            <a:xfrm>
              <a:off x="1019673" y="3439144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有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641574" y="1428728"/>
              <a:ext cx="1788181" cy="461665"/>
              <a:chOff x="7546230" y="895055"/>
              <a:chExt cx="1788181" cy="461665"/>
            </a:xfrm>
          </p:grpSpPr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AD9326C1-0FAD-4F35-BECF-CBA4239F03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1156885"/>
                  </p:ext>
                </p:extLst>
              </p:nvPr>
            </p:nvGraphicFramePr>
            <p:xfrm>
              <a:off x="7546230" y="1011264"/>
              <a:ext cx="757237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303" name="Equation" r:id="rId17" imgW="723600" imgH="266400" progId="Equation.DSMT4">
                      <p:embed/>
                    </p:oleObj>
                  </mc:Choice>
                  <mc:Fallback>
                    <p:oleObj name="Equation" r:id="rId17" imgW="723600" imgH="266400" progId="Equation.DSMT4">
                      <p:embed/>
                      <p:pic>
                        <p:nvPicPr>
                          <p:cNvPr id="53" name="对象 52">
                            <a:extLst>
                              <a:ext uri="{FF2B5EF4-FFF2-40B4-BE49-F238E27FC236}">
                                <a16:creationId xmlns:a16="http://schemas.microsoft.com/office/drawing/2014/main" id="{AD9326C1-0FAD-4F35-BECF-CBA4239F03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6230" y="1011264"/>
                            <a:ext cx="757237" cy="265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TextBox 53"/>
              <p:cNvSpPr txBox="1"/>
              <p:nvPr/>
            </p:nvSpPr>
            <p:spPr>
              <a:xfrm>
                <a:off x="8254291" y="895055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</a:rPr>
                  <a:t>定义</a:t>
                </a:r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5058269" y="1793557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课堂练习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4770237" y="3147814"/>
            <a:ext cx="4050235" cy="812800"/>
            <a:chOff x="5274292" y="3103524"/>
            <a:chExt cx="4050235" cy="812800"/>
          </a:xfrm>
        </p:grpSpPr>
        <p:sp>
          <p:nvSpPr>
            <p:cNvPr id="19" name="文本框 18"/>
            <p:cNvSpPr txBox="1"/>
            <p:nvPr/>
          </p:nvSpPr>
          <p:spPr>
            <a:xfrm>
              <a:off x="5274292" y="3289775"/>
              <a:ext cx="4050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证明数列            的极限为 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/>
                <a:t>.</a:t>
              </a:r>
              <a:endParaRPr lang="zh-CN" altLang="en-US" sz="2400" b="1" dirty="0"/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9330547"/>
                </p:ext>
              </p:extLst>
            </p:nvPr>
          </p:nvGraphicFramePr>
          <p:xfrm>
            <a:off x="6622504" y="3103524"/>
            <a:ext cx="685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304" name="Equation" r:id="rId19" imgW="685800" imgH="812520" progId="Equation.DSMT4">
                    <p:embed/>
                  </p:oleObj>
                </mc:Choice>
                <mc:Fallback>
                  <p:oleObj name="Equation" r:id="rId19" imgW="68580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622504" y="3103524"/>
                          <a:ext cx="6858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星形: 五角 23">
            <a:extLst>
              <a:ext uri="{FF2B5EF4-FFF2-40B4-BE49-F238E27FC236}">
                <a16:creationId xmlns:a16="http://schemas.microsoft.com/office/drawing/2014/main" id="{7C8C7017-1E11-41C9-80B3-4E81E6711B1F}"/>
              </a:ext>
            </a:extLst>
          </p:cNvPr>
          <p:cNvSpPr/>
          <p:nvPr/>
        </p:nvSpPr>
        <p:spPr>
          <a:xfrm>
            <a:off x="539079" y="657796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812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CB0A5603-6DAD-4F2B-A90D-C12E0D4FE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75606"/>
            <a:ext cx="1226986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9ED9FCB-0DEC-4C69-9EFB-51655E04AE63}"/>
              </a:ext>
            </a:extLst>
          </p:cNvPr>
          <p:cNvGrpSpPr/>
          <p:nvPr/>
        </p:nvGrpSpPr>
        <p:grpSpPr>
          <a:xfrm>
            <a:off x="1838546" y="339502"/>
            <a:ext cx="4050235" cy="812800"/>
            <a:chOff x="5274292" y="3103524"/>
            <a:chExt cx="4050235" cy="81280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DF0E19F-2425-4EB2-A69E-D9605535379F}"/>
                </a:ext>
              </a:extLst>
            </p:cNvPr>
            <p:cNvSpPr txBox="1"/>
            <p:nvPr/>
          </p:nvSpPr>
          <p:spPr>
            <a:xfrm>
              <a:off x="5274292" y="3289775"/>
              <a:ext cx="4050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证明数列            的极限为 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/>
                <a:t>.</a:t>
              </a:r>
              <a:endParaRPr lang="zh-CN" altLang="en-US" sz="2400" b="1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A357E41-1BA6-47D0-8CDE-779C05887F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1745620"/>
                </p:ext>
              </p:extLst>
            </p:nvPr>
          </p:nvGraphicFramePr>
          <p:xfrm>
            <a:off x="6622504" y="3103524"/>
            <a:ext cx="685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0" name="Equation" r:id="rId3" imgW="685800" imgH="812520" progId="Equation.DSMT4">
                    <p:embed/>
                  </p:oleObj>
                </mc:Choice>
                <mc:Fallback>
                  <p:oleObj name="Equation" r:id="rId3" imgW="685800" imgH="81252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622504" y="3103524"/>
                          <a:ext cx="6858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8C0F8EC3-A2A5-45AC-8D93-5F416A092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83518"/>
            <a:ext cx="12269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练习题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EA38D85-A76C-4C6F-B28E-01F40182B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924719"/>
              </p:ext>
            </p:extLst>
          </p:nvPr>
        </p:nvGraphicFramePr>
        <p:xfrm>
          <a:off x="1225053" y="1152302"/>
          <a:ext cx="165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1" name="Equation" r:id="rId5" imgW="1650960" imgH="723600" progId="Equation.DSMT4">
                  <p:embed/>
                </p:oleObj>
              </mc:Choice>
              <mc:Fallback>
                <p:oleObj name="Equation" r:id="rId5" imgW="1650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5053" y="1152302"/>
                        <a:ext cx="1651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70D05879-5B8B-4B89-A8FA-78762D92CA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941874"/>
              </p:ext>
            </p:extLst>
          </p:nvPr>
        </p:nvGraphicFramePr>
        <p:xfrm>
          <a:off x="627450" y="2196367"/>
          <a:ext cx="10285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2" name="Equation" r:id="rId7" imgW="1028520" imgH="342720" progId="Equation.DSMT4">
                  <p:embed/>
                </p:oleObj>
              </mc:Choice>
              <mc:Fallback>
                <p:oleObj name="Equation" r:id="rId7" imgW="1028520" imgH="34272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67A2A5C6-197B-4BA9-A0A1-707C4F6FA5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450" y="2196367"/>
                        <a:ext cx="10285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AA2CA197-1F98-459F-B1E5-690E630C84B5}"/>
              </a:ext>
            </a:extLst>
          </p:cNvPr>
          <p:cNvGrpSpPr/>
          <p:nvPr/>
        </p:nvGrpSpPr>
        <p:grpSpPr>
          <a:xfrm>
            <a:off x="1697856" y="1942115"/>
            <a:ext cx="3004221" cy="723900"/>
            <a:chOff x="1697856" y="1942115"/>
            <a:chExt cx="3004221" cy="723900"/>
          </a:xfrm>
        </p:grpSpPr>
        <p:graphicFrame>
          <p:nvGraphicFramePr>
            <p:cNvPr id="10" name="Object 22">
              <a:extLst>
                <a:ext uri="{FF2B5EF4-FFF2-40B4-BE49-F238E27FC236}">
                  <a16:creationId xmlns:a16="http://schemas.microsoft.com/office/drawing/2014/main" id="{F39BD46F-DF67-4BB2-B955-1B2BBE8BAA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8545970"/>
                </p:ext>
              </p:extLst>
            </p:nvPr>
          </p:nvGraphicFramePr>
          <p:xfrm>
            <a:off x="2555776" y="1942115"/>
            <a:ext cx="2146301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3" name="Equation" r:id="rId9" imgW="2145960" imgH="723600" progId="Equation.DSMT4">
                    <p:embed/>
                  </p:oleObj>
                </mc:Choice>
                <mc:Fallback>
                  <p:oleObj name="Equation" r:id="rId9" imgW="2145960" imgH="723600" progId="Equation.DSMT4">
                    <p:embed/>
                    <p:pic>
                      <p:nvPicPr>
                        <p:cNvPr id="13" name="Object 22">
                          <a:extLst>
                            <a:ext uri="{FF2B5EF4-FFF2-40B4-BE49-F238E27FC236}">
                              <a16:creationId xmlns:a16="http://schemas.microsoft.com/office/drawing/2014/main" id="{C1CCE266-030E-40DA-B656-7C6CB70D58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942115"/>
                          <a:ext cx="2146301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副标题 2">
              <a:extLst>
                <a:ext uri="{FF2B5EF4-FFF2-40B4-BE49-F238E27FC236}">
                  <a16:creationId xmlns:a16="http://schemas.microsoft.com/office/drawing/2014/main" id="{D2CAFFC1-73BE-454A-9D0B-6C1ECF1CD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856" y="2058003"/>
              <a:ext cx="914400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685580A-27BF-472C-AC53-764A41A8CA9D}"/>
              </a:ext>
            </a:extLst>
          </p:cNvPr>
          <p:cNvGrpSpPr/>
          <p:nvPr/>
        </p:nvGrpSpPr>
        <p:grpSpPr>
          <a:xfrm>
            <a:off x="4645596" y="1942349"/>
            <a:ext cx="3382787" cy="736600"/>
            <a:chOff x="4645596" y="1942349"/>
            <a:chExt cx="3382787" cy="736600"/>
          </a:xfrm>
        </p:grpSpPr>
        <p:sp>
          <p:nvSpPr>
            <p:cNvPr id="12" name="副标题 2">
              <a:extLst>
                <a:ext uri="{FF2B5EF4-FFF2-40B4-BE49-F238E27FC236}">
                  <a16:creationId xmlns:a16="http://schemas.microsoft.com/office/drawing/2014/main" id="{8E19F459-F03A-4F33-AD54-BED1C422A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596" y="2053056"/>
              <a:ext cx="3382787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A951541-9D2D-4CA1-9C4D-91922066DE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8752256"/>
                </p:ext>
              </p:extLst>
            </p:nvPr>
          </p:nvGraphicFramePr>
          <p:xfrm>
            <a:off x="5508104" y="1942349"/>
            <a:ext cx="939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4" name="Equation" r:id="rId11" imgW="939600" imgH="736560" progId="Equation.DSMT4">
                    <p:embed/>
                  </p:oleObj>
                </mc:Choice>
                <mc:Fallback>
                  <p:oleObj name="Equation" r:id="rId11" imgW="9396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508104" y="1942349"/>
                          <a:ext cx="939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9D6CA4C-0AF5-4E98-B460-F1FBF9024834}"/>
              </a:ext>
            </a:extLst>
          </p:cNvPr>
          <p:cNvGrpSpPr/>
          <p:nvPr/>
        </p:nvGrpSpPr>
        <p:grpSpPr>
          <a:xfrm>
            <a:off x="6382046" y="1866077"/>
            <a:ext cx="3382787" cy="649173"/>
            <a:chOff x="6382046" y="1866077"/>
            <a:chExt cx="3382787" cy="649173"/>
          </a:xfrm>
        </p:grpSpPr>
        <p:sp>
          <p:nvSpPr>
            <p:cNvPr id="14" name="副标题 2">
              <a:extLst>
                <a:ext uri="{FF2B5EF4-FFF2-40B4-BE49-F238E27FC236}">
                  <a16:creationId xmlns:a16="http://schemas.microsoft.com/office/drawing/2014/main" id="{766453D8-2BAF-4392-801D-54FE471E7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2046" y="2023125"/>
              <a:ext cx="3382787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3116CCD-A705-4B1C-B9A0-CBFE640DBC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035010"/>
                </p:ext>
              </p:extLst>
            </p:nvPr>
          </p:nvGraphicFramePr>
          <p:xfrm>
            <a:off x="6970772" y="1866077"/>
            <a:ext cx="12319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5" name="Equation" r:id="rId13" imgW="1231560" imgH="622080" progId="Equation.DSMT4">
                    <p:embed/>
                  </p:oleObj>
                </mc:Choice>
                <mc:Fallback>
                  <p:oleObj name="Equation" r:id="rId13" imgW="123156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970772" y="1866077"/>
                          <a:ext cx="1231900" cy="6223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911666B-D681-4FA9-82A2-9CF283D86FD2}"/>
              </a:ext>
            </a:extLst>
          </p:cNvPr>
          <p:cNvGrpSpPr/>
          <p:nvPr/>
        </p:nvGrpSpPr>
        <p:grpSpPr>
          <a:xfrm>
            <a:off x="395536" y="2781300"/>
            <a:ext cx="3662114" cy="914400"/>
            <a:chOff x="395536" y="2781300"/>
            <a:chExt cx="3662114" cy="914400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8E183D8-64ED-4425-B949-5CF284BC0E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3467006"/>
                </p:ext>
              </p:extLst>
            </p:nvPr>
          </p:nvGraphicFramePr>
          <p:xfrm>
            <a:off x="1403350" y="2781300"/>
            <a:ext cx="26543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6" name="Equation" r:id="rId15" imgW="2654280" imgH="914400" progId="Equation.DSMT4">
                    <p:embed/>
                  </p:oleObj>
                </mc:Choice>
                <mc:Fallback>
                  <p:oleObj name="Equation" r:id="rId15" imgW="2654280" imgH="9144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28ECF44B-4B1F-4BD4-B938-B75A96105F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350" y="2781300"/>
                          <a:ext cx="2654300" cy="9144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525E418B-6F6D-43A3-841D-FBE8B6D5A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2923375"/>
              <a:ext cx="1752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因此，取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E90979-8906-49B1-9A99-06076BBAF30A}"/>
              </a:ext>
            </a:extLst>
          </p:cNvPr>
          <p:cNvGrpSpPr/>
          <p:nvPr/>
        </p:nvGrpSpPr>
        <p:grpSpPr>
          <a:xfrm>
            <a:off x="3529658" y="2926272"/>
            <a:ext cx="2831718" cy="461665"/>
            <a:chOff x="4860032" y="2391271"/>
            <a:chExt cx="2831718" cy="461665"/>
          </a:xfrm>
        </p:grpSpPr>
        <p:sp>
          <p:nvSpPr>
            <p:cNvPr id="19" name="TextBox 42">
              <a:extLst>
                <a:ext uri="{FF2B5EF4-FFF2-40B4-BE49-F238E27FC236}">
                  <a16:creationId xmlns:a16="http://schemas.microsoft.com/office/drawing/2014/main" id="{A0ABB6D3-19C3-4041-B8C9-6BB83754E316}"/>
                </a:ext>
              </a:extLst>
            </p:cNvPr>
            <p:cNvSpPr txBox="1"/>
            <p:nvPr/>
          </p:nvSpPr>
          <p:spPr>
            <a:xfrm>
              <a:off x="4860032" y="2391271"/>
              <a:ext cx="28317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则当      时，有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67F12C6-0960-4D2B-878D-6E822D0E5B6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40225534"/>
                </p:ext>
              </p:extLst>
            </p:nvPr>
          </p:nvGraphicFramePr>
          <p:xfrm>
            <a:off x="5652120" y="2523741"/>
            <a:ext cx="74916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7" name="Equation" r:id="rId17" imgW="749160" imgH="266400" progId="Equation.DSMT4">
                    <p:embed/>
                  </p:oleObj>
                </mc:Choice>
                <mc:Fallback>
                  <p:oleObj name="Equation" r:id="rId17" imgW="749160" imgH="2664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09337C3D-2443-412C-8A78-580B54BADB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120" y="2523741"/>
                          <a:ext cx="74916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2">
            <a:extLst>
              <a:ext uri="{FF2B5EF4-FFF2-40B4-BE49-F238E27FC236}">
                <a16:creationId xmlns:a16="http://schemas.microsoft.com/office/drawing/2014/main" id="{3FA5D16E-85E5-49AB-8B52-6EA3DF469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574855"/>
              </p:ext>
            </p:extLst>
          </p:nvPr>
        </p:nvGraphicFramePr>
        <p:xfrm>
          <a:off x="2468563" y="3768725"/>
          <a:ext cx="212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8" name="Equation" r:id="rId19" imgW="2120760" imgH="723600" progId="Equation.DSMT4">
                  <p:embed/>
                </p:oleObj>
              </mc:Choice>
              <mc:Fallback>
                <p:oleObj name="Equation" r:id="rId19" imgW="2120760" imgH="723600" progId="Equation.DSMT4">
                  <p:embed/>
                  <p:pic>
                    <p:nvPicPr>
                      <p:cNvPr id="10" name="Object 22">
                        <a:extLst>
                          <a:ext uri="{FF2B5EF4-FFF2-40B4-BE49-F238E27FC236}">
                            <a16:creationId xmlns:a16="http://schemas.microsoft.com/office/drawing/2014/main" id="{F39BD46F-DF67-4BB2-B955-1B2BBE8BA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768725"/>
                        <a:ext cx="2120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30DE155C-E4A6-42A8-ADB1-481B0C40102C}"/>
              </a:ext>
            </a:extLst>
          </p:cNvPr>
          <p:cNvGrpSpPr/>
          <p:nvPr/>
        </p:nvGrpSpPr>
        <p:grpSpPr>
          <a:xfrm>
            <a:off x="6361376" y="3446956"/>
            <a:ext cx="2347748" cy="595261"/>
            <a:chOff x="6361376" y="3446956"/>
            <a:chExt cx="2347748" cy="595261"/>
          </a:xfrm>
        </p:grpSpPr>
        <p:sp>
          <p:nvSpPr>
            <p:cNvPr id="22" name="对话气泡: 矩形 21">
              <a:extLst>
                <a:ext uri="{FF2B5EF4-FFF2-40B4-BE49-F238E27FC236}">
                  <a16:creationId xmlns:a16="http://schemas.microsoft.com/office/drawing/2014/main" id="{AB1A69FC-845C-4C73-9DB5-964A8C80D764}"/>
                </a:ext>
              </a:extLst>
            </p:cNvPr>
            <p:cNvSpPr/>
            <p:nvPr/>
          </p:nvSpPr>
          <p:spPr>
            <a:xfrm rot="5400000">
              <a:off x="7179150" y="2629182"/>
              <a:ext cx="595261" cy="2230809"/>
            </a:xfrm>
            <a:prstGeom prst="wedgeRectCallout">
              <a:avLst>
                <a:gd name="adj1" fmla="val -212553"/>
                <a:gd name="adj2" fmla="val -6770"/>
              </a:avLst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9D3D2F6C-DC59-4134-8283-2787C3CB4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224" y="3544531"/>
              <a:ext cx="21209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解不等式麻烦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722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801C412D-0C42-4387-938C-1FA978831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75606"/>
            <a:ext cx="1226986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03F641-1A41-468B-8D08-1E336DDC42EB}"/>
              </a:ext>
            </a:extLst>
          </p:cNvPr>
          <p:cNvGrpSpPr/>
          <p:nvPr/>
        </p:nvGrpSpPr>
        <p:grpSpPr>
          <a:xfrm>
            <a:off x="1838546" y="339502"/>
            <a:ext cx="4050235" cy="812800"/>
            <a:chOff x="5274292" y="3103524"/>
            <a:chExt cx="4050235" cy="81280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E02475F-0F5C-4E4F-8EB4-8655D520876B}"/>
                </a:ext>
              </a:extLst>
            </p:cNvPr>
            <p:cNvSpPr txBox="1"/>
            <p:nvPr/>
          </p:nvSpPr>
          <p:spPr>
            <a:xfrm>
              <a:off x="5274292" y="3289775"/>
              <a:ext cx="4050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证明数列            的极限为 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/>
                <a:t>.</a:t>
              </a:r>
              <a:endParaRPr lang="zh-CN" altLang="en-US" sz="2400" b="1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623B9D00-C851-4C0E-AFD2-2B685E40C7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9752322"/>
                </p:ext>
              </p:extLst>
            </p:nvPr>
          </p:nvGraphicFramePr>
          <p:xfrm>
            <a:off x="6622504" y="3103524"/>
            <a:ext cx="685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37" name="Equation" r:id="rId3" imgW="685800" imgH="812520" progId="Equation.DSMT4">
                    <p:embed/>
                  </p:oleObj>
                </mc:Choice>
                <mc:Fallback>
                  <p:oleObj name="Equation" r:id="rId3" imgW="685800" imgH="8125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A357E41-1BA6-47D0-8CDE-779C05887F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622504" y="3103524"/>
                          <a:ext cx="6858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831E1189-9B2C-4CD7-B666-EF2C592A2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83518"/>
            <a:ext cx="12269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练习题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4834C1A-9E70-48B6-AA53-3114B154B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916316"/>
              </p:ext>
            </p:extLst>
          </p:nvPr>
        </p:nvGraphicFramePr>
        <p:xfrm>
          <a:off x="1276350" y="1152525"/>
          <a:ext cx="1549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38" name="Equation" r:id="rId5" imgW="1549080" imgH="723600" progId="Equation.DSMT4">
                  <p:embed/>
                </p:oleObj>
              </mc:Choice>
              <mc:Fallback>
                <p:oleObj name="Equation" r:id="rId5" imgW="154908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EA38D85-A76C-4C6F-B28E-01F40182B2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76350" y="1152525"/>
                        <a:ext cx="1549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8F1CF56-1B6F-447A-8D05-96F47857B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326660"/>
              </p:ext>
            </p:extLst>
          </p:nvPr>
        </p:nvGraphicFramePr>
        <p:xfrm>
          <a:off x="2910846" y="1185681"/>
          <a:ext cx="57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39" name="Equation" r:id="rId7" imgW="571320" imgH="736560" progId="Equation.DSMT4">
                  <p:embed/>
                </p:oleObj>
              </mc:Choice>
              <mc:Fallback>
                <p:oleObj name="Equation" r:id="rId7" imgW="57132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EA38D85-A76C-4C6F-B28E-01F40182B2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0846" y="1185681"/>
                        <a:ext cx="571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E0A7B708-B8D3-4FA6-B189-F3C206D54F27}"/>
              </a:ext>
            </a:extLst>
          </p:cNvPr>
          <p:cNvGrpSpPr/>
          <p:nvPr/>
        </p:nvGrpSpPr>
        <p:grpSpPr>
          <a:xfrm>
            <a:off x="3567443" y="1414760"/>
            <a:ext cx="4532950" cy="461665"/>
            <a:chOff x="3567443" y="1414760"/>
            <a:chExt cx="4498700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07D2372-831A-4428-985C-9D491B8EEE2A}"/>
                </a:ext>
              </a:extLst>
            </p:cNvPr>
            <p:cNvSpPr txBox="1"/>
            <p:nvPr/>
          </p:nvSpPr>
          <p:spPr>
            <a:xfrm>
              <a:off x="3567443" y="1414760"/>
              <a:ext cx="4498700" cy="4616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放大为方便求解    的不等式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E09523D-DF3C-44DD-8612-333100F5E2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292133"/>
                </p:ext>
              </p:extLst>
            </p:nvPr>
          </p:nvGraphicFramePr>
          <p:xfrm>
            <a:off x="5871241" y="156201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40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871241" y="156201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DF0A3D30-1D69-42D3-8F9B-8EFF896E3D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605495"/>
              </p:ext>
            </p:extLst>
          </p:nvPr>
        </p:nvGraphicFramePr>
        <p:xfrm>
          <a:off x="627450" y="2196367"/>
          <a:ext cx="10285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41" name="Equation" r:id="rId11" imgW="1028520" imgH="342720" progId="Equation.DSMT4">
                  <p:embed/>
                </p:oleObj>
              </mc:Choice>
              <mc:Fallback>
                <p:oleObj name="Equation" r:id="rId11" imgW="1028520" imgH="34272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70D05879-5B8B-4B89-A8FA-78762D92C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450" y="2196367"/>
                        <a:ext cx="10285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A005B53C-C627-4F16-B552-7E995DD682A1}"/>
              </a:ext>
            </a:extLst>
          </p:cNvPr>
          <p:cNvGrpSpPr/>
          <p:nvPr/>
        </p:nvGrpSpPr>
        <p:grpSpPr>
          <a:xfrm>
            <a:off x="1697856" y="1942115"/>
            <a:ext cx="3004221" cy="723900"/>
            <a:chOff x="1697856" y="1942115"/>
            <a:chExt cx="3004221" cy="723900"/>
          </a:xfrm>
        </p:grpSpPr>
        <p:graphicFrame>
          <p:nvGraphicFramePr>
            <p:cNvPr id="15" name="Object 22">
              <a:extLst>
                <a:ext uri="{FF2B5EF4-FFF2-40B4-BE49-F238E27FC236}">
                  <a16:creationId xmlns:a16="http://schemas.microsoft.com/office/drawing/2014/main" id="{F113A99C-CD6F-4AB6-A518-183664E104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7731926"/>
                </p:ext>
              </p:extLst>
            </p:nvPr>
          </p:nvGraphicFramePr>
          <p:xfrm>
            <a:off x="2555776" y="1942115"/>
            <a:ext cx="2146301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42" name="Equation" r:id="rId13" imgW="2145960" imgH="723600" progId="Equation.DSMT4">
                    <p:embed/>
                  </p:oleObj>
                </mc:Choice>
                <mc:Fallback>
                  <p:oleObj name="Equation" r:id="rId13" imgW="2145960" imgH="723600" progId="Equation.DSMT4">
                    <p:embed/>
                    <p:pic>
                      <p:nvPicPr>
                        <p:cNvPr id="10" name="Object 22">
                          <a:extLst>
                            <a:ext uri="{FF2B5EF4-FFF2-40B4-BE49-F238E27FC236}">
                              <a16:creationId xmlns:a16="http://schemas.microsoft.com/office/drawing/2014/main" id="{F39BD46F-DF67-4BB2-B955-1B2BBE8BAA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942115"/>
                          <a:ext cx="2146301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副标题 2">
              <a:extLst>
                <a:ext uri="{FF2B5EF4-FFF2-40B4-BE49-F238E27FC236}">
                  <a16:creationId xmlns:a16="http://schemas.microsoft.com/office/drawing/2014/main" id="{44A6C3CE-3A02-4B04-96AE-5A14D0E20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856" y="2058003"/>
              <a:ext cx="914400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4CE0136-65EB-4573-94D6-23134022E22A}"/>
              </a:ext>
            </a:extLst>
          </p:cNvPr>
          <p:cNvGrpSpPr/>
          <p:nvPr/>
        </p:nvGrpSpPr>
        <p:grpSpPr>
          <a:xfrm>
            <a:off x="4645596" y="1922281"/>
            <a:ext cx="3382787" cy="736600"/>
            <a:chOff x="4645596" y="1922281"/>
            <a:chExt cx="3382787" cy="736600"/>
          </a:xfrm>
        </p:grpSpPr>
        <p:sp>
          <p:nvSpPr>
            <p:cNvPr id="18" name="副标题 2">
              <a:extLst>
                <a:ext uri="{FF2B5EF4-FFF2-40B4-BE49-F238E27FC236}">
                  <a16:creationId xmlns:a16="http://schemas.microsoft.com/office/drawing/2014/main" id="{A25012C4-40A1-401D-89D1-490983ADA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596" y="2053056"/>
              <a:ext cx="3382787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71A22E5-8FD2-4A41-8A2B-0D9401D395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1403901"/>
                </p:ext>
              </p:extLst>
            </p:nvPr>
          </p:nvGraphicFramePr>
          <p:xfrm>
            <a:off x="5419257" y="1922281"/>
            <a:ext cx="774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43" name="Equation" r:id="rId15" imgW="774360" imgH="736560" progId="Equation.DSMT4">
                    <p:embed/>
                  </p:oleObj>
                </mc:Choice>
                <mc:Fallback>
                  <p:oleObj name="Equation" r:id="rId15" imgW="774360" imgH="7365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A951541-9D2D-4CA1-9C4D-91922066DE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19257" y="1922281"/>
                          <a:ext cx="774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404E7A8-3EFB-4691-9B9C-4D222EFB3779}"/>
              </a:ext>
            </a:extLst>
          </p:cNvPr>
          <p:cNvGrpSpPr/>
          <p:nvPr/>
        </p:nvGrpSpPr>
        <p:grpSpPr>
          <a:xfrm>
            <a:off x="6300192" y="1907576"/>
            <a:ext cx="3382787" cy="736600"/>
            <a:chOff x="6300192" y="1907576"/>
            <a:chExt cx="3382787" cy="736600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A34D34BE-0744-42FF-A331-EEFE05E9A3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324863"/>
                </p:ext>
              </p:extLst>
            </p:nvPr>
          </p:nvGraphicFramePr>
          <p:xfrm>
            <a:off x="6773622" y="1907576"/>
            <a:ext cx="812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44" name="Equation" r:id="rId17" imgW="812520" imgH="736560" progId="Equation.DSMT4">
                    <p:embed/>
                  </p:oleObj>
                </mc:Choice>
                <mc:Fallback>
                  <p:oleObj name="Equation" r:id="rId17" imgW="812520" imgH="736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3116CCD-A705-4B1C-B9A0-CBFE640DBC2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773622" y="1907576"/>
                          <a:ext cx="812800" cy="7366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7507F310-BE6F-4E03-BB95-35AECC47D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0192" y="2007200"/>
              <a:ext cx="3382787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FA10CCB-F401-4030-8F41-38B6352B6C01}"/>
              </a:ext>
            </a:extLst>
          </p:cNvPr>
          <p:cNvGrpSpPr/>
          <p:nvPr/>
        </p:nvGrpSpPr>
        <p:grpSpPr>
          <a:xfrm>
            <a:off x="539552" y="2805993"/>
            <a:ext cx="3177604" cy="812800"/>
            <a:chOff x="395536" y="2805003"/>
            <a:chExt cx="3177604" cy="812800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5DFB1897-2D0E-400C-9F7C-6054998FE6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467972"/>
                </p:ext>
              </p:extLst>
            </p:nvPr>
          </p:nvGraphicFramePr>
          <p:xfrm>
            <a:off x="1363340" y="2805003"/>
            <a:ext cx="2209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45" name="Equation" r:id="rId19" imgW="2209680" imgH="812520" progId="Equation.DSMT4">
                    <p:embed/>
                  </p:oleObj>
                </mc:Choice>
                <mc:Fallback>
                  <p:oleObj name="Equation" r:id="rId19" imgW="2209680" imgH="8125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58E183D8-64ED-4425-B949-5CF284BC0E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3340" y="2805003"/>
                          <a:ext cx="2209800" cy="8128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4278554A-922C-4894-A0BE-038FA59E1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2923375"/>
              <a:ext cx="1752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因此，取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F9278A1-AFDC-4888-A385-FF3653822B46}"/>
              </a:ext>
            </a:extLst>
          </p:cNvPr>
          <p:cNvGrpSpPr/>
          <p:nvPr/>
        </p:nvGrpSpPr>
        <p:grpSpPr>
          <a:xfrm>
            <a:off x="3529658" y="2926272"/>
            <a:ext cx="2831718" cy="461665"/>
            <a:chOff x="4860032" y="2391271"/>
            <a:chExt cx="2831718" cy="461665"/>
          </a:xfrm>
        </p:grpSpPr>
        <p:sp>
          <p:nvSpPr>
            <p:cNvPr id="26" name="TextBox 42">
              <a:extLst>
                <a:ext uri="{FF2B5EF4-FFF2-40B4-BE49-F238E27FC236}">
                  <a16:creationId xmlns:a16="http://schemas.microsoft.com/office/drawing/2014/main" id="{BF36A93D-46A8-44F0-B27C-0CBCBEF18C75}"/>
                </a:ext>
              </a:extLst>
            </p:cNvPr>
            <p:cNvSpPr txBox="1"/>
            <p:nvPr/>
          </p:nvSpPr>
          <p:spPr>
            <a:xfrm>
              <a:off x="4860032" y="2391271"/>
              <a:ext cx="28317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则当      时，有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D33600D0-C18D-4664-9163-BAA5CA689DF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51906705"/>
                </p:ext>
              </p:extLst>
            </p:nvPr>
          </p:nvGraphicFramePr>
          <p:xfrm>
            <a:off x="5652120" y="2523741"/>
            <a:ext cx="74916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46" name="Equation" r:id="rId21" imgW="749160" imgH="266400" progId="Equation.DSMT4">
                    <p:embed/>
                  </p:oleObj>
                </mc:Choice>
                <mc:Fallback>
                  <p:oleObj name="Equation" r:id="rId21" imgW="749160" imgH="2664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E67F12C6-0960-4D2B-878D-6E822D0E5B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120" y="2523741"/>
                          <a:ext cx="74916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2">
            <a:extLst>
              <a:ext uri="{FF2B5EF4-FFF2-40B4-BE49-F238E27FC236}">
                <a16:creationId xmlns:a16="http://schemas.microsoft.com/office/drawing/2014/main" id="{278E5054-ED36-4682-837B-1FAE189D0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622029"/>
              </p:ext>
            </p:extLst>
          </p:nvPr>
        </p:nvGraphicFramePr>
        <p:xfrm>
          <a:off x="2468563" y="3768725"/>
          <a:ext cx="212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47" name="Equation" r:id="rId23" imgW="2120760" imgH="723600" progId="Equation.DSMT4">
                  <p:embed/>
                </p:oleObj>
              </mc:Choice>
              <mc:Fallback>
                <p:oleObj name="Equation" r:id="rId23" imgW="2120760" imgH="723600" progId="Equation.DSMT4">
                  <p:embed/>
                  <p:pic>
                    <p:nvPicPr>
                      <p:cNvPr id="21" name="Object 22">
                        <a:extLst>
                          <a:ext uri="{FF2B5EF4-FFF2-40B4-BE49-F238E27FC236}">
                            <a16:creationId xmlns:a16="http://schemas.microsoft.com/office/drawing/2014/main" id="{3FA5D16E-85E5-49AB-8B52-6EA3DF469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768725"/>
                        <a:ext cx="2120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83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2522881C-0AA3-47AF-8727-0A8E277D0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87636"/>
            <a:ext cx="81369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  </a:t>
            </a:r>
            <a:r>
              <a:rPr kumimoji="1" lang="zh-CN" altLang="en-US" sz="2400" b="1" dirty="0">
                <a:latin typeface="+mn-ea"/>
              </a:rPr>
              <a:t>用定义证明数列极限时，给定      要找到对应的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BF38A00-8912-41F8-BDCD-90637117C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464850"/>
              </p:ext>
            </p:extLst>
          </p:nvPr>
        </p:nvGraphicFramePr>
        <p:xfrm>
          <a:off x="5436096" y="600508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3" name="Equation" r:id="rId3" imgW="723600" imgH="330120" progId="Equation.DSMT4">
                  <p:embed/>
                </p:oleObj>
              </mc:Choice>
              <mc:Fallback>
                <p:oleObj name="Equation" r:id="rId3" imgW="723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6096" y="600508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F76E20-680F-4A15-905F-783AC8278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799274"/>
              </p:ext>
            </p:extLst>
          </p:nvPr>
        </p:nvGraphicFramePr>
        <p:xfrm>
          <a:off x="8114028" y="600508"/>
          <a:ext cx="368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4" name="Equation" r:id="rId5" imgW="368280" imgH="330120" progId="Equation.DSMT4">
                  <p:embed/>
                </p:oleObj>
              </mc:Choice>
              <mc:Fallback>
                <p:oleObj name="Equation" r:id="rId5" imgW="368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14028" y="600508"/>
                        <a:ext cx="368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63E95CA8-7555-47D6-9BE8-E63D6F3C0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1203598"/>
            <a:ext cx="87849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只要找到一个即可，并不一定要找最小的，所以可采用不等式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3896BFEB-86C6-4CC4-9F20-E17229954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1851670"/>
            <a:ext cx="87849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放大技巧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zh-CN" altLang="en-US" sz="2400" b="1" dirty="0">
                <a:latin typeface="+mn-ea"/>
              </a:rPr>
              <a:t>放大原则为方便求解关于  的不等式，一般放大为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254555D-1975-44F5-845F-798843752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20386"/>
              </p:ext>
            </p:extLst>
          </p:nvPr>
        </p:nvGraphicFramePr>
        <p:xfrm>
          <a:off x="5076056" y="1980902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5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76056" y="1980902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C835540F-EC44-4AF7-BA8B-EB84EE2F4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" y="2715766"/>
            <a:ext cx="87849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 为   的形式， 为某个固定常数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030A184-9C30-4E67-9F51-BB4AE228B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177342"/>
              </p:ext>
            </p:extLst>
          </p:nvPr>
        </p:nvGraphicFramePr>
        <p:xfrm>
          <a:off x="683568" y="2599213"/>
          <a:ext cx="29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6" name="Equation" r:id="rId9" imgW="291960" imgH="736560" progId="Equation.DSMT4">
                  <p:embed/>
                </p:oleObj>
              </mc:Choice>
              <mc:Fallback>
                <p:oleObj name="Equation" r:id="rId9" imgW="2919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568" y="2599213"/>
                        <a:ext cx="292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79C199F-9D89-4E95-8949-AB37A595B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685399"/>
              </p:ext>
            </p:extLst>
          </p:nvPr>
        </p:nvGraphicFramePr>
        <p:xfrm>
          <a:off x="2123728" y="2813248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7" name="Equation" r:id="rId11" imgW="241200" imgH="266400" progId="Equation.DSMT4">
                  <p:embed/>
                </p:oleObj>
              </mc:Choice>
              <mc:Fallback>
                <p:oleObj name="Equation" r:id="rId11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23728" y="2813248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833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47">
            <a:extLst>
              <a:ext uri="{FF2B5EF4-FFF2-40B4-BE49-F238E27FC236}">
                <a16:creationId xmlns:a16="http://schemas.microsoft.com/office/drawing/2014/main" id="{7CCE4B56-513B-47B1-BF6A-EBAE9352450E}"/>
              </a:ext>
            </a:extLst>
          </p:cNvPr>
          <p:cNvSpPr/>
          <p:nvPr/>
        </p:nvSpPr>
        <p:spPr>
          <a:xfrm>
            <a:off x="1107822" y="1275606"/>
            <a:ext cx="6848554" cy="1071015"/>
          </a:xfrm>
          <a:prstGeom prst="roundRect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F8BDD5-9591-4E69-8249-A781C96347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15048"/>
              </p:ext>
            </p:extLst>
          </p:nvPr>
        </p:nvGraphicFramePr>
        <p:xfrm>
          <a:off x="4944579" y="1393739"/>
          <a:ext cx="1003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0" name="Equation" r:id="rId3" imgW="1002960" imgH="279360" progId="Equation.DSMT4">
                  <p:embed/>
                </p:oleObj>
              </mc:Choice>
              <mc:Fallback>
                <p:oleObj name="Equation" r:id="rId3" imgW="100296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B295B8E-D914-484E-9602-002597673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579" y="1393739"/>
                        <a:ext cx="1003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DF59251-575E-4F31-98F2-B3519759C3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595424"/>
              </p:ext>
            </p:extLst>
          </p:nvPr>
        </p:nvGraphicFramePr>
        <p:xfrm>
          <a:off x="3124046" y="1341946"/>
          <a:ext cx="1682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1" name="Equation" r:id="rId5" imgW="1600200" imgH="482400" progId="Equation.DSMT4">
                  <p:embed/>
                </p:oleObj>
              </mc:Choice>
              <mc:Fallback>
                <p:oleObj name="Equation" r:id="rId5" imgW="160020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7C0BFFE-712A-4569-9830-DAC53045E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046" y="1341946"/>
                        <a:ext cx="16827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4A8A943-8CAB-476B-8602-284C38FD9B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576111"/>
              </p:ext>
            </p:extLst>
          </p:nvPr>
        </p:nvGraphicFramePr>
        <p:xfrm>
          <a:off x="5199063" y="1903413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2" name="Equation" r:id="rId7" imgW="1523880" imgH="380880" progId="Equation.DSMT4">
                  <p:embed/>
                </p:oleObj>
              </mc:Choice>
              <mc:Fallback>
                <p:oleObj name="Equation" r:id="rId7" imgW="152388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D2A836C-B04D-4B51-8338-35D0EA133A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1903413"/>
                        <a:ext cx="1524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53AE34C5-51FF-47AE-8F0D-4D3C1F97523C}"/>
              </a:ext>
            </a:extLst>
          </p:cNvPr>
          <p:cNvGrpSpPr/>
          <p:nvPr/>
        </p:nvGrpSpPr>
        <p:grpSpPr>
          <a:xfrm>
            <a:off x="6059823" y="1308892"/>
            <a:ext cx="1563854" cy="461665"/>
            <a:chOff x="13268417" y="849949"/>
            <a:chExt cx="1563854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7C3EAC9-A71B-4AD2-919D-4BC890F200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429434"/>
                </p:ext>
              </p:extLst>
            </p:nvPr>
          </p:nvGraphicFramePr>
          <p:xfrm>
            <a:off x="14413171" y="967674"/>
            <a:ext cx="419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33" name="Equation" r:id="rId9" imgW="419040" imgH="266400" progId="Equation.DSMT4">
                    <p:embed/>
                  </p:oleObj>
                </mc:Choice>
                <mc:Fallback>
                  <p:oleObj name="Equation" r:id="rId9" imgW="419040" imgH="2664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D53A1824-9E78-4C68-ADB8-6A08C86BB3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3171" y="967674"/>
                          <a:ext cx="4191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47">
              <a:extLst>
                <a:ext uri="{FF2B5EF4-FFF2-40B4-BE49-F238E27FC236}">
                  <a16:creationId xmlns:a16="http://schemas.microsoft.com/office/drawing/2014/main" id="{67177960-E4F8-4E26-B095-1829483D1012}"/>
                </a:ext>
              </a:extLst>
            </p:cNvPr>
            <p:cNvSpPr txBox="1"/>
            <p:nvPr/>
          </p:nvSpPr>
          <p:spPr>
            <a:xfrm>
              <a:off x="13384317" y="849949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正整数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06DB6FC-2E1B-484D-93F3-D70359651C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0769650"/>
                </p:ext>
              </p:extLst>
            </p:nvPr>
          </p:nvGraphicFramePr>
          <p:xfrm>
            <a:off x="13268417" y="958270"/>
            <a:ext cx="1905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34" name="Equation" r:id="rId11" imgW="190440" imgH="253800" progId="Equation.DSMT4">
                    <p:embed/>
                  </p:oleObj>
                </mc:Choice>
                <mc:Fallback>
                  <p:oleObj name="Equation" r:id="rId11" imgW="190440" imgH="25380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8417" y="958270"/>
                          <a:ext cx="1905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E5F7F26-8543-4BCD-AFF5-8D78AA9DDE01}"/>
              </a:ext>
            </a:extLst>
          </p:cNvPr>
          <p:cNvGrpSpPr/>
          <p:nvPr/>
        </p:nvGrpSpPr>
        <p:grpSpPr>
          <a:xfrm>
            <a:off x="3004602" y="1884956"/>
            <a:ext cx="2016224" cy="461665"/>
            <a:chOff x="7692916" y="1599646"/>
            <a:chExt cx="2016224" cy="461665"/>
          </a:xfrm>
        </p:grpSpPr>
        <p:sp>
          <p:nvSpPr>
            <p:cNvPr id="14" name="TextBox 50">
              <a:extLst>
                <a:ext uri="{FF2B5EF4-FFF2-40B4-BE49-F238E27FC236}">
                  <a16:creationId xmlns:a16="http://schemas.microsoft.com/office/drawing/2014/main" id="{B352F2D4-0920-4929-A187-37CBAC71F4A0}"/>
                </a:ext>
              </a:extLst>
            </p:cNvPr>
            <p:cNvSpPr txBox="1"/>
            <p:nvPr/>
          </p:nvSpPr>
          <p:spPr>
            <a:xfrm>
              <a:off x="7692916" y="1599646"/>
              <a:ext cx="2016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当            时，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AC315CF6-C4A9-452F-BC1A-B073D63198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9409572"/>
                </p:ext>
              </p:extLst>
            </p:nvPr>
          </p:nvGraphicFramePr>
          <p:xfrm>
            <a:off x="8171805" y="1710607"/>
            <a:ext cx="676275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35" name="Equation" r:id="rId13" imgW="749160" imgH="266400" progId="Equation.DSMT4">
                    <p:embed/>
                  </p:oleObj>
                </mc:Choice>
                <mc:Fallback>
                  <p:oleObj name="Equation" r:id="rId13" imgW="749160" imgH="2664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C97643E-F0FB-4F26-A584-6B3ECE2EC5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1805" y="1710607"/>
                          <a:ext cx="676275" cy="247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Box 52">
            <a:extLst>
              <a:ext uri="{FF2B5EF4-FFF2-40B4-BE49-F238E27FC236}">
                <a16:creationId xmlns:a16="http://schemas.microsoft.com/office/drawing/2014/main" id="{DB342891-88C6-4EEE-BF90-E559D192F793}"/>
              </a:ext>
            </a:extLst>
          </p:cNvPr>
          <p:cNvSpPr txBox="1"/>
          <p:nvPr/>
        </p:nvSpPr>
        <p:spPr>
          <a:xfrm>
            <a:off x="4759298" y="1875210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有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0D044D-DE9C-49F6-8307-8D8B2E3E30BB}"/>
              </a:ext>
            </a:extLst>
          </p:cNvPr>
          <p:cNvGrpSpPr/>
          <p:nvPr/>
        </p:nvGrpSpPr>
        <p:grpSpPr>
          <a:xfrm>
            <a:off x="1415667" y="1525186"/>
            <a:ext cx="1763014" cy="461665"/>
            <a:chOff x="7112093" y="1144634"/>
            <a:chExt cx="1763014" cy="46166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C1F8CB07-0FF5-40E3-B69F-AF4BF9231D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3209510"/>
                </p:ext>
              </p:extLst>
            </p:nvPr>
          </p:nvGraphicFramePr>
          <p:xfrm>
            <a:off x="7112093" y="1255094"/>
            <a:ext cx="757237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36" name="Equation" r:id="rId15" imgW="723600" imgH="266400" progId="Equation.DSMT4">
                    <p:embed/>
                  </p:oleObj>
                </mc:Choice>
                <mc:Fallback>
                  <p:oleObj name="Equation" r:id="rId15" imgW="723600" imgH="266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D9326C1-0FAD-4F35-BECF-CBA4239F03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2093" y="1255094"/>
                          <a:ext cx="757237" cy="265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53">
              <a:extLst>
                <a:ext uri="{FF2B5EF4-FFF2-40B4-BE49-F238E27FC236}">
                  <a16:creationId xmlns:a16="http://schemas.microsoft.com/office/drawing/2014/main" id="{22819A48-D6C3-4DFA-BCB8-2614C7115463}"/>
                </a:ext>
              </a:extLst>
            </p:cNvPr>
            <p:cNvSpPr txBox="1"/>
            <p:nvPr/>
          </p:nvSpPr>
          <p:spPr>
            <a:xfrm>
              <a:off x="7794987" y="1144634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定义</a:t>
              </a:r>
            </a:p>
          </p:txBody>
        </p:sp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E20AF62-55B7-490D-8C5A-253289090F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433153"/>
              </p:ext>
            </p:extLst>
          </p:nvPr>
        </p:nvGraphicFramePr>
        <p:xfrm>
          <a:off x="3111500" y="1890713"/>
          <a:ext cx="425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7" name="Equation" r:id="rId17" imgW="4254480" imgH="393480" progId="Equation.DSMT4">
                  <p:embed/>
                </p:oleObj>
              </mc:Choice>
              <mc:Fallback>
                <p:oleObj name="Equation" r:id="rId17" imgW="4254480" imgH="3934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4690CB02-AEB5-4F89-B78F-8D951F994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1890713"/>
                        <a:ext cx="4254500" cy="393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03C2DE69-744E-4683-814A-43642CE20845}"/>
              </a:ext>
            </a:extLst>
          </p:cNvPr>
          <p:cNvGrpSpPr/>
          <p:nvPr/>
        </p:nvGrpSpPr>
        <p:grpSpPr>
          <a:xfrm>
            <a:off x="1362533" y="3178522"/>
            <a:ext cx="6059388" cy="371057"/>
            <a:chOff x="1295400" y="3816383"/>
            <a:chExt cx="6059388" cy="371057"/>
          </a:xfrm>
        </p:grpSpPr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38DC83F5-AF00-4C8C-AB40-EB467B840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3849440"/>
              <a:ext cx="6019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51">
              <a:extLst>
                <a:ext uri="{FF2B5EF4-FFF2-40B4-BE49-F238E27FC236}">
                  <a16:creationId xmlns:a16="http://schemas.microsoft.com/office/drawing/2014/main" id="{BFD47ADF-2295-4B77-8674-BB45F97D3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787" y="3816383"/>
              <a:ext cx="72000" cy="720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defTabSz="685800"/>
              <a:endParaRPr lang="zh-CN" altLang="en-US" sz="1400"/>
            </a:p>
          </p:txBody>
        </p:sp>
        <p:graphicFrame>
          <p:nvGraphicFramePr>
            <p:cNvPr id="23" name="Object 52">
              <a:extLst>
                <a:ext uri="{FF2B5EF4-FFF2-40B4-BE49-F238E27FC236}">
                  <a16:creationId xmlns:a16="http://schemas.microsoft.com/office/drawing/2014/main" id="{52EB4608-3A06-43D3-A67A-E06BE55D58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1132697"/>
                </p:ext>
              </p:extLst>
            </p:nvPr>
          </p:nvGraphicFramePr>
          <p:xfrm>
            <a:off x="4441045" y="3984400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38" name="Equation" r:id="rId19" imgW="203040" imgH="203040" progId="Equation.DSMT4">
                    <p:embed/>
                  </p:oleObj>
                </mc:Choice>
                <mc:Fallback>
                  <p:oleObj name="Equation" r:id="rId19" imgW="203040" imgH="203040" progId="Equation.DSMT4">
                    <p:embed/>
                    <p:pic>
                      <p:nvPicPr>
                        <p:cNvPr id="6" name="Object 52">
                          <a:extLst>
                            <a:ext uri="{FF2B5EF4-FFF2-40B4-BE49-F238E27FC236}">
                              <a16:creationId xmlns:a16="http://schemas.microsoft.com/office/drawing/2014/main" id="{C586E267-65F8-4D86-8CA9-A492E330578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1045" y="3984400"/>
                          <a:ext cx="2030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ECBD5EB5-A176-4BE9-A876-3CD1DA8A06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4426822"/>
                </p:ext>
              </p:extLst>
            </p:nvPr>
          </p:nvGraphicFramePr>
          <p:xfrm>
            <a:off x="7164288" y="3969175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39" name="Equation" r:id="rId21" imgW="4572000" imgH="4572000" progId="Equation.DSMT4">
                    <p:embed/>
                  </p:oleObj>
                </mc:Choice>
                <mc:Fallback>
                  <p:oleObj name="Equation" r:id="rId21" imgW="4572000" imgH="45720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9EB8940-E244-4791-9B64-D0EFC06DAC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4288" y="3969175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AutoShape 42">
            <a:extLst>
              <a:ext uri="{FF2B5EF4-FFF2-40B4-BE49-F238E27FC236}">
                <a16:creationId xmlns:a16="http://schemas.microsoft.com/office/drawing/2014/main" id="{03BE478B-A8DA-4EFB-9F47-3A3F7A4873BB}"/>
              </a:ext>
            </a:extLst>
          </p:cNvPr>
          <p:cNvSpPr>
            <a:spLocks/>
          </p:cNvSpPr>
          <p:nvPr/>
        </p:nvSpPr>
        <p:spPr bwMode="auto">
          <a:xfrm rot="5400000">
            <a:off x="4439108" y="1768542"/>
            <a:ext cx="342900" cy="257175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rgbClr val="0064FF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graphicFrame>
        <p:nvGraphicFramePr>
          <p:cNvPr id="26" name="Object 43">
            <a:extLst>
              <a:ext uri="{FF2B5EF4-FFF2-40B4-BE49-F238E27FC236}">
                <a16:creationId xmlns:a16="http://schemas.microsoft.com/office/drawing/2014/main" id="{EF7E0533-CA1D-4D93-BD29-AE91DEBF1E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9649924"/>
              </p:ext>
            </p:extLst>
          </p:nvPr>
        </p:nvGraphicFramePr>
        <p:xfrm>
          <a:off x="4603750" y="2709863"/>
          <a:ext cx="15875" cy="1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0" name="Equation" r:id="rId23" imgW="355320" imgH="279360" progId="Equation.DSMT4">
                  <p:embed/>
                </p:oleObj>
              </mc:Choice>
              <mc:Fallback>
                <p:oleObj name="Equation" r:id="rId23" imgW="355320" imgH="279360" progId="Equation.DSMT4">
                  <p:embed/>
                  <p:pic>
                    <p:nvPicPr>
                      <p:cNvPr id="9" name="Object 43">
                        <a:extLst>
                          <a:ext uri="{FF2B5EF4-FFF2-40B4-BE49-F238E27FC236}">
                            <a16:creationId xmlns:a16="http://schemas.microsoft.com/office/drawing/2014/main" id="{A9AB0E69-711E-4B44-A44B-7852186158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2709863"/>
                        <a:ext cx="15875" cy="11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6">
            <a:extLst>
              <a:ext uri="{FF2B5EF4-FFF2-40B4-BE49-F238E27FC236}">
                <a16:creationId xmlns:a16="http://schemas.microsoft.com/office/drawing/2014/main" id="{30E48083-2DF0-4BCE-8D12-5E4CC0D7F9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1113890"/>
              </p:ext>
            </p:extLst>
          </p:nvPr>
        </p:nvGraphicFramePr>
        <p:xfrm>
          <a:off x="3067028" y="3345593"/>
          <a:ext cx="622080" cy="21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1" name="Equation" r:id="rId25" imgW="622080" imgH="215640" progId="Equation.DSMT4">
                  <p:embed/>
                </p:oleObj>
              </mc:Choice>
              <mc:Fallback>
                <p:oleObj name="Equation" r:id="rId25" imgW="622080" imgH="215640" progId="Equation.DSMT4">
                  <p:embed/>
                  <p:pic>
                    <p:nvPicPr>
                      <p:cNvPr id="10" name="Object 46">
                        <a:extLst>
                          <a:ext uri="{FF2B5EF4-FFF2-40B4-BE49-F238E27FC236}">
                            <a16:creationId xmlns:a16="http://schemas.microsoft.com/office/drawing/2014/main" id="{8BF86ABD-05CE-41F9-9959-0A9663BAD9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28" y="3345593"/>
                        <a:ext cx="622080" cy="215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Oval 48">
            <a:extLst>
              <a:ext uri="{FF2B5EF4-FFF2-40B4-BE49-F238E27FC236}">
                <a16:creationId xmlns:a16="http://schemas.microsoft.com/office/drawing/2014/main" id="{2E696485-0715-4872-8A6E-AAF48E69F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269" y="3183004"/>
            <a:ext cx="76200" cy="720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graphicFrame>
        <p:nvGraphicFramePr>
          <p:cNvPr id="29" name="Object 49">
            <a:extLst>
              <a:ext uri="{FF2B5EF4-FFF2-40B4-BE49-F238E27FC236}">
                <a16:creationId xmlns:a16="http://schemas.microsoft.com/office/drawing/2014/main" id="{B6136FA3-6DA5-4B4E-805F-0FE7163969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6384125"/>
              </p:ext>
            </p:extLst>
          </p:nvPr>
        </p:nvGraphicFramePr>
        <p:xfrm>
          <a:off x="5640228" y="3347583"/>
          <a:ext cx="63468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2" name="Equation" r:id="rId27" imgW="634680" imgH="228600" progId="Equation.DSMT4">
                  <p:embed/>
                </p:oleObj>
              </mc:Choice>
              <mc:Fallback>
                <p:oleObj name="Equation" r:id="rId27" imgW="634680" imgH="228600" progId="Equation.DSMT4">
                  <p:embed/>
                  <p:pic>
                    <p:nvPicPr>
                      <p:cNvPr id="12" name="Object 49">
                        <a:extLst>
                          <a:ext uri="{FF2B5EF4-FFF2-40B4-BE49-F238E27FC236}">
                            <a16:creationId xmlns:a16="http://schemas.microsoft.com/office/drawing/2014/main" id="{8A5F1052-0BAD-462A-9E41-E3CE63986C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228" y="3347583"/>
                        <a:ext cx="63468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2">
            <a:extLst>
              <a:ext uri="{FF2B5EF4-FFF2-40B4-BE49-F238E27FC236}">
                <a16:creationId xmlns:a16="http://schemas.microsoft.com/office/drawing/2014/main" id="{A64D7841-04B8-4258-A157-1573F8625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588027"/>
              </p:ext>
            </p:extLst>
          </p:nvPr>
        </p:nvGraphicFramePr>
        <p:xfrm>
          <a:off x="2766925" y="3258683"/>
          <a:ext cx="2778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3" name="Equation" r:id="rId29" imgW="6096000" imgH="7924800" progId="Equation.DSMT4">
                  <p:embed/>
                </p:oleObj>
              </mc:Choice>
              <mc:Fallback>
                <p:oleObj name="Equation" r:id="rId29" imgW="6096000" imgH="7924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22DD8856-2913-492B-975E-0690113682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925" y="3258683"/>
                        <a:ext cx="277812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Oval 48">
            <a:extLst>
              <a:ext uri="{FF2B5EF4-FFF2-40B4-BE49-F238E27FC236}">
                <a16:creationId xmlns:a16="http://schemas.microsoft.com/office/drawing/2014/main" id="{99FD7A30-AC1E-49CE-8697-CE824CDD9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427" y="3175813"/>
            <a:ext cx="76200" cy="720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F31673C5-2E5C-4472-A060-634A1F6BC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717748"/>
              </p:ext>
            </p:extLst>
          </p:nvPr>
        </p:nvGraphicFramePr>
        <p:xfrm>
          <a:off x="2260388" y="3258683"/>
          <a:ext cx="2905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4" name="Equation" r:id="rId31" imgW="6400800" imgH="7924800" progId="Equation.DSMT4">
                  <p:embed/>
                </p:oleObj>
              </mc:Choice>
              <mc:Fallback>
                <p:oleObj name="Equation" r:id="rId31" imgW="6400800" imgH="7924800" progId="Equation.DSMT4">
                  <p:embed/>
                  <p:pic>
                    <p:nvPicPr>
                      <p:cNvPr id="15" name="Object 13">
                        <a:extLst>
                          <a:ext uri="{FF2B5EF4-FFF2-40B4-BE49-F238E27FC236}">
                            <a16:creationId xmlns:a16="http://schemas.microsoft.com/office/drawing/2014/main" id="{0257BFF0-5F0F-4418-B20A-76A93A5460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388" y="3258683"/>
                        <a:ext cx="290513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Oval 32">
            <a:extLst>
              <a:ext uri="{FF2B5EF4-FFF2-40B4-BE49-F238E27FC236}">
                <a16:creationId xmlns:a16="http://schemas.microsoft.com/office/drawing/2014/main" id="{5D12C437-7F90-4BA2-AA8C-A4913C471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347" y="317580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3B4AE6FE-F9F7-4F08-A0E0-829918FA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7461" y="317798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5" name="Oval 32">
            <a:extLst>
              <a:ext uri="{FF2B5EF4-FFF2-40B4-BE49-F238E27FC236}">
                <a16:creationId xmlns:a16="http://schemas.microsoft.com/office/drawing/2014/main" id="{462A3410-4539-46DE-9ADA-7E5FA2647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379" y="317580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6" name="Oval 32">
            <a:extLst>
              <a:ext uri="{FF2B5EF4-FFF2-40B4-BE49-F238E27FC236}">
                <a16:creationId xmlns:a16="http://schemas.microsoft.com/office/drawing/2014/main" id="{72B19F5B-C1C5-4B83-9B52-44E7BB944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949" y="317580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7" name="Oval 32">
            <a:extLst>
              <a:ext uri="{FF2B5EF4-FFF2-40B4-BE49-F238E27FC236}">
                <a16:creationId xmlns:a16="http://schemas.microsoft.com/office/drawing/2014/main" id="{16BDF3FF-F36A-4406-A3C5-FC338E52B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109" y="3175509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8" name="Oval 32">
            <a:extLst>
              <a:ext uri="{FF2B5EF4-FFF2-40B4-BE49-F238E27FC236}">
                <a16:creationId xmlns:a16="http://schemas.microsoft.com/office/drawing/2014/main" id="{DA07C6F9-DC2E-4191-A67C-379CC8CE2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141" y="3175813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9" name="Oval 32">
            <a:extLst>
              <a:ext uri="{FF2B5EF4-FFF2-40B4-BE49-F238E27FC236}">
                <a16:creationId xmlns:a16="http://schemas.microsoft.com/office/drawing/2014/main" id="{0C774C3F-4A22-4CE1-A988-678914748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301" y="3175517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0" name="Oval 32">
            <a:extLst>
              <a:ext uri="{FF2B5EF4-FFF2-40B4-BE49-F238E27FC236}">
                <a16:creationId xmlns:a16="http://schemas.microsoft.com/office/drawing/2014/main" id="{7BA8C4F8-CCEE-47DB-BA76-199675EA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117" y="3175509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1" name="Oval 32">
            <a:extLst>
              <a:ext uri="{FF2B5EF4-FFF2-40B4-BE49-F238E27FC236}">
                <a16:creationId xmlns:a16="http://schemas.microsoft.com/office/drawing/2014/main" id="{43C3B584-C210-4261-AAEB-A2BD25F40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75" y="3175509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2" name="Oval 32">
            <a:extLst>
              <a:ext uri="{FF2B5EF4-FFF2-40B4-BE49-F238E27FC236}">
                <a16:creationId xmlns:a16="http://schemas.microsoft.com/office/drawing/2014/main" id="{BBEEBD38-B216-480E-8425-88D41D847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681" y="3177689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3" name="Oval 32">
            <a:extLst>
              <a:ext uri="{FF2B5EF4-FFF2-40B4-BE49-F238E27FC236}">
                <a16:creationId xmlns:a16="http://schemas.microsoft.com/office/drawing/2014/main" id="{6EBCF87A-7E17-4B0E-8D74-A828F766F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229" y="317580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4" name="Oval 32">
            <a:extLst>
              <a:ext uri="{FF2B5EF4-FFF2-40B4-BE49-F238E27FC236}">
                <a16:creationId xmlns:a16="http://schemas.microsoft.com/office/drawing/2014/main" id="{D1507575-DEB8-467F-9E00-6810630C5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5317" y="3175805"/>
            <a:ext cx="72000" cy="72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5" name="Oval 32">
            <a:extLst>
              <a:ext uri="{FF2B5EF4-FFF2-40B4-BE49-F238E27FC236}">
                <a16:creationId xmlns:a16="http://schemas.microsoft.com/office/drawing/2014/main" id="{C2651326-ADE7-43BD-848E-58DAD1690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877" y="3175509"/>
            <a:ext cx="72000" cy="72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46" name="Oval 32">
            <a:extLst>
              <a:ext uri="{FF2B5EF4-FFF2-40B4-BE49-F238E27FC236}">
                <a16:creationId xmlns:a16="http://schemas.microsoft.com/office/drawing/2014/main" id="{A4EE4502-0976-41D2-95C0-C9C463689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933" y="3175805"/>
            <a:ext cx="72000" cy="72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graphicFrame>
        <p:nvGraphicFramePr>
          <p:cNvPr id="47" name="Object 14">
            <a:extLst>
              <a:ext uri="{FF2B5EF4-FFF2-40B4-BE49-F238E27FC236}">
                <a16:creationId xmlns:a16="http://schemas.microsoft.com/office/drawing/2014/main" id="{F43A8198-2D32-4659-867C-479AF7D08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911314"/>
              </p:ext>
            </p:extLst>
          </p:nvPr>
        </p:nvGraphicFramePr>
        <p:xfrm>
          <a:off x="6241237" y="3258683"/>
          <a:ext cx="2905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5" name="Equation" r:id="rId33" imgW="6400800" imgH="7924800" progId="Equation.DSMT4">
                  <p:embed/>
                </p:oleObj>
              </mc:Choice>
              <mc:Fallback>
                <p:oleObj name="Equation" r:id="rId33" imgW="6400800" imgH="7924800" progId="Equation.DSMT4">
                  <p:embed/>
                  <p:pic>
                    <p:nvPicPr>
                      <p:cNvPr id="30" name="Object 14">
                        <a:extLst>
                          <a:ext uri="{FF2B5EF4-FFF2-40B4-BE49-F238E27FC236}">
                            <a16:creationId xmlns:a16="http://schemas.microsoft.com/office/drawing/2014/main" id="{8726E56A-8E3D-4C28-9DE9-730422BA2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1237" y="3258683"/>
                        <a:ext cx="290513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4E9D266E-54CD-4544-9390-AD5B43031BDF}"/>
              </a:ext>
            </a:extLst>
          </p:cNvPr>
          <p:cNvGrpSpPr/>
          <p:nvPr/>
        </p:nvGrpSpPr>
        <p:grpSpPr>
          <a:xfrm>
            <a:off x="3631021" y="3173479"/>
            <a:ext cx="525463" cy="402704"/>
            <a:chOff x="3563888" y="3811340"/>
            <a:chExt cx="525463" cy="402704"/>
          </a:xfrm>
        </p:grpSpPr>
        <p:sp>
          <p:nvSpPr>
            <p:cNvPr id="49" name="Oval 32">
              <a:extLst>
                <a:ext uri="{FF2B5EF4-FFF2-40B4-BE49-F238E27FC236}">
                  <a16:creationId xmlns:a16="http://schemas.microsoft.com/office/drawing/2014/main" id="{D468A026-BBFC-4F1A-ADF4-BA1801DBD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811340"/>
              <a:ext cx="72000" cy="720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defTabSz="685800"/>
              <a:endParaRPr lang="zh-CN" altLang="en-US" sz="1400"/>
            </a:p>
          </p:txBody>
        </p:sp>
        <p:graphicFrame>
          <p:nvGraphicFramePr>
            <p:cNvPr id="50" name="Object 15">
              <a:extLst>
                <a:ext uri="{FF2B5EF4-FFF2-40B4-BE49-F238E27FC236}">
                  <a16:creationId xmlns:a16="http://schemas.microsoft.com/office/drawing/2014/main" id="{05FAABF3-30C4-4D7B-B41D-BAA00A7509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3888" y="3896544"/>
            <a:ext cx="525463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46" name="Equation" r:id="rId35" imgW="11582400" imgH="7924800" progId="Equation.DSMT4">
                    <p:embed/>
                  </p:oleObj>
                </mc:Choice>
                <mc:Fallback>
                  <p:oleObj name="Equation" r:id="rId35" imgW="11582400" imgH="7924800" progId="Equation.DSMT4">
                    <p:embed/>
                    <p:pic>
                      <p:nvPicPr>
                        <p:cNvPr id="33" name="Object 15">
                          <a:extLst>
                            <a:ext uri="{FF2B5EF4-FFF2-40B4-BE49-F238E27FC236}">
                              <a16:creationId xmlns:a16="http://schemas.microsoft.com/office/drawing/2014/main" id="{FA54CE23-BAF1-48B6-B64F-F38E37EFF6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888" y="3896544"/>
                          <a:ext cx="525463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BC11565-C18C-4325-8A3E-1BE28970DC52}"/>
              </a:ext>
            </a:extLst>
          </p:cNvPr>
          <p:cNvGrpSpPr/>
          <p:nvPr/>
        </p:nvGrpSpPr>
        <p:grpSpPr>
          <a:xfrm>
            <a:off x="5035487" y="3175509"/>
            <a:ext cx="539750" cy="393990"/>
            <a:chOff x="4968354" y="3813370"/>
            <a:chExt cx="539750" cy="393990"/>
          </a:xfrm>
        </p:grpSpPr>
        <p:sp>
          <p:nvSpPr>
            <p:cNvPr id="52" name="Oval 32">
              <a:extLst>
                <a:ext uri="{FF2B5EF4-FFF2-40B4-BE49-F238E27FC236}">
                  <a16:creationId xmlns:a16="http://schemas.microsoft.com/office/drawing/2014/main" id="{743864D1-75F7-4359-8C62-657FF14C9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3358" y="3813370"/>
              <a:ext cx="72000" cy="720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defTabSz="685800"/>
              <a:endParaRPr lang="zh-CN" altLang="en-US" sz="1400"/>
            </a:p>
          </p:txBody>
        </p:sp>
        <p:graphicFrame>
          <p:nvGraphicFramePr>
            <p:cNvPr id="53" name="Object 16">
              <a:extLst>
                <a:ext uri="{FF2B5EF4-FFF2-40B4-BE49-F238E27FC236}">
                  <a16:creationId xmlns:a16="http://schemas.microsoft.com/office/drawing/2014/main" id="{ACF2CDEE-C1F3-449E-A29B-CA453D8322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68354" y="3889860"/>
            <a:ext cx="5397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747" name="Equation" r:id="rId37" imgW="11887200" imgH="7924800" progId="Equation.DSMT4">
                    <p:embed/>
                  </p:oleObj>
                </mc:Choice>
                <mc:Fallback>
                  <p:oleObj name="Equation" r:id="rId37" imgW="11887200" imgH="7924800" progId="Equation.DSMT4">
                    <p:embed/>
                    <p:pic>
                      <p:nvPicPr>
                        <p:cNvPr id="36" name="Object 16">
                          <a:extLst>
                            <a:ext uri="{FF2B5EF4-FFF2-40B4-BE49-F238E27FC236}">
                              <a16:creationId xmlns:a16="http://schemas.microsoft.com/office/drawing/2014/main" id="{D0474EC1-EDB2-4871-8275-D7D3AEE38B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354" y="3889860"/>
                          <a:ext cx="539750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Object 45">
            <a:extLst>
              <a:ext uri="{FF2B5EF4-FFF2-40B4-BE49-F238E27FC236}">
                <a16:creationId xmlns:a16="http://schemas.microsoft.com/office/drawing/2014/main" id="{3BB30D40-2A7C-4865-9ECB-721CC5EE3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274664"/>
              </p:ext>
            </p:extLst>
          </p:nvPr>
        </p:nvGraphicFramePr>
        <p:xfrm>
          <a:off x="1131888" y="3867150"/>
          <a:ext cx="6908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48" name="Equation" r:id="rId39" imgW="6908760" imgH="965160" progId="Equation.DSMT4">
                  <p:embed/>
                </p:oleObj>
              </mc:Choice>
              <mc:Fallback>
                <p:oleObj name="Equation" r:id="rId39" imgW="6908760" imgH="965160" progId="Equation.DSMT4">
                  <p:embed/>
                  <p:pic>
                    <p:nvPicPr>
                      <p:cNvPr id="37" name="Object 45">
                        <a:extLst>
                          <a:ext uri="{FF2B5EF4-FFF2-40B4-BE49-F238E27FC236}">
                            <a16:creationId xmlns:a16="http://schemas.microsoft.com/office/drawing/2014/main" id="{B0E3D90F-5BBF-4B03-9B96-03A3043874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3867150"/>
                        <a:ext cx="6908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文本框 4"/>
          <p:cNvSpPr txBox="1"/>
          <p:nvPr/>
        </p:nvSpPr>
        <p:spPr>
          <a:xfrm>
            <a:off x="1010342" y="596283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、数列极限的几何意义</a:t>
            </a:r>
          </a:p>
        </p:txBody>
      </p:sp>
      <p:sp>
        <p:nvSpPr>
          <p:cNvPr id="56" name="星形: 五角 55">
            <a:extLst>
              <a:ext uri="{FF2B5EF4-FFF2-40B4-BE49-F238E27FC236}">
                <a16:creationId xmlns:a16="http://schemas.microsoft.com/office/drawing/2014/main" id="{B3F2B92F-E1B4-4FC5-B11D-27430C4B70B6}"/>
              </a:ext>
            </a:extLst>
          </p:cNvPr>
          <p:cNvSpPr/>
          <p:nvPr/>
        </p:nvSpPr>
        <p:spPr>
          <a:xfrm>
            <a:off x="539079" y="657796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33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00"/>
                            </p:stCondLst>
                            <p:childTnLst>
                              <p:par>
                                <p:cTn id="11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0"/>
                            </p:stCondLst>
                            <p:childTnLst>
                              <p:par>
                                <p:cTn id="13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500"/>
                            </p:stCondLst>
                            <p:childTnLst>
                              <p:par>
                                <p:cTn id="13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000"/>
                            </p:stCondLst>
                            <p:childTnLst>
                              <p:par>
                                <p:cTn id="1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0A2CBAD5-0120-4E61-9487-556ADDEDF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368565"/>
              </p:ext>
            </p:extLst>
          </p:nvPr>
        </p:nvGraphicFramePr>
        <p:xfrm>
          <a:off x="4078482" y="2794922"/>
          <a:ext cx="172692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1" name="Equation" r:id="rId3" imgW="1726920" imgH="787320" progId="Equation.DSMT4">
                  <p:embed/>
                </p:oleObj>
              </mc:Choice>
              <mc:Fallback>
                <p:oleObj name="Equation" r:id="rId3" imgW="1726920" imgH="787320" progId="Equation.DSMT4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482" y="2794922"/>
                        <a:ext cx="1726920" cy="787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A50A164-7E71-473F-901C-B46ED7AEFBFE}"/>
              </a:ext>
            </a:extLst>
          </p:cNvPr>
          <p:cNvSpPr txBox="1">
            <a:spLocks noChangeArrowheads="1"/>
          </p:cNvSpPr>
          <p:nvPr/>
        </p:nvSpPr>
        <p:spPr>
          <a:xfrm>
            <a:off x="983630" y="411657"/>
            <a:ext cx="194945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DE8CB99-07F2-486F-BCDB-6D4F947466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358689"/>
              </p:ext>
            </p:extLst>
          </p:nvPr>
        </p:nvGraphicFramePr>
        <p:xfrm>
          <a:off x="2050455" y="502543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2" name="Equation" r:id="rId5" imgW="914400" imgH="342720" progId="Equation.DSMT4">
                  <p:embed/>
                </p:oleObj>
              </mc:Choice>
              <mc:Fallback>
                <p:oleObj name="Equation" r:id="rId5" imgW="914400" imgH="34272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455" y="502543"/>
                        <a:ext cx="91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7FF24665-C14F-4845-86A6-E87DC2B04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4" y="411510"/>
            <a:ext cx="259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证明等比数列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F0DB95BD-2340-46A5-90A3-C34069A64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14962"/>
              </p:ext>
            </p:extLst>
          </p:nvPr>
        </p:nvGraphicFramePr>
        <p:xfrm>
          <a:off x="5049589" y="442875"/>
          <a:ext cx="2006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3" name="Equation" r:id="rId7" imgW="2006280" imgH="406080" progId="Equation.DSMT4">
                  <p:embed/>
                </p:oleObj>
              </mc:Choice>
              <mc:Fallback>
                <p:oleObj name="Equation" r:id="rId7" imgW="2006280" imgH="40608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589" y="442875"/>
                        <a:ext cx="20066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D73A8638-A5AC-44AD-B3EF-190A2D094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335" y="1173981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AE0F6488-E768-4858-AEBC-6592A9F9A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31001"/>
              </p:ext>
            </p:extLst>
          </p:nvPr>
        </p:nvGraphicFramePr>
        <p:xfrm>
          <a:off x="1623219" y="1210568"/>
          <a:ext cx="1003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4" name="Equation" r:id="rId9" imgW="1002960" imgH="380880" progId="Equation.DSMT4">
                  <p:embed/>
                </p:oleObj>
              </mc:Choice>
              <mc:Fallback>
                <p:oleObj name="Equation" r:id="rId9" imgW="1002960" imgH="38088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219" y="1210568"/>
                        <a:ext cx="1003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63342AB5-8660-4747-A0FB-A2ABF6A61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693460"/>
              </p:ext>
            </p:extLst>
          </p:nvPr>
        </p:nvGraphicFramePr>
        <p:xfrm>
          <a:off x="2626519" y="1168544"/>
          <a:ext cx="14081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5" name="Equation" r:id="rId11" imgW="1409400" imgH="406080" progId="Equation.DSMT4">
                  <p:embed/>
                </p:oleObj>
              </mc:Choice>
              <mc:Fallback>
                <p:oleObj name="Equation" r:id="rId11" imgW="1409400" imgH="40608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519" y="1168544"/>
                        <a:ext cx="1408112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>
            <a:extLst>
              <a:ext uri="{FF2B5EF4-FFF2-40B4-BE49-F238E27FC236}">
                <a16:creationId xmlns:a16="http://schemas.microsoft.com/office/drawing/2014/main" id="{AE3E8D37-9CCF-4C0A-9AD8-ED0C5959B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447" y="1948428"/>
            <a:ext cx="1098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要使</a:t>
            </a: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69448BC7-B238-4DE7-9363-11BD06591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523500"/>
              </p:ext>
            </p:extLst>
          </p:nvPr>
        </p:nvGraphicFramePr>
        <p:xfrm>
          <a:off x="2771403" y="2013843"/>
          <a:ext cx="151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6" name="Equation" r:id="rId13" imgW="1511280" imgH="380880" progId="Equation.DSMT4">
                  <p:embed/>
                </p:oleObj>
              </mc:Choice>
              <mc:Fallback>
                <p:oleObj name="Equation" r:id="rId13" imgW="1511280" imgH="38088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403" y="2013843"/>
                        <a:ext cx="1511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>
            <a:extLst>
              <a:ext uri="{FF2B5EF4-FFF2-40B4-BE49-F238E27FC236}">
                <a16:creationId xmlns:a16="http://schemas.microsoft.com/office/drawing/2014/main" id="{CB4CD375-C96F-4A87-A3EE-A55C1A1EA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650" y="1933361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只要</a:t>
            </a: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C3638446-A158-4F07-AA71-2F15BB2B7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668924"/>
              </p:ext>
            </p:extLst>
          </p:nvPr>
        </p:nvGraphicFramePr>
        <p:xfrm>
          <a:off x="5067027" y="1961456"/>
          <a:ext cx="12319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7" name="Equation" r:id="rId15" imgW="1231560" imgH="406080" progId="Equation.DSMT4">
                  <p:embed/>
                </p:oleObj>
              </mc:Choice>
              <mc:Fallback>
                <p:oleObj name="Equation" r:id="rId15" imgW="1231560" imgH="40608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027" y="1961456"/>
                        <a:ext cx="12319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>
            <a:extLst>
              <a:ext uri="{FF2B5EF4-FFF2-40B4-BE49-F238E27FC236}">
                <a16:creationId xmlns:a16="http://schemas.microsoft.com/office/drawing/2014/main" id="{B3FAEF1B-79A1-4A3F-A304-A20EA901E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68" y="2952366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即</a:t>
            </a:r>
          </a:p>
        </p:txBody>
      </p:sp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C1BCDBA2-A26F-438A-98E1-D74B46F2B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834571"/>
              </p:ext>
            </p:extLst>
          </p:nvPr>
        </p:nvGraphicFramePr>
        <p:xfrm>
          <a:off x="885741" y="3041514"/>
          <a:ext cx="233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8" name="Equation" r:id="rId17" imgW="2336760" imgH="342720" progId="Equation.DSMT4">
                  <p:embed/>
                </p:oleObj>
              </mc:Choice>
              <mc:Fallback>
                <p:oleObj name="Equation" r:id="rId17" imgW="2336760" imgH="34272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741" y="3041514"/>
                        <a:ext cx="233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>
            <a:extLst>
              <a:ext uri="{FF2B5EF4-FFF2-40B4-BE49-F238E27FC236}">
                <a16:creationId xmlns:a16="http://schemas.microsoft.com/office/drawing/2014/main" id="{DF0F3F38-B32F-482A-9585-A38BC8E31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251" y="2924878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亦即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1B1EA58C-30B5-4E59-A441-6994F55B3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965" y="2904598"/>
            <a:ext cx="807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取</a:t>
            </a: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2225D0D6-2533-448B-9507-12D085CCD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616406"/>
              </p:ext>
            </p:extLst>
          </p:nvPr>
        </p:nvGraphicFramePr>
        <p:xfrm>
          <a:off x="6226919" y="2740443"/>
          <a:ext cx="224784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9" name="Equation" r:id="rId19" imgW="2247840" imgH="863280" progId="Equation.DSMT4">
                  <p:embed/>
                </p:oleObj>
              </mc:Choice>
              <mc:Fallback>
                <p:oleObj name="Equation" r:id="rId19" imgW="2247840" imgH="86328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919" y="2740443"/>
                        <a:ext cx="2247840" cy="863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>
            <a:extLst>
              <a:ext uri="{FF2B5EF4-FFF2-40B4-BE49-F238E27FC236}">
                <a16:creationId xmlns:a16="http://schemas.microsoft.com/office/drawing/2014/main" id="{CAF9696D-7770-4E4B-9241-6674BA00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191" y="3951643"/>
            <a:ext cx="83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故</a:t>
            </a:r>
          </a:p>
        </p:txBody>
      </p:sp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36EA3B01-04A7-4C47-8FD5-31C2E15D46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012048"/>
              </p:ext>
            </p:extLst>
          </p:nvPr>
        </p:nvGraphicFramePr>
        <p:xfrm>
          <a:off x="5290815" y="3980839"/>
          <a:ext cx="149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40" name="Equation" r:id="rId21" imgW="1498320" imgH="520560" progId="Equation.DSMT4">
                  <p:embed/>
                </p:oleObj>
              </mc:Choice>
              <mc:Fallback>
                <p:oleObj name="Equation" r:id="rId21" imgW="1498320" imgH="520560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815" y="3980839"/>
                        <a:ext cx="149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>
            <a:extLst>
              <a:ext uri="{FF2B5EF4-FFF2-40B4-BE49-F238E27FC236}">
                <a16:creationId xmlns:a16="http://schemas.microsoft.com/office/drawing/2014/main" id="{B114D5E2-6B99-4362-AEEF-E3B07AE4F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733" y="412280"/>
            <a:ext cx="1549450" cy="463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极限为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en-US" altLang="zh-CN" sz="2400" b="1" dirty="0">
                <a:latin typeface="+mn-ea"/>
              </a:rPr>
              <a:t>. </a:t>
            </a:r>
            <a:endParaRPr lang="zh-CN" altLang="en-US" sz="2400" dirty="0"/>
          </a:p>
        </p:txBody>
      </p: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6067AD1E-95F0-435F-9D96-C4FC297DD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889727"/>
              </p:ext>
            </p:extLst>
          </p:nvPr>
        </p:nvGraphicFramePr>
        <p:xfrm>
          <a:off x="4066679" y="1169293"/>
          <a:ext cx="1054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41" name="Equation" r:id="rId23" imgW="1054080" imgH="406080" progId="Equation.DSMT4">
                  <p:embed/>
                </p:oleObj>
              </mc:Choice>
              <mc:Fallback>
                <p:oleObj name="Equation" r:id="rId23" imgW="1054080" imgH="406080" progId="Equation.DSMT4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679" y="1169293"/>
                        <a:ext cx="10541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7B0C8D12-E5F2-4C45-92B3-5B2E4E579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246293"/>
              </p:ext>
            </p:extLst>
          </p:nvPr>
        </p:nvGraphicFramePr>
        <p:xfrm>
          <a:off x="885741" y="2062754"/>
          <a:ext cx="1003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42" name="Equation" r:id="rId25" imgW="1002960" imgH="279360" progId="Equation.DSMT4">
                  <p:embed/>
                </p:oleObj>
              </mc:Choice>
              <mc:Fallback>
                <p:oleObj name="Equation" r:id="rId25" imgW="1002960" imgH="27936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0B295B8E-D914-484E-9602-002597673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741" y="2062754"/>
                        <a:ext cx="1003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42FCBD69-B5E4-4289-BF0D-F3213CE05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069966"/>
              </p:ext>
            </p:extLst>
          </p:nvPr>
        </p:nvGraphicFramePr>
        <p:xfrm>
          <a:off x="555000" y="2042658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43" name="Equation" r:id="rId27" imgW="1447560" imgH="342720" progId="Equation.DSMT4">
                  <p:embed/>
                </p:oleObj>
              </mc:Choice>
              <mc:Fallback>
                <p:oleObj name="Equation" r:id="rId27" imgW="1447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5000" y="2042658"/>
                        <a:ext cx="14478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05CF8972-0263-49F4-8C9A-60BC7CB48009}"/>
              </a:ext>
            </a:extLst>
          </p:cNvPr>
          <p:cNvGrpSpPr/>
          <p:nvPr/>
        </p:nvGrpSpPr>
        <p:grpSpPr>
          <a:xfrm>
            <a:off x="390823" y="3980839"/>
            <a:ext cx="2831718" cy="461665"/>
            <a:chOff x="4860032" y="2391271"/>
            <a:chExt cx="2831718" cy="461665"/>
          </a:xfrm>
        </p:grpSpPr>
        <p:sp>
          <p:nvSpPr>
            <p:cNvPr id="31" name="TextBox 42">
              <a:extLst>
                <a:ext uri="{FF2B5EF4-FFF2-40B4-BE49-F238E27FC236}">
                  <a16:creationId xmlns:a16="http://schemas.microsoft.com/office/drawing/2014/main" id="{A1ED464B-5BFE-45BB-B381-178B26F0AE55}"/>
                </a:ext>
              </a:extLst>
            </p:cNvPr>
            <p:cNvSpPr txBox="1"/>
            <p:nvPr/>
          </p:nvSpPr>
          <p:spPr>
            <a:xfrm>
              <a:off x="4860032" y="2391271"/>
              <a:ext cx="28317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则当      时，有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09337C3D-2443-412C-8A78-580B54BADB6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95736399"/>
                </p:ext>
              </p:extLst>
            </p:nvPr>
          </p:nvGraphicFramePr>
          <p:xfrm>
            <a:off x="5652120" y="2523741"/>
            <a:ext cx="74916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744" name="Equation" r:id="rId29" imgW="749160" imgH="266400" progId="Equation.DSMT4">
                    <p:embed/>
                  </p:oleObj>
                </mc:Choice>
                <mc:Fallback>
                  <p:oleObj name="Equation" r:id="rId29" imgW="749160" imgH="2664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1089E7FA-3278-4949-B3F1-9CE3C9A323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120" y="2523741"/>
                          <a:ext cx="74916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22">
            <a:extLst>
              <a:ext uri="{FF2B5EF4-FFF2-40B4-BE49-F238E27FC236}">
                <a16:creationId xmlns:a16="http://schemas.microsoft.com/office/drawing/2014/main" id="{E7C9FC31-C272-463C-A7B6-8592C8A929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666521"/>
              </p:ext>
            </p:extLst>
          </p:nvPr>
        </p:nvGraphicFramePr>
        <p:xfrm>
          <a:off x="3020860" y="4004940"/>
          <a:ext cx="168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45" name="Equation" r:id="rId31" imgW="1688760" imgH="406080" progId="Equation.DSMT4">
                  <p:embed/>
                </p:oleObj>
              </mc:Choice>
              <mc:Fallback>
                <p:oleObj name="Equation" r:id="rId31" imgW="1688760" imgH="406080" progId="Equation.DSMT4">
                  <p:embed/>
                  <p:pic>
                    <p:nvPicPr>
                      <p:cNvPr id="22" name="Object 22">
                        <a:extLst>
                          <a:ext uri="{FF2B5EF4-FFF2-40B4-BE49-F238E27FC236}">
                            <a16:creationId xmlns:a16="http://schemas.microsoft.com/office/drawing/2014/main" id="{4CEA1C1F-22AD-4511-ACC2-964FA5CB0D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0860" y="4004940"/>
                        <a:ext cx="1689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D3C339BD-5390-4BFF-AA69-B8B30BE77E95}"/>
              </a:ext>
            </a:extLst>
          </p:cNvPr>
          <p:cNvGrpSpPr/>
          <p:nvPr/>
        </p:nvGrpSpPr>
        <p:grpSpPr>
          <a:xfrm>
            <a:off x="4875758" y="3224379"/>
            <a:ext cx="3608568" cy="1253781"/>
            <a:chOff x="4877023" y="3512411"/>
            <a:chExt cx="3608568" cy="125378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7A7703F-FD12-4532-AB2C-66156C74D62B}"/>
                </a:ext>
              </a:extLst>
            </p:cNvPr>
            <p:cNvSpPr/>
            <p:nvPr/>
          </p:nvSpPr>
          <p:spPr>
            <a:xfrm>
              <a:off x="4877023" y="3512411"/>
              <a:ext cx="807219" cy="461665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0ECEB95A-1A02-4DDC-BCAF-CEE3BAA97F5F}"/>
                </a:ext>
              </a:extLst>
            </p:cNvPr>
            <p:cNvCxnSpPr/>
            <p:nvPr/>
          </p:nvCxnSpPr>
          <p:spPr>
            <a:xfrm>
              <a:off x="5739259" y="3969519"/>
              <a:ext cx="1425029" cy="4318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60AA421-0E0A-48E3-98F6-F523F4298FD0}"/>
                </a:ext>
              </a:extLst>
            </p:cNvPr>
            <p:cNvSpPr/>
            <p:nvPr/>
          </p:nvSpPr>
          <p:spPr>
            <a:xfrm>
              <a:off x="7173855" y="4245493"/>
              <a:ext cx="1311736" cy="520699"/>
            </a:xfrm>
            <a:prstGeom prst="round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55CC68B6-B818-4638-A55C-8052760629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5804248"/>
                </p:ext>
              </p:extLst>
            </p:nvPr>
          </p:nvGraphicFramePr>
          <p:xfrm>
            <a:off x="7283623" y="4325141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746" name="Equation" r:id="rId33" imgW="1091880" imgH="342720" progId="Equation.DSMT4">
                    <p:embed/>
                  </p:oleObj>
                </mc:Choice>
                <mc:Fallback>
                  <p:oleObj name="Equation" r:id="rId33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283623" y="4325141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0C3F539-F20F-462A-99B4-6D008F0C3020}"/>
              </a:ext>
            </a:extLst>
          </p:cNvPr>
          <p:cNvGrpSpPr/>
          <p:nvPr/>
        </p:nvGrpSpPr>
        <p:grpSpPr>
          <a:xfrm>
            <a:off x="617822" y="2474105"/>
            <a:ext cx="1817230" cy="369332"/>
            <a:chOff x="619087" y="2762137"/>
            <a:chExt cx="1817230" cy="36933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EC9B8D6-F8B2-47FF-95FD-3052631AA548}"/>
                </a:ext>
              </a:extLst>
            </p:cNvPr>
            <p:cNvSpPr/>
            <p:nvPr/>
          </p:nvSpPr>
          <p:spPr>
            <a:xfrm>
              <a:off x="619087" y="2787273"/>
              <a:ext cx="1726921" cy="30860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ext Box 10">
              <a:extLst>
                <a:ext uri="{FF2B5EF4-FFF2-40B4-BE49-F238E27FC236}">
                  <a16:creationId xmlns:a16="http://schemas.microsoft.com/office/drawing/2014/main" id="{FB4F025F-693E-477C-9C70-AD842470D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397" y="2762137"/>
              <a:ext cx="17269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保证</a:t>
              </a: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B7DD7660-0CB5-4EEC-B180-0AA58C02B0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7448760"/>
                </p:ext>
              </p:extLst>
            </p:nvPr>
          </p:nvGraphicFramePr>
          <p:xfrm>
            <a:off x="1385092" y="2800985"/>
            <a:ext cx="774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747" name="Equation" r:id="rId35" imgW="774360" imgH="253800" progId="Equation.DSMT4">
                    <p:embed/>
                  </p:oleObj>
                </mc:Choice>
                <mc:Fallback>
                  <p:oleObj name="Equation" r:id="rId35" imgW="774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385092" y="2800985"/>
                          <a:ext cx="774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4311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  <p:bldP spid="16" grpId="0"/>
      <p:bldP spid="17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B03E3170-6890-45C3-83EA-8D89D62FE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878731"/>
              </p:ext>
            </p:extLst>
          </p:nvPr>
        </p:nvGraphicFramePr>
        <p:xfrm>
          <a:off x="2460802" y="139648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71" name="Equation" r:id="rId3" imgW="1447560" imgH="736560" progId="Equation.DSMT4">
                  <p:embed/>
                </p:oleObj>
              </mc:Choice>
              <mc:Fallback>
                <p:oleObj name="Equation" r:id="rId3" imgW="144756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428CD72D-3C37-41AC-898B-B993C1503D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802" y="139648"/>
                        <a:ext cx="1447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BFFDE5A7-1C40-4FA4-A67A-F833C6228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563" y="271932"/>
            <a:ext cx="190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证明数列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8223CCC-F340-4B21-BAD0-B5257FD5E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02742"/>
              </p:ext>
            </p:extLst>
          </p:nvPr>
        </p:nvGraphicFramePr>
        <p:xfrm>
          <a:off x="5292080" y="339502"/>
          <a:ext cx="5205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72" name="Equation" r:id="rId5" imgW="520560" imgH="380880" progId="Equation.DSMT4">
                  <p:embed/>
                </p:oleObj>
              </mc:Choice>
              <mc:Fallback>
                <p:oleObj name="Equation" r:id="rId5" imgW="520560" imgH="3808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C8A37C63-FC8F-4297-A1B9-C37D465FEF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39502"/>
                        <a:ext cx="5205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F2BF1375-8AD1-4631-9F9E-6E7956669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571" y="289796"/>
            <a:ext cx="2191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的极限为  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en-US" altLang="zh-CN" sz="2400" b="1" dirty="0">
                <a:solidFill>
                  <a:schemeClr val="accent2"/>
                </a:solidFill>
                <a:latin typeface="+mn-ea"/>
              </a:rPr>
              <a:t>         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991C5C56-5EA9-468D-9E01-7A27904C7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029" y="1178901"/>
            <a:ext cx="1226986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67A2A5C6-197B-4BA9-A0A1-707C4F6FA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47471"/>
              </p:ext>
            </p:extLst>
          </p:nvPr>
        </p:nvGraphicFramePr>
        <p:xfrm>
          <a:off x="578560" y="2134499"/>
          <a:ext cx="10285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73" name="Equation" r:id="rId7" imgW="1028520" imgH="342720" progId="Equation.DSMT4">
                  <p:embed/>
                </p:oleObj>
              </mc:Choice>
              <mc:Fallback>
                <p:oleObj name="Equation" r:id="rId7" imgW="1028520" imgH="34272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6B5BEBFD-EE2F-4382-B854-ED1A9D0B20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60" y="2134499"/>
                        <a:ext cx="10285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1D4B829D-8DFC-4DBE-B31A-92ECC351E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484357"/>
              </p:ext>
            </p:extLst>
          </p:nvPr>
        </p:nvGraphicFramePr>
        <p:xfrm>
          <a:off x="1957029" y="2807132"/>
          <a:ext cx="20955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74" name="Equation" r:id="rId9" imgW="2095200" imgH="812520" progId="Equation.DSMT4">
                  <p:embed/>
                </p:oleObj>
              </mc:Choice>
              <mc:Fallback>
                <p:oleObj name="Equation" r:id="rId9" imgW="2095200" imgH="812520" progId="Equation.DSMT4">
                  <p:embed/>
                  <p:pic>
                    <p:nvPicPr>
                      <p:cNvPr id="9" name="Object 19">
                        <a:extLst>
                          <a:ext uri="{FF2B5EF4-FFF2-40B4-BE49-F238E27FC236}">
                            <a16:creationId xmlns:a16="http://schemas.microsoft.com/office/drawing/2014/main" id="{935F63E7-DAAF-4246-95A4-851392649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029" y="2807132"/>
                        <a:ext cx="20955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8">
            <a:extLst>
              <a:ext uri="{FF2B5EF4-FFF2-40B4-BE49-F238E27FC236}">
                <a16:creationId xmlns:a16="http://schemas.microsoft.com/office/drawing/2014/main" id="{3B19EA4B-9DF4-4FA1-BE05-9B42FAB08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09" y="2880468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因此，取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E50AC8-FD12-4866-A675-BC7BD149CC60}"/>
              </a:ext>
            </a:extLst>
          </p:cNvPr>
          <p:cNvSpPr txBox="1"/>
          <p:nvPr/>
        </p:nvSpPr>
        <p:spPr>
          <a:xfrm>
            <a:off x="1049029" y="251265"/>
            <a:ext cx="169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 </a:t>
            </a:r>
            <a:r>
              <a:rPr lang="zh-CN" altLang="en-US" sz="2400" b="1" dirty="0">
                <a:latin typeface="+mn-ea"/>
              </a:rPr>
              <a:t>已知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0C3CB62-8AC3-4FFF-B317-641B9FC63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547752"/>
              </p:ext>
            </p:extLst>
          </p:nvPr>
        </p:nvGraphicFramePr>
        <p:xfrm>
          <a:off x="1625093" y="1038657"/>
          <a:ext cx="2679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75" name="Equation" r:id="rId11" imgW="2679480" imgH="812520" progId="Equation.DSMT4">
                  <p:embed/>
                </p:oleObj>
              </mc:Choice>
              <mc:Fallback>
                <p:oleObj name="Equation" r:id="rId11" imgW="2679480" imgH="812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30B8C8-26BE-4ACE-985B-4AEF3022F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093" y="1038657"/>
                        <a:ext cx="26797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2">
            <a:extLst>
              <a:ext uri="{FF2B5EF4-FFF2-40B4-BE49-F238E27FC236}">
                <a16:creationId xmlns:a16="http://schemas.microsoft.com/office/drawing/2014/main" id="{EB9719AA-D5C2-4009-A691-0F8212DF7970}"/>
              </a:ext>
            </a:extLst>
          </p:cNvPr>
          <p:cNvGrpSpPr>
            <a:grpSpLocks/>
          </p:cNvGrpSpPr>
          <p:nvPr/>
        </p:nvGrpSpPr>
        <p:grpSpPr bwMode="auto">
          <a:xfrm>
            <a:off x="1655359" y="2014061"/>
            <a:ext cx="2273301" cy="492125"/>
            <a:chOff x="144" y="3107"/>
            <a:chExt cx="1432" cy="310"/>
          </a:xfrm>
        </p:grpSpPr>
        <p:graphicFrame>
          <p:nvGraphicFramePr>
            <p:cNvPr id="13" name="Object 22">
              <a:extLst>
                <a:ext uri="{FF2B5EF4-FFF2-40B4-BE49-F238E27FC236}">
                  <a16:creationId xmlns:a16="http://schemas.microsoft.com/office/drawing/2014/main" id="{C1CCE266-030E-40DA-B656-7C6CB70D58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3960219"/>
                </p:ext>
              </p:extLst>
            </p:nvPr>
          </p:nvGraphicFramePr>
          <p:xfrm>
            <a:off x="616" y="3142"/>
            <a:ext cx="9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676" name="Equation" r:id="rId13" imgW="1523880" imgH="380880" progId="Equation.DSMT4">
                    <p:embed/>
                  </p:oleObj>
                </mc:Choice>
                <mc:Fallback>
                  <p:oleObj name="Equation" r:id="rId13" imgW="1523880" imgH="380880" progId="Equation.DSMT4">
                    <p:embed/>
                    <p:pic>
                      <p:nvPicPr>
                        <p:cNvPr id="14" name="Object 22">
                          <a:extLst>
                            <a:ext uri="{FF2B5EF4-FFF2-40B4-BE49-F238E27FC236}">
                              <a16:creationId xmlns:a16="http://schemas.microsoft.com/office/drawing/2014/main" id="{9755A053-3FFF-48E3-9BA0-68C14B087E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" y="3142"/>
                          <a:ext cx="96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副标题 2">
              <a:extLst>
                <a:ext uri="{FF2B5EF4-FFF2-40B4-BE49-F238E27FC236}">
                  <a16:creationId xmlns:a16="http://schemas.microsoft.com/office/drawing/2014/main" id="{AB2963A6-D09E-4B89-97AE-D76B15912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07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15" name="Group 33">
            <a:extLst>
              <a:ext uri="{FF2B5EF4-FFF2-40B4-BE49-F238E27FC236}">
                <a16:creationId xmlns:a16="http://schemas.microsoft.com/office/drawing/2014/main" id="{AA3859BC-DD37-4E8E-BAA3-68D600D8BFB0}"/>
              </a:ext>
            </a:extLst>
          </p:cNvPr>
          <p:cNvGrpSpPr>
            <a:grpSpLocks/>
          </p:cNvGrpSpPr>
          <p:nvPr/>
        </p:nvGrpSpPr>
        <p:grpSpPr bwMode="auto">
          <a:xfrm>
            <a:off x="3970570" y="1897714"/>
            <a:ext cx="3559179" cy="736600"/>
            <a:chOff x="2034" y="3042"/>
            <a:chExt cx="2242" cy="464"/>
          </a:xfrm>
        </p:grpSpPr>
        <p:graphicFrame>
          <p:nvGraphicFramePr>
            <p:cNvPr id="16" name="Object 20">
              <a:extLst>
                <a:ext uri="{FF2B5EF4-FFF2-40B4-BE49-F238E27FC236}">
                  <a16:creationId xmlns:a16="http://schemas.microsoft.com/office/drawing/2014/main" id="{9C8B77D3-D0DD-4CE3-BE89-9464761A81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7528061"/>
                </p:ext>
              </p:extLst>
            </p:nvPr>
          </p:nvGraphicFramePr>
          <p:xfrm>
            <a:off x="2517" y="3042"/>
            <a:ext cx="992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677" name="Equation" r:id="rId15" imgW="1574640" imgH="736560" progId="Equation.DSMT4">
                    <p:embed/>
                  </p:oleObj>
                </mc:Choice>
                <mc:Fallback>
                  <p:oleObj name="Equation" r:id="rId15" imgW="1574640" imgH="736560" progId="Equation.DSMT4">
                    <p:embed/>
                    <p:pic>
                      <p:nvPicPr>
                        <p:cNvPr id="17" name="Object 20">
                          <a:extLst>
                            <a:ext uri="{FF2B5EF4-FFF2-40B4-BE49-F238E27FC236}">
                              <a16:creationId xmlns:a16="http://schemas.microsoft.com/office/drawing/2014/main" id="{BD12737A-62A9-4993-A2D8-B8495C12F2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3042"/>
                          <a:ext cx="992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30245132-7B59-45EF-9221-3A2CC2CF1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3114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18" name="副标题 2">
              <a:extLst>
                <a:ext uri="{FF2B5EF4-FFF2-40B4-BE49-F238E27FC236}">
                  <a16:creationId xmlns:a16="http://schemas.microsoft.com/office/drawing/2014/main" id="{DE8260B7-1588-41DC-8F90-B7F58B25E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3107"/>
              <a:ext cx="79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即可！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305C1E-C5B4-4A80-A2F6-77457D1DCC25}"/>
              </a:ext>
            </a:extLst>
          </p:cNvPr>
          <p:cNvGrpSpPr/>
          <p:nvPr/>
        </p:nvGrpSpPr>
        <p:grpSpPr>
          <a:xfrm>
            <a:off x="4154739" y="2908953"/>
            <a:ext cx="2831718" cy="461665"/>
            <a:chOff x="4860032" y="2391271"/>
            <a:chExt cx="2831718" cy="461665"/>
          </a:xfrm>
        </p:grpSpPr>
        <p:sp>
          <p:nvSpPr>
            <p:cNvPr id="20" name="TextBox 42">
              <a:extLst>
                <a:ext uri="{FF2B5EF4-FFF2-40B4-BE49-F238E27FC236}">
                  <a16:creationId xmlns:a16="http://schemas.microsoft.com/office/drawing/2014/main" id="{7BBD4C75-8D7C-4D49-840E-83531D50BB44}"/>
                </a:ext>
              </a:extLst>
            </p:cNvPr>
            <p:cNvSpPr txBox="1"/>
            <p:nvPr/>
          </p:nvSpPr>
          <p:spPr>
            <a:xfrm>
              <a:off x="4860032" y="2391271"/>
              <a:ext cx="28317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则当     时，有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06E4D07-6831-4F50-A652-0CADB881C7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880856"/>
                </p:ext>
              </p:extLst>
            </p:nvPr>
          </p:nvGraphicFramePr>
          <p:xfrm>
            <a:off x="5593818" y="2519334"/>
            <a:ext cx="74916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678" name="Equation" r:id="rId17" imgW="749160" imgH="279360" progId="Equation.DSMT4">
                    <p:embed/>
                  </p:oleObj>
                </mc:Choice>
                <mc:Fallback>
                  <p:oleObj name="Equation" r:id="rId17" imgW="749160" imgH="2793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E198D243-A248-4255-BB68-67B315BD09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3818" y="2519334"/>
                          <a:ext cx="749160" cy="279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2C7C9D7E-9152-4F1A-A626-7EA0D7ABD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517563"/>
              </p:ext>
            </p:extLst>
          </p:nvPr>
        </p:nvGraphicFramePr>
        <p:xfrm>
          <a:off x="6593645" y="2964295"/>
          <a:ext cx="151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79" name="Equation" r:id="rId19" imgW="1511280" imgH="380880" progId="Equation.DSMT4">
                  <p:embed/>
                </p:oleObj>
              </mc:Choice>
              <mc:Fallback>
                <p:oleObj name="Equation" r:id="rId19" imgW="1511280" imgH="3808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1AD4691F-302A-44A3-A31A-AF2B374BD0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3645" y="2964295"/>
                        <a:ext cx="1511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867E41A-2788-4922-88F1-917488CAE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359663"/>
              </p:ext>
            </p:extLst>
          </p:nvPr>
        </p:nvGraphicFramePr>
        <p:xfrm>
          <a:off x="563973" y="3738995"/>
          <a:ext cx="358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80" name="Equation" r:id="rId21" imgW="3581280" imgH="736560" progId="Equation.DSMT4">
                  <p:embed/>
                </p:oleObj>
              </mc:Choice>
              <mc:Fallback>
                <p:oleObj name="Equation" r:id="rId21" imgW="358128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83617C4-702D-4CD5-9977-FD9359C867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973" y="3738995"/>
                        <a:ext cx="358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E071298-0F65-48AF-9D14-547C432717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046443"/>
              </p:ext>
            </p:extLst>
          </p:nvPr>
        </p:nvGraphicFramePr>
        <p:xfrm>
          <a:off x="7168851" y="158828"/>
          <a:ext cx="24120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81" name="Equation" r:id="rId23" imgW="241200" imgH="723600" progId="Equation.DSMT4">
                  <p:embed/>
                </p:oleObj>
              </mc:Choice>
              <mc:Fallback>
                <p:oleObj name="Equation" r:id="rId23" imgW="241200" imgH="723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769FB56-B7DD-4F52-A4EE-CFD3E595C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8851" y="158828"/>
                        <a:ext cx="241200" cy="723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3FEFB99A-1842-4014-8D94-281C6DA47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36186"/>
              </p:ext>
            </p:extLst>
          </p:nvPr>
        </p:nvGraphicFramePr>
        <p:xfrm>
          <a:off x="4308072" y="1057853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82" name="Equation" r:id="rId25" imgW="1193760" imgH="736560" progId="Equation.DSMT4">
                  <p:embed/>
                </p:oleObj>
              </mc:Choice>
              <mc:Fallback>
                <p:oleObj name="Equation" r:id="rId25" imgW="1193760" imgH="7365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13497ACB-3CE0-48C1-9E24-B64B849C6E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072" y="1057853"/>
                        <a:ext cx="1193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>
            <a:extLst>
              <a:ext uri="{FF2B5EF4-FFF2-40B4-BE49-F238E27FC236}">
                <a16:creationId xmlns:a16="http://schemas.microsoft.com/office/drawing/2014/main" id="{9A1EDEE9-DF9B-4324-AB02-574C6AD32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33247"/>
              </p:ext>
            </p:extLst>
          </p:nvPr>
        </p:nvGraphicFramePr>
        <p:xfrm>
          <a:off x="4698205" y="1880925"/>
          <a:ext cx="16224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83" name="Equation" r:id="rId27" imgW="1625400" imgH="736560" progId="Equation.DSMT4">
                  <p:embed/>
                </p:oleObj>
              </mc:Choice>
              <mc:Fallback>
                <p:oleObj name="Equation" r:id="rId27" imgW="1625400" imgH="736560" progId="Equation.DSMT4">
                  <p:embed/>
                  <p:pic>
                    <p:nvPicPr>
                      <p:cNvPr id="32" name="Object 20">
                        <a:extLst>
                          <a:ext uri="{FF2B5EF4-FFF2-40B4-BE49-F238E27FC236}">
                            <a16:creationId xmlns:a16="http://schemas.microsoft.com/office/drawing/2014/main" id="{71CA6CFC-62D6-4729-9056-14C6B561F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205" y="1880925"/>
                        <a:ext cx="1622425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28ECF44B-4B1F-4BD4-B938-B75A96105F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958328"/>
              </p:ext>
            </p:extLst>
          </p:nvPr>
        </p:nvGraphicFramePr>
        <p:xfrm>
          <a:off x="1978840" y="2745021"/>
          <a:ext cx="2209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84" name="Equation" r:id="rId29" imgW="2209680" imgH="812520" progId="Equation.DSMT4">
                  <p:embed/>
                </p:oleObj>
              </mc:Choice>
              <mc:Fallback>
                <p:oleObj name="Equation" r:id="rId29" imgW="2209680" imgH="81252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BD969AD5-6B19-4803-AEE3-1A14F8C1D5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840" y="2745021"/>
                        <a:ext cx="2209800" cy="812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052223"/>
              </p:ext>
            </p:extLst>
          </p:nvPr>
        </p:nvGraphicFramePr>
        <p:xfrm>
          <a:off x="5369509" y="1076757"/>
          <a:ext cx="66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85" name="Equation" r:id="rId31" imgW="660240" imgH="736560" progId="Equation.DSMT4">
                  <p:embed/>
                </p:oleObj>
              </mc:Choice>
              <mc:Fallback>
                <p:oleObj name="Equation" r:id="rId31" imgW="660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369509" y="1076757"/>
                        <a:ext cx="6604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流程图: 可选过程 29"/>
          <p:cNvSpPr/>
          <p:nvPr/>
        </p:nvSpPr>
        <p:spPr>
          <a:xfrm>
            <a:off x="4793445" y="3842179"/>
            <a:ext cx="3672408" cy="461665"/>
          </a:xfrm>
          <a:prstGeom prst="flowChartAlternateProcess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适当的放大可简化计算</a:t>
            </a:r>
          </a:p>
        </p:txBody>
      </p:sp>
      <p:sp>
        <p:nvSpPr>
          <p:cNvPr id="31" name="星形: 五角 30">
            <a:extLst>
              <a:ext uri="{FF2B5EF4-FFF2-40B4-BE49-F238E27FC236}">
                <a16:creationId xmlns:a16="http://schemas.microsoft.com/office/drawing/2014/main" id="{809C029D-A2FF-4070-AA2D-2D8C91C16C65}"/>
              </a:ext>
            </a:extLst>
          </p:cNvPr>
          <p:cNvSpPr/>
          <p:nvPr/>
        </p:nvSpPr>
        <p:spPr>
          <a:xfrm>
            <a:off x="616508" y="255003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95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E1F5B1-92F2-47CA-A770-004AF36346B9}"/>
              </a:ext>
            </a:extLst>
          </p:cNvPr>
          <p:cNvSpPr txBox="1"/>
          <p:nvPr/>
        </p:nvSpPr>
        <p:spPr>
          <a:xfrm>
            <a:off x="971600" y="627534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4 </a:t>
            </a:r>
            <a:r>
              <a:rPr lang="zh-CN" altLang="en-US" sz="2400" b="1" dirty="0">
                <a:latin typeface="+mn-ea"/>
              </a:rPr>
              <a:t>用定义证明</a:t>
            </a:r>
            <a:r>
              <a:rPr lang="en-US" altLang="zh-CN" sz="2400" b="1" dirty="0">
                <a:latin typeface="+mn-ea"/>
              </a:rPr>
              <a:t>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EFB77B4-CC83-4437-ACD2-586F094ED1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718088"/>
              </p:ext>
            </p:extLst>
          </p:nvPr>
        </p:nvGraphicFramePr>
        <p:xfrm>
          <a:off x="3323830" y="471016"/>
          <a:ext cx="2400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3" name="Equation" r:id="rId3" imgW="2400120" imgH="774360" progId="Equation.DSMT4">
                  <p:embed/>
                </p:oleObj>
              </mc:Choice>
              <mc:Fallback>
                <p:oleObj name="Equation" r:id="rId3" imgW="240012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D7AB16F-B32B-4D77-8ECC-8592A2BD2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3830" y="471016"/>
                        <a:ext cx="2400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>
            <a:extLst>
              <a:ext uri="{FF2B5EF4-FFF2-40B4-BE49-F238E27FC236}">
                <a16:creationId xmlns:a16="http://schemas.microsoft.com/office/drawing/2014/main" id="{1969F314-9F4D-4A70-9BD2-BAC06059F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581694"/>
            <a:ext cx="1226986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97C91B9-8F02-4AA8-B91E-A7CE7C808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946480"/>
              </p:ext>
            </p:extLst>
          </p:nvPr>
        </p:nvGraphicFramePr>
        <p:xfrm>
          <a:off x="1619672" y="1402233"/>
          <a:ext cx="556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4" name="Equation" r:id="rId5" imgW="5562360" imgH="888840" progId="Equation.DSMT4">
                  <p:embed/>
                </p:oleObj>
              </mc:Choice>
              <mc:Fallback>
                <p:oleObj name="Equation" r:id="rId5" imgW="556236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0C3CB62-8AC3-4FFF-B317-641B9FC633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402233"/>
                        <a:ext cx="55626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357ACBF9-D7DB-470C-94DC-3D2F1F9797F8}"/>
              </a:ext>
            </a:extLst>
          </p:cNvPr>
          <p:cNvGrpSpPr/>
          <p:nvPr/>
        </p:nvGrpSpPr>
        <p:grpSpPr>
          <a:xfrm>
            <a:off x="861171" y="2592342"/>
            <a:ext cx="3093097" cy="461665"/>
            <a:chOff x="861171" y="2592342"/>
            <a:chExt cx="3093097" cy="46166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5240B2-2C7A-4882-AC7F-BB5FB7ADA5E1}"/>
                </a:ext>
              </a:extLst>
            </p:cNvPr>
            <p:cNvSpPr txBox="1"/>
            <p:nvPr/>
          </p:nvSpPr>
          <p:spPr>
            <a:xfrm>
              <a:off x="861171" y="2592342"/>
              <a:ext cx="30930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时，有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63192B93-88E3-47EA-97AE-CCCB60B152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910655"/>
                </p:ext>
              </p:extLst>
            </p:nvPr>
          </p:nvGraphicFramePr>
          <p:xfrm>
            <a:off x="1375431" y="2686758"/>
            <a:ext cx="635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85" name="Equation" r:id="rId7" imgW="634680" imgH="279360" progId="Equation.DSMT4">
                    <p:embed/>
                  </p:oleObj>
                </mc:Choice>
                <mc:Fallback>
                  <p:oleObj name="Equation" r:id="rId7" imgW="63468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BEFB77B4-CC83-4437-ACD2-586F094ED1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75431" y="2686758"/>
                          <a:ext cx="635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C104803-1E83-4EC9-B4E8-94A600E11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342415"/>
              </p:ext>
            </p:extLst>
          </p:nvPr>
        </p:nvGraphicFramePr>
        <p:xfrm>
          <a:off x="3419872" y="2382366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6" name="Equation" r:id="rId9" imgW="3060360" imgH="736560" progId="Equation.DSMT4">
                  <p:embed/>
                </p:oleObj>
              </mc:Choice>
              <mc:Fallback>
                <p:oleObj name="Equation" r:id="rId9" imgW="30603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97C91B9-8F02-4AA8-B91E-A7CE7C808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382366"/>
                        <a:ext cx="3060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2F5D4355-1C66-495F-B0B3-E5187B4E1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786977"/>
              </p:ext>
            </p:extLst>
          </p:nvPr>
        </p:nvGraphicFramePr>
        <p:xfrm>
          <a:off x="861171" y="3440087"/>
          <a:ext cx="10285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87" name="Equation" r:id="rId11" imgW="1028520" imgH="342720" progId="Equation.DSMT4">
                  <p:embed/>
                </p:oleObj>
              </mc:Choice>
              <mc:Fallback>
                <p:oleObj name="Equation" r:id="rId11" imgW="1028520" imgH="34272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67A2A5C6-197B-4BA9-A0A1-707C4F6FA5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171" y="3440087"/>
                        <a:ext cx="10285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399DEDAF-3F92-4404-B11B-F518D32C31E9}"/>
              </a:ext>
            </a:extLst>
          </p:cNvPr>
          <p:cNvGrpSpPr/>
          <p:nvPr/>
        </p:nvGrpSpPr>
        <p:grpSpPr>
          <a:xfrm>
            <a:off x="4143373" y="3203302"/>
            <a:ext cx="1676002" cy="736600"/>
            <a:chOff x="4143373" y="3203302"/>
            <a:chExt cx="1676002" cy="736600"/>
          </a:xfrm>
        </p:grpSpPr>
        <p:graphicFrame>
          <p:nvGraphicFramePr>
            <p:cNvPr id="15" name="Object 22">
              <a:extLst>
                <a:ext uri="{FF2B5EF4-FFF2-40B4-BE49-F238E27FC236}">
                  <a16:creationId xmlns:a16="http://schemas.microsoft.com/office/drawing/2014/main" id="{87C358BE-E2DE-49FD-8816-495BC3DFD4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6324203"/>
                </p:ext>
              </p:extLst>
            </p:nvPr>
          </p:nvGraphicFramePr>
          <p:xfrm>
            <a:off x="4981175" y="3203302"/>
            <a:ext cx="838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88" name="Equation" r:id="rId13" imgW="838080" imgH="736560" progId="Equation.DSMT4">
                    <p:embed/>
                  </p:oleObj>
                </mc:Choice>
                <mc:Fallback>
                  <p:oleObj name="Equation" r:id="rId13" imgW="838080" imgH="736560" progId="Equation.DSMT4">
                    <p:embed/>
                    <p:pic>
                      <p:nvPicPr>
                        <p:cNvPr id="13" name="Object 22">
                          <a:extLst>
                            <a:ext uri="{FF2B5EF4-FFF2-40B4-BE49-F238E27FC236}">
                              <a16:creationId xmlns:a16="http://schemas.microsoft.com/office/drawing/2014/main" id="{C1CCE266-030E-40DA-B656-7C6CB70D58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1175" y="3203302"/>
                          <a:ext cx="8382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副标题 2">
              <a:extLst>
                <a:ext uri="{FF2B5EF4-FFF2-40B4-BE49-F238E27FC236}">
                  <a16:creationId xmlns:a16="http://schemas.microsoft.com/office/drawing/2014/main" id="{24E45248-CE16-4337-831A-4501C6F9E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73" y="3325540"/>
              <a:ext cx="914400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只要          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22" name="Group 32">
            <a:extLst>
              <a:ext uri="{FF2B5EF4-FFF2-40B4-BE49-F238E27FC236}">
                <a16:creationId xmlns:a16="http://schemas.microsoft.com/office/drawing/2014/main" id="{7B91E389-CAD1-47EB-BEF8-6D454800D16E}"/>
              </a:ext>
            </a:extLst>
          </p:cNvPr>
          <p:cNvGrpSpPr>
            <a:grpSpLocks/>
          </p:cNvGrpSpPr>
          <p:nvPr/>
        </p:nvGrpSpPr>
        <p:grpSpPr bwMode="auto">
          <a:xfrm>
            <a:off x="1990030" y="3299553"/>
            <a:ext cx="2273301" cy="492125"/>
            <a:chOff x="144" y="3107"/>
            <a:chExt cx="1432" cy="310"/>
          </a:xfrm>
        </p:grpSpPr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C33D5FF1-78C0-475C-B919-56EC85E0EE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8419499"/>
                </p:ext>
              </p:extLst>
            </p:nvPr>
          </p:nvGraphicFramePr>
          <p:xfrm>
            <a:off x="616" y="3142"/>
            <a:ext cx="9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89" name="Equation" r:id="rId15" imgW="1523880" imgH="380880" progId="Equation.DSMT4">
                    <p:embed/>
                  </p:oleObj>
                </mc:Choice>
                <mc:Fallback>
                  <p:oleObj name="Equation" r:id="rId15" imgW="1523880" imgH="380880" progId="Equation.DSMT4">
                    <p:embed/>
                    <p:pic>
                      <p:nvPicPr>
                        <p:cNvPr id="15" name="Object 22">
                          <a:extLst>
                            <a:ext uri="{FF2B5EF4-FFF2-40B4-BE49-F238E27FC236}">
                              <a16:creationId xmlns:a16="http://schemas.microsoft.com/office/drawing/2014/main" id="{87C358BE-E2DE-49FD-8816-495BC3DFD4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" y="3142"/>
                          <a:ext cx="96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副标题 2">
              <a:extLst>
                <a:ext uri="{FF2B5EF4-FFF2-40B4-BE49-F238E27FC236}">
                  <a16:creationId xmlns:a16="http://schemas.microsoft.com/office/drawing/2014/main" id="{2D931613-1DCC-4916-8DBA-0E62BDB65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07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           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4E17676-C8DF-4A6D-9755-13EC69263B28}"/>
              </a:ext>
            </a:extLst>
          </p:cNvPr>
          <p:cNvGrpSpPr/>
          <p:nvPr/>
        </p:nvGrpSpPr>
        <p:grpSpPr>
          <a:xfrm>
            <a:off x="5895575" y="3166064"/>
            <a:ext cx="1821461" cy="736600"/>
            <a:chOff x="5895575" y="3166064"/>
            <a:chExt cx="1821461" cy="736600"/>
          </a:xfrm>
        </p:grpSpPr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1F5BEAEF-177D-4468-A9F8-0F9CF78F53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187086"/>
                </p:ext>
              </p:extLst>
            </p:nvPr>
          </p:nvGraphicFramePr>
          <p:xfrm>
            <a:off x="6005711" y="3166064"/>
            <a:ext cx="1711325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0" name="Equation" r:id="rId17" imgW="1714320" imgH="736560" progId="Equation.DSMT4">
                    <p:embed/>
                  </p:oleObj>
                </mc:Choice>
                <mc:Fallback>
                  <p:oleObj name="Equation" r:id="rId17" imgW="1714320" imgH="736560" progId="Equation.DSMT4">
                    <p:embed/>
                    <p:pic>
                      <p:nvPicPr>
                        <p:cNvPr id="27" name="Object 20">
                          <a:extLst>
                            <a:ext uri="{FF2B5EF4-FFF2-40B4-BE49-F238E27FC236}">
                              <a16:creationId xmlns:a16="http://schemas.microsoft.com/office/drawing/2014/main" id="{9A1EDEE9-DF9B-4324-AB02-574C6AD327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5711" y="3166064"/>
                          <a:ext cx="1711325" cy="7366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副标题 2">
              <a:extLst>
                <a:ext uri="{FF2B5EF4-FFF2-40B4-BE49-F238E27FC236}">
                  <a16:creationId xmlns:a16="http://schemas.microsoft.com/office/drawing/2014/main" id="{7854AA62-08D7-45EC-AA3D-974EE4ADB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5575" y="3288302"/>
              <a:ext cx="914400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即          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6370865-A9C0-4F19-88E6-BA0CE4393339}"/>
              </a:ext>
            </a:extLst>
          </p:cNvPr>
          <p:cNvGrpSpPr/>
          <p:nvPr/>
        </p:nvGrpSpPr>
        <p:grpSpPr>
          <a:xfrm>
            <a:off x="778531" y="3901603"/>
            <a:ext cx="2545299" cy="736600"/>
            <a:chOff x="778531" y="3901603"/>
            <a:chExt cx="2545299" cy="736600"/>
          </a:xfrm>
        </p:grpSpPr>
        <p:sp>
          <p:nvSpPr>
            <p:cNvPr id="26" name="副标题 2">
              <a:extLst>
                <a:ext uri="{FF2B5EF4-FFF2-40B4-BE49-F238E27FC236}">
                  <a16:creationId xmlns:a16="http://schemas.microsoft.com/office/drawing/2014/main" id="{29766E96-4F87-44CE-A42D-82FFF1410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531" y="4023841"/>
              <a:ext cx="914400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取          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8" name="Object 20">
              <a:extLst>
                <a:ext uri="{FF2B5EF4-FFF2-40B4-BE49-F238E27FC236}">
                  <a16:creationId xmlns:a16="http://schemas.microsoft.com/office/drawing/2014/main" id="{21ADAD41-F9FC-4141-B781-8535A2C296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440946"/>
                </p:ext>
              </p:extLst>
            </p:nvPr>
          </p:nvGraphicFramePr>
          <p:xfrm>
            <a:off x="1433117" y="3901603"/>
            <a:ext cx="1890713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1" name="Equation" r:id="rId19" imgW="2400120" imgH="736560" progId="Equation.DSMT4">
                    <p:embed/>
                  </p:oleObj>
                </mc:Choice>
                <mc:Fallback>
                  <p:oleObj name="Equation" r:id="rId19" imgW="2400120" imgH="736560" progId="Equation.DSMT4">
                    <p:embed/>
                    <p:pic>
                      <p:nvPicPr>
                        <p:cNvPr id="21" name="Object 20">
                          <a:extLst>
                            <a:ext uri="{FF2B5EF4-FFF2-40B4-BE49-F238E27FC236}">
                              <a16:creationId xmlns:a16="http://schemas.microsoft.com/office/drawing/2014/main" id="{1F5BEAEF-177D-4468-A9F8-0F9CF78F53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3117" y="3901603"/>
                          <a:ext cx="1890713" cy="7366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11EE912-51CB-49CA-A2DC-66C6DFFE50A5}"/>
              </a:ext>
            </a:extLst>
          </p:cNvPr>
          <p:cNvGrpSpPr/>
          <p:nvPr/>
        </p:nvGrpSpPr>
        <p:grpSpPr>
          <a:xfrm>
            <a:off x="3855482" y="4046619"/>
            <a:ext cx="4113327" cy="461665"/>
            <a:chOff x="3855482" y="4046619"/>
            <a:chExt cx="4113327" cy="461665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784CC694-26AE-49D6-A375-D9F23D5BC33F}"/>
                </a:ext>
              </a:extLst>
            </p:cNvPr>
            <p:cNvGrpSpPr/>
            <p:nvPr/>
          </p:nvGrpSpPr>
          <p:grpSpPr>
            <a:xfrm>
              <a:off x="3855482" y="4046619"/>
              <a:ext cx="2831718" cy="461665"/>
              <a:chOff x="4860032" y="2391271"/>
              <a:chExt cx="2831718" cy="461665"/>
            </a:xfrm>
          </p:grpSpPr>
          <p:sp>
            <p:nvSpPr>
              <p:cNvPr id="31" name="TextBox 42">
                <a:extLst>
                  <a:ext uri="{FF2B5EF4-FFF2-40B4-BE49-F238E27FC236}">
                    <a16:creationId xmlns:a16="http://schemas.microsoft.com/office/drawing/2014/main" id="{07F1CFC9-36BF-49C4-997D-2448F20F5F49}"/>
                  </a:ext>
                </a:extLst>
              </p:cNvPr>
              <p:cNvSpPr txBox="1"/>
              <p:nvPr/>
            </p:nvSpPr>
            <p:spPr>
              <a:xfrm>
                <a:off x="4860032" y="2391271"/>
                <a:ext cx="28317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则当     时，有</a:t>
                </a:r>
                <a:endParaRPr lang="zh-CN" altLang="en-US" sz="2400" b="1" dirty="0">
                  <a:latin typeface="+mn-ea"/>
                </a:endParaRPr>
              </a:p>
            </p:txBody>
          </p:sp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E65F5029-43A3-45C8-90C2-F7F9B3A261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5207321"/>
                  </p:ext>
                </p:extLst>
              </p:nvPr>
            </p:nvGraphicFramePr>
            <p:xfrm>
              <a:off x="5593818" y="2519334"/>
              <a:ext cx="749160" cy="279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492" name="Equation" r:id="rId21" imgW="749160" imgH="279360" progId="Equation.DSMT4">
                      <p:embed/>
                    </p:oleObj>
                  </mc:Choice>
                  <mc:Fallback>
                    <p:oleObj name="Equation" r:id="rId21" imgW="749160" imgH="27936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A06E4D07-6831-4F50-A652-0CADB881C74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93818" y="2519334"/>
                            <a:ext cx="749160" cy="2793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" name="Object 22">
              <a:extLst>
                <a:ext uri="{FF2B5EF4-FFF2-40B4-BE49-F238E27FC236}">
                  <a16:creationId xmlns:a16="http://schemas.microsoft.com/office/drawing/2014/main" id="{CB0423B7-D6BA-436B-B729-1B97A0F44D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7082351"/>
                </p:ext>
              </p:extLst>
            </p:nvPr>
          </p:nvGraphicFramePr>
          <p:xfrm>
            <a:off x="6457509" y="4090930"/>
            <a:ext cx="1511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93" name="Equation" r:id="rId23" imgW="1511280" imgH="380880" progId="Equation.DSMT4">
                    <p:embed/>
                  </p:oleObj>
                </mc:Choice>
                <mc:Fallback>
                  <p:oleObj name="Equation" r:id="rId23" imgW="1511280" imgH="380880" progId="Equation.DSMT4">
                    <p:embed/>
                    <p:pic>
                      <p:nvPicPr>
                        <p:cNvPr id="22" name="Object 22">
                          <a:extLst>
                            <a:ext uri="{FF2B5EF4-FFF2-40B4-BE49-F238E27FC236}">
                              <a16:creationId xmlns:a16="http://schemas.microsoft.com/office/drawing/2014/main" id="{2C7C9D7E-9152-4F1A-A626-7EA0D7ABD1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7509" y="4090930"/>
                          <a:ext cx="15113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星形: 五角 28">
            <a:extLst>
              <a:ext uri="{FF2B5EF4-FFF2-40B4-BE49-F238E27FC236}">
                <a16:creationId xmlns:a16="http://schemas.microsoft.com/office/drawing/2014/main" id="{815D4B72-6C06-44E5-97FB-B1C5128FE98B}"/>
              </a:ext>
            </a:extLst>
          </p:cNvPr>
          <p:cNvSpPr/>
          <p:nvPr/>
        </p:nvSpPr>
        <p:spPr>
          <a:xfrm>
            <a:off x="539079" y="657796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19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DC74C3-6226-470A-9BB2-D958F9BAFEE4}"/>
              </a:ext>
            </a:extLst>
          </p:cNvPr>
          <p:cNvSpPr txBox="1"/>
          <p:nvPr/>
        </p:nvSpPr>
        <p:spPr>
          <a:xfrm>
            <a:off x="1070224" y="309240"/>
            <a:ext cx="169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5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D7AB16F-B32B-4D77-8ECC-8592A2BD2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537799"/>
              </p:ext>
            </p:extLst>
          </p:nvPr>
        </p:nvGraphicFramePr>
        <p:xfrm>
          <a:off x="1763688" y="339502"/>
          <a:ext cx="528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0" name="Equation" r:id="rId3" imgW="5283000" imgH="431640" progId="Equation.DSMT4">
                  <p:embed/>
                </p:oleObj>
              </mc:Choice>
              <mc:Fallback>
                <p:oleObj name="Equation" r:id="rId3" imgW="528300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D7AB16F-B32B-4D77-8ECC-8592A2BD2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339502"/>
                        <a:ext cx="5283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>
            <a:extLst>
              <a:ext uri="{FF2B5EF4-FFF2-40B4-BE49-F238E27FC236}">
                <a16:creationId xmlns:a16="http://schemas.microsoft.com/office/drawing/2014/main" id="{8F80D72A-DF8E-4F60-9D75-5DA4111E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700" y="1047030"/>
            <a:ext cx="1226986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1C860F16-E372-466E-920D-511700D02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232049"/>
              </p:ext>
            </p:extLst>
          </p:nvPr>
        </p:nvGraphicFramePr>
        <p:xfrm>
          <a:off x="1689697" y="1167468"/>
          <a:ext cx="10285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1" name="Equation" r:id="rId5" imgW="1028520" imgH="342720" progId="Equation.DSMT4">
                  <p:embed/>
                </p:oleObj>
              </mc:Choice>
              <mc:Fallback>
                <p:oleObj name="Equation" r:id="rId5" imgW="1028520" imgH="342720" progId="Equation.DSMT4">
                  <p:embed/>
                  <p:pic>
                    <p:nvPicPr>
                      <p:cNvPr id="28" name="Object 11">
                        <a:extLst>
                          <a:ext uri="{FF2B5EF4-FFF2-40B4-BE49-F238E27FC236}">
                            <a16:creationId xmlns:a16="http://schemas.microsoft.com/office/drawing/2014/main" id="{1C860F16-E372-466E-920D-511700D02E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697" y="1167468"/>
                        <a:ext cx="10285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2">
            <a:extLst>
              <a:ext uri="{FF2B5EF4-FFF2-40B4-BE49-F238E27FC236}">
                <a16:creationId xmlns:a16="http://schemas.microsoft.com/office/drawing/2014/main" id="{EDC14363-3233-4B26-BA92-C2A7F99FDCA8}"/>
              </a:ext>
            </a:extLst>
          </p:cNvPr>
          <p:cNvGrpSpPr>
            <a:grpSpLocks/>
          </p:cNvGrpSpPr>
          <p:nvPr/>
        </p:nvGrpSpPr>
        <p:grpSpPr bwMode="auto">
          <a:xfrm>
            <a:off x="2766496" y="1047030"/>
            <a:ext cx="2360613" cy="492125"/>
            <a:chOff x="144" y="3107"/>
            <a:chExt cx="1487" cy="310"/>
          </a:xfrm>
        </p:grpSpPr>
        <p:graphicFrame>
          <p:nvGraphicFramePr>
            <p:cNvPr id="7" name="Object 22">
              <a:extLst>
                <a:ext uri="{FF2B5EF4-FFF2-40B4-BE49-F238E27FC236}">
                  <a16:creationId xmlns:a16="http://schemas.microsoft.com/office/drawing/2014/main" id="{614A19AB-C5A8-4D6C-848C-406610AE9C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988394"/>
                </p:ext>
              </p:extLst>
            </p:nvPr>
          </p:nvGraphicFramePr>
          <p:xfrm>
            <a:off x="639" y="3110"/>
            <a:ext cx="9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12" name="Equation" r:id="rId7" imgW="1574640" imgH="431640" progId="Equation.DSMT4">
                    <p:embed/>
                  </p:oleObj>
                </mc:Choice>
                <mc:Fallback>
                  <p:oleObj name="Equation" r:id="rId7" imgW="1574640" imgH="431640" progId="Equation.DSMT4">
                    <p:embed/>
                    <p:pic>
                      <p:nvPicPr>
                        <p:cNvPr id="30" name="Object 22">
                          <a:extLst>
                            <a:ext uri="{FF2B5EF4-FFF2-40B4-BE49-F238E27FC236}">
                              <a16:creationId xmlns:a16="http://schemas.microsoft.com/office/drawing/2014/main" id="{614A19AB-C5A8-4D6C-848C-406610AE9C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" y="3110"/>
                          <a:ext cx="9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副标题 2">
              <a:extLst>
                <a:ext uri="{FF2B5EF4-FFF2-40B4-BE49-F238E27FC236}">
                  <a16:creationId xmlns:a16="http://schemas.microsoft.com/office/drawing/2014/main" id="{0BF20FFC-604F-4E3C-AE2F-BB4115509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07"/>
              <a:ext cx="57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+mn-ea"/>
                </a:rPr>
                <a:t>要使</a:t>
              </a:r>
            </a:p>
            <a:p>
              <a:pPr>
                <a:spcBef>
                  <a:spcPct val="20000"/>
                </a:spcBef>
              </a:pP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C33B51A-52DC-4D56-8A01-F85F98C73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191580"/>
              </p:ext>
            </p:extLst>
          </p:nvPr>
        </p:nvGraphicFramePr>
        <p:xfrm>
          <a:off x="5252740" y="1072356"/>
          <a:ext cx="3162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3" name="Equation" r:id="rId9" imgW="3162240" imgH="444240" progId="Equation.DSMT4">
                  <p:embed/>
                </p:oleObj>
              </mc:Choice>
              <mc:Fallback>
                <p:oleObj name="Equation" r:id="rId9" imgW="3162240" imgH="4442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C33B51A-52DC-4D56-8A01-F85F98C73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52740" y="1072356"/>
                        <a:ext cx="31623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6BDFF3C-A065-4C37-B39A-D636B2A8DE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710688"/>
              </p:ext>
            </p:extLst>
          </p:nvPr>
        </p:nvGraphicFramePr>
        <p:xfrm>
          <a:off x="638176" y="1748631"/>
          <a:ext cx="581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4" name="Equation" r:id="rId11" imgW="5816520" imgH="736560" progId="Equation.DSMT4">
                  <p:embed/>
                </p:oleObj>
              </mc:Choice>
              <mc:Fallback>
                <p:oleObj name="Equation" r:id="rId11" imgW="5816520" imgH="736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D6BDFF3C-A065-4C37-B39A-D636B2A8DE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8176" y="1748631"/>
                        <a:ext cx="581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50EEFD1-F4D6-43E2-B7C4-F31FA4EC0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936731"/>
              </p:ext>
            </p:extLst>
          </p:nvPr>
        </p:nvGraphicFramePr>
        <p:xfrm>
          <a:off x="6542832" y="1944464"/>
          <a:ext cx="123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5" name="Equation" r:id="rId13" imgW="1231560" imgH="380880" progId="Equation.DSMT4">
                  <p:embed/>
                </p:oleObj>
              </mc:Choice>
              <mc:Fallback>
                <p:oleObj name="Equation" r:id="rId13" imgW="123156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150EEFD1-F4D6-43E2-B7C4-F31FA4EC0E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42832" y="1944464"/>
                        <a:ext cx="1231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A5CF987-A03B-4687-B44E-057F74414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502573"/>
              </p:ext>
            </p:extLst>
          </p:nvPr>
        </p:nvGraphicFramePr>
        <p:xfrm>
          <a:off x="638176" y="2685256"/>
          <a:ext cx="367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6" name="Equation" r:id="rId15" imgW="3670200" imgH="736560" progId="Equation.DSMT4">
                  <p:embed/>
                </p:oleObj>
              </mc:Choice>
              <mc:Fallback>
                <p:oleObj name="Equation" r:id="rId15" imgW="3670200" imgH="7365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1A5CF987-A03B-4687-B44E-057F744141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8176" y="2685256"/>
                        <a:ext cx="367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AA32750-8AB5-49A3-BB09-BF4DD31B04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30484"/>
              </p:ext>
            </p:extLst>
          </p:nvPr>
        </p:nvGraphicFramePr>
        <p:xfrm>
          <a:off x="4382592" y="2685256"/>
          <a:ext cx="246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7" name="Equation" r:id="rId17" imgW="2463480" imgH="736560" progId="Equation.DSMT4">
                  <p:embed/>
                </p:oleObj>
              </mc:Choice>
              <mc:Fallback>
                <p:oleObj name="Equation" r:id="rId17" imgW="2463480" imgH="73656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1AA32750-8AB5-49A3-BB09-BF4DD31B0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82592" y="2685256"/>
                        <a:ext cx="246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7BB88BB-52C4-44E5-B1EE-5A26A6C83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760108"/>
              </p:ext>
            </p:extLst>
          </p:nvPr>
        </p:nvGraphicFramePr>
        <p:xfrm>
          <a:off x="6974880" y="2685504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8" name="Equation" r:id="rId19" imgW="1523880" imgH="736560" progId="Equation.DSMT4">
                  <p:embed/>
                </p:oleObj>
              </mc:Choice>
              <mc:Fallback>
                <p:oleObj name="Equation" r:id="rId19" imgW="1523880" imgH="73656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47BB88BB-52C4-44E5-B1EE-5A26A6C837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74880" y="2685504"/>
                        <a:ext cx="1524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CDACC52-996B-4130-8BE2-2572C69991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022444"/>
              </p:ext>
            </p:extLst>
          </p:nvPr>
        </p:nvGraphicFramePr>
        <p:xfrm>
          <a:off x="637703" y="3672904"/>
          <a:ext cx="1917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9" name="Equation" r:id="rId21" imgW="1917360" imgH="812520" progId="Equation.DSMT4">
                  <p:embed/>
                </p:oleObj>
              </mc:Choice>
              <mc:Fallback>
                <p:oleObj name="Equation" r:id="rId21" imgW="1917360" imgH="8125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CDACC52-996B-4130-8BE2-2572C6999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7703" y="3672904"/>
                        <a:ext cx="1917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EDE67B57-AE17-4127-A153-552FC9F570A8}"/>
              </a:ext>
            </a:extLst>
          </p:cNvPr>
          <p:cNvGrpSpPr/>
          <p:nvPr/>
        </p:nvGrpSpPr>
        <p:grpSpPr>
          <a:xfrm>
            <a:off x="2510384" y="3816920"/>
            <a:ext cx="2831718" cy="461665"/>
            <a:chOff x="4860032" y="2391271"/>
            <a:chExt cx="2831718" cy="461665"/>
          </a:xfrm>
        </p:grpSpPr>
        <p:sp>
          <p:nvSpPr>
            <p:cNvPr id="17" name="TextBox 42">
              <a:extLst>
                <a:ext uri="{FF2B5EF4-FFF2-40B4-BE49-F238E27FC236}">
                  <a16:creationId xmlns:a16="http://schemas.microsoft.com/office/drawing/2014/main" id="{66AA36A3-9678-4E90-BC54-E4EACECF9A51}"/>
                </a:ext>
              </a:extLst>
            </p:cNvPr>
            <p:cNvSpPr txBox="1"/>
            <p:nvPr/>
          </p:nvSpPr>
          <p:spPr>
            <a:xfrm>
              <a:off x="4860032" y="2391271"/>
              <a:ext cx="28317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则当     时，有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E03AFD3-ECEC-40AC-8C8D-738BAB4224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4378037"/>
                </p:ext>
              </p:extLst>
            </p:nvPr>
          </p:nvGraphicFramePr>
          <p:xfrm>
            <a:off x="5590293" y="2481934"/>
            <a:ext cx="74916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20" name="Equation" r:id="rId23" imgW="749160" imgH="279360" progId="Equation.DSMT4">
                    <p:embed/>
                  </p:oleObj>
                </mc:Choice>
                <mc:Fallback>
                  <p:oleObj name="Equation" r:id="rId23" imgW="749160" imgH="27936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8E03AFD3-ECEC-40AC-8C8D-738BAB4224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0293" y="2481934"/>
                          <a:ext cx="749160" cy="279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2">
            <a:extLst>
              <a:ext uri="{FF2B5EF4-FFF2-40B4-BE49-F238E27FC236}">
                <a16:creationId xmlns:a16="http://schemas.microsoft.com/office/drawing/2014/main" id="{AE614039-AFCC-48D8-A5D4-0654DD31F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096844"/>
              </p:ext>
            </p:extLst>
          </p:nvPr>
        </p:nvGraphicFramePr>
        <p:xfrm>
          <a:off x="4958656" y="3837632"/>
          <a:ext cx="156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21" name="Equation" r:id="rId25" imgW="1562040" imgH="431640" progId="Equation.DSMT4">
                  <p:embed/>
                </p:oleObj>
              </mc:Choice>
              <mc:Fallback>
                <p:oleObj name="Equation" r:id="rId25" imgW="1562040" imgH="431640" progId="Equation.DSMT4">
                  <p:embed/>
                  <p:pic>
                    <p:nvPicPr>
                      <p:cNvPr id="38" name="Object 22">
                        <a:extLst>
                          <a:ext uri="{FF2B5EF4-FFF2-40B4-BE49-F238E27FC236}">
                            <a16:creationId xmlns:a16="http://schemas.microsoft.com/office/drawing/2014/main" id="{AE614039-AFCC-48D8-A5D4-0654DD31F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8656" y="3837632"/>
                        <a:ext cx="1562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0FFCB3C-5BCD-42AC-AB77-BC37E089A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949514"/>
              </p:ext>
            </p:extLst>
          </p:nvPr>
        </p:nvGraphicFramePr>
        <p:xfrm>
          <a:off x="6726734" y="3837632"/>
          <a:ext cx="1752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22" name="Equation" r:id="rId27" imgW="1752480" imgH="545760" progId="Equation.DSMT4">
                  <p:embed/>
                </p:oleObj>
              </mc:Choice>
              <mc:Fallback>
                <p:oleObj name="Equation" r:id="rId27" imgW="1752480" imgH="54576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20FFCB3C-5BCD-42AC-AB77-BC37E089A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734" y="3837632"/>
                        <a:ext cx="17526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24">
            <a:extLst>
              <a:ext uri="{FF2B5EF4-FFF2-40B4-BE49-F238E27FC236}">
                <a16:creationId xmlns:a16="http://schemas.microsoft.com/office/drawing/2014/main" id="{BBF4C5AA-6F49-4C09-A67C-E394C038B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9697" y="1533997"/>
            <a:ext cx="3312368" cy="81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BBF4C5AA-6F49-4C09-A67C-E394C038B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6964" y="3421856"/>
            <a:ext cx="3985840" cy="3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21DD996F-682F-4827-8426-6F8200B168F0}"/>
              </a:ext>
            </a:extLst>
          </p:cNvPr>
          <p:cNvSpPr/>
          <p:nvPr/>
        </p:nvSpPr>
        <p:spPr>
          <a:xfrm>
            <a:off x="637703" y="339502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67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1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1012469" y="568133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、收敛数列的性质</a:t>
            </a:r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1043608" y="1275606"/>
            <a:ext cx="8064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定理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（极限的唯一性）</a:t>
            </a:r>
            <a:r>
              <a:rPr kumimoji="1" lang="zh-CN" altLang="en-US" sz="2400" b="1" dirty="0">
                <a:latin typeface="+mn-ea"/>
              </a:rPr>
              <a:t>若数列收敛，则极限唯一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27042" y="1960364"/>
            <a:ext cx="10937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分析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492069"/>
              </p:ext>
            </p:extLst>
          </p:nvPr>
        </p:nvGraphicFramePr>
        <p:xfrm>
          <a:off x="1835696" y="2027238"/>
          <a:ext cx="48450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25" name="Equation" r:id="rId4" imgW="4851360" imgH="495000" progId="Equation.DSMT4">
                  <p:embed/>
                </p:oleObj>
              </mc:Choice>
              <mc:Fallback>
                <p:oleObj name="Equation" r:id="rId4" imgW="4851360" imgH="495000" progId="Equation.DSMT4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027238"/>
                        <a:ext cx="4845050" cy="495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228596" y="3724277"/>
            <a:ext cx="6848554" cy="1071015"/>
            <a:chOff x="787687" y="3723878"/>
            <a:chExt cx="6848554" cy="1071015"/>
          </a:xfrm>
        </p:grpSpPr>
        <p:sp>
          <p:nvSpPr>
            <p:cNvPr id="18" name="矩形: 圆角 47">
              <a:extLst>
                <a:ext uri="{FF2B5EF4-FFF2-40B4-BE49-F238E27FC236}">
                  <a16:creationId xmlns:a16="http://schemas.microsoft.com/office/drawing/2014/main" id="{7CCE4B56-513B-47B1-BF6A-EBAE9352450E}"/>
                </a:ext>
              </a:extLst>
            </p:cNvPr>
            <p:cNvSpPr/>
            <p:nvPr/>
          </p:nvSpPr>
          <p:spPr>
            <a:xfrm>
              <a:off x="787687" y="3723878"/>
              <a:ext cx="6848554" cy="1071015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 dirty="0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9F8BDD5-9591-4E69-8249-A781C96347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6561204"/>
                </p:ext>
              </p:extLst>
            </p:nvPr>
          </p:nvGraphicFramePr>
          <p:xfrm>
            <a:off x="4624444" y="3842011"/>
            <a:ext cx="1003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26" name="Equation" r:id="rId6" imgW="1002960" imgH="279360" progId="Equation.DSMT4">
                    <p:embed/>
                  </p:oleObj>
                </mc:Choice>
                <mc:Fallback>
                  <p:oleObj name="Equation" r:id="rId6" imgW="1002960" imgH="2793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A9F8BDD5-9591-4E69-8249-A781C96347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4444" y="3842011"/>
                          <a:ext cx="10033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DF59251-575E-4F31-98F2-B3519759C3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720182"/>
                </p:ext>
              </p:extLst>
            </p:nvPr>
          </p:nvGraphicFramePr>
          <p:xfrm>
            <a:off x="2803911" y="3790218"/>
            <a:ext cx="1682750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27" name="Equation" r:id="rId8" imgW="1600200" imgH="482400" progId="Equation.DSMT4">
                    <p:embed/>
                  </p:oleObj>
                </mc:Choice>
                <mc:Fallback>
                  <p:oleObj name="Equation" r:id="rId8" imgW="1600200" imgH="4824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DF59251-575E-4F31-98F2-B3519759C3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3911" y="3790218"/>
                          <a:ext cx="1682750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54A8A943-8CAB-476B-8602-284C38FD9B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2018957"/>
                </p:ext>
              </p:extLst>
            </p:nvPr>
          </p:nvGraphicFramePr>
          <p:xfrm>
            <a:off x="4918629" y="4350990"/>
            <a:ext cx="1473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28" name="Equation" r:id="rId10" imgW="1473120" imgH="380880" progId="Equation.DSMT4">
                    <p:embed/>
                  </p:oleObj>
                </mc:Choice>
                <mc:Fallback>
                  <p:oleObj name="Equation" r:id="rId10" imgW="1473120" imgH="3808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54A8A943-8CAB-476B-8602-284C38FD9B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8629" y="4350990"/>
                          <a:ext cx="14732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3AE34C5-51FF-47AE-8F0D-4D3C1F97523C}"/>
                </a:ext>
              </a:extLst>
            </p:cNvPr>
            <p:cNvGrpSpPr/>
            <p:nvPr/>
          </p:nvGrpSpPr>
          <p:grpSpPr>
            <a:xfrm>
              <a:off x="5739688" y="3757164"/>
              <a:ext cx="1563854" cy="461665"/>
              <a:chOff x="13268417" y="849949"/>
              <a:chExt cx="1563854" cy="461665"/>
            </a:xfrm>
          </p:grpSpPr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A7C3EAC9-A71B-4AD2-919D-4BC890F200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9535004"/>
                  </p:ext>
                </p:extLst>
              </p:nvPr>
            </p:nvGraphicFramePr>
            <p:xfrm>
              <a:off x="14413171" y="967674"/>
              <a:ext cx="4191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429" name="Equation" r:id="rId12" imgW="419040" imgH="266400" progId="Equation.DSMT4">
                      <p:embed/>
                    </p:oleObj>
                  </mc:Choice>
                  <mc:Fallback>
                    <p:oleObj name="Equation" r:id="rId12" imgW="419040" imgH="26640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A7C3EAC9-A71B-4AD2-919D-4BC890F200F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13171" y="967674"/>
                            <a:ext cx="4191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TextBox 47">
                <a:extLst>
                  <a:ext uri="{FF2B5EF4-FFF2-40B4-BE49-F238E27FC236}">
                    <a16:creationId xmlns:a16="http://schemas.microsoft.com/office/drawing/2014/main" id="{67177960-E4F8-4E26-B095-1829483D1012}"/>
                  </a:ext>
                </a:extLst>
              </p:cNvPr>
              <p:cNvSpPr txBox="1"/>
              <p:nvPr/>
            </p:nvSpPr>
            <p:spPr>
              <a:xfrm>
                <a:off x="13384317" y="84994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正整数</a:t>
                </a:r>
              </a:p>
            </p:txBody>
          </p:sp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B06DB6FC-2E1B-484D-93F3-D70359651C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36391393"/>
                  </p:ext>
                </p:extLst>
              </p:nvPr>
            </p:nvGraphicFramePr>
            <p:xfrm>
              <a:off x="13268417" y="958270"/>
              <a:ext cx="190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430" name="Equation" r:id="rId14" imgW="190440" imgH="253800" progId="Equation.DSMT4">
                      <p:embed/>
                    </p:oleObj>
                  </mc:Choice>
                  <mc:Fallback>
                    <p:oleObj name="Equation" r:id="rId14" imgW="190440" imgH="25380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B06DB6FC-2E1B-484D-93F3-D70359651CC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268417" y="958270"/>
                            <a:ext cx="190500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E5F7F26-8543-4BCD-AFF5-8D78AA9DDE01}"/>
                </a:ext>
              </a:extLst>
            </p:cNvPr>
            <p:cNvGrpSpPr/>
            <p:nvPr/>
          </p:nvGrpSpPr>
          <p:grpSpPr>
            <a:xfrm>
              <a:off x="2684467" y="4333228"/>
              <a:ext cx="2016224" cy="461665"/>
              <a:chOff x="7692916" y="1599646"/>
              <a:chExt cx="2016224" cy="461665"/>
            </a:xfrm>
          </p:grpSpPr>
          <p:sp>
            <p:nvSpPr>
              <p:cNvPr id="28" name="TextBox 50">
                <a:extLst>
                  <a:ext uri="{FF2B5EF4-FFF2-40B4-BE49-F238E27FC236}">
                    <a16:creationId xmlns:a16="http://schemas.microsoft.com/office/drawing/2014/main" id="{B352F2D4-0920-4929-A187-37CBAC71F4A0}"/>
                  </a:ext>
                </a:extLst>
              </p:cNvPr>
              <p:cNvSpPr txBox="1"/>
              <p:nvPr/>
            </p:nvSpPr>
            <p:spPr>
              <a:xfrm>
                <a:off x="7692916" y="1599646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当            时，</a:t>
                </a:r>
              </a:p>
            </p:txBody>
          </p: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AC315CF6-C4A9-452F-BC1A-B073D63198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7599070"/>
                  </p:ext>
                </p:extLst>
              </p:nvPr>
            </p:nvGraphicFramePr>
            <p:xfrm>
              <a:off x="8171805" y="1710607"/>
              <a:ext cx="676275" cy="247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431" name="Equation" r:id="rId16" imgW="749160" imgH="266400" progId="Equation.DSMT4">
                      <p:embed/>
                    </p:oleObj>
                  </mc:Choice>
                  <mc:Fallback>
                    <p:oleObj name="Equation" r:id="rId16" imgW="749160" imgH="26640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AC315CF6-C4A9-452F-BC1A-B073D63198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71805" y="1710607"/>
                            <a:ext cx="676275" cy="2476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DB342891-88C6-4EEE-BF90-E559D192F793}"/>
                </a:ext>
              </a:extLst>
            </p:cNvPr>
            <p:cNvSpPr txBox="1"/>
            <p:nvPr/>
          </p:nvSpPr>
          <p:spPr>
            <a:xfrm>
              <a:off x="4439163" y="4323482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有</a:t>
              </a: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D0D044D-DE9C-49F6-8307-8D8B2E3E30BB}"/>
                </a:ext>
              </a:extLst>
            </p:cNvPr>
            <p:cNvGrpSpPr/>
            <p:nvPr/>
          </p:nvGrpSpPr>
          <p:grpSpPr>
            <a:xfrm>
              <a:off x="1095532" y="3973458"/>
              <a:ext cx="1763014" cy="461665"/>
              <a:chOff x="7112093" y="1144634"/>
              <a:chExt cx="1763014" cy="461665"/>
            </a:xfrm>
          </p:grpSpPr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C1F8CB07-0FF5-40E3-B69F-AF4BF9231D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1919386"/>
                  </p:ext>
                </p:extLst>
              </p:nvPr>
            </p:nvGraphicFramePr>
            <p:xfrm>
              <a:off x="7112093" y="1255094"/>
              <a:ext cx="757237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432" name="Equation" r:id="rId18" imgW="723600" imgH="266400" progId="Equation.DSMT4">
                      <p:embed/>
                    </p:oleObj>
                  </mc:Choice>
                  <mc:Fallback>
                    <p:oleObj name="Equation" r:id="rId18" imgW="723600" imgH="26640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C1F8CB07-0FF5-40E3-B69F-AF4BF9231DD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12093" y="1255094"/>
                            <a:ext cx="757237" cy="265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" name="TextBox 53">
                <a:extLst>
                  <a:ext uri="{FF2B5EF4-FFF2-40B4-BE49-F238E27FC236}">
                    <a16:creationId xmlns:a16="http://schemas.microsoft.com/office/drawing/2014/main" id="{22819A48-D6C3-4DFA-BCB8-2614C7115463}"/>
                  </a:ext>
                </a:extLst>
              </p:cNvPr>
              <p:cNvSpPr txBox="1"/>
              <p:nvPr/>
            </p:nvSpPr>
            <p:spPr>
              <a:xfrm>
                <a:off x="7794987" y="1144634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</a:rPr>
                  <a:t>定义</a:t>
                </a:r>
              </a:p>
            </p:txBody>
          </p:sp>
        </p:grpSp>
      </p:grpSp>
      <p:sp>
        <p:nvSpPr>
          <p:cNvPr id="34" name="文本框 33"/>
          <p:cNvSpPr txBox="1"/>
          <p:nvPr/>
        </p:nvSpPr>
        <p:spPr>
          <a:xfrm>
            <a:off x="6732240" y="1923678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推出矛盾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FA9A52C-0824-4AB9-87FE-C5DDD9341194}"/>
              </a:ext>
            </a:extLst>
          </p:cNvPr>
          <p:cNvGrpSpPr/>
          <p:nvPr/>
        </p:nvGrpSpPr>
        <p:grpSpPr>
          <a:xfrm>
            <a:off x="1204771" y="3003798"/>
            <a:ext cx="6967629" cy="432048"/>
            <a:chOff x="792352" y="3003798"/>
            <a:chExt cx="6967629" cy="432048"/>
          </a:xfrm>
        </p:grpSpPr>
        <p:sp>
          <p:nvSpPr>
            <p:cNvPr id="7" name="Line 20">
              <a:extLst>
                <a:ext uri="{FF2B5EF4-FFF2-40B4-BE49-F238E27FC236}">
                  <a16:creationId xmlns:a16="http://schemas.microsoft.com/office/drawing/2014/main" id="{8250F89B-166B-4AB4-B46F-7074B6512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352" y="3075236"/>
              <a:ext cx="6948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8" name="Line 24">
              <a:extLst>
                <a:ext uri="{FF2B5EF4-FFF2-40B4-BE49-F238E27FC236}">
                  <a16:creationId xmlns:a16="http://schemas.microsoft.com/office/drawing/2014/main" id="{96655754-3EB4-486A-BEEF-D0B07C6CC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680" y="300379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F674DEF2-AE55-4FF8-95FF-C43139E87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144" y="3003798"/>
              <a:ext cx="0" cy="144463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2" name="Object 31">
              <a:extLst>
                <a:ext uri="{FF2B5EF4-FFF2-40B4-BE49-F238E27FC236}">
                  <a16:creationId xmlns:a16="http://schemas.microsoft.com/office/drawing/2014/main" id="{21D168F8-8C66-477F-A75A-E3CBB54B24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0249163"/>
                </p:ext>
              </p:extLst>
            </p:nvPr>
          </p:nvGraphicFramePr>
          <p:xfrm>
            <a:off x="2120768" y="3245406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33" name="Equation" r:id="rId20" imgW="177480" imgH="190440" progId="Equation.DSMT4">
                    <p:embed/>
                  </p:oleObj>
                </mc:Choice>
                <mc:Fallback>
                  <p:oleObj name="Equation" r:id="rId20" imgW="177480" imgH="190440" progId="Equation.DSMT4">
                    <p:embed/>
                    <p:pic>
                      <p:nvPicPr>
                        <p:cNvPr id="30" name="Object 31">
                          <a:extLst>
                            <a:ext uri="{FF2B5EF4-FFF2-40B4-BE49-F238E27FC236}">
                              <a16:creationId xmlns:a16="http://schemas.microsoft.com/office/drawing/2014/main" id="{21D168F8-8C66-477F-A75A-E3CBB54B24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768" y="3245406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32">
              <a:extLst>
                <a:ext uri="{FF2B5EF4-FFF2-40B4-BE49-F238E27FC236}">
                  <a16:creationId xmlns:a16="http://schemas.microsoft.com/office/drawing/2014/main" id="{4C09DFD1-294F-4E07-9D87-F201FDBE13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442121"/>
                </p:ext>
              </p:extLst>
            </p:nvPr>
          </p:nvGraphicFramePr>
          <p:xfrm>
            <a:off x="6297930" y="3194546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34" name="Equation" r:id="rId22" imgW="164880" imgH="241200" progId="Equation.DSMT4">
                    <p:embed/>
                  </p:oleObj>
                </mc:Choice>
                <mc:Fallback>
                  <p:oleObj name="Equation" r:id="rId22" imgW="164880" imgH="241200" progId="Equation.DSMT4">
                    <p:embed/>
                    <p:pic>
                      <p:nvPicPr>
                        <p:cNvPr id="31" name="Object 32">
                          <a:extLst>
                            <a:ext uri="{FF2B5EF4-FFF2-40B4-BE49-F238E27FC236}">
                              <a16:creationId xmlns:a16="http://schemas.microsoft.com/office/drawing/2014/main" id="{4C09DFD1-294F-4E07-9D87-F201FDBE13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7930" y="3194546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DF419AF-52D6-4C46-BC29-522E5C82C7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7321302"/>
                </p:ext>
              </p:extLst>
            </p:nvPr>
          </p:nvGraphicFramePr>
          <p:xfrm>
            <a:off x="7569481" y="3227314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35" name="Equation" r:id="rId24" imgW="4572000" imgH="4572000" progId="Equation.DSMT4">
                    <p:embed/>
                  </p:oleObj>
                </mc:Choice>
                <mc:Fallback>
                  <p:oleObj name="Equation" r:id="rId24" imgW="4572000" imgH="45720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CDF419AF-52D6-4C46-BC29-522E5C82C7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9481" y="3227314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34">
              <a:extLst>
                <a:ext uri="{FF2B5EF4-FFF2-40B4-BE49-F238E27FC236}">
                  <a16:creationId xmlns:a16="http://schemas.microsoft.com/office/drawing/2014/main" id="{4C1D1AED-515B-4236-9006-F95B57777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898" y="3014170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1F0AE6E5-85DA-42FD-AC6B-4A66A8321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6480" y="3010630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" name="弧形 16">
            <a:extLst>
              <a:ext uri="{FF2B5EF4-FFF2-40B4-BE49-F238E27FC236}">
                <a16:creationId xmlns:a16="http://schemas.microsoft.com/office/drawing/2014/main" id="{89CFD42E-A125-4129-96DF-E721B0F85A5F}"/>
              </a:ext>
            </a:extLst>
          </p:cNvPr>
          <p:cNvSpPr/>
          <p:nvPr/>
        </p:nvSpPr>
        <p:spPr>
          <a:xfrm rot="2691643">
            <a:off x="3143063" y="2883224"/>
            <a:ext cx="360021" cy="356965"/>
          </a:xfrm>
          <a:prstGeom prst="arc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A92B28C-D1EA-49DB-B29C-61BA6E70AA64}"/>
              </a:ext>
            </a:extLst>
          </p:cNvPr>
          <p:cNvSpPr/>
          <p:nvPr/>
        </p:nvSpPr>
        <p:spPr>
          <a:xfrm rot="13500000">
            <a:off x="1749821" y="2896753"/>
            <a:ext cx="360021" cy="356965"/>
          </a:xfrm>
          <a:prstGeom prst="arc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6D64608C-CB5D-4FDE-9642-29F0016D32C6}"/>
              </a:ext>
            </a:extLst>
          </p:cNvPr>
          <p:cNvSpPr/>
          <p:nvPr/>
        </p:nvSpPr>
        <p:spPr>
          <a:xfrm rot="2691643">
            <a:off x="7264613" y="2892091"/>
            <a:ext cx="360021" cy="356965"/>
          </a:xfrm>
          <a:prstGeom prst="arc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058CF738-BFA2-4D42-B105-8BFE341BDDEA}"/>
              </a:ext>
            </a:extLst>
          </p:cNvPr>
          <p:cNvSpPr/>
          <p:nvPr/>
        </p:nvSpPr>
        <p:spPr>
          <a:xfrm rot="13500000">
            <a:off x="5871371" y="2905620"/>
            <a:ext cx="360021" cy="356965"/>
          </a:xfrm>
          <a:prstGeom prst="arc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39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utoUpdateAnimBg="0"/>
      <p:bldP spid="34" grpId="0"/>
      <p:bldP spid="17" grpId="0" animBg="1"/>
      <p:bldP spid="37" grpId="0" animBg="1"/>
      <p:bldP spid="38" grpId="0" animBg="1"/>
      <p:bldP spid="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91902" y="260456"/>
            <a:ext cx="2510136" cy="46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（反证法）</a:t>
            </a:r>
            <a:endParaRPr kumimoji="1" lang="zh-CN" altLang="en-US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74017"/>
              </p:ext>
            </p:extLst>
          </p:nvPr>
        </p:nvGraphicFramePr>
        <p:xfrm>
          <a:off x="2987824" y="339502"/>
          <a:ext cx="45116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0" name="Equation" r:id="rId3" imgW="4520880" imgH="495000" progId="Equation.DSMT4">
                  <p:embed/>
                </p:oleObj>
              </mc:Choice>
              <mc:Fallback>
                <p:oleObj name="Equation" r:id="rId3" imgW="4520880" imgH="49500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39502"/>
                        <a:ext cx="4511675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27047" y="4169299"/>
            <a:ext cx="5365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产生矛盾</a:t>
            </a:r>
            <a:r>
              <a:rPr lang="en-US" altLang="zh-CN" sz="2400" b="1" dirty="0">
                <a:latin typeface="+mn-ea"/>
              </a:rPr>
              <a:t>, </a:t>
            </a:r>
            <a:r>
              <a:rPr lang="zh-CN" sz="2400" b="1" dirty="0">
                <a:solidFill>
                  <a:schemeClr val="tx1"/>
                </a:solidFill>
                <a:latin typeface="+mn-ea"/>
              </a:rPr>
              <a:t>故收敛数列极限唯一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.</a:t>
            </a:r>
            <a:endParaRPr lang="zh-CN" altLang="zh-CN" sz="2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185041"/>
              </p:ext>
            </p:extLst>
          </p:nvPr>
        </p:nvGraphicFramePr>
        <p:xfrm>
          <a:off x="649908" y="976574"/>
          <a:ext cx="207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1" name="Equation" r:id="rId5" imgW="2070000" imgH="723600" progId="Equation.DSMT4">
                  <p:embed/>
                </p:oleObj>
              </mc:Choice>
              <mc:Fallback>
                <p:oleObj name="Equation" r:id="rId5" imgW="2070000" imgH="72360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08" y="976574"/>
                        <a:ext cx="2070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907457"/>
              </p:ext>
            </p:extLst>
          </p:nvPr>
        </p:nvGraphicFramePr>
        <p:xfrm>
          <a:off x="659582" y="2564377"/>
          <a:ext cx="256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2" name="Equation" r:id="rId7" imgW="2565360" imgH="393480" progId="Equation.DSMT4">
                  <p:embed/>
                </p:oleObj>
              </mc:Choice>
              <mc:Fallback>
                <p:oleObj name="Equation" r:id="rId7" imgW="2565360" imgH="393480" progId="Equation.DSMT4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582" y="2564377"/>
                        <a:ext cx="25654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020011"/>
              </p:ext>
            </p:extLst>
          </p:nvPr>
        </p:nvGraphicFramePr>
        <p:xfrm>
          <a:off x="2801796" y="976574"/>
          <a:ext cx="598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3" name="Equation" r:id="rId9" imgW="5981400" imgH="723600" progId="Equation.DSMT4">
                  <p:embed/>
                </p:oleObj>
              </mc:Choice>
              <mc:Fallback>
                <p:oleObj name="Equation" r:id="rId9" imgW="5981400" imgH="723600" progId="Equation.DSMT4">
                  <p:embed/>
                  <p:pic>
                    <p:nvPicPr>
                      <p:cNvPr id="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796" y="976574"/>
                        <a:ext cx="5981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944018"/>
              </p:ext>
            </p:extLst>
          </p:nvPr>
        </p:nvGraphicFramePr>
        <p:xfrm>
          <a:off x="3389461" y="2589777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4" name="Equation" r:id="rId11" imgW="1854000" imgH="342720" progId="Equation.DSMT4">
                  <p:embed/>
                </p:oleObj>
              </mc:Choice>
              <mc:Fallback>
                <p:oleObj name="Equation" r:id="rId11" imgW="1854000" imgH="342720" progId="Equation.DSMT4">
                  <p:embed/>
                  <p:pic>
                    <p:nvPicPr>
                      <p:cNvPr id="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461" y="2589777"/>
                        <a:ext cx="1854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10564"/>
              </p:ext>
            </p:extLst>
          </p:nvPr>
        </p:nvGraphicFramePr>
        <p:xfrm>
          <a:off x="1009750" y="3213361"/>
          <a:ext cx="314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5" name="Equation" r:id="rId13" imgW="3149280" imgH="723600" progId="Equation.DSMT4">
                  <p:embed/>
                </p:oleObj>
              </mc:Choice>
              <mc:Fallback>
                <p:oleObj name="Equation" r:id="rId13" imgW="3149280" imgH="723600" progId="Equation.DSMT4">
                  <p:embed/>
                  <p:pic>
                    <p:nvPicPr>
                      <p:cNvPr id="348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750" y="3213361"/>
                        <a:ext cx="3149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271366"/>
              </p:ext>
            </p:extLst>
          </p:nvPr>
        </p:nvGraphicFramePr>
        <p:xfrm>
          <a:off x="4653666" y="3221299"/>
          <a:ext cx="312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6" name="Equation" r:id="rId15" imgW="3124080" imgH="723600" progId="Equation.DSMT4">
                  <p:embed/>
                </p:oleObj>
              </mc:Choice>
              <mc:Fallback>
                <p:oleObj name="Equation" r:id="rId15" imgW="3124080" imgH="723600" progId="Equation.DSMT4">
                  <p:embed/>
                  <p:pic>
                    <p:nvPicPr>
                      <p:cNvPr id="3483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3666" y="3221299"/>
                        <a:ext cx="3124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091165"/>
              </p:ext>
            </p:extLst>
          </p:nvPr>
        </p:nvGraphicFramePr>
        <p:xfrm>
          <a:off x="2937971" y="3204260"/>
          <a:ext cx="1130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7" name="Equation" r:id="rId17" imgW="1130040" imgH="723600" progId="Equation.DSMT4">
                  <p:embed/>
                </p:oleObj>
              </mc:Choice>
              <mc:Fallback>
                <p:oleObj name="Equation" r:id="rId17" imgW="1130040" imgH="723600" progId="Equation.DSMT4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971" y="3204260"/>
                        <a:ext cx="1130300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446475"/>
              </p:ext>
            </p:extLst>
          </p:nvPr>
        </p:nvGraphicFramePr>
        <p:xfrm>
          <a:off x="2801796" y="1713422"/>
          <a:ext cx="6032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8" name="Equation" r:id="rId19" imgW="6032160" imgH="723600" progId="Equation.DSMT4">
                  <p:embed/>
                </p:oleObj>
              </mc:Choice>
              <mc:Fallback>
                <p:oleObj name="Equation" r:id="rId19" imgW="6032160" imgH="723600" progId="Equation.DSMT4">
                  <p:embed/>
                  <p:pic>
                    <p:nvPicPr>
                      <p:cNvPr id="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796" y="1713422"/>
                        <a:ext cx="6032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163865"/>
              </p:ext>
            </p:extLst>
          </p:nvPr>
        </p:nvGraphicFramePr>
        <p:xfrm>
          <a:off x="4678712" y="3213361"/>
          <a:ext cx="10525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9" name="Equation" r:id="rId21" imgW="1054080" imgH="723600" progId="Equation.DSMT4">
                  <p:embed/>
                </p:oleObj>
              </mc:Choice>
              <mc:Fallback>
                <p:oleObj name="Equation" r:id="rId21" imgW="1054080" imgH="723600" progId="Equation.DSMT4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712" y="3213361"/>
                        <a:ext cx="1052512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4147A88F-4BB2-4CD4-97CB-FE31513568B0}"/>
              </a:ext>
            </a:extLst>
          </p:cNvPr>
          <p:cNvSpPr/>
          <p:nvPr/>
        </p:nvSpPr>
        <p:spPr>
          <a:xfrm>
            <a:off x="649237" y="362782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0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4440200" y="2360779"/>
            <a:ext cx="3810000" cy="671513"/>
            <a:chOff x="2880" y="2207"/>
            <a:chExt cx="2400" cy="423"/>
          </a:xfrm>
        </p:grpSpPr>
        <p:graphicFrame>
          <p:nvGraphicFramePr>
            <p:cNvPr id="15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4741017"/>
                </p:ext>
              </p:extLst>
            </p:nvPr>
          </p:nvGraphicFramePr>
          <p:xfrm>
            <a:off x="3051" y="2265"/>
            <a:ext cx="33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590" name="Equation" r:id="rId3" imgW="672840" imgH="723600" progId="Equation.DSMT4">
                    <p:embed/>
                  </p:oleObj>
                </mc:Choice>
                <mc:Fallback>
                  <p:oleObj name="Equation" r:id="rId3" imgW="672840" imgH="723600" progId="Equation.DSMT4">
                    <p:embed/>
                    <p:pic>
                      <p:nvPicPr>
                        <p:cNvPr id="17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1" y="2265"/>
                          <a:ext cx="339" cy="3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2128920"/>
                </p:ext>
              </p:extLst>
            </p:nvPr>
          </p:nvGraphicFramePr>
          <p:xfrm>
            <a:off x="4528" y="2253"/>
            <a:ext cx="346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591" name="Equation" r:id="rId5" imgW="685800" imgH="723600" progId="Equation.DSMT4">
                    <p:embed/>
                  </p:oleObj>
                </mc:Choice>
                <mc:Fallback>
                  <p:oleObj name="Equation" r:id="rId5" imgW="685800" imgH="723600" progId="Equation.DSMT4">
                    <p:embed/>
                    <p:pic>
                      <p:nvPicPr>
                        <p:cNvPr id="18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8" y="2253"/>
                          <a:ext cx="346" cy="3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2880" y="2227"/>
              <a:ext cx="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18" name="Oval 24"/>
            <p:cNvSpPr>
              <a:spLocks noChangeArrowheads="1"/>
            </p:cNvSpPr>
            <p:nvPr/>
          </p:nvSpPr>
          <p:spPr bwMode="auto">
            <a:xfrm>
              <a:off x="3935" y="2207"/>
              <a:ext cx="45" cy="45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19" name="Oval 25"/>
            <p:cNvSpPr>
              <a:spLocks noChangeArrowheads="1"/>
            </p:cNvSpPr>
            <p:nvPr/>
          </p:nvSpPr>
          <p:spPr bwMode="auto">
            <a:xfrm>
              <a:off x="4658" y="2207"/>
              <a:ext cx="45" cy="4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0" name="Oval 26"/>
            <p:cNvSpPr>
              <a:spLocks noChangeArrowheads="1"/>
            </p:cNvSpPr>
            <p:nvPr/>
          </p:nvSpPr>
          <p:spPr bwMode="auto">
            <a:xfrm>
              <a:off x="3168" y="2207"/>
              <a:ext cx="45" cy="4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21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4397545"/>
                </p:ext>
              </p:extLst>
            </p:nvPr>
          </p:nvGraphicFramePr>
          <p:xfrm>
            <a:off x="3923" y="2409"/>
            <a:ext cx="10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592" name="Equation" r:id="rId7" imgW="203040" imgH="203040" progId="Equation.DSMT4">
                    <p:embed/>
                  </p:oleObj>
                </mc:Choice>
                <mc:Fallback>
                  <p:oleObj name="Equation" r:id="rId7" imgW="203040" imgH="203040" progId="Equation.DSMT4">
                    <p:embed/>
                    <p:pic>
                      <p:nvPicPr>
                        <p:cNvPr id="23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409"/>
                          <a:ext cx="102" cy="1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81832" y="226359"/>
            <a:ext cx="28194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6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证明数列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273496"/>
              </p:ext>
            </p:extLst>
          </p:nvPr>
        </p:nvGraphicFramePr>
        <p:xfrm>
          <a:off x="2990056" y="257794"/>
          <a:ext cx="31638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3" name="Equation" r:id="rId9" imgW="3251160" imgH="419040" progId="Equation.DSMT4">
                  <p:embed/>
                </p:oleObj>
              </mc:Choice>
              <mc:Fallback>
                <p:oleObj name="Equation" r:id="rId9" imgW="3251160" imgH="419040" progId="Equation.DSMT4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056" y="257794"/>
                        <a:ext cx="3163888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000638" y="258291"/>
            <a:ext cx="23605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是发散的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en-US" altLang="zh-CN" sz="24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kumimoji="1" lang="en-US" altLang="zh-CN" sz="2400" b="1" dirty="0">
                <a:latin typeface="+mn-ea"/>
              </a:rPr>
              <a:t> 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73944" y="869858"/>
            <a:ext cx="2167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证（反证法）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907748" y="851820"/>
            <a:ext cx="2057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假设数列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679307"/>
              </p:ext>
            </p:extLst>
          </p:nvPr>
        </p:nvGraphicFramePr>
        <p:xfrm>
          <a:off x="4299632" y="891358"/>
          <a:ext cx="5334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4" name="Equation" r:id="rId11" imgW="533160" imgH="380880" progId="Equation.DSMT4">
                  <p:embed/>
                </p:oleObj>
              </mc:Choice>
              <mc:Fallback>
                <p:oleObj name="Equation" r:id="rId11" imgW="533160" imgH="380880" progId="Equation.DSMT4">
                  <p:embed/>
                  <p:pic>
                    <p:nvPicPr>
                      <p:cNvPr id="2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9632" y="891358"/>
                        <a:ext cx="533400" cy="38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833032" y="848646"/>
            <a:ext cx="3024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收敛，极限为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latin typeface="+mn-ea"/>
                <a:cs typeface="Times New Roman" pitchFamily="18" charset="0"/>
              </a:rPr>
              <a:t> </a:t>
            </a:r>
            <a:r>
              <a:rPr kumimoji="1" lang="en-US" altLang="zh-CN" sz="2400" b="1" dirty="0">
                <a:latin typeface="+mn-ea"/>
                <a:cs typeface="Times New Roman" pitchFamily="18" charset="0"/>
              </a:rPr>
              <a:t>  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41995" y="1552617"/>
            <a:ext cx="114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取</a:t>
            </a:r>
          </a:p>
        </p:txBody>
      </p:sp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605917"/>
              </p:ext>
            </p:extLst>
          </p:nvPr>
        </p:nvGraphicFramePr>
        <p:xfrm>
          <a:off x="1097806" y="1451594"/>
          <a:ext cx="8382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5" name="Equation" r:id="rId13" imgW="850680" imgH="723600" progId="Equation.DSMT4">
                  <p:embed/>
                </p:oleObj>
              </mc:Choice>
              <mc:Fallback>
                <p:oleObj name="Equation" r:id="rId13" imgW="850680" imgH="723600" progId="Equation.DSMT4">
                  <p:embed/>
                  <p:pic>
                    <p:nvPicPr>
                      <p:cNvPr id="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806" y="1451594"/>
                        <a:ext cx="83820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1970837" y="1554579"/>
            <a:ext cx="3001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则存在正整数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，</a:t>
            </a:r>
            <a:endParaRPr kumimoji="1" lang="en-US" altLang="zh-CN" sz="24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Text Box 30"/>
          <p:cNvSpPr txBox="1">
            <a:spLocks noChangeArrowheads="1"/>
          </p:cNvSpPr>
          <p:nvPr/>
        </p:nvSpPr>
        <p:spPr bwMode="auto">
          <a:xfrm>
            <a:off x="4338166" y="1554577"/>
            <a:ext cx="2736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使当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</a:rPr>
              <a:t>时，有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078349"/>
              </p:ext>
            </p:extLst>
          </p:nvPr>
        </p:nvGraphicFramePr>
        <p:xfrm>
          <a:off x="1098187" y="2289215"/>
          <a:ext cx="2209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6" name="Equation" r:id="rId15" imgW="2209680" imgH="723600" progId="Equation.DSMT4">
                  <p:embed/>
                </p:oleObj>
              </mc:Choice>
              <mc:Fallback>
                <p:oleObj name="Equation" r:id="rId15" imgW="22096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98187" y="2289215"/>
                        <a:ext cx="2209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644121"/>
              </p:ext>
            </p:extLst>
          </p:nvPr>
        </p:nvGraphicFramePr>
        <p:xfrm>
          <a:off x="8139830" y="2661398"/>
          <a:ext cx="152352" cy="16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7" name="Equation" r:id="rId17" imgW="190440" imgH="203040" progId="Equation.DSMT4">
                  <p:embed/>
                </p:oleObj>
              </mc:Choice>
              <mc:Fallback>
                <p:oleObj name="Equation" r:id="rId17" imgW="190440" imgH="203040" progId="Equation.DSMT4">
                  <p:embed/>
                  <p:pic>
                    <p:nvPicPr>
                      <p:cNvPr id="2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9830" y="2661398"/>
                        <a:ext cx="152352" cy="162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608790" y="3213558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但因</a:t>
            </a:r>
          </a:p>
        </p:txBody>
      </p:sp>
      <p:graphicFrame>
        <p:nvGraphicFramePr>
          <p:cNvPr id="2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203441"/>
              </p:ext>
            </p:extLst>
          </p:nvPr>
        </p:nvGraphicFramePr>
        <p:xfrm>
          <a:off x="1399108" y="325952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8" name="Equation" r:id="rId19" imgW="279360" imgH="380880" progId="Equation.DSMT4">
                  <p:embed/>
                </p:oleObj>
              </mc:Choice>
              <mc:Fallback>
                <p:oleObj name="Equation" r:id="rId19" imgW="279360" imgH="380880" progId="Equation.DSMT4">
                  <p:embed/>
                  <p:pic>
                    <p:nvPicPr>
                      <p:cNvPr id="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108" y="3259520"/>
                        <a:ext cx="279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1666598" y="3213558"/>
            <a:ext cx="3429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交替取值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latin typeface="+mn-ea"/>
              </a:rPr>
              <a:t>与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+mn-ea"/>
              </a:rPr>
              <a:t> </a:t>
            </a: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4203886" y="3200610"/>
            <a:ext cx="4006962" cy="47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而此二数不可能同时落在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563060" y="3928418"/>
            <a:ext cx="5544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长度为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latin typeface="+mn-ea"/>
              </a:rPr>
              <a:t>的开区间 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5418286" y="3924744"/>
            <a:ext cx="25058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因此该数列发散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218973"/>
              </p:ext>
            </p:extLst>
          </p:nvPr>
        </p:nvGraphicFramePr>
        <p:xfrm>
          <a:off x="3168550" y="3793626"/>
          <a:ext cx="1663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9" name="Equation" r:id="rId21" imgW="1663560" imgH="723600" progId="Equation.DSMT4">
                  <p:embed/>
                </p:oleObj>
              </mc:Choice>
              <mc:Fallback>
                <p:oleObj name="Equation" r:id="rId21" imgW="1663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68550" y="3793626"/>
                        <a:ext cx="1663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4842222" y="3907206"/>
            <a:ext cx="83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内，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35" name="Line 28">
            <a:extLst>
              <a:ext uri="{FF2B5EF4-FFF2-40B4-BE49-F238E27FC236}">
                <a16:creationId xmlns:a16="http://schemas.microsoft.com/office/drawing/2014/main" id="{9AEE9966-E319-4E6E-B5A9-BFBBC737C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13" y="2392731"/>
            <a:ext cx="2286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2400" b="1" dirty="0">
              <a:latin typeface="+mn-ea"/>
            </a:endParaRPr>
          </a:p>
        </p:txBody>
      </p:sp>
      <p:sp>
        <p:nvSpPr>
          <p:cNvPr id="33" name="星形: 五角 32">
            <a:extLst>
              <a:ext uri="{FF2B5EF4-FFF2-40B4-BE49-F238E27FC236}">
                <a16:creationId xmlns:a16="http://schemas.microsoft.com/office/drawing/2014/main" id="{CA611215-8C9D-4296-B1A7-1A4A52401240}"/>
              </a:ext>
            </a:extLst>
          </p:cNvPr>
          <p:cNvSpPr/>
          <p:nvPr/>
        </p:nvSpPr>
        <p:spPr>
          <a:xfrm>
            <a:off x="665285" y="293290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8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8" grpId="0" autoUpdateAnimBg="0"/>
      <p:bldP spid="9" grpId="0" autoUpdateAnimBg="0"/>
      <p:bldP spid="11" grpId="0" autoUpdateAnimBg="0"/>
      <p:bldP spid="12" grpId="0" autoUpdateAnimBg="0"/>
      <p:bldP spid="24" grpId="0" autoUpdateAnimBg="0"/>
      <p:bldP spid="26" grpId="0" autoUpdateAnimBg="0"/>
      <p:bldP spid="29" grpId="0" autoUpdateAnimBg="0"/>
      <p:bldP spid="30" grpId="0" autoUpdateAnimBg="0"/>
      <p:bldP spid="31" grpId="0" build="p" autoUpdateAnimBg="0"/>
      <p:bldP spid="28" grpId="0" build="p" autoUpdateAnimBg="0" advAuto="0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圆角矩形 62"/>
          <p:cNvSpPr/>
          <p:nvPr/>
        </p:nvSpPr>
        <p:spPr>
          <a:xfrm>
            <a:off x="1081058" y="3335884"/>
            <a:ext cx="6848677" cy="1108074"/>
          </a:xfrm>
          <a:prstGeom prst="roundRect">
            <a:avLst/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zh-CN" altLang="en-US" sz="2400" b="1">
              <a:solidFill>
                <a:srgbClr val="0064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971600" y="339502"/>
            <a:ext cx="3642742" cy="42177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数列的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有界性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7FA710-2C60-473D-82E8-9907E4CCE574}"/>
              </a:ext>
            </a:extLst>
          </p:cNvPr>
          <p:cNvGrpSpPr/>
          <p:nvPr/>
        </p:nvGrpSpPr>
        <p:grpSpPr>
          <a:xfrm>
            <a:off x="971600" y="915566"/>
            <a:ext cx="7814314" cy="554715"/>
            <a:chOff x="1006158" y="1203598"/>
            <a:chExt cx="7814314" cy="554715"/>
          </a:xfrm>
        </p:grpSpPr>
        <p:sp>
          <p:nvSpPr>
            <p:cNvPr id="32" name="Rectangle 2"/>
            <p:cNvSpPr txBox="1">
              <a:spLocks noChangeArrowheads="1"/>
            </p:cNvSpPr>
            <p:nvPr/>
          </p:nvSpPr>
          <p:spPr bwMode="auto">
            <a:xfrm>
              <a:off x="1006158" y="1203598"/>
              <a:ext cx="3590457" cy="554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定义</a:t>
              </a:r>
              <a:r>
                <a:rPr lang="en-US" altLang="zh-CN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4</a:t>
              </a:r>
              <a:r>
                <a:rPr lang="zh-CN" altLang="en-US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 </a:t>
              </a:r>
              <a:r>
                <a:rPr lang="zh-CN" altLang="en-US" sz="2400" b="1" kern="0" dirty="0">
                  <a:latin typeface="+mn-ea"/>
                  <a:cs typeface="+mj-cs"/>
                </a:rPr>
                <a:t>对于数列    ，若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36" name="Rectangle 2"/>
            <p:cNvSpPr txBox="1">
              <a:spLocks noChangeArrowheads="1"/>
            </p:cNvSpPr>
            <p:nvPr/>
          </p:nvSpPr>
          <p:spPr bwMode="auto">
            <a:xfrm>
              <a:off x="5728122" y="1254400"/>
              <a:ext cx="3092350" cy="47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对于一切   都满足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graphicFrame>
          <p:nvGraphicFramePr>
            <p:cNvPr id="5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8544570"/>
                </p:ext>
              </p:extLst>
            </p:nvPr>
          </p:nvGraphicFramePr>
          <p:xfrm>
            <a:off x="3275856" y="1317602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1" name="Equation" r:id="rId5" imgW="533160" imgH="380880" progId="Equation.DSMT4">
                    <p:embed/>
                  </p:oleObj>
                </mc:Choice>
                <mc:Fallback>
                  <p:oleObj name="Equation" r:id="rId5" imgW="533160" imgH="380880" progId="Equation.DSMT4">
                    <p:embed/>
                    <p:pic>
                      <p:nvPicPr>
                        <p:cNvPr id="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1317602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7776014"/>
                </p:ext>
              </p:extLst>
            </p:nvPr>
          </p:nvGraphicFramePr>
          <p:xfrm>
            <a:off x="4547220" y="1374775"/>
            <a:ext cx="1104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2" name="Equation" r:id="rId7" imgW="1104840" imgH="279360" progId="Equation.DSMT4">
                    <p:embed/>
                  </p:oleObj>
                </mc:Choice>
                <mc:Fallback>
                  <p:oleObj name="Equation" r:id="rId7" imgW="11048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47220" y="1374775"/>
                          <a:ext cx="1104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9713878"/>
                </p:ext>
              </p:extLst>
            </p:nvPr>
          </p:nvGraphicFramePr>
          <p:xfrm>
            <a:off x="7165318" y="1310490"/>
            <a:ext cx="279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3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5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5318" y="1310490"/>
                          <a:ext cx="279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2438A73-00C4-46F3-950F-83963B359097}"/>
              </a:ext>
            </a:extLst>
          </p:cNvPr>
          <p:cNvGrpSpPr/>
          <p:nvPr/>
        </p:nvGrpSpPr>
        <p:grpSpPr>
          <a:xfrm>
            <a:off x="2766828" y="1653772"/>
            <a:ext cx="2956827" cy="465902"/>
            <a:chOff x="2639892" y="1942765"/>
            <a:chExt cx="2956827" cy="465902"/>
          </a:xfrm>
        </p:grpSpPr>
        <p:sp>
          <p:nvSpPr>
            <p:cNvPr id="40" name="Rectangle 2"/>
            <p:cNvSpPr txBox="1">
              <a:spLocks noChangeArrowheads="1"/>
            </p:cNvSpPr>
            <p:nvPr/>
          </p:nvSpPr>
          <p:spPr bwMode="auto">
            <a:xfrm>
              <a:off x="2639892" y="1975791"/>
              <a:ext cx="1632629" cy="402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则称数列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42" name="Rectangle 2"/>
            <p:cNvSpPr txBox="1">
              <a:spLocks noChangeArrowheads="1"/>
            </p:cNvSpPr>
            <p:nvPr/>
          </p:nvSpPr>
          <p:spPr bwMode="auto">
            <a:xfrm>
              <a:off x="4491372" y="1942765"/>
              <a:ext cx="1105347" cy="465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solidFill>
                    <a:srgbClr val="FF0000"/>
                  </a:solidFill>
                  <a:latin typeface="+mn-ea"/>
                  <a:cs typeface="+mj-cs"/>
                </a:rPr>
                <a:t>有界</a:t>
              </a:r>
              <a:r>
                <a:rPr lang="zh-CN" altLang="en-US" sz="2400" b="1" kern="0" dirty="0">
                  <a:latin typeface="+mn-ea"/>
                  <a:cs typeface="+mj-cs"/>
                </a:rPr>
                <a:t>；</a:t>
              </a:r>
              <a:r>
                <a:rPr lang="en-US" altLang="zh-CN" sz="2400" b="1" kern="0" dirty="0">
                  <a:latin typeface="+mn-ea"/>
                  <a:cs typeface="+mj-cs"/>
                </a:rPr>
                <a:t> </a:t>
              </a:r>
            </a:p>
          </p:txBody>
        </p:sp>
        <p:graphicFrame>
          <p:nvGraphicFramePr>
            <p:cNvPr id="5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0804182"/>
                </p:ext>
              </p:extLst>
            </p:nvPr>
          </p:nvGraphicFramePr>
          <p:xfrm>
            <a:off x="4021694" y="1999875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4" name="Equation" r:id="rId11" imgW="533160" imgH="380880" progId="Equation.DSMT4">
                    <p:embed/>
                  </p:oleObj>
                </mc:Choice>
                <mc:Fallback>
                  <p:oleObj name="Equation" r:id="rId11" imgW="533160" imgH="380880" progId="Equation.DSMT4">
                    <p:embed/>
                    <p:pic>
                      <p:nvPicPr>
                        <p:cNvPr id="5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694" y="1999875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F83448-8560-47BA-A506-2EF48CD1D155}"/>
              </a:ext>
            </a:extLst>
          </p:cNvPr>
          <p:cNvGrpSpPr/>
          <p:nvPr/>
        </p:nvGrpSpPr>
        <p:grpSpPr>
          <a:xfrm>
            <a:off x="366724" y="2415837"/>
            <a:ext cx="3070101" cy="403792"/>
            <a:chOff x="401282" y="2712555"/>
            <a:chExt cx="3070101" cy="403792"/>
          </a:xfrm>
        </p:grpSpPr>
        <p:sp>
          <p:nvSpPr>
            <p:cNvPr id="44" name="Rectangle 2"/>
            <p:cNvSpPr txBox="1">
              <a:spLocks noChangeArrowheads="1"/>
            </p:cNvSpPr>
            <p:nvPr/>
          </p:nvSpPr>
          <p:spPr bwMode="auto">
            <a:xfrm>
              <a:off x="401282" y="2712555"/>
              <a:ext cx="3070101" cy="373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则称数列    </a:t>
              </a:r>
              <a:r>
                <a:rPr lang="zh-CN" altLang="en-US" sz="2400" b="1" kern="0" dirty="0">
                  <a:solidFill>
                    <a:srgbClr val="FF0000"/>
                  </a:solidFill>
                  <a:latin typeface="+mn-ea"/>
                  <a:cs typeface="+mj-cs"/>
                </a:rPr>
                <a:t>无界</a:t>
              </a:r>
              <a:r>
                <a:rPr lang="en-US" altLang="zh-CN" sz="2400" b="1" kern="0" dirty="0">
                  <a:latin typeface="+mn-ea"/>
                  <a:cs typeface="+mj-cs"/>
                </a:rPr>
                <a:t>.</a:t>
              </a:r>
            </a:p>
          </p:txBody>
        </p:sp>
        <p:graphicFrame>
          <p:nvGraphicFramePr>
            <p:cNvPr id="5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7569371"/>
                </p:ext>
              </p:extLst>
            </p:nvPr>
          </p:nvGraphicFramePr>
          <p:xfrm>
            <a:off x="1766201" y="2733760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5" name="Equation" r:id="rId12" imgW="533160" imgH="380880" progId="Equation.DSMT4">
                    <p:embed/>
                  </p:oleObj>
                </mc:Choice>
                <mc:Fallback>
                  <p:oleObj name="Equation" r:id="rId12" imgW="533160" imgH="380880" progId="Equation.DSMT4">
                    <p:embed/>
                    <p:pic>
                      <p:nvPicPr>
                        <p:cNvPr id="5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6201" y="2733760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969071"/>
              </p:ext>
            </p:extLst>
          </p:nvPr>
        </p:nvGraphicFramePr>
        <p:xfrm>
          <a:off x="1171962" y="3431782"/>
          <a:ext cx="62071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96" name="Equation" r:id="rId13" imgW="6210000" imgH="393480" progId="Equation.DSMT4">
                  <p:embed/>
                </p:oleObj>
              </mc:Choice>
              <mc:Fallback>
                <p:oleObj name="Equation" r:id="rId13" imgW="6210000" imgH="393480" progId="Equation.DSMT4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962" y="3431782"/>
                        <a:ext cx="62071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64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810361"/>
              </p:ext>
            </p:extLst>
          </p:nvPr>
        </p:nvGraphicFramePr>
        <p:xfrm>
          <a:off x="1171962" y="3939917"/>
          <a:ext cx="6308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97" name="Equation" r:id="rId15" imgW="6311880" imgH="431640" progId="Equation.DSMT4">
                  <p:embed/>
                </p:oleObj>
              </mc:Choice>
              <mc:Fallback>
                <p:oleObj name="Equation" r:id="rId15" imgW="6311880" imgH="431640" progId="Equation.DSMT4">
                  <p:embed/>
                  <p:pic>
                    <p:nvPicPr>
                      <p:cNvPr id="358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962" y="3939917"/>
                        <a:ext cx="63087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64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012BE8D6-75BB-42F7-B003-2C3DCEDBDA02}"/>
              </a:ext>
            </a:extLst>
          </p:cNvPr>
          <p:cNvGrpSpPr/>
          <p:nvPr/>
        </p:nvGrpSpPr>
        <p:grpSpPr>
          <a:xfrm>
            <a:off x="366724" y="1696744"/>
            <a:ext cx="2354073" cy="461665"/>
            <a:chOff x="401282" y="1984776"/>
            <a:chExt cx="2354073" cy="461665"/>
          </a:xfrm>
        </p:grpSpPr>
        <p:graphicFrame>
          <p:nvGraphicFramePr>
            <p:cNvPr id="56" name="对象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763410"/>
                </p:ext>
              </p:extLst>
            </p:nvPr>
          </p:nvGraphicFramePr>
          <p:xfrm>
            <a:off x="1498055" y="2025910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8" name="Equation" r:id="rId17" imgW="1257120" imgH="380880" progId="Equation.DSMT4">
                    <p:embed/>
                  </p:oleObj>
                </mc:Choice>
                <mc:Fallback>
                  <p:oleObj name="Equation" r:id="rId17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98055" y="2025910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8D3BF20-8E2D-4CEB-8346-1565D95BC763}"/>
                </a:ext>
              </a:extLst>
            </p:cNvPr>
            <p:cNvSpPr/>
            <p:nvPr/>
          </p:nvSpPr>
          <p:spPr>
            <a:xfrm>
              <a:off x="401282" y="1984776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0" dirty="0">
                  <a:latin typeface="+mn-ea"/>
                </a:rPr>
                <a:t>不等式</a:t>
              </a:r>
              <a:endParaRPr lang="zh-CN" altLang="en-US" sz="2400" dirty="0"/>
            </a:p>
          </p:txBody>
        </p:sp>
      </p:grpSp>
      <p:grpSp>
        <p:nvGrpSpPr>
          <p:cNvPr id="24" name="Group 20">
            <a:extLst>
              <a:ext uri="{FF2B5EF4-FFF2-40B4-BE49-F238E27FC236}">
                <a16:creationId xmlns:a16="http://schemas.microsoft.com/office/drawing/2014/main" id="{1BE96144-B9C2-4436-9A87-D7D175937C8D}"/>
              </a:ext>
            </a:extLst>
          </p:cNvPr>
          <p:cNvGrpSpPr>
            <a:grpSpLocks/>
          </p:cNvGrpSpPr>
          <p:nvPr/>
        </p:nvGrpSpPr>
        <p:grpSpPr bwMode="auto">
          <a:xfrm>
            <a:off x="4212795" y="2578323"/>
            <a:ext cx="3810000" cy="439738"/>
            <a:chOff x="2880" y="2207"/>
            <a:chExt cx="2400" cy="277"/>
          </a:xfrm>
        </p:grpSpPr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F9F4DE16-B303-43F1-A0C8-9412318A2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227"/>
              <a:ext cx="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8" name="Oval 24">
              <a:extLst>
                <a:ext uri="{FF2B5EF4-FFF2-40B4-BE49-F238E27FC236}">
                  <a16:creationId xmlns:a16="http://schemas.microsoft.com/office/drawing/2014/main" id="{679D4E40-EBE3-40CD-9476-193B23AA7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2207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33" name="Object 27">
              <a:extLst>
                <a:ext uri="{FF2B5EF4-FFF2-40B4-BE49-F238E27FC236}">
                  <a16:creationId xmlns:a16="http://schemas.microsoft.com/office/drawing/2014/main" id="{0B5AC6BE-F5D0-4297-B745-C8894FCFF9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8137851"/>
                </p:ext>
              </p:extLst>
            </p:nvPr>
          </p:nvGraphicFramePr>
          <p:xfrm>
            <a:off x="3926" y="2343"/>
            <a:ext cx="96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499" name="Equation" r:id="rId19" imgW="190440" imgH="279360" progId="Equation.DSMT4">
                    <p:embed/>
                  </p:oleObj>
                </mc:Choice>
                <mc:Fallback>
                  <p:oleObj name="Equation" r:id="rId19" imgW="190440" imgH="279360" progId="Equation.DSMT4">
                    <p:embed/>
                    <p:pic>
                      <p:nvPicPr>
                        <p:cNvPr id="2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" y="2343"/>
                          <a:ext cx="96" cy="1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27">
            <a:extLst>
              <a:ext uri="{FF2B5EF4-FFF2-40B4-BE49-F238E27FC236}">
                <a16:creationId xmlns:a16="http://schemas.microsoft.com/office/drawing/2014/main" id="{47006DF3-78F0-487F-90E2-F3772121D6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549937"/>
              </p:ext>
            </p:extLst>
          </p:nvPr>
        </p:nvGraphicFramePr>
        <p:xfrm>
          <a:off x="7929735" y="2827915"/>
          <a:ext cx="152352" cy="16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00" name="Equation" r:id="rId21" imgW="190440" imgH="203040" progId="Equation.DSMT4">
                  <p:embed/>
                </p:oleObj>
              </mc:Choice>
              <mc:Fallback>
                <p:oleObj name="Equation" r:id="rId21" imgW="190440" imgH="203040" progId="Equation.DSMT4">
                  <p:embed/>
                  <p:pic>
                    <p:nvPicPr>
                      <p:cNvPr id="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9735" y="2827915"/>
                        <a:ext cx="152352" cy="1624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2">
            <a:extLst>
              <a:ext uri="{FF2B5EF4-FFF2-40B4-BE49-F238E27FC236}">
                <a16:creationId xmlns:a16="http://schemas.microsoft.com/office/drawing/2014/main" id="{7F12D8BE-5D53-46AC-B196-489DA0DA6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486" y="1657892"/>
            <a:ext cx="3424283" cy="5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400" b="1" kern="0" dirty="0">
                <a:latin typeface="+mn-ea"/>
                <a:cs typeface="+mj-cs"/>
              </a:rPr>
              <a:t>若不存在这样的正数，</a:t>
            </a:r>
            <a:endParaRPr lang="en-US" altLang="zh-CN" sz="2400" b="1" kern="0" dirty="0">
              <a:latin typeface="+mn-ea"/>
              <a:cs typeface="+mj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8C36848-9197-40C0-80AD-5CEDD846EAEA}"/>
              </a:ext>
            </a:extLst>
          </p:cNvPr>
          <p:cNvGrpSpPr/>
          <p:nvPr/>
        </p:nvGrpSpPr>
        <p:grpSpPr>
          <a:xfrm>
            <a:off x="4571857" y="2429209"/>
            <a:ext cx="2692654" cy="594273"/>
            <a:chOff x="4606415" y="2717241"/>
            <a:chExt cx="2692654" cy="594273"/>
          </a:xfrm>
        </p:grpSpPr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3629D4C1-151F-4296-B71F-72E95352ED12}"/>
                </a:ext>
              </a:extLst>
            </p:cNvPr>
            <p:cNvSpPr/>
            <p:nvPr/>
          </p:nvSpPr>
          <p:spPr>
            <a:xfrm rot="2691643">
              <a:off x="6765680" y="2723967"/>
              <a:ext cx="360021" cy="356965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99887062-E0DE-405D-8A79-3D4BF4B47FBF}"/>
                </a:ext>
              </a:extLst>
            </p:cNvPr>
            <p:cNvSpPr/>
            <p:nvPr/>
          </p:nvSpPr>
          <p:spPr>
            <a:xfrm rot="13500000">
              <a:off x="4790071" y="2718769"/>
              <a:ext cx="360021" cy="356965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1" name="Object 21">
              <a:extLst>
                <a:ext uri="{FF2B5EF4-FFF2-40B4-BE49-F238E27FC236}">
                  <a16:creationId xmlns:a16="http://schemas.microsoft.com/office/drawing/2014/main" id="{E19ADF74-E45B-414E-A904-3EA1CC7310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3335146"/>
                </p:ext>
              </p:extLst>
            </p:nvPr>
          </p:nvGraphicFramePr>
          <p:xfrm>
            <a:off x="4606415" y="3098394"/>
            <a:ext cx="426528" cy="213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501" name="Equation" r:id="rId23" imgW="533160" imgH="266400" progId="Equation.DSMT4">
                    <p:embed/>
                  </p:oleObj>
                </mc:Choice>
                <mc:Fallback>
                  <p:oleObj name="Equation" r:id="rId23" imgW="533160" imgH="266400" progId="Equation.DSMT4">
                    <p:embed/>
                    <p:pic>
                      <p:nvPicPr>
                        <p:cNvPr id="25" name="Object 21">
                          <a:extLst>
                            <a:ext uri="{FF2B5EF4-FFF2-40B4-BE49-F238E27FC236}">
                              <a16:creationId xmlns:a16="http://schemas.microsoft.com/office/drawing/2014/main" id="{8817B670-EEC1-4357-B3E1-3CD8E51284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6415" y="3098394"/>
                          <a:ext cx="426528" cy="213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2">
              <a:extLst>
                <a:ext uri="{FF2B5EF4-FFF2-40B4-BE49-F238E27FC236}">
                  <a16:creationId xmlns:a16="http://schemas.microsoft.com/office/drawing/2014/main" id="{9F581856-D71F-41B5-8FB0-A3282E8369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5517485"/>
                </p:ext>
              </p:extLst>
            </p:nvPr>
          </p:nvGraphicFramePr>
          <p:xfrm>
            <a:off x="7024893" y="3077681"/>
            <a:ext cx="274176" cy="213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502" name="Equation" r:id="rId25" imgW="342720" imgH="266400" progId="Equation.DSMT4">
                    <p:embed/>
                  </p:oleObj>
                </mc:Choice>
                <mc:Fallback>
                  <p:oleObj name="Equation" r:id="rId25" imgW="342720" imgH="266400" progId="Equation.DSMT4">
                    <p:embed/>
                    <p:pic>
                      <p:nvPicPr>
                        <p:cNvPr id="26" name="Object 22">
                          <a:extLst>
                            <a:ext uri="{FF2B5EF4-FFF2-40B4-BE49-F238E27FC236}">
                              <a16:creationId xmlns:a16="http://schemas.microsoft.com/office/drawing/2014/main" id="{82A18ED5-D41B-46E4-B4A5-E062089B89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4893" y="3077681"/>
                          <a:ext cx="274176" cy="213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星形: 五角 33">
            <a:extLst>
              <a:ext uri="{FF2B5EF4-FFF2-40B4-BE49-F238E27FC236}">
                <a16:creationId xmlns:a16="http://schemas.microsoft.com/office/drawing/2014/main" id="{61760443-760B-4618-87ED-75C3F137DB8B}"/>
              </a:ext>
            </a:extLst>
          </p:cNvPr>
          <p:cNvSpPr/>
          <p:nvPr/>
        </p:nvSpPr>
        <p:spPr>
          <a:xfrm>
            <a:off x="504521" y="369764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096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95361647-5EAC-45CD-906D-80A42FFD50A7}"/>
              </a:ext>
            </a:extLst>
          </p:cNvPr>
          <p:cNvGrpSpPr/>
          <p:nvPr/>
        </p:nvGrpSpPr>
        <p:grpSpPr>
          <a:xfrm>
            <a:off x="1043608" y="483518"/>
            <a:ext cx="3726321" cy="474244"/>
            <a:chOff x="1019994" y="783290"/>
            <a:chExt cx="3726321" cy="474244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D4F65E33-90EC-4C07-A623-EC8C1398B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994" y="809512"/>
              <a:ext cx="2000250" cy="448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例如 </a:t>
              </a:r>
              <a:r>
                <a:rPr lang="zh-CN" altLang="en-US" sz="2400" b="1" kern="0" dirty="0">
                  <a:latin typeface="+mn-ea"/>
                  <a:cs typeface="+mj-cs"/>
                </a:rPr>
                <a:t>数列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ABF7C1F-9974-49F7-9A1E-9E54626A4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783290"/>
              <a:ext cx="1110419" cy="474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有界；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CF21111-6492-4897-AF63-28A71CE832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8582154"/>
                </p:ext>
              </p:extLst>
            </p:nvPr>
          </p:nvGraphicFramePr>
          <p:xfrm>
            <a:off x="2522240" y="820838"/>
            <a:ext cx="1143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46" name="Equation" r:id="rId3" imgW="1143000" imgH="406080" progId="Equation.DSMT4">
                    <p:embed/>
                  </p:oleObj>
                </mc:Choice>
                <mc:Fallback>
                  <p:oleObj name="Equation" r:id="rId3" imgW="1143000" imgH="406080" progId="Equation.DSMT4">
                    <p:embed/>
                    <p:pic>
                      <p:nvPicPr>
                        <p:cNvPr id="59" name="对象 5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22240" y="820838"/>
                          <a:ext cx="11430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F18FC95-4A63-4DFB-B7A5-D241ECB64CC8}"/>
              </a:ext>
            </a:extLst>
          </p:cNvPr>
          <p:cNvGrpSpPr/>
          <p:nvPr/>
        </p:nvGrpSpPr>
        <p:grpSpPr>
          <a:xfrm>
            <a:off x="4579572" y="517439"/>
            <a:ext cx="2243196" cy="407742"/>
            <a:chOff x="4555958" y="817211"/>
            <a:chExt cx="2243196" cy="407742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8835783E-014F-44E1-8B78-8F2A8E6C2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958" y="831147"/>
              <a:ext cx="857250" cy="378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数列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7F67680C-2DBA-469B-9EF3-345683A45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5036" y="842093"/>
              <a:ext cx="1004118" cy="382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无界</a:t>
              </a:r>
              <a:r>
                <a:rPr lang="en-US" altLang="zh-CN" sz="2400" b="1" kern="0" dirty="0">
                  <a:latin typeface="+mn-ea"/>
                  <a:cs typeface="+mj-cs"/>
                </a:rPr>
                <a:t>.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F217D5F-4F18-4E2A-991D-D85FA672A4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9709513"/>
                </p:ext>
              </p:extLst>
            </p:nvPr>
          </p:nvGraphicFramePr>
          <p:xfrm>
            <a:off x="5292080" y="817211"/>
            <a:ext cx="54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47" name="Equation" r:id="rId5" imgW="545760" imgH="406080" progId="Equation.DSMT4">
                    <p:embed/>
                  </p:oleObj>
                </mc:Choice>
                <mc:Fallback>
                  <p:oleObj name="Equation" r:id="rId5" imgW="545760" imgH="406080" progId="Equation.DSMT4">
                    <p:embed/>
                    <p:pic>
                      <p:nvPicPr>
                        <p:cNvPr id="60" name="对象 5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92080" y="817211"/>
                          <a:ext cx="54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DED51BE-C51A-44D5-9092-1576C629DF91}"/>
              </a:ext>
            </a:extLst>
          </p:cNvPr>
          <p:cNvGrpSpPr/>
          <p:nvPr/>
        </p:nvGrpSpPr>
        <p:grpSpPr>
          <a:xfrm>
            <a:off x="1017664" y="1249370"/>
            <a:ext cx="7610398" cy="554715"/>
            <a:chOff x="1006158" y="1203598"/>
            <a:chExt cx="7610398" cy="554715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6D8A795E-EE5B-4222-9374-01F668D80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158" y="1203598"/>
              <a:ext cx="3590457" cy="554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定义</a:t>
              </a:r>
              <a:r>
                <a:rPr lang="en-US" altLang="zh-CN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5</a:t>
              </a:r>
              <a:r>
                <a:rPr lang="zh-CN" altLang="en-US" sz="2400" b="1" kern="0" dirty="0">
                  <a:solidFill>
                    <a:srgbClr val="0066FF"/>
                  </a:solidFill>
                  <a:latin typeface="+mn-ea"/>
                  <a:cs typeface="+mj-cs"/>
                </a:rPr>
                <a:t> </a:t>
              </a:r>
              <a:r>
                <a:rPr lang="zh-CN" altLang="en-US" sz="2400" b="1" kern="0" dirty="0">
                  <a:latin typeface="+mn-ea"/>
                  <a:cs typeface="+mj-cs"/>
                </a:rPr>
                <a:t>对于数列    ，若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09640D51-1633-4A20-8723-550FFDBA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6209" y="1254763"/>
              <a:ext cx="2890347" cy="465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对于一切  都满足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graphicFrame>
          <p:nvGraphicFramePr>
            <p:cNvPr id="11" name="Object 7">
              <a:extLst>
                <a:ext uri="{FF2B5EF4-FFF2-40B4-BE49-F238E27FC236}">
                  <a16:creationId xmlns:a16="http://schemas.microsoft.com/office/drawing/2014/main" id="{D371600F-2928-4D38-A1EA-602B45C5C2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6583192"/>
                </p:ext>
              </p:extLst>
            </p:nvPr>
          </p:nvGraphicFramePr>
          <p:xfrm>
            <a:off x="3287964" y="1317602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48" name="Equation" r:id="rId7" imgW="533160" imgH="380880" progId="Equation.DSMT4">
                    <p:embed/>
                  </p:oleObj>
                </mc:Choice>
                <mc:Fallback>
                  <p:oleObj name="Equation" r:id="rId7" imgW="533160" imgH="380880" progId="Equation.DSMT4">
                    <p:embed/>
                    <p:pic>
                      <p:nvPicPr>
                        <p:cNvPr id="5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7964" y="1317602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6F60F50-F181-466A-B63F-509770732D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1427542"/>
                </p:ext>
              </p:extLst>
            </p:nvPr>
          </p:nvGraphicFramePr>
          <p:xfrm>
            <a:off x="4478936" y="1341969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49" name="Equation" r:id="rId9" imgW="1257120" imgH="342720" progId="Equation.DSMT4">
                    <p:embed/>
                  </p:oleObj>
                </mc:Choice>
                <mc:Fallback>
                  <p:oleObj name="Equation" r:id="rId9" imgW="1257120" imgH="342720" progId="Equation.DSMT4">
                    <p:embed/>
                    <p:pic>
                      <p:nvPicPr>
                        <p:cNvPr id="54" name="对象 5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78936" y="1341969"/>
                          <a:ext cx="125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7">
              <a:extLst>
                <a:ext uri="{FF2B5EF4-FFF2-40B4-BE49-F238E27FC236}">
                  <a16:creationId xmlns:a16="http://schemas.microsoft.com/office/drawing/2014/main" id="{54AAC332-4C3A-4CB5-B968-168FD3C675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5079121"/>
                </p:ext>
              </p:extLst>
            </p:nvPr>
          </p:nvGraphicFramePr>
          <p:xfrm>
            <a:off x="7075085" y="1317601"/>
            <a:ext cx="279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50" name="Equation" r:id="rId11" imgW="279360" imgH="380880" progId="Equation.DSMT4">
                    <p:embed/>
                  </p:oleObj>
                </mc:Choice>
                <mc:Fallback>
                  <p:oleObj name="Equation" r:id="rId11" imgW="279360" imgH="380880" progId="Equation.DSMT4">
                    <p:embed/>
                    <p:pic>
                      <p:nvPicPr>
                        <p:cNvPr id="5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5085" y="1317601"/>
                          <a:ext cx="279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511C9B7-9378-4934-A06B-B92B9459CC73}"/>
              </a:ext>
            </a:extLst>
          </p:cNvPr>
          <p:cNvGrpSpPr/>
          <p:nvPr/>
        </p:nvGrpSpPr>
        <p:grpSpPr>
          <a:xfrm>
            <a:off x="2555347" y="2059227"/>
            <a:ext cx="3558990" cy="465903"/>
            <a:chOff x="2639892" y="1941447"/>
            <a:chExt cx="3558990" cy="465903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9115D5F4-6358-4ED1-AA78-3A48F70C1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892" y="1975791"/>
              <a:ext cx="1632629" cy="402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则称数列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E11AAA4B-2A7E-449E-93A9-BF426BC78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254" y="1941447"/>
              <a:ext cx="1632628" cy="465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solidFill>
                    <a:srgbClr val="FF0000"/>
                  </a:solidFill>
                  <a:latin typeface="+mn-ea"/>
                  <a:cs typeface="+mj-cs"/>
                </a:rPr>
                <a:t>有上界</a:t>
              </a:r>
              <a:r>
                <a:rPr lang="zh-CN" altLang="en-US" sz="2400" b="1" kern="0" dirty="0">
                  <a:latin typeface="+mn-ea"/>
                  <a:cs typeface="+mj-cs"/>
                </a:rPr>
                <a:t>；</a:t>
              </a:r>
              <a:r>
                <a:rPr lang="en-US" altLang="zh-CN" sz="2400" b="1" kern="0" dirty="0">
                  <a:latin typeface="+mn-ea"/>
                  <a:cs typeface="+mj-cs"/>
                </a:rPr>
                <a:t> </a:t>
              </a:r>
            </a:p>
          </p:txBody>
        </p:sp>
        <p:graphicFrame>
          <p:nvGraphicFramePr>
            <p:cNvPr id="17" name="Object 7">
              <a:extLst>
                <a:ext uri="{FF2B5EF4-FFF2-40B4-BE49-F238E27FC236}">
                  <a16:creationId xmlns:a16="http://schemas.microsoft.com/office/drawing/2014/main" id="{4FB77AEB-C2EE-4F76-BF7B-BB13E6B1D0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5751166"/>
                </p:ext>
              </p:extLst>
            </p:nvPr>
          </p:nvGraphicFramePr>
          <p:xfrm>
            <a:off x="4038972" y="1999375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51" name="Equation" r:id="rId13" imgW="533160" imgH="380880" progId="Equation.DSMT4">
                    <p:embed/>
                  </p:oleObj>
                </mc:Choice>
                <mc:Fallback>
                  <p:oleObj name="Equation" r:id="rId13" imgW="533160" imgH="380880" progId="Equation.DSMT4">
                    <p:embed/>
                    <p:pic>
                      <p:nvPicPr>
                        <p:cNvPr id="5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972" y="1999375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D32F911-FAC9-42EB-AECB-41EDED0504FF}"/>
              </a:ext>
            </a:extLst>
          </p:cNvPr>
          <p:cNvGrpSpPr/>
          <p:nvPr/>
        </p:nvGrpSpPr>
        <p:grpSpPr>
          <a:xfrm>
            <a:off x="492220" y="2102556"/>
            <a:ext cx="2014301" cy="461665"/>
            <a:chOff x="401282" y="1984776"/>
            <a:chExt cx="2014301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15B5EEA7-459C-4FD3-A0DD-7B65D4DB67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7599168"/>
                </p:ext>
              </p:extLst>
            </p:nvPr>
          </p:nvGraphicFramePr>
          <p:xfrm>
            <a:off x="1463083" y="2011323"/>
            <a:ext cx="952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52" name="Equation" r:id="rId14" imgW="952200" imgH="380880" progId="Equation.DSMT4">
                    <p:embed/>
                  </p:oleObj>
                </mc:Choice>
                <mc:Fallback>
                  <p:oleObj name="Equation" r:id="rId14" imgW="952200" imgH="380880" progId="Equation.DSMT4">
                    <p:embed/>
                    <p:pic>
                      <p:nvPicPr>
                        <p:cNvPr id="56" name="对象 5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63083" y="2011323"/>
                          <a:ext cx="952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C151A37-AAD9-415C-86F4-7F6E01A8F2BB}"/>
                </a:ext>
              </a:extLst>
            </p:cNvPr>
            <p:cNvSpPr/>
            <p:nvPr/>
          </p:nvSpPr>
          <p:spPr>
            <a:xfrm>
              <a:off x="401282" y="1984776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0" dirty="0">
                  <a:latin typeface="+mn-ea"/>
                </a:rPr>
                <a:t>不等式</a:t>
              </a:r>
              <a:endParaRPr lang="zh-CN" altLang="en-US" sz="2400" dirty="0"/>
            </a:p>
          </p:txBody>
        </p:sp>
      </p:grpSp>
      <p:sp>
        <p:nvSpPr>
          <p:cNvPr id="21" name="Rectangle 2">
            <a:extLst>
              <a:ext uri="{FF2B5EF4-FFF2-40B4-BE49-F238E27FC236}">
                <a16:creationId xmlns:a16="http://schemas.microsoft.com/office/drawing/2014/main" id="{31779035-A425-4548-BD30-94A497B38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944" y="2059227"/>
            <a:ext cx="996094" cy="46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400" b="1" kern="0" dirty="0">
                <a:latin typeface="+mn-ea"/>
                <a:cs typeface="+mj-cs"/>
              </a:rPr>
              <a:t>对于</a:t>
            </a:r>
            <a:endParaRPr lang="en-US" altLang="zh-CN" sz="2400" b="1" kern="0" dirty="0">
              <a:latin typeface="+mn-ea"/>
              <a:cs typeface="+mj-cs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DDB2F68-1E2C-4A1E-9740-A9D23911EC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354450"/>
              </p:ext>
            </p:extLst>
          </p:nvPr>
        </p:nvGraphicFramePr>
        <p:xfrm>
          <a:off x="5751371" y="2152916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3" name="Equation" r:id="rId16" imgW="1600200" imgH="342720" progId="Equation.DSMT4">
                  <p:embed/>
                </p:oleObj>
              </mc:Choice>
              <mc:Fallback>
                <p:oleObj name="Equation" r:id="rId16" imgW="160020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6F60F50-F181-466A-B63F-509770732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51371" y="2152916"/>
                        <a:ext cx="1600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47C4690A-C8EF-4419-8D27-EB2CE9EF6280}"/>
              </a:ext>
            </a:extLst>
          </p:cNvPr>
          <p:cNvGrpSpPr/>
          <p:nvPr/>
        </p:nvGrpSpPr>
        <p:grpSpPr>
          <a:xfrm>
            <a:off x="492220" y="2890433"/>
            <a:ext cx="3590456" cy="461665"/>
            <a:chOff x="389174" y="3190205"/>
            <a:chExt cx="3590456" cy="461665"/>
          </a:xfrm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2154C051-A60F-4C28-AA8E-74EFD9DEB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74" y="3190205"/>
              <a:ext cx="35904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一切   都满足</a:t>
              </a:r>
              <a:r>
                <a:rPr lang="zh-CN" altLang="en-US" sz="2400" b="1" kern="0" dirty="0">
                  <a:latin typeface="+mn-ea"/>
                </a:rPr>
                <a:t>不等式</a:t>
              </a:r>
              <a:endParaRPr lang="zh-CN" altLang="en-US" sz="2400" dirty="0"/>
            </a:p>
          </p:txBody>
        </p:sp>
        <p:graphicFrame>
          <p:nvGraphicFramePr>
            <p:cNvPr id="24" name="Object 7">
              <a:extLst>
                <a:ext uri="{FF2B5EF4-FFF2-40B4-BE49-F238E27FC236}">
                  <a16:creationId xmlns:a16="http://schemas.microsoft.com/office/drawing/2014/main" id="{88BF9399-8445-49CC-BF04-03424E2471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9301136"/>
                </p:ext>
              </p:extLst>
            </p:nvPr>
          </p:nvGraphicFramePr>
          <p:xfrm>
            <a:off x="1187624" y="3262769"/>
            <a:ext cx="279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54" name="Equation" r:id="rId11" imgW="279360" imgH="380880" progId="Equation.DSMT4">
                    <p:embed/>
                  </p:oleObj>
                </mc:Choice>
                <mc:Fallback>
                  <p:oleObj name="Equation" r:id="rId11" imgW="279360" imgH="380880" progId="Equation.DSMT4">
                    <p:embed/>
                    <p:pic>
                      <p:nvPicPr>
                        <p:cNvPr id="13" name="Object 7">
                          <a:extLst>
                            <a:ext uri="{FF2B5EF4-FFF2-40B4-BE49-F238E27FC236}">
                              <a16:creationId xmlns:a16="http://schemas.microsoft.com/office/drawing/2014/main" id="{54AAC332-4C3A-4CB5-B968-168FD3C675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624" y="3262769"/>
                          <a:ext cx="279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D1A4CA7-3167-49F8-A4F5-249934E48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493684"/>
              </p:ext>
            </p:extLst>
          </p:nvPr>
        </p:nvGraphicFramePr>
        <p:xfrm>
          <a:off x="3586021" y="2938728"/>
          <a:ext cx="95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5" name="Equation" r:id="rId18" imgW="952200" imgH="380880" progId="Equation.DSMT4">
                  <p:embed/>
                </p:oleObj>
              </mc:Choice>
              <mc:Fallback>
                <p:oleObj name="Equation" r:id="rId18" imgW="952200" imgH="380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5B5EEA7-459C-4FD3-A0DD-7B65D4DB67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86021" y="2938728"/>
                        <a:ext cx="952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55DDE4-56EF-4B3A-B70A-5B5898EF64CD}"/>
              </a:ext>
            </a:extLst>
          </p:cNvPr>
          <p:cNvGrpSpPr/>
          <p:nvPr/>
        </p:nvGrpSpPr>
        <p:grpSpPr>
          <a:xfrm>
            <a:off x="4620646" y="2842946"/>
            <a:ext cx="3558990" cy="465903"/>
            <a:chOff x="2639892" y="1941447"/>
            <a:chExt cx="3558990" cy="465903"/>
          </a:xfrm>
        </p:grpSpPr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28D4CEE0-DE1D-4C1C-BE52-034F04E63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892" y="1975791"/>
              <a:ext cx="1632629" cy="402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则称数列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id="{81B48EEF-2627-4FC2-8CA4-C8CED12F9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254" y="1941447"/>
              <a:ext cx="1632628" cy="465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solidFill>
                    <a:srgbClr val="FF0000"/>
                  </a:solidFill>
                  <a:latin typeface="+mn-ea"/>
                  <a:cs typeface="+mj-cs"/>
                </a:rPr>
                <a:t>有下界</a:t>
              </a:r>
              <a:r>
                <a:rPr lang="en-US" altLang="zh-CN" sz="2400" b="1" kern="0" dirty="0">
                  <a:latin typeface="+mn-ea"/>
                  <a:cs typeface="+mj-cs"/>
                </a:rPr>
                <a:t>. </a:t>
              </a:r>
            </a:p>
          </p:txBody>
        </p:sp>
        <p:graphicFrame>
          <p:nvGraphicFramePr>
            <p:cNvPr id="29" name="Object 7">
              <a:extLst>
                <a:ext uri="{FF2B5EF4-FFF2-40B4-BE49-F238E27FC236}">
                  <a16:creationId xmlns:a16="http://schemas.microsoft.com/office/drawing/2014/main" id="{8DFB5C1E-4719-4814-B9D6-83F468CE8B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32956"/>
                </p:ext>
              </p:extLst>
            </p:nvPr>
          </p:nvGraphicFramePr>
          <p:xfrm>
            <a:off x="4038972" y="1999375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56" name="Equation" r:id="rId13" imgW="533160" imgH="380880" progId="Equation.DSMT4">
                    <p:embed/>
                  </p:oleObj>
                </mc:Choice>
                <mc:Fallback>
                  <p:oleObj name="Equation" r:id="rId13" imgW="533160" imgH="380880" progId="Equation.DSMT4">
                    <p:embed/>
                    <p:pic>
                      <p:nvPicPr>
                        <p:cNvPr id="17" name="Object 7">
                          <a:extLst>
                            <a:ext uri="{FF2B5EF4-FFF2-40B4-BE49-F238E27FC236}">
                              <a16:creationId xmlns:a16="http://schemas.microsoft.com/office/drawing/2014/main" id="{4FB77AEB-C2EE-4F76-BF7B-BB13E6B1D0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972" y="1999375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A0F4B0A-C765-4BC1-8877-506438FFEACE}"/>
              </a:ext>
            </a:extLst>
          </p:cNvPr>
          <p:cNvGrpSpPr/>
          <p:nvPr/>
        </p:nvGrpSpPr>
        <p:grpSpPr>
          <a:xfrm>
            <a:off x="1605025" y="3712228"/>
            <a:ext cx="5518293" cy="503965"/>
            <a:chOff x="1501979" y="4012000"/>
            <a:chExt cx="5518293" cy="503965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CA2EABFA-B13B-45BC-899F-33B95CEFD2E8}"/>
                </a:ext>
              </a:extLst>
            </p:cNvPr>
            <p:cNvSpPr/>
            <p:nvPr/>
          </p:nvSpPr>
          <p:spPr>
            <a:xfrm>
              <a:off x="1501979" y="4012000"/>
              <a:ext cx="5518293" cy="503965"/>
            </a:xfrm>
            <a:prstGeom prst="roundRect">
              <a:avLst/>
            </a:prstGeom>
            <a:solidFill>
              <a:srgbClr val="FFFF00"/>
            </a:solidFill>
            <a:ln w="19050">
              <a:noFill/>
              <a:miter lim="800000"/>
              <a:headEnd/>
              <a:tailE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zh-CN" altLang="en-US" sz="2400" b="1">
                <a:solidFill>
                  <a:srgbClr val="0064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51BA8D25-F5ED-48FF-BE85-8CB886DAC2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5317023"/>
                </p:ext>
              </p:extLst>
            </p:nvPr>
          </p:nvGraphicFramePr>
          <p:xfrm>
            <a:off x="1619672" y="4083918"/>
            <a:ext cx="5308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57" name="Equation" r:id="rId20" imgW="5308560" imgH="393480" progId="Equation.DSMT4">
                    <p:embed/>
                  </p:oleObj>
                </mc:Choice>
                <mc:Fallback>
                  <p:oleObj name="Equation" r:id="rId20" imgW="53085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619672" y="4083918"/>
                          <a:ext cx="53086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1634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971600" y="411510"/>
            <a:ext cx="7416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定理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2</a:t>
            </a: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（收敛数列的有界性）</a:t>
            </a:r>
            <a:r>
              <a:rPr lang="zh-CN" altLang="en-US" sz="2400" b="1" dirty="0">
                <a:latin typeface="+mn-ea"/>
              </a:rPr>
              <a:t>收敛的数列一定有界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71600" y="1211495"/>
            <a:ext cx="646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58610"/>
              </p:ext>
            </p:extLst>
          </p:nvPr>
        </p:nvGraphicFramePr>
        <p:xfrm>
          <a:off x="1516360" y="1287327"/>
          <a:ext cx="17129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0" name="Equation" r:id="rId4" imgW="1714320" imgH="495000" progId="Equation.DSMT4">
                  <p:embed/>
                </p:oleObj>
              </mc:Choice>
              <mc:Fallback>
                <p:oleObj name="Equation" r:id="rId4" imgW="1714320" imgH="4950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360" y="1287327"/>
                        <a:ext cx="17129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702802"/>
              </p:ext>
            </p:extLst>
          </p:nvPr>
        </p:nvGraphicFramePr>
        <p:xfrm>
          <a:off x="3321348" y="1297840"/>
          <a:ext cx="109061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1" name="Equation" r:id="rId6" imgW="1091880" imgH="330120" progId="Equation.DSMT4">
                  <p:embed/>
                </p:oleObj>
              </mc:Choice>
              <mc:Fallback>
                <p:oleObj name="Equation" r:id="rId6" imgW="1091880" imgH="330120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348" y="1297840"/>
                        <a:ext cx="1090612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63617"/>
              </p:ext>
            </p:extLst>
          </p:nvPr>
        </p:nvGraphicFramePr>
        <p:xfrm>
          <a:off x="538312" y="2067883"/>
          <a:ext cx="181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2" name="Equation" r:id="rId8" imgW="1815840" imgH="393480" progId="Equation.DSMT4">
                  <p:embed/>
                </p:oleObj>
              </mc:Choice>
              <mc:Fallback>
                <p:oleObj name="Equation" r:id="rId8" imgW="1815840" imgH="393480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12" y="2067883"/>
                        <a:ext cx="181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266775"/>
              </p:ext>
            </p:extLst>
          </p:nvPr>
        </p:nvGraphicFramePr>
        <p:xfrm>
          <a:off x="2574358" y="2071575"/>
          <a:ext cx="30210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3" name="Equation" r:id="rId10" imgW="3022560" imgH="393480" progId="Equation.DSMT4">
                  <p:embed/>
                </p:oleObj>
              </mc:Choice>
              <mc:Fallback>
                <p:oleObj name="Equation" r:id="rId10" imgW="3022560" imgH="393480" progId="Equation.DSMT4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358" y="2071575"/>
                        <a:ext cx="30210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284015"/>
              </p:ext>
            </p:extLst>
          </p:nvPr>
        </p:nvGraphicFramePr>
        <p:xfrm>
          <a:off x="541346" y="2858388"/>
          <a:ext cx="42275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4" name="Equation" r:id="rId12" imgW="4228920" imgH="393480" progId="Equation.DSMT4">
                  <p:embed/>
                </p:oleObj>
              </mc:Choice>
              <mc:Fallback>
                <p:oleObj name="Equation" r:id="rId12" imgW="4228920" imgH="393480" progId="Equation.DSMT4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46" y="2858388"/>
                        <a:ext cx="42275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92541"/>
              </p:ext>
            </p:extLst>
          </p:nvPr>
        </p:nvGraphicFramePr>
        <p:xfrm>
          <a:off x="6647281" y="2832537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5" name="Equation" r:id="rId14" imgW="1600200" imgH="393480" progId="Equation.DSMT4">
                  <p:embed/>
                </p:oleObj>
              </mc:Choice>
              <mc:Fallback>
                <p:oleObj name="Equation" r:id="rId14" imgW="1600200" imgH="393480" progId="Equation.DSMT4">
                  <p:embed/>
                  <p:pic>
                    <p:nvPicPr>
                      <p:cNvPr id="1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7281" y="2832537"/>
                        <a:ext cx="1600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013794"/>
              </p:ext>
            </p:extLst>
          </p:nvPr>
        </p:nvGraphicFramePr>
        <p:xfrm>
          <a:off x="532738" y="3758994"/>
          <a:ext cx="228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6" name="Equation" r:id="rId16" imgW="2286000" imgH="393480" progId="Equation.DSMT4">
                  <p:embed/>
                </p:oleObj>
              </mc:Choice>
              <mc:Fallback>
                <p:oleObj name="Equation" r:id="rId16" imgW="2286000" imgH="393480" progId="Equation.DSMT4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38" y="3758994"/>
                        <a:ext cx="2286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7807B3A-E845-4EE7-A88C-831F45D28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279115"/>
              </p:ext>
            </p:extLst>
          </p:nvPr>
        </p:nvGraphicFramePr>
        <p:xfrm>
          <a:off x="4562599" y="1283656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7" name="Equation" r:id="rId18" imgW="1574640" imgH="342720" progId="Equation.DSMT4">
                  <p:embed/>
                </p:oleObj>
              </mc:Choice>
              <mc:Fallback>
                <p:oleObj name="Equation" r:id="rId18" imgW="1574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562599" y="1283656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0">
            <a:extLst>
              <a:ext uri="{FF2B5EF4-FFF2-40B4-BE49-F238E27FC236}">
                <a16:creationId xmlns:a16="http://schemas.microsoft.com/office/drawing/2014/main" id="{B34F3F69-9AE5-4A4F-A519-107AB84C4291}"/>
              </a:ext>
            </a:extLst>
          </p:cNvPr>
          <p:cNvGrpSpPr>
            <a:grpSpLocks/>
          </p:cNvGrpSpPr>
          <p:nvPr/>
        </p:nvGrpSpPr>
        <p:grpSpPr bwMode="auto">
          <a:xfrm>
            <a:off x="4119612" y="3853454"/>
            <a:ext cx="3810000" cy="412751"/>
            <a:chOff x="2880" y="2207"/>
            <a:chExt cx="2400" cy="260"/>
          </a:xfrm>
        </p:grpSpPr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9A9B4C76-9C17-4B6D-BDB5-B9AC38244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227"/>
              <a:ext cx="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16" name="Object 27">
              <a:extLst>
                <a:ext uri="{FF2B5EF4-FFF2-40B4-BE49-F238E27FC236}">
                  <a16:creationId xmlns:a16="http://schemas.microsoft.com/office/drawing/2014/main" id="{3AF45F04-93DB-45B7-968F-10A2058126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9865382"/>
                </p:ext>
              </p:extLst>
            </p:nvPr>
          </p:nvGraphicFramePr>
          <p:xfrm>
            <a:off x="3907" y="2339"/>
            <a:ext cx="128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818" name="Equation" r:id="rId20" imgW="203040" imgH="203040" progId="Equation.DSMT4">
                    <p:embed/>
                  </p:oleObj>
                </mc:Choice>
                <mc:Fallback>
                  <p:oleObj name="Equation" r:id="rId20" imgW="203040" imgH="203040" progId="Equation.DSMT4">
                    <p:embed/>
                    <p:pic>
                      <p:nvPicPr>
                        <p:cNvPr id="33" name="Object 27">
                          <a:extLst>
                            <a:ext uri="{FF2B5EF4-FFF2-40B4-BE49-F238E27FC236}">
                              <a16:creationId xmlns:a16="http://schemas.microsoft.com/office/drawing/2014/main" id="{0B5AC6BE-F5D0-4297-B745-C8894FCFF9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7" y="2339"/>
                          <a:ext cx="128" cy="1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24">
              <a:extLst>
                <a:ext uri="{FF2B5EF4-FFF2-40B4-BE49-F238E27FC236}">
                  <a16:creationId xmlns:a16="http://schemas.microsoft.com/office/drawing/2014/main" id="{1535AB9C-F4F8-426D-AEEB-4381B6CEB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2207"/>
              <a:ext cx="45" cy="45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aphicFrame>
        <p:nvGraphicFramePr>
          <p:cNvPr id="17" name="Object 27">
            <a:extLst>
              <a:ext uri="{FF2B5EF4-FFF2-40B4-BE49-F238E27FC236}">
                <a16:creationId xmlns:a16="http://schemas.microsoft.com/office/drawing/2014/main" id="{FCD0E642-CB24-45EF-8697-4B26B00F6E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964462"/>
              </p:ext>
            </p:extLst>
          </p:nvPr>
        </p:nvGraphicFramePr>
        <p:xfrm>
          <a:off x="7746669" y="4032827"/>
          <a:ext cx="190440" cy="20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19" name="Equation" r:id="rId22" imgW="190440" imgH="203040" progId="Equation.DSMT4">
                  <p:embed/>
                </p:oleObj>
              </mc:Choice>
              <mc:Fallback>
                <p:oleObj name="Equation" r:id="rId22" imgW="190440" imgH="203040" progId="Equation.DSMT4">
                  <p:embed/>
                  <p:pic>
                    <p:nvPicPr>
                      <p:cNvPr id="35" name="Object 27">
                        <a:extLst>
                          <a:ext uri="{FF2B5EF4-FFF2-40B4-BE49-F238E27FC236}">
                            <a16:creationId xmlns:a16="http://schemas.microsoft.com/office/drawing/2014/main" id="{47006DF3-78F0-487F-90E2-F3772121D6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669" y="4032827"/>
                        <a:ext cx="190440" cy="203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C64E80F4-7B9C-47B7-9750-378A7699A5D9}"/>
              </a:ext>
            </a:extLst>
          </p:cNvPr>
          <p:cNvGrpSpPr/>
          <p:nvPr/>
        </p:nvGrpSpPr>
        <p:grpSpPr>
          <a:xfrm>
            <a:off x="4369598" y="3704335"/>
            <a:ext cx="2960096" cy="562659"/>
            <a:chOff x="4497339" y="2717241"/>
            <a:chExt cx="2960096" cy="562659"/>
          </a:xfrm>
        </p:grpSpPr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91D4CA6B-A62F-4584-8893-1C893AF89864}"/>
                </a:ext>
              </a:extLst>
            </p:cNvPr>
            <p:cNvSpPr/>
            <p:nvPr/>
          </p:nvSpPr>
          <p:spPr>
            <a:xfrm rot="2691643">
              <a:off x="6765680" y="2723967"/>
              <a:ext cx="360021" cy="356965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弧形 19">
              <a:extLst>
                <a:ext uri="{FF2B5EF4-FFF2-40B4-BE49-F238E27FC236}">
                  <a16:creationId xmlns:a16="http://schemas.microsoft.com/office/drawing/2014/main" id="{78C99163-EC98-443B-B78D-25836FB079D9}"/>
                </a:ext>
              </a:extLst>
            </p:cNvPr>
            <p:cNvSpPr/>
            <p:nvPr/>
          </p:nvSpPr>
          <p:spPr>
            <a:xfrm rot="13500000">
              <a:off x="4790071" y="2718769"/>
              <a:ext cx="360021" cy="356965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1" name="Object 21">
              <a:extLst>
                <a:ext uri="{FF2B5EF4-FFF2-40B4-BE49-F238E27FC236}">
                  <a16:creationId xmlns:a16="http://schemas.microsoft.com/office/drawing/2014/main" id="{0C5D7751-1324-4F68-89EF-AE5E31E3FB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1704262"/>
                </p:ext>
              </p:extLst>
            </p:nvPr>
          </p:nvGraphicFramePr>
          <p:xfrm>
            <a:off x="4497339" y="3063821"/>
            <a:ext cx="63468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820" name="Equation" r:id="rId24" imgW="634680" imgH="215640" progId="Equation.DSMT4">
                    <p:embed/>
                  </p:oleObj>
                </mc:Choice>
                <mc:Fallback>
                  <p:oleObj name="Equation" r:id="rId24" imgW="634680" imgH="215640" progId="Equation.DSMT4">
                    <p:embed/>
                    <p:pic>
                      <p:nvPicPr>
                        <p:cNvPr id="41" name="Object 21">
                          <a:extLst>
                            <a:ext uri="{FF2B5EF4-FFF2-40B4-BE49-F238E27FC236}">
                              <a16:creationId xmlns:a16="http://schemas.microsoft.com/office/drawing/2014/main" id="{E19ADF74-E45B-414E-A904-3EA1CC7310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339" y="3063821"/>
                          <a:ext cx="634680" cy="2156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2F72A23A-07C1-44DC-81FA-E85375AD5F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1515928"/>
                </p:ext>
              </p:extLst>
            </p:nvPr>
          </p:nvGraphicFramePr>
          <p:xfrm>
            <a:off x="6809795" y="3051300"/>
            <a:ext cx="64764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821" name="Equation" r:id="rId26" imgW="647640" imgH="228600" progId="Equation.DSMT4">
                    <p:embed/>
                  </p:oleObj>
                </mc:Choice>
                <mc:Fallback>
                  <p:oleObj name="Equation" r:id="rId26" imgW="647640" imgH="228600" progId="Equation.DSMT4">
                    <p:embed/>
                    <p:pic>
                      <p:nvPicPr>
                        <p:cNvPr id="43" name="Object 22">
                          <a:extLst>
                            <a:ext uri="{FF2B5EF4-FFF2-40B4-BE49-F238E27FC236}">
                              <a16:creationId xmlns:a16="http://schemas.microsoft.com/office/drawing/2014/main" id="{9F581856-D71F-41B5-8FB0-A3282E8369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9795" y="3051300"/>
                          <a:ext cx="64764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C8B083F-9BD4-45CB-9D75-9736B2829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98750"/>
              </p:ext>
            </p:extLst>
          </p:nvPr>
        </p:nvGraphicFramePr>
        <p:xfrm>
          <a:off x="4886633" y="2843056"/>
          <a:ext cx="158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22" name="Equation" r:id="rId28" imgW="1587240" imgH="393480" progId="Equation.DSMT4">
                  <p:embed/>
                </p:oleObj>
              </mc:Choice>
              <mc:Fallback>
                <p:oleObj name="Equation" r:id="rId28" imgW="15872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886633" y="2843056"/>
                        <a:ext cx="158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Oval 32">
            <a:extLst>
              <a:ext uri="{FF2B5EF4-FFF2-40B4-BE49-F238E27FC236}">
                <a16:creationId xmlns:a16="http://schemas.microsoft.com/office/drawing/2014/main" id="{43F6E79F-7C7A-4D31-951D-4265F5EE2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4136" y="3852021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8" name="Oval 32">
            <a:extLst>
              <a:ext uri="{FF2B5EF4-FFF2-40B4-BE49-F238E27FC236}">
                <a16:creationId xmlns:a16="http://schemas.microsoft.com/office/drawing/2014/main" id="{463DB2DF-5887-46FB-8D2C-BC9C16536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250" y="3854201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29" name="Oval 32">
            <a:extLst>
              <a:ext uri="{FF2B5EF4-FFF2-40B4-BE49-F238E27FC236}">
                <a16:creationId xmlns:a16="http://schemas.microsoft.com/office/drawing/2014/main" id="{27A0875F-C391-4641-AC25-D32638198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168" y="3852021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0" name="Oval 32">
            <a:extLst>
              <a:ext uri="{FF2B5EF4-FFF2-40B4-BE49-F238E27FC236}">
                <a16:creationId xmlns:a16="http://schemas.microsoft.com/office/drawing/2014/main" id="{BD34AA4F-BF1F-462F-8466-94450D04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2738" y="3852021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1" name="Oval 32">
            <a:extLst>
              <a:ext uri="{FF2B5EF4-FFF2-40B4-BE49-F238E27FC236}">
                <a16:creationId xmlns:a16="http://schemas.microsoft.com/office/drawing/2014/main" id="{0C410CD4-84C6-4AA5-A710-1CB978DB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898" y="385172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5691D582-FB97-4F1D-96D5-551ECB2FE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930" y="3852029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7E1863D-B875-4778-B395-86B2D1A2A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090" y="3851733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6F2CADE9-B0F2-4E18-AB30-01EDB071F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906" y="385172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5" name="Oval 32">
            <a:extLst>
              <a:ext uri="{FF2B5EF4-FFF2-40B4-BE49-F238E27FC236}">
                <a16:creationId xmlns:a16="http://schemas.microsoft.com/office/drawing/2014/main" id="{BF2878AC-CA89-45D4-A25B-9EF99F80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564" y="385172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6" name="Oval 32">
            <a:extLst>
              <a:ext uri="{FF2B5EF4-FFF2-40B4-BE49-F238E27FC236}">
                <a16:creationId xmlns:a16="http://schemas.microsoft.com/office/drawing/2014/main" id="{338CB275-23CA-4060-8742-2597A1F7A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70" y="3853905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sp>
        <p:nvSpPr>
          <p:cNvPr id="37" name="Oval 32">
            <a:extLst>
              <a:ext uri="{FF2B5EF4-FFF2-40B4-BE49-F238E27FC236}">
                <a16:creationId xmlns:a16="http://schemas.microsoft.com/office/drawing/2014/main" id="{658A4B9B-C25A-4DDF-8F1E-47B0A7E5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018" y="3852021"/>
            <a:ext cx="72000" cy="72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defTabSz="685800"/>
            <a:endParaRPr lang="zh-CN" altLang="en-US" sz="140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30288EE-62AF-4C06-A989-1B352EB97F3C}"/>
              </a:ext>
            </a:extLst>
          </p:cNvPr>
          <p:cNvGrpSpPr/>
          <p:nvPr/>
        </p:nvGrpSpPr>
        <p:grpSpPr>
          <a:xfrm>
            <a:off x="4888906" y="3452337"/>
            <a:ext cx="525463" cy="469358"/>
            <a:chOff x="3583984" y="3413982"/>
            <a:chExt cx="525463" cy="469358"/>
          </a:xfrm>
        </p:grpSpPr>
        <p:sp>
          <p:nvSpPr>
            <p:cNvPr id="39" name="Oval 32">
              <a:extLst>
                <a:ext uri="{FF2B5EF4-FFF2-40B4-BE49-F238E27FC236}">
                  <a16:creationId xmlns:a16="http://schemas.microsoft.com/office/drawing/2014/main" id="{7BD587A7-A817-4D7D-94C7-901CBA595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811340"/>
              <a:ext cx="72000" cy="720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defTabSz="685800"/>
              <a:endParaRPr lang="zh-CN" altLang="en-US" sz="1400"/>
            </a:p>
          </p:txBody>
        </p:sp>
        <p:graphicFrame>
          <p:nvGraphicFramePr>
            <p:cNvPr id="40" name="Object 15">
              <a:extLst>
                <a:ext uri="{FF2B5EF4-FFF2-40B4-BE49-F238E27FC236}">
                  <a16:creationId xmlns:a16="http://schemas.microsoft.com/office/drawing/2014/main" id="{FB312C91-D47E-4F50-AE12-D80874EB84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7955745"/>
                </p:ext>
              </p:extLst>
            </p:nvPr>
          </p:nvGraphicFramePr>
          <p:xfrm>
            <a:off x="3583984" y="3413982"/>
            <a:ext cx="525463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823" name="Equation" r:id="rId30" imgW="11582400" imgH="7924800" progId="Equation.DSMT4">
                    <p:embed/>
                  </p:oleObj>
                </mc:Choice>
                <mc:Fallback>
                  <p:oleObj name="Equation" r:id="rId30" imgW="11582400" imgH="7924800" progId="Equation.DSMT4">
                    <p:embed/>
                    <p:pic>
                      <p:nvPicPr>
                        <p:cNvPr id="50" name="Object 15">
                          <a:extLst>
                            <a:ext uri="{FF2B5EF4-FFF2-40B4-BE49-F238E27FC236}">
                              <a16:creationId xmlns:a16="http://schemas.microsoft.com/office/drawing/2014/main" id="{05FAABF3-30C4-4D7B-B41D-BAA00A7509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984" y="3413982"/>
                          <a:ext cx="525463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9652857-EDF3-44AE-A2B7-AF9612A95D32}"/>
              </a:ext>
            </a:extLst>
          </p:cNvPr>
          <p:cNvGrpSpPr/>
          <p:nvPr/>
        </p:nvGrpSpPr>
        <p:grpSpPr>
          <a:xfrm>
            <a:off x="6259810" y="3443743"/>
            <a:ext cx="539750" cy="479982"/>
            <a:chOff x="4954888" y="3405388"/>
            <a:chExt cx="539750" cy="479982"/>
          </a:xfrm>
        </p:grpSpPr>
        <p:sp>
          <p:nvSpPr>
            <p:cNvPr id="42" name="Oval 32">
              <a:extLst>
                <a:ext uri="{FF2B5EF4-FFF2-40B4-BE49-F238E27FC236}">
                  <a16:creationId xmlns:a16="http://schemas.microsoft.com/office/drawing/2014/main" id="{E4DDF037-9940-48CB-A2F8-8EC1B665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3358" y="3813370"/>
              <a:ext cx="72000" cy="720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defTabSz="685800"/>
              <a:endParaRPr lang="zh-CN" altLang="en-US" sz="1400"/>
            </a:p>
          </p:txBody>
        </p:sp>
        <p:graphicFrame>
          <p:nvGraphicFramePr>
            <p:cNvPr id="43" name="Object 16">
              <a:extLst>
                <a:ext uri="{FF2B5EF4-FFF2-40B4-BE49-F238E27FC236}">
                  <a16:creationId xmlns:a16="http://schemas.microsoft.com/office/drawing/2014/main" id="{249B8588-1834-40D5-9E8B-6462923208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6595561"/>
                </p:ext>
              </p:extLst>
            </p:nvPr>
          </p:nvGraphicFramePr>
          <p:xfrm>
            <a:off x="4954888" y="3405388"/>
            <a:ext cx="5397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824" name="Equation" r:id="rId32" imgW="11887200" imgH="7924800" progId="Equation.DSMT4">
                    <p:embed/>
                  </p:oleObj>
                </mc:Choice>
                <mc:Fallback>
                  <p:oleObj name="Equation" r:id="rId32" imgW="11887200" imgH="7924800" progId="Equation.DSMT4">
                    <p:embed/>
                    <p:pic>
                      <p:nvPicPr>
                        <p:cNvPr id="53" name="Object 16">
                          <a:extLst>
                            <a:ext uri="{FF2B5EF4-FFF2-40B4-BE49-F238E27FC236}">
                              <a16:creationId xmlns:a16="http://schemas.microsoft.com/office/drawing/2014/main" id="{ACF2CDEE-C1F3-449E-A29B-CA453D8322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4888" y="3405388"/>
                          <a:ext cx="539750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112EC71A-FC0D-4B13-B87B-356438728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372980"/>
              </p:ext>
            </p:extLst>
          </p:nvPr>
        </p:nvGraphicFramePr>
        <p:xfrm>
          <a:off x="6274060" y="1291048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25" name="Equation" r:id="rId34" imgW="1536480" imgH="342720" progId="Equation.DSMT4">
                  <p:embed/>
                </p:oleObj>
              </mc:Choice>
              <mc:Fallback>
                <p:oleObj name="Equation" r:id="rId34" imgW="1536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274060" y="1291048"/>
                        <a:ext cx="1536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F92684A5-EB9D-42CB-A826-D25F472055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645421"/>
              </p:ext>
            </p:extLst>
          </p:nvPr>
        </p:nvGraphicFramePr>
        <p:xfrm>
          <a:off x="5618581" y="2092799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26" name="Equation" r:id="rId36" imgW="1828800" imgH="380880" progId="Equation.DSMT4">
                  <p:embed/>
                </p:oleObj>
              </mc:Choice>
              <mc:Fallback>
                <p:oleObj name="Equation" r:id="rId36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618581" y="2092799"/>
                        <a:ext cx="1828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97807DD1-D7C3-440C-9A47-E22270585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314674"/>
              </p:ext>
            </p:extLst>
          </p:nvPr>
        </p:nvGraphicFramePr>
        <p:xfrm>
          <a:off x="7503988" y="2141058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27" name="Equation" r:id="rId38" imgW="1104840" imgH="342720" progId="Equation.DSMT4">
                  <p:embed/>
                </p:oleObj>
              </mc:Choice>
              <mc:Fallback>
                <p:oleObj name="Equation" r:id="rId38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503988" y="2141058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星形: 五角 46">
            <a:extLst>
              <a:ext uri="{FF2B5EF4-FFF2-40B4-BE49-F238E27FC236}">
                <a16:creationId xmlns:a16="http://schemas.microsoft.com/office/drawing/2014/main" id="{9691A07F-07F0-45AE-9C18-3EEE10ACBC74}"/>
              </a:ext>
            </a:extLst>
          </p:cNvPr>
          <p:cNvSpPr/>
          <p:nvPr/>
        </p:nvSpPr>
        <p:spPr>
          <a:xfrm>
            <a:off x="532738" y="467734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星形: 五角 47">
            <a:extLst>
              <a:ext uri="{FF2B5EF4-FFF2-40B4-BE49-F238E27FC236}">
                <a16:creationId xmlns:a16="http://schemas.microsoft.com/office/drawing/2014/main" id="{5A2FB2DC-248B-405C-A885-3962E8B1468A}"/>
              </a:ext>
            </a:extLst>
          </p:cNvPr>
          <p:cNvSpPr/>
          <p:nvPr/>
        </p:nvSpPr>
        <p:spPr>
          <a:xfrm>
            <a:off x="555204" y="1260353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xt Box 3">
            <a:extLst>
              <a:ext uri="{FF2B5EF4-FFF2-40B4-BE49-F238E27FC236}">
                <a16:creationId xmlns:a16="http://schemas.microsoft.com/office/drawing/2014/main" id="{7771BB9D-F2AA-4CAF-AD61-FB0B07DA4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091" y="3285009"/>
            <a:ext cx="26296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还要考虑到前面有限项</a:t>
            </a:r>
            <a:endParaRPr lang="zh-CN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E40AD82-C128-4C05-94B7-5E7DC07A5CC2}"/>
              </a:ext>
            </a:extLst>
          </p:cNvPr>
          <p:cNvCxnSpPr/>
          <p:nvPr/>
        </p:nvCxnSpPr>
        <p:spPr>
          <a:xfrm flipV="1">
            <a:off x="2175396" y="3236756"/>
            <a:ext cx="1512168" cy="153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40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500"/>
                            </p:stCondLst>
                            <p:childTnLst>
                              <p:par>
                                <p:cTn id="9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0"/>
                            </p:stCondLst>
                            <p:childTnLst>
                              <p:par>
                                <p:cTn id="10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25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75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25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7" grpId="0" animBg="1"/>
      <p:bldP spid="48" grpId="0" animBg="1"/>
      <p:bldP spid="4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515483" y="1328841"/>
            <a:ext cx="7361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收敛的数列一定有界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</a:p>
        </p:txBody>
      </p:sp>
      <p:sp>
        <p:nvSpPr>
          <p:cNvPr id="9" name="矩形 39"/>
          <p:cNvSpPr>
            <a:spLocks noChangeArrowheads="1"/>
          </p:cNvSpPr>
          <p:nvPr/>
        </p:nvSpPr>
        <p:spPr bwMode="auto">
          <a:xfrm>
            <a:off x="539552" y="2777515"/>
            <a:ext cx="41894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2.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无界数列一定发散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947986" y="2085607"/>
            <a:ext cx="2000250" cy="448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400" b="1" kern="0" dirty="0">
                <a:solidFill>
                  <a:srgbClr val="0066FF"/>
                </a:solidFill>
                <a:latin typeface="+mn-ea"/>
                <a:cs typeface="+mj-cs"/>
              </a:rPr>
              <a:t>例如 </a:t>
            </a:r>
            <a:r>
              <a:rPr lang="zh-CN" altLang="en-US" sz="2400" b="1" kern="0" dirty="0">
                <a:latin typeface="+mn-ea"/>
                <a:cs typeface="+mj-cs"/>
              </a:rPr>
              <a:t>数列</a:t>
            </a:r>
            <a:endParaRPr lang="en-US" altLang="zh-CN" sz="2400" b="1" kern="0" dirty="0">
              <a:latin typeface="+mn-ea"/>
              <a:cs typeface="+mj-cs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563888" y="2041634"/>
            <a:ext cx="3137131" cy="474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400" b="1" kern="0" dirty="0">
                <a:latin typeface="+mn-ea"/>
                <a:cs typeface="+mj-cs"/>
              </a:rPr>
              <a:t>有界但不收敛</a:t>
            </a:r>
            <a:r>
              <a:rPr lang="en-US" altLang="zh-CN" sz="2400" b="1" kern="0" dirty="0">
                <a:latin typeface="+mn-ea"/>
                <a:cs typeface="+mj-cs"/>
              </a:rPr>
              <a:t>.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629869"/>
              </p:ext>
            </p:extLst>
          </p:nvPr>
        </p:nvGraphicFramePr>
        <p:xfrm>
          <a:off x="2450232" y="2096933"/>
          <a:ext cx="114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02" name="Equation" r:id="rId3" imgW="1143000" imgH="406080" progId="Equation.DSMT4">
                  <p:embed/>
                </p:oleObj>
              </mc:Choice>
              <mc:Fallback>
                <p:oleObj name="Equation" r:id="rId3" imgW="1143000" imgH="406080" progId="Equation.DSMT4">
                  <p:embed/>
                  <p:pic>
                    <p:nvPicPr>
                      <p:cNvPr id="59" name="对象 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232" y="2096933"/>
                        <a:ext cx="1143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2175CDBD-55B4-4729-9E67-5EFE4EE3BA32}"/>
              </a:ext>
            </a:extLst>
          </p:cNvPr>
          <p:cNvGrpSpPr/>
          <p:nvPr/>
        </p:nvGrpSpPr>
        <p:grpSpPr>
          <a:xfrm>
            <a:off x="942243" y="3478237"/>
            <a:ext cx="4312873" cy="461665"/>
            <a:chOff x="942243" y="3570121"/>
            <a:chExt cx="4312873" cy="461665"/>
          </a:xfrm>
        </p:grpSpPr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942243" y="3570121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例如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Rectangle 2"/>
            <p:cNvSpPr txBox="1">
              <a:spLocks noChangeArrowheads="1"/>
            </p:cNvSpPr>
            <p:nvPr/>
          </p:nvSpPr>
          <p:spPr bwMode="auto">
            <a:xfrm>
              <a:off x="1709158" y="3606909"/>
              <a:ext cx="857250" cy="378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数列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sp>
          <p:nvSpPr>
            <p:cNvPr id="14" name="Rectangle 2"/>
            <p:cNvSpPr txBox="1">
              <a:spLocks noChangeArrowheads="1"/>
            </p:cNvSpPr>
            <p:nvPr/>
          </p:nvSpPr>
          <p:spPr bwMode="auto">
            <a:xfrm>
              <a:off x="2948236" y="3583986"/>
              <a:ext cx="2306880" cy="413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无界，发散</a:t>
              </a:r>
              <a:r>
                <a:rPr lang="en-US" altLang="zh-CN" sz="2400" b="1" kern="0" dirty="0">
                  <a:latin typeface="+mn-ea"/>
                  <a:cs typeface="+mj-cs"/>
                </a:rPr>
                <a:t>.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905545"/>
                </p:ext>
              </p:extLst>
            </p:nvPr>
          </p:nvGraphicFramePr>
          <p:xfrm>
            <a:off x="2445280" y="3592973"/>
            <a:ext cx="54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03" name="Equation" r:id="rId5" imgW="545760" imgH="406080" progId="Equation.DSMT4">
                    <p:embed/>
                  </p:oleObj>
                </mc:Choice>
                <mc:Fallback>
                  <p:oleObj name="Equation" r:id="rId5" imgW="545760" imgH="406080" progId="Equation.DSMT4">
                    <p:embed/>
                    <p:pic>
                      <p:nvPicPr>
                        <p:cNvPr id="60" name="对象 5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45280" y="3592973"/>
                          <a:ext cx="54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D504D79-EBF9-44D8-8013-487F43F3D32B}"/>
              </a:ext>
            </a:extLst>
          </p:cNvPr>
          <p:cNvSpPr txBox="1"/>
          <p:nvPr/>
        </p:nvSpPr>
        <p:spPr>
          <a:xfrm>
            <a:off x="1028423" y="607658"/>
            <a:ext cx="760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注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3995936" y="1332467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但有界数列不一定收敛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268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/>
      <p:bldP spid="11" grpId="0"/>
      <p:bldP spid="12" grpId="0"/>
      <p:bldP spid="3" grpId="0"/>
      <p:bldP spid="2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ChangeArrowheads="1"/>
          </p:cNvSpPr>
          <p:nvPr/>
        </p:nvSpPr>
        <p:spPr bwMode="auto">
          <a:xfrm>
            <a:off x="1043608" y="267494"/>
            <a:ext cx="4924425" cy="537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3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（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收敛数列的保号性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）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Text Box 69"/>
          <p:cNvSpPr txBox="1">
            <a:spLocks noChangeArrowheads="1"/>
          </p:cNvSpPr>
          <p:nvPr/>
        </p:nvSpPr>
        <p:spPr bwMode="auto">
          <a:xfrm>
            <a:off x="4854609" y="320954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4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325883"/>
              </p:ext>
            </p:extLst>
          </p:nvPr>
        </p:nvGraphicFramePr>
        <p:xfrm>
          <a:off x="5318177" y="397613"/>
          <a:ext cx="132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2" name="Equation" r:id="rId3" imgW="1320480" imgH="520560" progId="Equation.DSMT4">
                  <p:embed/>
                </p:oleObj>
              </mc:Choice>
              <mc:Fallback>
                <p:oleObj name="Equation" r:id="rId3" imgW="1320480" imgH="520560" progId="Equation.DSMT4">
                  <p:embed/>
                  <p:pic>
                    <p:nvPicPr>
                      <p:cNvPr id="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77" y="397613"/>
                        <a:ext cx="1320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6638977" y="320954"/>
            <a:ext cx="5453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且</a:t>
            </a:r>
          </a:p>
        </p:txBody>
      </p:sp>
      <p:graphicFrame>
        <p:nvGraphicFramePr>
          <p:cNvPr id="6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495717"/>
              </p:ext>
            </p:extLst>
          </p:nvPr>
        </p:nvGraphicFramePr>
        <p:xfrm>
          <a:off x="7057008" y="428843"/>
          <a:ext cx="787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3" name="Equation" r:id="rId5" imgW="787320" imgH="279360" progId="Equation.DSMT4">
                  <p:embed/>
                </p:oleObj>
              </mc:Choice>
              <mc:Fallback>
                <p:oleObj name="Equation" r:id="rId5" imgW="787320" imgH="279360" progId="Equation.DSMT4">
                  <p:embed/>
                  <p:pic>
                    <p:nvPicPr>
                      <p:cNvPr id="1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7008" y="428843"/>
                        <a:ext cx="7874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22632"/>
              </p:ext>
            </p:extLst>
          </p:nvPr>
        </p:nvGraphicFramePr>
        <p:xfrm>
          <a:off x="598852" y="1069358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4" name="Equation" r:id="rId7" imgW="1828800" imgH="380880" progId="Equation.DSMT4">
                  <p:embed/>
                </p:oleObj>
              </mc:Choice>
              <mc:Fallback>
                <p:oleObj name="Equation" r:id="rId7" imgW="1828800" imgH="380880" progId="Equation.DSMT4">
                  <p:embed/>
                  <p:pic>
                    <p:nvPicPr>
                      <p:cNvPr id="11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52" y="1069358"/>
                        <a:ext cx="1828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013471"/>
              </p:ext>
            </p:extLst>
          </p:nvPr>
        </p:nvGraphicFramePr>
        <p:xfrm>
          <a:off x="2537380" y="1074276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5" name="Equation" r:id="rId9" imgW="1054080" imgH="380880" progId="Equation.DSMT4">
                  <p:embed/>
                </p:oleObj>
              </mc:Choice>
              <mc:Fallback>
                <p:oleObj name="Equation" r:id="rId9" imgW="1054080" imgH="380880" progId="Equation.DSMT4">
                  <p:embed/>
                  <p:pic>
                    <p:nvPicPr>
                      <p:cNvPr id="12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380" y="1074276"/>
                        <a:ext cx="1054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5"/>
          <p:cNvSpPr txBox="1">
            <a:spLocks noChangeArrowheads="1"/>
          </p:cNvSpPr>
          <p:nvPr/>
        </p:nvSpPr>
        <p:spPr bwMode="auto">
          <a:xfrm>
            <a:off x="3568196" y="1005502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时，有</a:t>
            </a:r>
          </a:p>
        </p:txBody>
      </p:sp>
      <p:graphicFrame>
        <p:nvGraphicFramePr>
          <p:cNvPr id="1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774395"/>
              </p:ext>
            </p:extLst>
          </p:nvPr>
        </p:nvGraphicFramePr>
        <p:xfrm>
          <a:off x="4650358" y="1090830"/>
          <a:ext cx="88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6" name="Equation" r:id="rId11" imgW="888840" imgH="380880" progId="Equation.DSMT4">
                  <p:embed/>
                </p:oleObj>
              </mc:Choice>
              <mc:Fallback>
                <p:oleObj name="Equation" r:id="rId11" imgW="888840" imgH="380880" progId="Equation.DSMT4">
                  <p:embed/>
                  <p:pic>
                    <p:nvPicPr>
                      <p:cNvPr id="14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358" y="1090830"/>
                        <a:ext cx="889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43608" y="1687457"/>
            <a:ext cx="646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600749"/>
              </p:ext>
            </p:extLst>
          </p:nvPr>
        </p:nvGraphicFramePr>
        <p:xfrm>
          <a:off x="1635159" y="1587611"/>
          <a:ext cx="32194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7" name="Equation" r:id="rId13" imgW="3225600" imgH="723600" progId="Equation.DSMT4">
                  <p:embed/>
                </p:oleObj>
              </mc:Choice>
              <mc:Fallback>
                <p:oleObj name="Equation" r:id="rId13" imgW="3225600" imgH="723600" progId="Equation.DSMT4">
                  <p:embed/>
                  <p:pic>
                    <p:nvPicPr>
                      <p:cNvPr id="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59" y="1587611"/>
                        <a:ext cx="321945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678872"/>
              </p:ext>
            </p:extLst>
          </p:nvPr>
        </p:nvGraphicFramePr>
        <p:xfrm>
          <a:off x="598852" y="2440671"/>
          <a:ext cx="1930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8" name="Equation" r:id="rId15" imgW="1930320" imgH="723600" progId="Equation.DSMT4">
                  <p:embed/>
                </p:oleObj>
              </mc:Choice>
              <mc:Fallback>
                <p:oleObj name="Equation" r:id="rId15" imgW="1930320" imgH="723600" progId="Equation.DSMT4">
                  <p:embed/>
                  <p:pic>
                    <p:nvPicPr>
                      <p:cNvPr id="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52" y="2440671"/>
                        <a:ext cx="1930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398140"/>
              </p:ext>
            </p:extLst>
          </p:nvPr>
        </p:nvGraphicFramePr>
        <p:xfrm>
          <a:off x="2646933" y="2440205"/>
          <a:ext cx="3314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49" name="Equation" r:id="rId17" imgW="3314520" imgH="723600" progId="Equation.DSMT4">
                  <p:embed/>
                </p:oleObj>
              </mc:Choice>
              <mc:Fallback>
                <p:oleObj name="Equation" r:id="rId17" imgW="3314520" imgH="723600" progId="Equation.DSMT4">
                  <p:embed/>
                  <p:pic>
                    <p:nvPicPr>
                      <p:cNvPr id="368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933" y="2440205"/>
                        <a:ext cx="3314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408190"/>
              </p:ext>
            </p:extLst>
          </p:nvPr>
        </p:nvGraphicFramePr>
        <p:xfrm>
          <a:off x="4953022" y="1777687"/>
          <a:ext cx="383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0" name="Equation" r:id="rId19" imgW="3835080" imgH="342720" progId="Equation.DSMT4">
                  <p:embed/>
                </p:oleObj>
              </mc:Choice>
              <mc:Fallback>
                <p:oleObj name="Equation" r:id="rId19" imgW="3835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53022" y="1777687"/>
                        <a:ext cx="383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0">
            <a:extLst>
              <a:ext uri="{FF2B5EF4-FFF2-40B4-BE49-F238E27FC236}">
                <a16:creationId xmlns:a16="http://schemas.microsoft.com/office/drawing/2014/main" id="{B34F3F69-9AE5-4A4F-A519-107AB84C4291}"/>
              </a:ext>
            </a:extLst>
          </p:cNvPr>
          <p:cNvGrpSpPr>
            <a:grpSpLocks/>
          </p:cNvGrpSpPr>
          <p:nvPr/>
        </p:nvGrpSpPr>
        <p:grpSpPr bwMode="auto">
          <a:xfrm>
            <a:off x="2770727" y="3522377"/>
            <a:ext cx="3810000" cy="412751"/>
            <a:chOff x="2880" y="2207"/>
            <a:chExt cx="2400" cy="260"/>
          </a:xfrm>
        </p:grpSpPr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9A9B4C76-9C17-4B6D-BDB5-B9AC38244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227"/>
              <a:ext cx="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30" name="Oval 24">
              <a:extLst>
                <a:ext uri="{FF2B5EF4-FFF2-40B4-BE49-F238E27FC236}">
                  <a16:creationId xmlns:a16="http://schemas.microsoft.com/office/drawing/2014/main" id="{1535AB9C-F4F8-426D-AEEB-4381B6CEB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2207"/>
              <a:ext cx="45" cy="45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31" name="Object 27">
              <a:extLst>
                <a:ext uri="{FF2B5EF4-FFF2-40B4-BE49-F238E27FC236}">
                  <a16:creationId xmlns:a16="http://schemas.microsoft.com/office/drawing/2014/main" id="{3AF45F04-93DB-45B7-968F-10A2058126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418008"/>
                </p:ext>
              </p:extLst>
            </p:nvPr>
          </p:nvGraphicFramePr>
          <p:xfrm>
            <a:off x="3907" y="2339"/>
            <a:ext cx="128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51" name="Equation" r:id="rId21" imgW="203040" imgH="203040" progId="Equation.DSMT4">
                    <p:embed/>
                  </p:oleObj>
                </mc:Choice>
                <mc:Fallback>
                  <p:oleObj name="Equation" r:id="rId21" imgW="203040" imgH="203040" progId="Equation.DSMT4">
                    <p:embed/>
                    <p:pic>
                      <p:nvPicPr>
                        <p:cNvPr id="16" name="Object 27">
                          <a:extLst>
                            <a:ext uri="{FF2B5EF4-FFF2-40B4-BE49-F238E27FC236}">
                              <a16:creationId xmlns:a16="http://schemas.microsoft.com/office/drawing/2014/main" id="{3AF45F04-93DB-45B7-968F-10A2058126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7" y="2339"/>
                          <a:ext cx="128" cy="1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27">
            <a:extLst>
              <a:ext uri="{FF2B5EF4-FFF2-40B4-BE49-F238E27FC236}">
                <a16:creationId xmlns:a16="http://schemas.microsoft.com/office/drawing/2014/main" id="{FCD0E642-CB24-45EF-8697-4B26B00F6E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297302"/>
              </p:ext>
            </p:extLst>
          </p:nvPr>
        </p:nvGraphicFramePr>
        <p:xfrm>
          <a:off x="6397784" y="3701750"/>
          <a:ext cx="190440" cy="20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2" name="Equation" r:id="rId23" imgW="190440" imgH="203040" progId="Equation.DSMT4">
                  <p:embed/>
                </p:oleObj>
              </mc:Choice>
              <mc:Fallback>
                <p:oleObj name="Equation" r:id="rId23" imgW="190440" imgH="203040" progId="Equation.DSMT4">
                  <p:embed/>
                  <p:pic>
                    <p:nvPicPr>
                      <p:cNvPr id="17" name="Object 27">
                        <a:extLst>
                          <a:ext uri="{FF2B5EF4-FFF2-40B4-BE49-F238E27FC236}">
                            <a16:creationId xmlns:a16="http://schemas.microsoft.com/office/drawing/2014/main" id="{FCD0E642-CB24-45EF-8697-4B26B00F6E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784" y="3701750"/>
                        <a:ext cx="190440" cy="203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C64E80F4-7B9C-47B7-9750-378A7699A5D9}"/>
              </a:ext>
            </a:extLst>
          </p:cNvPr>
          <p:cNvGrpSpPr/>
          <p:nvPr/>
        </p:nvGrpSpPr>
        <p:grpSpPr>
          <a:xfrm>
            <a:off x="3020713" y="3373258"/>
            <a:ext cx="2960096" cy="562659"/>
            <a:chOff x="4497339" y="2717241"/>
            <a:chExt cx="2960096" cy="562659"/>
          </a:xfrm>
        </p:grpSpPr>
        <p:sp>
          <p:nvSpPr>
            <p:cNvPr id="34" name="弧形 33">
              <a:extLst>
                <a:ext uri="{FF2B5EF4-FFF2-40B4-BE49-F238E27FC236}">
                  <a16:creationId xmlns:a16="http://schemas.microsoft.com/office/drawing/2014/main" id="{91D4CA6B-A62F-4584-8893-1C893AF89864}"/>
                </a:ext>
              </a:extLst>
            </p:cNvPr>
            <p:cNvSpPr/>
            <p:nvPr/>
          </p:nvSpPr>
          <p:spPr>
            <a:xfrm rot="2691643">
              <a:off x="6765680" y="2723967"/>
              <a:ext cx="360021" cy="356965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78C99163-EC98-443B-B78D-25836FB079D9}"/>
                </a:ext>
              </a:extLst>
            </p:cNvPr>
            <p:cNvSpPr/>
            <p:nvPr/>
          </p:nvSpPr>
          <p:spPr>
            <a:xfrm rot="13500000">
              <a:off x="4790071" y="2718769"/>
              <a:ext cx="360021" cy="356965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6" name="Object 21">
              <a:extLst>
                <a:ext uri="{FF2B5EF4-FFF2-40B4-BE49-F238E27FC236}">
                  <a16:creationId xmlns:a16="http://schemas.microsoft.com/office/drawing/2014/main" id="{0C5D7751-1324-4F68-89EF-AE5E31E3FB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6183543"/>
                </p:ext>
              </p:extLst>
            </p:nvPr>
          </p:nvGraphicFramePr>
          <p:xfrm>
            <a:off x="4497339" y="3063821"/>
            <a:ext cx="63468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53" name="Equation" r:id="rId25" imgW="634680" imgH="215640" progId="Equation.DSMT4">
                    <p:embed/>
                  </p:oleObj>
                </mc:Choice>
                <mc:Fallback>
                  <p:oleObj name="Equation" r:id="rId25" imgW="634680" imgH="215640" progId="Equation.DSMT4">
                    <p:embed/>
                    <p:pic>
                      <p:nvPicPr>
                        <p:cNvPr id="21" name="Object 21">
                          <a:extLst>
                            <a:ext uri="{FF2B5EF4-FFF2-40B4-BE49-F238E27FC236}">
                              <a16:creationId xmlns:a16="http://schemas.microsoft.com/office/drawing/2014/main" id="{0C5D7751-1324-4F68-89EF-AE5E31E3FB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339" y="3063821"/>
                          <a:ext cx="634680" cy="2156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22">
              <a:extLst>
                <a:ext uri="{FF2B5EF4-FFF2-40B4-BE49-F238E27FC236}">
                  <a16:creationId xmlns:a16="http://schemas.microsoft.com/office/drawing/2014/main" id="{2F72A23A-07C1-44DC-81FA-E85375AD5F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3297194"/>
                </p:ext>
              </p:extLst>
            </p:nvPr>
          </p:nvGraphicFramePr>
          <p:xfrm>
            <a:off x="6809795" y="3051300"/>
            <a:ext cx="64764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54" name="Equation" r:id="rId27" imgW="647640" imgH="228600" progId="Equation.DSMT4">
                    <p:embed/>
                  </p:oleObj>
                </mc:Choice>
                <mc:Fallback>
                  <p:oleObj name="Equation" r:id="rId27" imgW="647640" imgH="228600" progId="Equation.DSMT4">
                    <p:embed/>
                    <p:pic>
                      <p:nvPicPr>
                        <p:cNvPr id="22" name="Object 22">
                          <a:extLst>
                            <a:ext uri="{FF2B5EF4-FFF2-40B4-BE49-F238E27FC236}">
                              <a16:creationId xmlns:a16="http://schemas.microsoft.com/office/drawing/2014/main" id="{2F72A23A-07C1-44DC-81FA-E85375AD5F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9795" y="3051300"/>
                          <a:ext cx="64764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Oval 24">
            <a:extLst>
              <a:ext uri="{FF2B5EF4-FFF2-40B4-BE49-F238E27FC236}">
                <a16:creationId xmlns:a16="http://schemas.microsoft.com/office/drawing/2014/main" id="{1535AB9C-F4F8-426D-AEEB-4381B6CEB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243" y="3520231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graphicFrame>
        <p:nvGraphicFramePr>
          <p:cNvPr id="39" name="Object 27">
            <a:extLst>
              <a:ext uri="{FF2B5EF4-FFF2-40B4-BE49-F238E27FC236}">
                <a16:creationId xmlns:a16="http://schemas.microsoft.com/office/drawing/2014/main" id="{3AF45F04-93DB-45B7-968F-10A2058126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043162"/>
              </p:ext>
            </p:extLst>
          </p:nvPr>
        </p:nvGraphicFramePr>
        <p:xfrm>
          <a:off x="2700167" y="3651576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5" name="Equation" r:id="rId29" imgW="190440" imgH="279360" progId="Equation.DSMT4">
                  <p:embed/>
                </p:oleObj>
              </mc:Choice>
              <mc:Fallback>
                <p:oleObj name="Equation" r:id="rId29" imgW="190440" imgH="279360" progId="Equation.DSMT4">
                  <p:embed/>
                  <p:pic>
                    <p:nvPicPr>
                      <p:cNvPr id="27" name="Object 27">
                        <a:extLst>
                          <a:ext uri="{FF2B5EF4-FFF2-40B4-BE49-F238E27FC236}">
                            <a16:creationId xmlns:a16="http://schemas.microsoft.com/office/drawing/2014/main" id="{3AF45F04-93DB-45B7-968F-10A205812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167" y="3651576"/>
                        <a:ext cx="190500" cy="279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1030209" y="4064404"/>
            <a:ext cx="936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1" name="Text Box 71"/>
          <p:cNvSpPr txBox="1">
            <a:spLocks noChangeArrowheads="1"/>
          </p:cNvSpPr>
          <p:nvPr/>
        </p:nvSpPr>
        <p:spPr bwMode="auto">
          <a:xfrm>
            <a:off x="1475656" y="4079093"/>
            <a:ext cx="5453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42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03135"/>
              </p:ext>
            </p:extLst>
          </p:nvPr>
        </p:nvGraphicFramePr>
        <p:xfrm>
          <a:off x="1900215" y="4186455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6" name="Equation" r:id="rId31" imgW="774360" imgH="279360" progId="Equation.DSMT4">
                  <p:embed/>
                </p:oleObj>
              </mc:Choice>
              <mc:Fallback>
                <p:oleObj name="Equation" r:id="rId31" imgW="774360" imgH="279360" progId="Equation.DSMT4">
                  <p:embed/>
                  <p:pic>
                    <p:nvPicPr>
                      <p:cNvPr id="4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15" y="4186455"/>
                        <a:ext cx="774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513493"/>
              </p:ext>
            </p:extLst>
          </p:nvPr>
        </p:nvGraphicFramePr>
        <p:xfrm>
          <a:off x="2833525" y="4135655"/>
          <a:ext cx="1879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7" name="Equation" r:id="rId33" imgW="1879560" imgH="380880" progId="Equation.DSMT4">
                  <p:embed/>
                </p:oleObj>
              </mc:Choice>
              <mc:Fallback>
                <p:oleObj name="Equation" r:id="rId33" imgW="1879560" imgH="380880" progId="Equation.DSMT4">
                  <p:embed/>
                  <p:pic>
                    <p:nvPicPr>
                      <p:cNvPr id="5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525" y="4135655"/>
                        <a:ext cx="1879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397915"/>
              </p:ext>
            </p:extLst>
          </p:nvPr>
        </p:nvGraphicFramePr>
        <p:xfrm>
          <a:off x="4821605" y="4144386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8" name="Equation" r:id="rId35" imgW="1054080" imgH="380880" progId="Equation.DSMT4">
                  <p:embed/>
                </p:oleObj>
              </mc:Choice>
              <mc:Fallback>
                <p:oleObj name="Equation" r:id="rId35" imgW="1054080" imgH="380880" progId="Equation.DSMT4">
                  <p:embed/>
                  <p:pic>
                    <p:nvPicPr>
                      <p:cNvPr id="6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605" y="4144386"/>
                        <a:ext cx="1054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75"/>
          <p:cNvSpPr txBox="1">
            <a:spLocks noChangeArrowheads="1"/>
          </p:cNvSpPr>
          <p:nvPr/>
        </p:nvSpPr>
        <p:spPr bwMode="auto">
          <a:xfrm>
            <a:off x="5820878" y="4054990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时，有</a:t>
            </a:r>
          </a:p>
        </p:txBody>
      </p:sp>
      <p:graphicFrame>
        <p:nvGraphicFramePr>
          <p:cNvPr id="46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3647"/>
              </p:ext>
            </p:extLst>
          </p:nvPr>
        </p:nvGraphicFramePr>
        <p:xfrm>
          <a:off x="6882186" y="4144386"/>
          <a:ext cx="88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59" name="Equation" r:id="rId37" imgW="888840" imgH="380880" progId="Equation.DSMT4">
                  <p:embed/>
                </p:oleObj>
              </mc:Choice>
              <mc:Fallback>
                <p:oleObj name="Equation" r:id="rId37" imgW="888840" imgH="380880" progId="Equation.DSMT4">
                  <p:embed/>
                  <p:pic>
                    <p:nvPicPr>
                      <p:cNvPr id="8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186" y="4144386"/>
                        <a:ext cx="889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星形: 五角 46">
            <a:extLst>
              <a:ext uri="{FF2B5EF4-FFF2-40B4-BE49-F238E27FC236}">
                <a16:creationId xmlns:a16="http://schemas.microsoft.com/office/drawing/2014/main" id="{B0D4F1F3-5735-4AF8-8CFF-07CD4D18A99B}"/>
              </a:ext>
            </a:extLst>
          </p:cNvPr>
          <p:cNvSpPr/>
          <p:nvPr/>
        </p:nvSpPr>
        <p:spPr>
          <a:xfrm>
            <a:off x="625086" y="397249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星形: 五角 47">
            <a:extLst>
              <a:ext uri="{FF2B5EF4-FFF2-40B4-BE49-F238E27FC236}">
                <a16:creationId xmlns:a16="http://schemas.microsoft.com/office/drawing/2014/main" id="{3A5DF3E6-18D7-4865-B606-A4413AF01C5D}"/>
              </a:ext>
            </a:extLst>
          </p:cNvPr>
          <p:cNvSpPr/>
          <p:nvPr/>
        </p:nvSpPr>
        <p:spPr>
          <a:xfrm>
            <a:off x="657163" y="1748794"/>
            <a:ext cx="288032" cy="31764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98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75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5" grpId="0" build="p" autoUpdateAnimBg="0" advAuto="0"/>
      <p:bldP spid="9" grpId="0" build="p" autoUpdateAnimBg="0" advAuto="0"/>
      <p:bldP spid="11" grpId="0" autoUpdateAnimBg="0"/>
      <p:bldP spid="38" grpId="0" animBg="1"/>
      <p:bldP spid="40" grpId="0" autoUpdateAnimBg="0"/>
      <p:bldP spid="41" grpId="0" build="p" autoUpdateAnimBg="0" advAuto="0"/>
      <p:bldP spid="45" grpId="0" build="p" autoUpdateAnimBg="0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ChangeArrowheads="1"/>
          </p:cNvSpPr>
          <p:nvPr/>
        </p:nvSpPr>
        <p:spPr bwMode="auto">
          <a:xfrm>
            <a:off x="1043608" y="483518"/>
            <a:ext cx="4924425" cy="537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推论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1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（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收敛数列的保序性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）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Text Box 69"/>
          <p:cNvSpPr txBox="1">
            <a:spLocks noChangeArrowheads="1"/>
          </p:cNvSpPr>
          <p:nvPr/>
        </p:nvSpPr>
        <p:spPr bwMode="auto">
          <a:xfrm>
            <a:off x="4854609" y="536978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4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275827"/>
              </p:ext>
            </p:extLst>
          </p:nvPr>
        </p:nvGraphicFramePr>
        <p:xfrm>
          <a:off x="5318177" y="613637"/>
          <a:ext cx="132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2" name="Equation" r:id="rId3" imgW="1320480" imgH="520560" progId="Equation.DSMT4">
                  <p:embed/>
                </p:oleObj>
              </mc:Choice>
              <mc:Fallback>
                <p:oleObj name="Equation" r:id="rId3" imgW="1320480" imgH="520560" progId="Equation.DSMT4">
                  <p:embed/>
                  <p:pic>
                    <p:nvPicPr>
                      <p:cNvPr id="4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77" y="613637"/>
                        <a:ext cx="1320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553569" y="1231927"/>
            <a:ext cx="5453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且</a:t>
            </a:r>
          </a:p>
        </p:txBody>
      </p:sp>
      <p:graphicFrame>
        <p:nvGraphicFramePr>
          <p:cNvPr id="6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582628"/>
              </p:ext>
            </p:extLst>
          </p:nvPr>
        </p:nvGraphicFramePr>
        <p:xfrm>
          <a:off x="971600" y="1339816"/>
          <a:ext cx="787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3" name="Equation" r:id="rId5" imgW="787320" imgH="279360" progId="Equation.DSMT4">
                  <p:embed/>
                </p:oleObj>
              </mc:Choice>
              <mc:Fallback>
                <p:oleObj name="Equation" r:id="rId5" imgW="787320" imgH="279360" progId="Equation.DSMT4">
                  <p:embed/>
                  <p:pic>
                    <p:nvPicPr>
                      <p:cNvPr id="6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339816"/>
                        <a:ext cx="7874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242713"/>
              </p:ext>
            </p:extLst>
          </p:nvPr>
        </p:nvGraphicFramePr>
        <p:xfrm>
          <a:off x="1898630" y="1312592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4" name="Equation" r:id="rId7" imgW="1828800" imgH="380880" progId="Equation.DSMT4">
                  <p:embed/>
                </p:oleObj>
              </mc:Choice>
              <mc:Fallback>
                <p:oleObj name="Equation" r:id="rId7" imgW="1828800" imgH="380880" progId="Equation.DSMT4">
                  <p:embed/>
                  <p:pic>
                    <p:nvPicPr>
                      <p:cNvPr id="7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30" y="1312592"/>
                        <a:ext cx="1828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371588"/>
              </p:ext>
            </p:extLst>
          </p:nvPr>
        </p:nvGraphicFramePr>
        <p:xfrm>
          <a:off x="3837158" y="1317510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5" name="Equation" r:id="rId9" imgW="1054080" imgH="380880" progId="Equation.DSMT4">
                  <p:embed/>
                </p:oleObj>
              </mc:Choice>
              <mc:Fallback>
                <p:oleObj name="Equation" r:id="rId9" imgW="1054080" imgH="380880" progId="Equation.DSMT4">
                  <p:embed/>
                  <p:pic>
                    <p:nvPicPr>
                      <p:cNvPr id="8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7158" y="1317510"/>
                        <a:ext cx="1054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5"/>
          <p:cNvSpPr txBox="1">
            <a:spLocks noChangeArrowheads="1"/>
          </p:cNvSpPr>
          <p:nvPr/>
        </p:nvSpPr>
        <p:spPr bwMode="auto">
          <a:xfrm>
            <a:off x="4867974" y="1248736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时，有</a:t>
            </a:r>
          </a:p>
        </p:txBody>
      </p:sp>
      <p:graphicFrame>
        <p:nvGraphicFramePr>
          <p:cNvPr id="1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423624"/>
              </p:ext>
            </p:extLst>
          </p:nvPr>
        </p:nvGraphicFramePr>
        <p:xfrm>
          <a:off x="5953564" y="1312592"/>
          <a:ext cx="104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6" name="Equation" r:id="rId11" imgW="1041120" imgH="380880" progId="Equation.DSMT4">
                  <p:embed/>
                </p:oleObj>
              </mc:Choice>
              <mc:Fallback>
                <p:oleObj name="Equation" r:id="rId11" imgW="1041120" imgH="380880" progId="Equation.DSMT4">
                  <p:embed/>
                  <p:pic>
                    <p:nvPicPr>
                      <p:cNvPr id="1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564" y="1312592"/>
                        <a:ext cx="1041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597152"/>
              </p:ext>
            </p:extLst>
          </p:nvPr>
        </p:nvGraphicFramePr>
        <p:xfrm>
          <a:off x="6804248" y="613637"/>
          <a:ext cx="1333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7" name="Equation" r:id="rId13" imgW="1333440" imgH="520560" progId="Equation.DSMT4">
                  <p:embed/>
                </p:oleObj>
              </mc:Choice>
              <mc:Fallback>
                <p:oleObj name="Equation" r:id="rId13" imgW="1333440" imgH="520560" progId="Equation.DSMT4">
                  <p:embed/>
                  <p:pic>
                    <p:nvPicPr>
                      <p:cNvPr id="4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613637"/>
                        <a:ext cx="1333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073639" y="2031043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推论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lang="zh-CN" altLang="zh-CN" sz="2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083928"/>
              </p:ext>
            </p:extLst>
          </p:nvPr>
        </p:nvGraphicFramePr>
        <p:xfrm>
          <a:off x="5318177" y="2105916"/>
          <a:ext cx="8888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8" name="Equation" r:id="rId15" imgW="888840" imgH="380880" progId="Equation.DSMT4">
                  <p:embed/>
                </p:oleObj>
              </mc:Choice>
              <mc:Fallback>
                <p:oleObj name="Equation" r:id="rId15" imgW="888840" imgH="380880" progId="Equation.DSMT4">
                  <p:embed/>
                  <p:pic>
                    <p:nvPicPr>
                      <p:cNvPr id="11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77" y="2105916"/>
                        <a:ext cx="88884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6333481"/>
              </p:ext>
            </p:extLst>
          </p:nvPr>
        </p:nvGraphicFramePr>
        <p:xfrm>
          <a:off x="635019" y="2737374"/>
          <a:ext cx="1663560" cy="52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9" name="Equation" r:id="rId17" imgW="1663560" imgH="520560" progId="Equation.DSMT4">
                  <p:embed/>
                </p:oleObj>
              </mc:Choice>
              <mc:Fallback>
                <p:oleObj name="Equation" r:id="rId17" imgW="1663560" imgH="520560" progId="Equation.DSMT4">
                  <p:embed/>
                  <p:pic>
                    <p:nvPicPr>
                      <p:cNvPr id="1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19" y="2737374"/>
                        <a:ext cx="1663560" cy="520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508266"/>
              </p:ext>
            </p:extLst>
          </p:nvPr>
        </p:nvGraphicFramePr>
        <p:xfrm>
          <a:off x="2421508" y="2726060"/>
          <a:ext cx="154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30" name="Equation" r:id="rId19" imgW="1549080" imgH="380880" progId="Equation.DSMT4">
                  <p:embed/>
                </p:oleObj>
              </mc:Choice>
              <mc:Fallback>
                <p:oleObj name="Equation" r:id="rId19" imgW="1549080" imgH="380880" progId="Equation.DSMT4">
                  <p:embed/>
                  <p:pic>
                    <p:nvPicPr>
                      <p:cNvPr id="13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508" y="2726060"/>
                        <a:ext cx="1549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5561082" y="2102396"/>
            <a:ext cx="360864" cy="360000"/>
            <a:chOff x="4985897" y="1319642"/>
            <a:chExt cx="360864" cy="360000"/>
          </a:xfrm>
        </p:grpSpPr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5603251"/>
                </p:ext>
              </p:extLst>
            </p:nvPr>
          </p:nvGraphicFramePr>
          <p:xfrm>
            <a:off x="5067361" y="1398794"/>
            <a:ext cx="279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731" name="Equation" r:id="rId21" imgW="279360" imgH="203040" progId="Equation.DSMT4">
                    <p:embed/>
                  </p:oleObj>
                </mc:Choice>
                <mc:Fallback>
                  <p:oleObj name="Equation" r:id="rId21" imgW="279360" imgH="203040" progId="Equation.DSMT4">
                    <p:embed/>
                    <p:pic>
                      <p:nvPicPr>
                        <p:cNvPr id="45" name="对象 4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67361" y="1398794"/>
                          <a:ext cx="279400" cy="203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椭圆 29"/>
            <p:cNvSpPr/>
            <p:nvPr/>
          </p:nvSpPr>
          <p:spPr>
            <a:xfrm>
              <a:off x="4985897" y="1319642"/>
              <a:ext cx="360000" cy="36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051720" y="2031043"/>
            <a:ext cx="3426817" cy="461665"/>
            <a:chOff x="1979712" y="2391083"/>
            <a:chExt cx="3426817" cy="461665"/>
          </a:xfrm>
        </p:grpSpPr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1979712" y="2391083"/>
              <a:ext cx="342681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若数列    从某项起有</a:t>
              </a:r>
            </a:p>
          </p:txBody>
        </p:sp>
        <p:graphicFrame>
          <p:nvGraphicFramePr>
            <p:cNvPr id="31" name="Object 7">
              <a:extLst>
                <a:ext uri="{FF2B5EF4-FFF2-40B4-BE49-F238E27FC236}">
                  <a16:creationId xmlns:a16="http://schemas.microsoft.com/office/drawing/2014/main" id="{D371600F-2928-4D38-A1EA-602B45C5C2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1941648"/>
                </p:ext>
              </p:extLst>
            </p:nvPr>
          </p:nvGraphicFramePr>
          <p:xfrm>
            <a:off x="3025359" y="2451996"/>
            <a:ext cx="5334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732" name="Equation" r:id="rId23" imgW="533160" imgH="380880" progId="Equation.DSMT4">
                    <p:embed/>
                  </p:oleObj>
                </mc:Choice>
                <mc:Fallback>
                  <p:oleObj name="Equation" r:id="rId23" imgW="533160" imgH="380880" progId="Equation.DSMT4">
                    <p:embed/>
                    <p:pic>
                      <p:nvPicPr>
                        <p:cNvPr id="11" name="Object 7">
                          <a:extLst>
                            <a:ext uri="{FF2B5EF4-FFF2-40B4-BE49-F238E27FC236}">
                              <a16:creationId xmlns:a16="http://schemas.microsoft.com/office/drawing/2014/main" id="{D371600F-2928-4D38-A1EA-602B45C5C2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5359" y="2451996"/>
                          <a:ext cx="533400" cy="382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179679"/>
              </p:ext>
            </p:extLst>
          </p:nvPr>
        </p:nvGraphicFramePr>
        <p:xfrm>
          <a:off x="6086527" y="2053714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33" name="Equation" r:id="rId25" imgW="1104840" imgH="380880" progId="Equation.DSMT4">
                  <p:embed/>
                </p:oleObj>
              </mc:Choice>
              <mc:Fallback>
                <p:oleObj name="Equation" r:id="rId25" imgW="1104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86527" y="2053714"/>
                        <a:ext cx="1104900" cy="381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798360"/>
              </p:ext>
            </p:extLst>
          </p:nvPr>
        </p:nvGraphicFramePr>
        <p:xfrm>
          <a:off x="3834383" y="2757810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34" name="Equation" r:id="rId27" imgW="1015920" imgH="342720" progId="Equation.DSMT4">
                  <p:embed/>
                </p:oleObj>
              </mc:Choice>
              <mc:Fallback>
                <p:oleObj name="Equation" r:id="rId27" imgW="1015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34383" y="2757810"/>
                        <a:ext cx="10160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云形标注 23"/>
          <p:cNvSpPr/>
          <p:nvPr/>
        </p:nvSpPr>
        <p:spPr>
          <a:xfrm>
            <a:off x="6537207" y="2486796"/>
            <a:ext cx="1169209" cy="664120"/>
          </a:xfrm>
          <a:prstGeom prst="cloudCallout">
            <a:avLst>
              <a:gd name="adj1" fmla="val -102979"/>
              <a:gd name="adj2" fmla="val -53405"/>
            </a:avLst>
          </a:prstGeom>
          <a:solidFill>
            <a:srgbClr val="FFFF00"/>
          </a:solidFill>
          <a:ln w="19050">
            <a:noFill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成立吗？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175CDBD-55B4-4729-9E67-5EFE4EE3BA32}"/>
              </a:ext>
            </a:extLst>
          </p:cNvPr>
          <p:cNvGrpSpPr/>
          <p:nvPr/>
        </p:nvGrpSpPr>
        <p:grpSpPr>
          <a:xfrm>
            <a:off x="1097025" y="3481493"/>
            <a:ext cx="2639305" cy="812800"/>
            <a:chOff x="942243" y="3389135"/>
            <a:chExt cx="2639305" cy="812800"/>
          </a:xfrm>
        </p:grpSpPr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942243" y="3570121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例如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Rectangle 2"/>
            <p:cNvSpPr txBox="1">
              <a:spLocks noChangeArrowheads="1"/>
            </p:cNvSpPr>
            <p:nvPr/>
          </p:nvSpPr>
          <p:spPr bwMode="auto">
            <a:xfrm>
              <a:off x="1709158" y="3606909"/>
              <a:ext cx="1872390" cy="39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zh-CN" altLang="en-US" sz="2400" b="1" kern="0" dirty="0">
                  <a:latin typeface="+mn-ea"/>
                  <a:cs typeface="+mj-cs"/>
                </a:rPr>
                <a:t>数列    ，</a:t>
              </a:r>
              <a:endParaRPr lang="en-US" altLang="zh-CN" sz="2400" b="1" kern="0" dirty="0">
                <a:latin typeface="+mn-ea"/>
                <a:cs typeface="+mj-cs"/>
              </a:endParaRPr>
            </a:p>
          </p:txBody>
        </p:sp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8011410"/>
                </p:ext>
              </p:extLst>
            </p:nvPr>
          </p:nvGraphicFramePr>
          <p:xfrm>
            <a:off x="2429420" y="3389135"/>
            <a:ext cx="584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735" name="Equation" r:id="rId29" imgW="583920" imgH="812520" progId="Equation.DSMT4">
                    <p:embed/>
                  </p:oleObj>
                </mc:Choice>
                <mc:Fallback>
                  <p:oleObj name="Equation" r:id="rId29" imgW="583920" imgH="812520" progId="Equation.DSMT4">
                    <p:embed/>
                    <p:pic>
                      <p:nvPicPr>
                        <p:cNvPr id="52" name="对象 51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429420" y="3389135"/>
                          <a:ext cx="5842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794289"/>
              </p:ext>
            </p:extLst>
          </p:nvPr>
        </p:nvGraphicFramePr>
        <p:xfrm>
          <a:off x="3489747" y="3708729"/>
          <a:ext cx="90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36" name="Equation" r:id="rId31" imgW="901440" imgH="380880" progId="Equation.DSMT4">
                  <p:embed/>
                </p:oleObj>
              </mc:Choice>
              <mc:Fallback>
                <p:oleObj name="Equation" r:id="rId31" imgW="901440" imgH="380880" progId="Equation.DSMT4">
                  <p:embed/>
                  <p:pic>
                    <p:nvPicPr>
                      <p:cNvPr id="53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747" y="3708729"/>
                        <a:ext cx="901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1761574"/>
              </p:ext>
            </p:extLst>
          </p:nvPr>
        </p:nvGraphicFramePr>
        <p:xfrm>
          <a:off x="4499992" y="3709436"/>
          <a:ext cx="163671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37" name="Equation" r:id="rId33" imgW="1638000" imgH="520560" progId="Equation.DSMT4">
                  <p:embed/>
                </p:oleObj>
              </mc:Choice>
              <mc:Fallback>
                <p:oleObj name="Equation" r:id="rId33" imgW="1638000" imgH="520560" progId="Equation.DSMT4">
                  <p:embed/>
                  <p:pic>
                    <p:nvPicPr>
                      <p:cNvPr id="5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709436"/>
                        <a:ext cx="1636712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3283452" y="2740710"/>
            <a:ext cx="360000" cy="360000"/>
            <a:chOff x="5028934" y="1260972"/>
            <a:chExt cx="360000" cy="360000"/>
          </a:xfrm>
          <a:solidFill>
            <a:schemeClr val="bg1"/>
          </a:solidFill>
        </p:grpSpPr>
        <p:sp>
          <p:nvSpPr>
            <p:cNvPr id="27" name="椭圆 26"/>
            <p:cNvSpPr/>
            <p:nvPr/>
          </p:nvSpPr>
          <p:spPr>
            <a:xfrm>
              <a:off x="5028934" y="1260972"/>
              <a:ext cx="360000" cy="360000"/>
            </a:xfrm>
            <a:prstGeom prst="ellipse">
              <a:avLst/>
            </a:prstGeom>
            <a:grp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585262"/>
                </p:ext>
              </p:extLst>
            </p:nvPr>
          </p:nvGraphicFramePr>
          <p:xfrm>
            <a:off x="5123772" y="1352430"/>
            <a:ext cx="240169" cy="191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738" name="Equation" r:id="rId35" imgW="279360" imgH="203040" progId="Equation.DSMT4">
                    <p:embed/>
                  </p:oleObj>
                </mc:Choice>
                <mc:Fallback>
                  <p:oleObj name="Equation" r:id="rId35" imgW="279360" imgH="203040" progId="Equation.DSMT4">
                    <p:embed/>
                    <p:pic>
                      <p:nvPicPr>
                        <p:cNvPr id="42" name="对象 41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123772" y="1352430"/>
                          <a:ext cx="240169" cy="19161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2082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7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5" grpId="0" build="p" autoUpdateAnimBg="0" advAuto="0"/>
      <p:bldP spid="9" grpId="0" build="p" autoUpdateAnimBg="0" advAuto="0"/>
      <p:bldP spid="12" grpId="0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43608" y="411510"/>
            <a:ext cx="4593960" cy="46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收敛数列与其</a:t>
            </a:r>
            <a:r>
              <a:rPr lang="zh-CN" altLang="en-US" sz="2400" b="1" dirty="0">
                <a:solidFill>
                  <a:srgbClr val="0064FF"/>
                </a:solidFill>
              </a:rPr>
              <a:t>子数列的关系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43608" y="968054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6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在数列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244310"/>
              </p:ext>
            </p:extLst>
          </p:nvPr>
        </p:nvGraphicFramePr>
        <p:xfrm>
          <a:off x="3016654" y="1022410"/>
          <a:ext cx="533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74" name="Equation" r:id="rId3" imgW="533160" imgH="380880" progId="Equation.DSMT4">
                  <p:embed/>
                </p:oleObj>
              </mc:Choice>
              <mc:Fallback>
                <p:oleObj name="Equation" r:id="rId3" imgW="533160" imgH="380880" progId="Equation.DSMT4">
                  <p:embed/>
                  <p:pic>
                    <p:nvPicPr>
                      <p:cNvPr id="10547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654" y="1022410"/>
                        <a:ext cx="53316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477806" y="976823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中任意抽取无限多项并保持这些</a:t>
            </a:r>
            <a:r>
              <a:rPr kumimoji="1" lang="zh-CN" altLang="en-US" sz="2400" b="1" dirty="0">
                <a:latin typeface="+mn-ea"/>
              </a:rPr>
              <a:t>项在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48395" y="1622640"/>
            <a:ext cx="8072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原数列中的先后次序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  <a:r>
              <a:rPr kumimoji="1" lang="zh-CN" altLang="en-US" sz="2400" b="1" dirty="0">
                <a:latin typeface="+mn-ea"/>
                <a:ea typeface="+mn-ea"/>
              </a:rPr>
              <a:t>这样得到的一个数列称</a:t>
            </a:r>
            <a:r>
              <a:rPr kumimoji="1" lang="zh-CN" altLang="en-US" sz="2400" b="1" dirty="0">
                <a:latin typeface="+mn-ea"/>
              </a:rPr>
              <a:t>为原数列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67124" y="2193270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子数列</a:t>
            </a:r>
            <a:r>
              <a:rPr kumimoji="1" lang="en-US" altLang="zh-CN" sz="2400" b="1" dirty="0"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latin typeface="+mn-ea"/>
                <a:ea typeface="+mn-ea"/>
              </a:rPr>
              <a:t>或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子列</a:t>
            </a:r>
            <a:r>
              <a:rPr kumimoji="1" lang="en-US" altLang="zh-CN" sz="2400" b="1" dirty="0">
                <a:latin typeface="+mn-ea"/>
                <a:ea typeface="+mn-ea"/>
              </a:rPr>
              <a:t>).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043608" y="2868487"/>
            <a:ext cx="52149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原数列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043608" y="3459797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子数列</a:t>
            </a: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357157"/>
              </p:ext>
            </p:extLst>
          </p:nvPr>
        </p:nvGraphicFramePr>
        <p:xfrm>
          <a:off x="8014310" y="1663032"/>
          <a:ext cx="533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75" name="Equation" r:id="rId5" imgW="533160" imgH="380880" progId="Equation.DSMT4">
                  <p:embed/>
                </p:oleObj>
              </mc:Choice>
              <mc:Fallback>
                <p:oleObj name="Equation" r:id="rId5" imgW="533160" imgH="38088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4310" y="1663032"/>
                        <a:ext cx="53316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81983"/>
              </p:ext>
            </p:extLst>
          </p:nvPr>
        </p:nvGraphicFramePr>
        <p:xfrm>
          <a:off x="2510533" y="2892920"/>
          <a:ext cx="3187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76" name="Equation" r:id="rId6" imgW="3187440" imgH="380880" progId="Equation.DSMT4">
                  <p:embed/>
                </p:oleObj>
              </mc:Choice>
              <mc:Fallback>
                <p:oleObj name="Equation" r:id="rId6" imgW="3187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0533" y="2892920"/>
                        <a:ext cx="3187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782121"/>
              </p:ext>
            </p:extLst>
          </p:nvPr>
        </p:nvGraphicFramePr>
        <p:xfrm>
          <a:off x="2499741" y="3477441"/>
          <a:ext cx="3276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77" name="Equation" r:id="rId8" imgW="3276360" imgH="419040" progId="Equation.DSMT4">
                  <p:embed/>
                </p:oleObj>
              </mc:Choice>
              <mc:Fallback>
                <p:oleObj name="Equation" r:id="rId8" imgW="3276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99741" y="3477441"/>
                        <a:ext cx="3276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077955" y="4101167"/>
            <a:ext cx="7921452" cy="476081"/>
            <a:chOff x="987632" y="4351915"/>
            <a:chExt cx="7921452" cy="476081"/>
          </a:xfrm>
        </p:grpSpPr>
        <p:sp>
          <p:nvSpPr>
            <p:cNvPr id="22" name="Text Box 4"/>
            <p:cNvSpPr txBox="1">
              <a:spLocks noChangeArrowheads="1"/>
            </p:cNvSpPr>
            <p:nvPr/>
          </p:nvSpPr>
          <p:spPr bwMode="auto">
            <a:xfrm>
              <a:off x="987632" y="4357051"/>
              <a:ext cx="74295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 </a:t>
              </a:r>
              <a:r>
                <a:rPr kumimoji="1" lang="zh-CN" altLang="en-US" sz="2400" b="1" dirty="0">
                  <a:latin typeface="+mn-ea"/>
                  <a:ea typeface="+mn-ea"/>
                </a:rPr>
                <a:t>在子列中一般项</a:t>
              </a:r>
            </a:p>
          </p:txBody>
        </p:sp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4012540" y="4351915"/>
              <a:ext cx="48965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是第</a:t>
              </a:r>
              <a:r>
                <a:rPr kumimoji="1" lang="zh-CN" altLang="en-US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 </a:t>
              </a:r>
              <a:r>
                <a:rPr kumimoji="1" lang="zh-CN" altLang="en-US" sz="2400" b="1" dirty="0">
                  <a:latin typeface="+mn-ea"/>
                  <a:ea typeface="+mn-ea"/>
                </a:rPr>
                <a:t>项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在原数列中</a:t>
              </a:r>
              <a:r>
                <a:rPr kumimoji="1" lang="zh-CN" altLang="en-US" sz="2400" b="1" dirty="0">
                  <a:latin typeface="+mn-ea"/>
                </a:rPr>
                <a:t>是第</a:t>
              </a:r>
              <a:r>
                <a:rPr kumimoji="1" lang="en-US" altLang="zh-CN" sz="2400" b="1" i="1" dirty="0"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项</a:t>
              </a:r>
              <a:r>
                <a:rPr kumimoji="1" lang="en-US" altLang="zh-CN" sz="2400" b="1" dirty="0">
                  <a:latin typeface="+mn-ea"/>
                </a:rPr>
                <a:t>. 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3088361"/>
                </p:ext>
              </p:extLst>
            </p:nvPr>
          </p:nvGraphicFramePr>
          <p:xfrm>
            <a:off x="3724507" y="4408896"/>
            <a:ext cx="355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78" name="Equation" r:id="rId10" imgW="355320" imgH="419040" progId="Equation.DSMT4">
                    <p:embed/>
                  </p:oleObj>
                </mc:Choice>
                <mc:Fallback>
                  <p:oleObj name="Equation" r:id="rId10" imgW="355320" imgH="41904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24507" y="4408896"/>
                          <a:ext cx="3556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1597633"/>
                </p:ext>
              </p:extLst>
            </p:nvPr>
          </p:nvGraphicFramePr>
          <p:xfrm>
            <a:off x="7622356" y="439224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79" name="Equation" r:id="rId12" imgW="279360" imgH="380880" progId="Equation.DSMT4">
                    <p:embed/>
                  </p:oleObj>
                </mc:Choice>
                <mc:Fallback>
                  <p:oleObj name="Equation" r:id="rId12" imgW="279360" imgH="38088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622356" y="4392248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6502142" y="3124343"/>
            <a:ext cx="1026246" cy="411618"/>
            <a:chOff x="6907900" y="2715767"/>
            <a:chExt cx="1026246" cy="411618"/>
          </a:xfrm>
        </p:grpSpPr>
        <p:sp>
          <p:nvSpPr>
            <p:cNvPr id="26" name="矩形: 圆角 3">
              <a:extLst>
                <a:ext uri="{FF2B5EF4-FFF2-40B4-BE49-F238E27FC236}">
                  <a16:creationId xmlns:a16="http://schemas.microsoft.com/office/drawing/2014/main" id="{130808DF-B612-45B4-9822-3B481C8338CC}"/>
                </a:ext>
              </a:extLst>
            </p:cNvPr>
            <p:cNvSpPr/>
            <p:nvPr/>
          </p:nvSpPr>
          <p:spPr>
            <a:xfrm>
              <a:off x="6907900" y="2715767"/>
              <a:ext cx="1026246" cy="411618"/>
            </a:xfrm>
            <a:prstGeom prst="roundRect">
              <a:avLst/>
            </a:prstGeom>
            <a:gradFill>
              <a:gsLst>
                <a:gs pos="80000">
                  <a:srgbClr val="0064FF">
                    <a:alpha val="96000"/>
                  </a:srgb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9865260"/>
                </p:ext>
              </p:extLst>
            </p:nvPr>
          </p:nvGraphicFramePr>
          <p:xfrm>
            <a:off x="7008273" y="2731076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80" name="Equation" r:id="rId14" imgW="825480" imgH="380880" progId="Equation.DSMT4">
                    <p:embed/>
                  </p:oleObj>
                </mc:Choice>
                <mc:Fallback>
                  <p:oleObj name="Equation" r:id="rId14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008273" y="2731076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7666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  <p:bldP spid="11" grpId="0" autoUpdateAnimBg="0"/>
      <p:bldP spid="14" grpId="0" autoUpdateAnimBg="0"/>
      <p:bldP spid="15" grpId="0" autoUpdateAnimBg="0"/>
      <p:bldP spid="1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009661" y="1456922"/>
            <a:ext cx="6091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019969" y="884668"/>
            <a:ext cx="35036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也收敛，且极限也是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67869"/>
              </p:ext>
            </p:extLst>
          </p:nvPr>
        </p:nvGraphicFramePr>
        <p:xfrm>
          <a:off x="494078" y="921044"/>
          <a:ext cx="596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51" name="Equation" r:id="rId3" imgW="596880" imgH="419040" progId="Equation.DSMT4">
                  <p:embed/>
                </p:oleObj>
              </mc:Choice>
              <mc:Fallback>
                <p:oleObj name="Equation" r:id="rId3" imgW="596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4078" y="921044"/>
                        <a:ext cx="596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029709" y="411510"/>
            <a:ext cx="7941488" cy="4376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 </a:t>
            </a:r>
            <a:r>
              <a:rPr lang="zh-CN" altLang="en-US" sz="2400" b="1" dirty="0">
                <a:latin typeface="+mn-ea"/>
                <a:ea typeface="+mn-ea"/>
              </a:rPr>
              <a:t>数列    收敛于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充要条件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为它的任一子数列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122182"/>
              </p:ext>
            </p:extLst>
          </p:nvPr>
        </p:nvGraphicFramePr>
        <p:xfrm>
          <a:off x="2706501" y="456836"/>
          <a:ext cx="533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52" name="Equation" r:id="rId5" imgW="533160" imgH="380880" progId="Equation.DSMT4">
                  <p:embed/>
                </p:oleObj>
              </mc:Choice>
              <mc:Fallback>
                <p:oleObj name="Equation" r:id="rId5" imgW="533160" imgH="38088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501" y="456836"/>
                        <a:ext cx="53316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4">
            <a:extLst>
              <a:ext uri="{FF2B5EF4-FFF2-40B4-BE49-F238E27FC236}">
                <a16:creationId xmlns:a16="http://schemas.microsoft.com/office/drawing/2014/main" id="{E8FD890E-23CA-4223-890A-3C8986771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576" y="1467757"/>
            <a:ext cx="13556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充分性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9998886-03E8-46A0-A201-AD6179738B56}"/>
              </a:ext>
            </a:extLst>
          </p:cNvPr>
          <p:cNvGrpSpPr/>
          <p:nvPr/>
        </p:nvGrpSpPr>
        <p:grpSpPr>
          <a:xfrm>
            <a:off x="2560413" y="1465647"/>
            <a:ext cx="6554886" cy="461665"/>
            <a:chOff x="2587003" y="1365893"/>
            <a:chExt cx="6554886" cy="461665"/>
          </a:xfrm>
        </p:grpSpPr>
        <p:sp>
          <p:nvSpPr>
            <p:cNvPr id="39" name="Text Box 4">
              <a:extLst>
                <a:ext uri="{FF2B5EF4-FFF2-40B4-BE49-F238E27FC236}">
                  <a16:creationId xmlns:a16="http://schemas.microsoft.com/office/drawing/2014/main" id="{E9E82DAE-58C5-4212-968E-18A02F2D8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003" y="1365893"/>
              <a:ext cx="655488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    本身也是它的子列，故充分性成立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0" name="Object 4">
              <a:extLst>
                <a:ext uri="{FF2B5EF4-FFF2-40B4-BE49-F238E27FC236}">
                  <a16:creationId xmlns:a16="http://schemas.microsoft.com/office/drawing/2014/main" id="{F0E69CC6-CE07-44D6-B838-B60A199AD1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415845"/>
                </p:ext>
              </p:extLst>
            </p:nvPr>
          </p:nvGraphicFramePr>
          <p:xfrm>
            <a:off x="3356517" y="1436637"/>
            <a:ext cx="5331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53" name="Equation" r:id="rId5" imgW="533160" imgH="380880" progId="Equation.DSMT4">
                    <p:embed/>
                  </p:oleObj>
                </mc:Choice>
                <mc:Fallback>
                  <p:oleObj name="Equation" r:id="rId5" imgW="533160" imgH="380880" progId="Equation.DSMT4">
                    <p:embed/>
                    <p:pic>
                      <p:nvPicPr>
                        <p:cNvPr id="3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6517" y="1436637"/>
                          <a:ext cx="5331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4">
            <a:extLst>
              <a:ext uri="{FF2B5EF4-FFF2-40B4-BE49-F238E27FC236}">
                <a16:creationId xmlns:a16="http://schemas.microsoft.com/office/drawing/2014/main" id="{D1025071-464A-423B-B99A-36CE1F747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379" y="2059800"/>
            <a:ext cx="13556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必要性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D855B3-328C-43CF-8E46-53856177A8CF}"/>
              </a:ext>
            </a:extLst>
          </p:cNvPr>
          <p:cNvGrpSpPr/>
          <p:nvPr/>
        </p:nvGrpSpPr>
        <p:grpSpPr>
          <a:xfrm>
            <a:off x="3798888" y="2021200"/>
            <a:ext cx="1426955" cy="461665"/>
            <a:chOff x="3798888" y="2021200"/>
            <a:chExt cx="1426955" cy="461665"/>
          </a:xfrm>
        </p:grpSpPr>
        <p:sp>
          <p:nvSpPr>
            <p:cNvPr id="46" name="Text Box 11">
              <a:extLst>
                <a:ext uri="{FF2B5EF4-FFF2-40B4-BE49-F238E27FC236}">
                  <a16:creationId xmlns:a16="http://schemas.microsoft.com/office/drawing/2014/main" id="{2912B467-C51C-4FE2-AAF9-9C0006542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888" y="2021200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则</a:t>
              </a:r>
            </a:p>
          </p:txBody>
        </p:sp>
        <p:graphicFrame>
          <p:nvGraphicFramePr>
            <p:cNvPr id="47" name="Object 6">
              <a:extLst>
                <a:ext uri="{FF2B5EF4-FFF2-40B4-BE49-F238E27FC236}">
                  <a16:creationId xmlns:a16="http://schemas.microsoft.com/office/drawing/2014/main" id="{BE7F7724-A587-42D7-9C31-0596C56265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7540662"/>
                </p:ext>
              </p:extLst>
            </p:nvPr>
          </p:nvGraphicFramePr>
          <p:xfrm>
            <a:off x="4197143" y="2141553"/>
            <a:ext cx="1028700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54" name="Equation" r:id="rId7" imgW="1028520" imgH="342720" progId="Equation.DSMT4">
                    <p:embed/>
                  </p:oleObj>
                </mc:Choice>
                <mc:Fallback>
                  <p:oleObj name="Equation" r:id="rId7" imgW="1028520" imgH="342720" progId="Equation.DSMT4">
                    <p:embed/>
                    <p:pic>
                      <p:nvPicPr>
                        <p:cNvPr id="5" name="Object 6">
                          <a:extLst>
                            <a:ext uri="{FF2B5EF4-FFF2-40B4-BE49-F238E27FC236}">
                              <a16:creationId xmlns:a16="http://schemas.microsoft.com/office/drawing/2014/main" id="{21D9A8E9-8D6F-4D2D-935C-34D4909CFA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7143" y="2141553"/>
                          <a:ext cx="1028700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Object 7">
            <a:extLst>
              <a:ext uri="{FF2B5EF4-FFF2-40B4-BE49-F238E27FC236}">
                <a16:creationId xmlns:a16="http://schemas.microsoft.com/office/drawing/2014/main" id="{5F24748B-FE95-438C-BFAB-3F6FD72A62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728962"/>
              </p:ext>
            </p:extLst>
          </p:nvPr>
        </p:nvGraphicFramePr>
        <p:xfrm>
          <a:off x="5256332" y="2096270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55" name="Equation" r:id="rId9" imgW="1473120" imgH="380880" progId="Equation.DSMT4">
                  <p:embed/>
                </p:oleObj>
              </mc:Choice>
              <mc:Fallback>
                <p:oleObj name="Equation" r:id="rId9" imgW="1473120" imgH="38088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890B4FA1-2D8F-4322-84A0-E9064364D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332" y="2096270"/>
                        <a:ext cx="147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9DD593A8-D2B1-48EE-8287-12190CA1797A}"/>
              </a:ext>
            </a:extLst>
          </p:cNvPr>
          <p:cNvGrpSpPr/>
          <p:nvPr/>
        </p:nvGrpSpPr>
        <p:grpSpPr>
          <a:xfrm>
            <a:off x="1994605" y="2045319"/>
            <a:ext cx="1772308" cy="538934"/>
            <a:chOff x="1994605" y="2045319"/>
            <a:chExt cx="1772308" cy="538934"/>
          </a:xfrm>
        </p:grpSpPr>
        <p:sp>
          <p:nvSpPr>
            <p:cNvPr id="45" name="Text Box 9">
              <a:extLst>
                <a:ext uri="{FF2B5EF4-FFF2-40B4-BE49-F238E27FC236}">
                  <a16:creationId xmlns:a16="http://schemas.microsoft.com/office/drawing/2014/main" id="{296C30E2-2BC7-41DC-A55B-05FEE09DB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605" y="2045319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3972C1A9-D04E-4C27-859F-48E49A7280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8128940"/>
                </p:ext>
              </p:extLst>
            </p:nvPr>
          </p:nvGraphicFramePr>
          <p:xfrm>
            <a:off x="2420713" y="2101653"/>
            <a:ext cx="13462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56" name="Equation" r:id="rId11" imgW="1346040" imgH="482400" progId="Equation.DSMT4">
                    <p:embed/>
                  </p:oleObj>
                </mc:Choice>
                <mc:Fallback>
                  <p:oleObj name="Equation" r:id="rId11" imgW="1346040" imgH="4824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DD775A2C-59F9-45EE-8B22-2980CADC87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20713" y="2101653"/>
                          <a:ext cx="13462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C2560B-E4F6-49D3-BBF3-09E69F0942D0}"/>
              </a:ext>
            </a:extLst>
          </p:cNvPr>
          <p:cNvGrpSpPr/>
          <p:nvPr/>
        </p:nvGrpSpPr>
        <p:grpSpPr>
          <a:xfrm>
            <a:off x="6682807" y="1989363"/>
            <a:ext cx="2490135" cy="487907"/>
            <a:chOff x="6682807" y="1989363"/>
            <a:chExt cx="2490135" cy="487907"/>
          </a:xfrm>
        </p:grpSpPr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id="{F248F285-4EDC-4EC8-B3CC-E01C2F940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2807" y="1989363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当 </a:t>
              </a:r>
            </a:p>
          </p:txBody>
        </p:sp>
        <p:graphicFrame>
          <p:nvGraphicFramePr>
            <p:cNvPr id="50" name="Object 8">
              <a:extLst>
                <a:ext uri="{FF2B5EF4-FFF2-40B4-BE49-F238E27FC236}">
                  <a16:creationId xmlns:a16="http://schemas.microsoft.com/office/drawing/2014/main" id="{790D9FD2-A379-48E3-A679-58BC3E151C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6839746"/>
                </p:ext>
              </p:extLst>
            </p:nvPr>
          </p:nvGraphicFramePr>
          <p:xfrm>
            <a:off x="7137698" y="2112352"/>
            <a:ext cx="74916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57" name="Equation" r:id="rId13" imgW="749160" imgH="279360" progId="Equation.DSMT4">
                    <p:embed/>
                  </p:oleObj>
                </mc:Choice>
                <mc:Fallback>
                  <p:oleObj name="Equation" r:id="rId13" imgW="749160" imgH="279360" progId="Equation.DSMT4">
                    <p:embed/>
                    <p:pic>
                      <p:nvPicPr>
                        <p:cNvPr id="8" name="Object 8">
                          <a:extLst>
                            <a:ext uri="{FF2B5EF4-FFF2-40B4-BE49-F238E27FC236}">
                              <a16:creationId xmlns:a16="http://schemas.microsoft.com/office/drawing/2014/main" id="{5FF0E4EF-CEBF-4199-A7EE-53ED4E24EC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7698" y="2112352"/>
                          <a:ext cx="749160" cy="279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Text Box 16">
              <a:extLst>
                <a:ext uri="{FF2B5EF4-FFF2-40B4-BE49-F238E27FC236}">
                  <a16:creationId xmlns:a16="http://schemas.microsoft.com/office/drawing/2014/main" id="{C4B507E5-6C58-4B4C-9D84-9989B0A33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7542" y="2015605"/>
              <a:ext cx="1295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</p:grpSp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8CBDC520-6B48-424E-A662-0A6B1F3B27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086038"/>
              </p:ext>
            </p:extLst>
          </p:nvPr>
        </p:nvGraphicFramePr>
        <p:xfrm>
          <a:off x="3727243" y="2660872"/>
          <a:ext cx="149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58" name="Equation" r:id="rId15" imgW="1498320" imgH="380880" progId="Equation.DSMT4">
                  <p:embed/>
                </p:oleObj>
              </mc:Choice>
              <mc:Fallback>
                <p:oleObj name="Equation" r:id="rId15" imgW="149832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8232C03-0FD9-4853-99C9-DE5AF5439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27243" y="2660872"/>
                        <a:ext cx="1498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矩形 68">
            <a:extLst>
              <a:ext uri="{FF2B5EF4-FFF2-40B4-BE49-F238E27FC236}">
                <a16:creationId xmlns:a16="http://schemas.microsoft.com/office/drawing/2014/main" id="{062801C3-D180-4334-96F1-2656EC174C99}"/>
              </a:ext>
            </a:extLst>
          </p:cNvPr>
          <p:cNvSpPr/>
          <p:nvPr/>
        </p:nvSpPr>
        <p:spPr>
          <a:xfrm>
            <a:off x="8319593" y="198242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554E8D-8D92-4790-903A-E22C249DC599}"/>
              </a:ext>
            </a:extLst>
          </p:cNvPr>
          <p:cNvGrpSpPr/>
          <p:nvPr/>
        </p:nvGrpSpPr>
        <p:grpSpPr>
          <a:xfrm>
            <a:off x="1075224" y="3094845"/>
            <a:ext cx="1744067" cy="461665"/>
            <a:chOff x="1075224" y="3094845"/>
            <a:chExt cx="1744067" cy="461665"/>
          </a:xfrm>
        </p:grpSpPr>
        <p:sp>
          <p:nvSpPr>
            <p:cNvPr id="70" name="Text Box 18">
              <a:extLst>
                <a:ext uri="{FF2B5EF4-FFF2-40B4-BE49-F238E27FC236}">
                  <a16:creationId xmlns:a16="http://schemas.microsoft.com/office/drawing/2014/main" id="{B1500DF6-F0C2-4537-A933-1D8FB54A5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224" y="3094845"/>
              <a:ext cx="174406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71" name="Object 10">
              <a:extLst>
                <a:ext uri="{FF2B5EF4-FFF2-40B4-BE49-F238E27FC236}">
                  <a16:creationId xmlns:a16="http://schemas.microsoft.com/office/drawing/2014/main" id="{B3A14257-73CE-44AD-A49B-9EDF2B8A15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231656"/>
                </p:ext>
              </p:extLst>
            </p:nvPr>
          </p:nvGraphicFramePr>
          <p:xfrm>
            <a:off x="1832397" y="3157633"/>
            <a:ext cx="91281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59" name="Equation" r:id="rId17" imgW="914400" imgH="380880" progId="Equation.DSMT4">
                    <p:embed/>
                  </p:oleObj>
                </mc:Choice>
                <mc:Fallback>
                  <p:oleObj name="Equation" r:id="rId17" imgW="914400" imgH="380880" progId="Equation.DSMT4">
                    <p:embed/>
                    <p:pic>
                      <p:nvPicPr>
                        <p:cNvPr id="4" name="Object 10">
                          <a:extLst>
                            <a:ext uri="{FF2B5EF4-FFF2-40B4-BE49-F238E27FC236}">
                              <a16:creationId xmlns:a16="http://schemas.microsoft.com/office/drawing/2014/main" id="{1B38B1A5-8920-45EB-BA27-79E70BF137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397" y="3157633"/>
                          <a:ext cx="912812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E6FDE95-DC21-4E7D-9CCB-20567F1B6D66}"/>
              </a:ext>
            </a:extLst>
          </p:cNvPr>
          <p:cNvGrpSpPr/>
          <p:nvPr/>
        </p:nvGrpSpPr>
        <p:grpSpPr>
          <a:xfrm>
            <a:off x="2797154" y="3089696"/>
            <a:ext cx="3976027" cy="461665"/>
            <a:chOff x="2797154" y="3089696"/>
            <a:chExt cx="3976027" cy="461665"/>
          </a:xfrm>
        </p:grpSpPr>
        <p:sp>
          <p:nvSpPr>
            <p:cNvPr id="72" name="Text Box 18">
              <a:extLst>
                <a:ext uri="{FF2B5EF4-FFF2-40B4-BE49-F238E27FC236}">
                  <a16:creationId xmlns:a16="http://schemas.microsoft.com/office/drawing/2014/main" id="{ADB39EB7-6A17-412B-8482-94DC6227B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7154" y="3089696"/>
              <a:ext cx="36924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故当      时，更有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5891E1E-12AD-4E53-996A-D2A98BAFE7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8608900"/>
                </p:ext>
              </p:extLst>
            </p:nvPr>
          </p:nvGraphicFramePr>
          <p:xfrm>
            <a:off x="3599446" y="3216425"/>
            <a:ext cx="762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60" name="Equation" r:id="rId19" imgW="761760" imgH="279360" progId="Equation.DSMT4">
                    <p:embed/>
                  </p:oleObj>
                </mc:Choice>
                <mc:Fallback>
                  <p:oleObj name="Equation" r:id="rId19" imgW="7617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99446" y="3216425"/>
                          <a:ext cx="762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48ADE45-AF7D-4859-94C6-C482900C6B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2783166"/>
                </p:ext>
              </p:extLst>
            </p:nvPr>
          </p:nvGraphicFramePr>
          <p:xfrm>
            <a:off x="5769881" y="3165625"/>
            <a:ext cx="1003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61" name="Equation" r:id="rId21" imgW="1002960" imgH="380880" progId="Equation.DSMT4">
                    <p:embed/>
                  </p:oleObj>
                </mc:Choice>
                <mc:Fallback>
                  <p:oleObj name="Equation" r:id="rId21" imgW="1002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769881" y="3165625"/>
                          <a:ext cx="1003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" name="Object 2">
            <a:extLst>
              <a:ext uri="{FF2B5EF4-FFF2-40B4-BE49-F238E27FC236}">
                <a16:creationId xmlns:a16="http://schemas.microsoft.com/office/drawing/2014/main" id="{9036EE6C-E8CE-4C51-8D39-8040A28CA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674134"/>
              </p:ext>
            </p:extLst>
          </p:nvPr>
        </p:nvGraphicFramePr>
        <p:xfrm>
          <a:off x="3716735" y="3798629"/>
          <a:ext cx="156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62" name="Equation" r:id="rId23" imgW="1562040" imgH="457200" progId="Equation.DSMT4">
                  <p:embed/>
                </p:oleObj>
              </mc:Choice>
              <mc:Fallback>
                <p:oleObj name="Equation" r:id="rId23" imgW="1562040" imgH="45720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8796F6E8-0FC4-4661-A3FC-F1E2D82B23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735" y="3798629"/>
                        <a:ext cx="1562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 Box 26">
            <a:extLst>
              <a:ext uri="{FF2B5EF4-FFF2-40B4-BE49-F238E27FC236}">
                <a16:creationId xmlns:a16="http://schemas.microsoft.com/office/drawing/2014/main" id="{D0FAD87A-BF9C-4148-8991-9D9D7D477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181" y="3094845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从而有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F160E9B-526C-4832-981C-68AAC9182533}"/>
              </a:ext>
            </a:extLst>
          </p:cNvPr>
          <p:cNvGrpSpPr/>
          <p:nvPr/>
        </p:nvGrpSpPr>
        <p:grpSpPr>
          <a:xfrm>
            <a:off x="467488" y="4224518"/>
            <a:ext cx="2418117" cy="555081"/>
            <a:chOff x="467488" y="4224518"/>
            <a:chExt cx="2418117" cy="555081"/>
          </a:xfrm>
        </p:grpSpPr>
        <p:sp>
          <p:nvSpPr>
            <p:cNvPr id="76" name="Text Box 27">
              <a:extLst>
                <a:ext uri="{FF2B5EF4-FFF2-40B4-BE49-F238E27FC236}">
                  <a16:creationId xmlns:a16="http://schemas.microsoft.com/office/drawing/2014/main" id="{80F3FC08-D1E1-410C-801E-38C1D98D1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88" y="4224518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因此</a:t>
              </a:r>
            </a:p>
          </p:txBody>
        </p:sp>
        <p:graphicFrame>
          <p:nvGraphicFramePr>
            <p:cNvPr id="77" name="Object 15">
              <a:extLst>
                <a:ext uri="{FF2B5EF4-FFF2-40B4-BE49-F238E27FC236}">
                  <a16:creationId xmlns:a16="http://schemas.microsoft.com/office/drawing/2014/main" id="{69CB6AA2-0637-4A16-8409-5A62BB29E4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1196847"/>
                </p:ext>
              </p:extLst>
            </p:nvPr>
          </p:nvGraphicFramePr>
          <p:xfrm>
            <a:off x="1401293" y="4296999"/>
            <a:ext cx="1484312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63" name="Equation" r:id="rId25" imgW="1485720" imgH="482400" progId="Equation.DSMT4">
                    <p:embed/>
                  </p:oleObj>
                </mc:Choice>
                <mc:Fallback>
                  <p:oleObj name="Equation" r:id="rId25" imgW="1485720" imgH="482400" progId="Equation.DSMT4">
                    <p:embed/>
                    <p:pic>
                      <p:nvPicPr>
                        <p:cNvPr id="13" name="Object 15">
                          <a:extLst>
                            <a:ext uri="{FF2B5EF4-FFF2-40B4-BE49-F238E27FC236}">
                              <a16:creationId xmlns:a16="http://schemas.microsoft.com/office/drawing/2014/main" id="{30065122-EF27-4248-8B24-6386C87BF3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293" y="4296999"/>
                          <a:ext cx="1484312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828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38" grpId="0" autoUpdateAnimBg="0"/>
      <p:bldP spid="42" grpId="0"/>
      <p:bldP spid="69" grpId="0"/>
      <p:bldP spid="7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516232" y="811013"/>
            <a:ext cx="67093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若数列的一个子列发散，</a:t>
            </a:r>
            <a:r>
              <a:rPr kumimoji="1" lang="zh-CN" altLang="en-US" sz="2400" b="1" dirty="0">
                <a:latin typeface="+mn-ea"/>
              </a:rPr>
              <a:t>则原数列一定发散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503723" y="1387078"/>
            <a:ext cx="6565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若数列的两个子</a:t>
            </a:r>
            <a:r>
              <a:rPr kumimoji="1" lang="zh-CN" altLang="en-US" sz="2400" b="1" dirty="0">
                <a:latin typeface="+mn-ea"/>
              </a:rPr>
              <a:t>列有不同的极限，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5940152" y="1387077"/>
            <a:ext cx="28803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则原数列</a:t>
            </a:r>
            <a:r>
              <a:rPr kumimoji="1" lang="zh-CN" altLang="en-US" sz="2400" b="1" dirty="0">
                <a:latin typeface="+mn-ea"/>
              </a:rPr>
              <a:t>一定发散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082719" y="811013"/>
            <a:ext cx="9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619672" y="267494"/>
            <a:ext cx="4143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判别数列发散的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两个方法</a:t>
            </a:r>
            <a:endParaRPr kumimoji="1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101920" y="1387078"/>
            <a:ext cx="495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504D79-EBF9-44D8-8013-487F43F3D32B}"/>
              </a:ext>
            </a:extLst>
          </p:cNvPr>
          <p:cNvSpPr txBox="1"/>
          <p:nvPr/>
        </p:nvSpPr>
        <p:spPr>
          <a:xfrm>
            <a:off x="1100431" y="267494"/>
            <a:ext cx="760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注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83135" y="1981933"/>
            <a:ext cx="4484844" cy="757088"/>
            <a:chOff x="1011127" y="2450047"/>
            <a:chExt cx="4484844" cy="757088"/>
          </a:xfrm>
        </p:grpSpPr>
        <p:sp>
          <p:nvSpPr>
            <p:cNvPr id="14" name="Rectangle 2"/>
            <p:cNvSpPr txBox="1">
              <a:spLocks noChangeArrowheads="1"/>
            </p:cNvSpPr>
            <p:nvPr/>
          </p:nvSpPr>
          <p:spPr>
            <a:xfrm>
              <a:off x="1011127" y="2597535"/>
              <a:ext cx="2819400" cy="609600"/>
            </a:xfrm>
            <a:prstGeom prst="rect">
              <a:avLst/>
            </a:prstGeom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+mn-ea"/>
                  <a:cs typeface="+mj-cs"/>
                </a:rPr>
                <a:t>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+mn-ea"/>
                  <a:cs typeface="+mj-cs"/>
                </a:rPr>
                <a:t>7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j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j-cs"/>
                </a:rPr>
                <a:t>证明数列</a:t>
              </a:r>
            </a:p>
          </p:txBody>
        </p:sp>
        <p:graphicFrame>
          <p:nvGraphicFramePr>
            <p:cNvPr id="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387694"/>
                </p:ext>
              </p:extLst>
            </p:nvPr>
          </p:nvGraphicFramePr>
          <p:xfrm>
            <a:off x="2893922" y="2450047"/>
            <a:ext cx="1625600" cy="722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599" name="Equation" r:id="rId3" imgW="1625400" imgH="723600" progId="Equation.DSMT4">
                    <p:embed/>
                  </p:oleObj>
                </mc:Choice>
                <mc:Fallback>
                  <p:oleObj name="Equation" r:id="rId3" imgW="1625400" imgH="723600" progId="Equation.DSMT4">
                    <p:embed/>
                    <p:pic>
                      <p:nvPicPr>
                        <p:cNvPr id="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3922" y="2450047"/>
                          <a:ext cx="1625600" cy="722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4427984" y="2597535"/>
              <a:ext cx="1067987" cy="478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发散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en-US" altLang="zh-CN" sz="2400" b="1" dirty="0">
                  <a:solidFill>
                    <a:schemeClr val="accent2"/>
                  </a:solidFill>
                  <a:latin typeface="+mn-ea"/>
                </a:rPr>
                <a:t>    </a:t>
              </a:r>
              <a:r>
                <a:rPr kumimoji="1" lang="en-US" altLang="zh-CN" sz="2400" b="1" dirty="0">
                  <a:latin typeface="+mn-ea"/>
                </a:rPr>
                <a:t> </a:t>
              </a:r>
            </a:p>
          </p:txBody>
        </p:sp>
      </p:grp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082146" y="2787774"/>
            <a:ext cx="6815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996169"/>
              </p:ext>
            </p:extLst>
          </p:nvPr>
        </p:nvGraphicFramePr>
        <p:xfrm>
          <a:off x="2965930" y="2866675"/>
          <a:ext cx="1193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0" name="Equation" r:id="rId5" imgW="1193760" imgH="482400" progId="Equation.DSMT4">
                  <p:embed/>
                </p:oleObj>
              </mc:Choice>
              <mc:Fallback>
                <p:oleObj name="Equation" r:id="rId5" imgW="1193760" imgH="4824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930" y="2866675"/>
                        <a:ext cx="1193800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934867"/>
              </p:ext>
            </p:extLst>
          </p:nvPr>
        </p:nvGraphicFramePr>
        <p:xfrm>
          <a:off x="1763688" y="2866675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1" name="Equation" r:id="rId7" imgW="1117440" imgH="482400" progId="Equation.DSMT4">
                  <p:embed/>
                </p:oleObj>
              </mc:Choice>
              <mc:Fallback>
                <p:oleObj name="Equation" r:id="rId7" imgW="1117440" imgH="48240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866675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37460"/>
              </p:ext>
            </p:extLst>
          </p:nvPr>
        </p:nvGraphicFramePr>
        <p:xfrm>
          <a:off x="4229224" y="2913956"/>
          <a:ext cx="55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2" name="Equation" r:id="rId9" imgW="558720" imgH="279360" progId="Equation.DSMT4">
                  <p:embed/>
                </p:oleObj>
              </mc:Choice>
              <mc:Fallback>
                <p:oleObj name="Equation" r:id="rId9" imgW="558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29224" y="2913956"/>
                        <a:ext cx="558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29190"/>
              </p:ext>
            </p:extLst>
          </p:nvPr>
        </p:nvGraphicFramePr>
        <p:xfrm>
          <a:off x="3153874" y="3358431"/>
          <a:ext cx="19558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3" name="Equation" r:id="rId11" imgW="1955520" imgH="723600" progId="Equation.DSMT4">
                  <p:embed/>
                </p:oleObj>
              </mc:Choice>
              <mc:Fallback>
                <p:oleObj name="Equation" r:id="rId11" imgW="1955520" imgH="723600" progId="Equation.DSMT4">
                  <p:embed/>
                  <p:pic>
                    <p:nvPicPr>
                      <p:cNvPr id="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874" y="3358431"/>
                        <a:ext cx="1955800" cy="725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940969"/>
              </p:ext>
            </p:extLst>
          </p:nvPr>
        </p:nvGraphicFramePr>
        <p:xfrm>
          <a:off x="1751732" y="3534517"/>
          <a:ext cx="1308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4" name="Equation" r:id="rId13" imgW="1307880" imgH="482400" progId="Equation.DSMT4">
                  <p:embed/>
                </p:oleObj>
              </mc:Choice>
              <mc:Fallback>
                <p:oleObj name="Equation" r:id="rId13" imgW="1307880" imgH="482400" progId="Equation.DSMT4">
                  <p:embed/>
                  <p:pic>
                    <p:nvPicPr>
                      <p:cNvPr id="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732" y="3534517"/>
                        <a:ext cx="1308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901157"/>
              </p:ext>
            </p:extLst>
          </p:nvPr>
        </p:nvGraphicFramePr>
        <p:xfrm>
          <a:off x="5131371" y="3580706"/>
          <a:ext cx="508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5" name="Equation" r:id="rId15" imgW="507960" imgH="279360" progId="Equation.DSMT4">
                  <p:embed/>
                </p:oleObj>
              </mc:Choice>
              <mc:Fallback>
                <p:oleObj name="Equation" r:id="rId15" imgW="507960" imgH="2793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31371" y="3580706"/>
                        <a:ext cx="508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538087" y="4207606"/>
            <a:ext cx="6565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数列的两个子</a:t>
            </a:r>
            <a:r>
              <a:rPr kumimoji="1" lang="zh-CN" altLang="en-US" sz="2400" b="1" dirty="0">
                <a:latin typeface="+mn-ea"/>
              </a:rPr>
              <a:t>列有不同的极限，故数列发散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994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  <p:bldP spid="6" grpId="0"/>
      <p:bldP spid="7" grpId="0" autoUpdateAnimBg="0"/>
      <p:bldP spid="18" grpId="0"/>
      <p:bldP spid="13" grpId="0"/>
      <p:bldP spid="17" grpId="0" autoUpdateAnimBg="0"/>
      <p:bldP spid="3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7BA3A0F-05ED-4504-B422-26D94D5EAA6E}"/>
              </a:ext>
            </a:extLst>
          </p:cNvPr>
          <p:cNvSpPr txBox="1">
            <a:spLocks noChangeArrowheads="1"/>
          </p:cNvSpPr>
          <p:nvPr/>
        </p:nvSpPr>
        <p:spPr>
          <a:xfrm>
            <a:off x="663179" y="488299"/>
            <a:ext cx="8280920" cy="4376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 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5 </a:t>
            </a:r>
            <a:r>
              <a:rPr lang="zh-CN" altLang="en-US" sz="2400" b="1" dirty="0">
                <a:latin typeface="+mn-ea"/>
                <a:ea typeface="+mn-ea"/>
              </a:rPr>
              <a:t>数列    收敛于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充要条件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为数列的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奇子列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B8A1B222-5436-412A-BB37-3EE4C40B7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675756"/>
              </p:ext>
            </p:extLst>
          </p:nvPr>
        </p:nvGraphicFramePr>
        <p:xfrm>
          <a:off x="2483768" y="559831"/>
          <a:ext cx="533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2" name="Equation" r:id="rId3" imgW="533160" imgH="380880" progId="Equation.DSMT4">
                  <p:embed/>
                </p:oleObj>
              </mc:Choice>
              <mc:Fallback>
                <p:oleObj name="Equation" r:id="rId3" imgW="533160" imgH="380880" progId="Equation.DSMT4">
                  <p:embed/>
                  <p:pic>
                    <p:nvPicPr>
                      <p:cNvPr id="3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559831"/>
                        <a:ext cx="53316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5F3BB43-7DF1-4B71-915F-3F590E530586}"/>
              </a:ext>
            </a:extLst>
          </p:cNvPr>
          <p:cNvSpPr/>
          <p:nvPr/>
        </p:nvSpPr>
        <p:spPr>
          <a:xfrm>
            <a:off x="179512" y="1059582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偶子列</a:t>
            </a:r>
            <a:r>
              <a:rPr lang="zh-CN" altLang="en-US" sz="2400" b="1" dirty="0">
                <a:latin typeface="+mn-ea"/>
                <a:sym typeface="Wingdings" pitchFamily="2" charset="2"/>
              </a:rPr>
              <a:t>都收敛于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+mn-ea"/>
                <a:sym typeface="Wingdings" pitchFamily="2" charset="2"/>
              </a:rPr>
              <a:t>.</a:t>
            </a:r>
            <a:endParaRPr lang="zh-CN" altLang="en-US" sz="24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4CE90FB-D53E-437C-8ED2-9E9CEF2C3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659702"/>
            <a:ext cx="6091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37A3831-802E-4AB6-9DC7-39B7AE3EA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451" y="1659702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奇子列</a:t>
            </a:r>
          </a:p>
        </p:txBody>
      </p:sp>
      <p:graphicFrame>
        <p:nvGraphicFramePr>
          <p:cNvPr id="7" name="Object 25">
            <a:extLst>
              <a:ext uri="{FF2B5EF4-FFF2-40B4-BE49-F238E27FC236}">
                <a16:creationId xmlns:a16="http://schemas.microsoft.com/office/drawing/2014/main" id="{E614AC7E-8340-41DD-887B-13430B782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375153"/>
              </p:ext>
            </p:extLst>
          </p:nvPr>
        </p:nvGraphicFramePr>
        <p:xfrm>
          <a:off x="2841625" y="1700213"/>
          <a:ext cx="392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3" name="Equation" r:id="rId5" imgW="3924000" imgH="380880" progId="Equation.DSMT4">
                  <p:embed/>
                </p:oleObj>
              </mc:Choice>
              <mc:Fallback>
                <p:oleObj name="Equation" r:id="rId5" imgW="3924000" imgH="380880" progId="Equation.DSMT4">
                  <p:embed/>
                  <p:pic>
                    <p:nvPicPr>
                      <p:cNvPr id="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1700213"/>
                        <a:ext cx="3924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90F07301-9D29-47CF-B593-405214CA2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262" y="2254765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偶子列</a:t>
            </a:r>
          </a:p>
        </p:txBody>
      </p:sp>
      <p:graphicFrame>
        <p:nvGraphicFramePr>
          <p:cNvPr id="9" name="Object 25">
            <a:extLst>
              <a:ext uri="{FF2B5EF4-FFF2-40B4-BE49-F238E27FC236}">
                <a16:creationId xmlns:a16="http://schemas.microsoft.com/office/drawing/2014/main" id="{26799AE0-7E39-4B10-AD1B-FB37B7478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335397"/>
              </p:ext>
            </p:extLst>
          </p:nvPr>
        </p:nvGraphicFramePr>
        <p:xfrm>
          <a:off x="2835275" y="2295525"/>
          <a:ext cx="381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4" name="Equation" r:id="rId7" imgW="3809880" imgH="380880" progId="Equation.DSMT4">
                  <p:embed/>
                </p:oleObj>
              </mc:Choice>
              <mc:Fallback>
                <p:oleObj name="Equation" r:id="rId7" imgW="3809880" imgH="380880" progId="Equation.DSMT4">
                  <p:embed/>
                  <p:pic>
                    <p:nvPicPr>
                      <p:cNvPr id="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295525"/>
                        <a:ext cx="3810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25A665A2-83D6-4F20-80D0-0B6BF3401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18" y="2849828"/>
            <a:ext cx="14023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必要性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EF236889-0064-4323-8389-7C570BC67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2849827"/>
            <a:ext cx="66967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由定理</a:t>
            </a:r>
            <a:r>
              <a:rPr kumimoji="1" lang="en-US" altLang="zh-CN" sz="2400" b="1" dirty="0">
                <a:latin typeface="+mn-ea"/>
                <a:ea typeface="+mn-ea"/>
              </a:rPr>
              <a:t>4</a:t>
            </a:r>
            <a:r>
              <a:rPr kumimoji="1" lang="zh-CN" altLang="en-US" sz="2400" b="1" dirty="0">
                <a:latin typeface="+mn-ea"/>
                <a:ea typeface="+mn-ea"/>
              </a:rPr>
              <a:t>，显然成立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0DC0A8EB-032F-4E03-9FED-B11A5657B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717" y="3482684"/>
            <a:ext cx="12583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充分性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839902F-2256-46EC-B330-FDB3CAE9FADB}"/>
              </a:ext>
            </a:extLst>
          </p:cNvPr>
          <p:cNvGrpSpPr/>
          <p:nvPr/>
        </p:nvGrpSpPr>
        <p:grpSpPr>
          <a:xfrm>
            <a:off x="1907704" y="3455602"/>
            <a:ext cx="1397471" cy="461665"/>
            <a:chOff x="1907704" y="3455602"/>
            <a:chExt cx="1397471" cy="461665"/>
          </a:xfrm>
        </p:grpSpPr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ACE792C2-ECAA-45ED-B158-4EFB97046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704" y="3455602"/>
              <a:ext cx="5571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对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73CCC6B-9881-4974-8199-D22F2012B2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476333"/>
                </p:ext>
              </p:extLst>
            </p:nvPr>
          </p:nvGraphicFramePr>
          <p:xfrm>
            <a:off x="2365375" y="3581281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35" name="Equation" r:id="rId9" imgW="939600" imgH="330120" progId="Equation.DSMT4">
                    <p:embed/>
                  </p:oleObj>
                </mc:Choice>
                <mc:Fallback>
                  <p:oleObj name="Equation" r:id="rId9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65375" y="3581281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DE75A72-3B22-483B-9817-5A8B4A59CD13}"/>
              </a:ext>
            </a:extLst>
          </p:cNvPr>
          <p:cNvGrpSpPr/>
          <p:nvPr/>
        </p:nvGrpSpPr>
        <p:grpSpPr>
          <a:xfrm>
            <a:off x="3378958" y="3449816"/>
            <a:ext cx="3015492" cy="461665"/>
            <a:chOff x="3378958" y="3449816"/>
            <a:chExt cx="3015492" cy="461665"/>
          </a:xfrm>
        </p:grpSpPr>
        <p:sp>
          <p:nvSpPr>
            <p:cNvPr id="15" name="Text Box 4">
              <a:extLst>
                <a:ext uri="{FF2B5EF4-FFF2-40B4-BE49-F238E27FC236}">
                  <a16:creationId xmlns:a16="http://schemas.microsoft.com/office/drawing/2014/main" id="{4D567820-1325-4C77-80CB-78C72DACB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8958" y="3449816"/>
              <a:ext cx="14090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B2DF166-DFAD-4120-A872-27F49A5B39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666928"/>
                </p:ext>
              </p:extLst>
            </p:nvPr>
          </p:nvGraphicFramePr>
          <p:xfrm>
            <a:off x="4032250" y="3500438"/>
            <a:ext cx="236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36" name="Equation" r:id="rId11" imgW="2361960" imgH="380880" progId="Equation.DSMT4">
                    <p:embed/>
                  </p:oleObj>
                </mc:Choice>
                <mc:Fallback>
                  <p:oleObj name="Equation" r:id="rId11" imgW="2361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32250" y="3500438"/>
                          <a:ext cx="236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67DD482-1336-4E01-B9E9-8CF8F6872E35}"/>
              </a:ext>
            </a:extLst>
          </p:cNvPr>
          <p:cNvGrpSpPr/>
          <p:nvPr/>
        </p:nvGrpSpPr>
        <p:grpSpPr>
          <a:xfrm>
            <a:off x="6394450" y="3449816"/>
            <a:ext cx="1799307" cy="461665"/>
            <a:chOff x="6394450" y="3449816"/>
            <a:chExt cx="1799307" cy="461665"/>
          </a:xfrm>
        </p:grpSpPr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8CB48B8F-89DE-448C-8442-A307B98F0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450" y="3449816"/>
              <a:ext cx="4818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故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03EB215-4614-4FF9-A964-6822EBB125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8017841"/>
                </p:ext>
              </p:extLst>
            </p:nvPr>
          </p:nvGraphicFramePr>
          <p:xfrm>
            <a:off x="6949157" y="3530481"/>
            <a:ext cx="1244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37" name="Equation" r:id="rId13" imgW="1244520" imgH="380880" progId="Equation.DSMT4">
                    <p:embed/>
                  </p:oleObj>
                </mc:Choice>
                <mc:Fallback>
                  <p:oleObj name="Equation" r:id="rId13" imgW="1244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949157" y="3530481"/>
                          <a:ext cx="1244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4">
            <a:extLst>
              <a:ext uri="{FF2B5EF4-FFF2-40B4-BE49-F238E27FC236}">
                <a16:creationId xmlns:a16="http://schemas.microsoft.com/office/drawing/2014/main" id="{EBE5EC09-39C1-42DE-80EF-BBB1B3A25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9600" y="3462095"/>
            <a:ext cx="4818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当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73F4F2E-9C85-4673-9055-1BB88C182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208141"/>
              </p:ext>
            </p:extLst>
          </p:nvPr>
        </p:nvGraphicFramePr>
        <p:xfrm>
          <a:off x="311001" y="4245292"/>
          <a:ext cx="1866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8" name="Equation" r:id="rId15" imgW="1866600" imgH="380880" progId="Equation.DSMT4">
                  <p:embed/>
                </p:oleObj>
              </mc:Choice>
              <mc:Fallback>
                <p:oleObj name="Equation" r:id="rId15" imgW="1866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1001" y="4245292"/>
                        <a:ext cx="1866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">
            <a:extLst>
              <a:ext uri="{FF2B5EF4-FFF2-40B4-BE49-F238E27FC236}">
                <a16:creationId xmlns:a16="http://schemas.microsoft.com/office/drawing/2014/main" id="{B76A853B-C01A-4A5D-8851-0B614475C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901" y="4122004"/>
            <a:ext cx="557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59BA167-C5F0-44C7-BFB6-3BACCAA610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33779"/>
              </p:ext>
            </p:extLst>
          </p:nvPr>
        </p:nvGraphicFramePr>
        <p:xfrm>
          <a:off x="3016928" y="4181270"/>
          <a:ext cx="165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9" name="Equation" r:id="rId17" imgW="1650960" imgH="380880" progId="Equation.DSMT4">
                  <p:embed/>
                </p:oleObj>
              </mc:Choice>
              <mc:Fallback>
                <p:oleObj name="Equation" r:id="rId17" imgW="1650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16928" y="4181270"/>
                        <a:ext cx="1651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026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8" grpId="0" autoUpdateAnimBg="0"/>
      <p:bldP spid="10" grpId="0" autoUpdateAnimBg="0"/>
      <p:bldP spid="11" grpId="0" autoUpdateAnimBg="0"/>
      <p:bldP spid="12" grpId="0"/>
      <p:bldP spid="19" grpId="0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AFBF872E-C88F-4180-AAB4-35AC7FF8A8D6}"/>
              </a:ext>
            </a:extLst>
          </p:cNvPr>
          <p:cNvGrpSpPr/>
          <p:nvPr/>
        </p:nvGrpSpPr>
        <p:grpSpPr>
          <a:xfrm>
            <a:off x="938218" y="627534"/>
            <a:ext cx="3022570" cy="461665"/>
            <a:chOff x="938218" y="627534"/>
            <a:chExt cx="3022570" cy="461665"/>
          </a:xfrm>
        </p:grpSpPr>
        <p:sp>
          <p:nvSpPr>
            <p:cNvPr id="2" name="Text Box 4">
              <a:extLst>
                <a:ext uri="{FF2B5EF4-FFF2-40B4-BE49-F238E27FC236}">
                  <a16:creationId xmlns:a16="http://schemas.microsoft.com/office/drawing/2014/main" id="{93FA350B-1414-4A48-BF50-31AC6F473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218" y="627534"/>
              <a:ext cx="9694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9359FF1D-CE8D-492D-9D1A-615229FE98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5794570"/>
                </p:ext>
              </p:extLst>
            </p:nvPr>
          </p:nvGraphicFramePr>
          <p:xfrm>
            <a:off x="1763688" y="679434"/>
            <a:ext cx="2197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0" name="Equation" r:id="rId3" imgW="2197080" imgH="380880" progId="Equation.DSMT4">
                    <p:embed/>
                  </p:oleObj>
                </mc:Choice>
                <mc:Fallback>
                  <p:oleObj name="Equation" r:id="rId3" imgW="2197080" imgH="3808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B2DF166-DFAD-4120-A872-27F49A5B394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63688" y="679434"/>
                          <a:ext cx="2197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5781463-781C-424C-976E-4A60DDE5D20C}"/>
              </a:ext>
            </a:extLst>
          </p:cNvPr>
          <p:cNvGrpSpPr/>
          <p:nvPr/>
        </p:nvGrpSpPr>
        <p:grpSpPr>
          <a:xfrm>
            <a:off x="3960788" y="598769"/>
            <a:ext cx="1744687" cy="490256"/>
            <a:chOff x="3960788" y="598769"/>
            <a:chExt cx="1744687" cy="490256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6B2C009B-78DE-4088-A0AF-751F324028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788" y="598769"/>
              <a:ext cx="4818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故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50F1F4A-63E0-4A38-972B-83C11AE9BA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1101143"/>
                </p:ext>
              </p:extLst>
            </p:nvPr>
          </p:nvGraphicFramePr>
          <p:xfrm>
            <a:off x="4422775" y="708025"/>
            <a:ext cx="1282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1" name="Equation" r:id="rId5" imgW="1282680" imgH="380880" progId="Equation.DSMT4">
                    <p:embed/>
                  </p:oleObj>
                </mc:Choice>
                <mc:Fallback>
                  <p:oleObj name="Equation" r:id="rId5" imgW="128268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C03EB215-4614-4FF9-A964-6822EBB125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22775" y="708025"/>
                          <a:ext cx="1282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570D08C-E3CD-4953-ACB0-B708D6AF0061}"/>
              </a:ext>
            </a:extLst>
          </p:cNvPr>
          <p:cNvGrpSpPr/>
          <p:nvPr/>
        </p:nvGrpSpPr>
        <p:grpSpPr>
          <a:xfrm>
            <a:off x="5815196" y="627360"/>
            <a:ext cx="2301802" cy="473406"/>
            <a:chOff x="5815196" y="627360"/>
            <a:chExt cx="2301802" cy="473406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B20392C0-B1CD-4509-9ACC-2421119E2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5196" y="639101"/>
              <a:ext cx="4818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当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919D5FF-5126-43A1-B83B-183CFA0214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7715501"/>
                </p:ext>
              </p:extLst>
            </p:nvPr>
          </p:nvGraphicFramePr>
          <p:xfrm>
            <a:off x="6410321" y="709675"/>
            <a:ext cx="1143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2" name="Equation" r:id="rId7" imgW="1143000" imgH="380880" progId="Equation.DSMT4">
                    <p:embed/>
                  </p:oleObj>
                </mc:Choice>
                <mc:Fallback>
                  <p:oleObj name="Equation" r:id="rId7" imgW="1143000" imgH="3808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A73F4F2E-9C85-4673-9055-1BB88C1827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10321" y="709675"/>
                          <a:ext cx="1143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7C922EF6-D0CC-4E66-A193-E8415E826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9854" y="627360"/>
              <a:ext cx="5571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ED5F15-5D70-4F7F-A3CA-9E0B6209A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117989"/>
              </p:ext>
            </p:extLst>
          </p:nvPr>
        </p:nvGraphicFramePr>
        <p:xfrm>
          <a:off x="3679825" y="1347614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3" name="Equation" r:id="rId9" imgW="1485720" imgH="380880" progId="Equation.DSMT4">
                  <p:embed/>
                </p:oleObj>
              </mc:Choice>
              <mc:Fallback>
                <p:oleObj name="Equation" r:id="rId9" imgW="1485720" imgH="3808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159BA167-C5F0-44C7-BFB6-3BACCAA610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79825" y="1347614"/>
                        <a:ext cx="1485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34C1A65-E07D-4E2B-AFC6-16DD21F541FD}"/>
              </a:ext>
            </a:extLst>
          </p:cNvPr>
          <p:cNvGrpSpPr/>
          <p:nvPr/>
        </p:nvGrpSpPr>
        <p:grpSpPr>
          <a:xfrm>
            <a:off x="938217" y="1995686"/>
            <a:ext cx="3405330" cy="461665"/>
            <a:chOff x="938217" y="1995686"/>
            <a:chExt cx="3405330" cy="461665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5C4D3EB2-5C01-4157-A390-C49D4E1FD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217" y="1995686"/>
              <a:ext cx="9694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取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A8C0265-767C-46F6-B292-58EDE9E3E5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835509"/>
                </p:ext>
              </p:extLst>
            </p:nvPr>
          </p:nvGraphicFramePr>
          <p:xfrm>
            <a:off x="1435247" y="2076351"/>
            <a:ext cx="2908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4" name="Equation" r:id="rId11" imgW="2908080" imgH="380880" progId="Equation.DSMT4">
                    <p:embed/>
                  </p:oleObj>
                </mc:Choice>
                <mc:Fallback>
                  <p:oleObj name="Equation" r:id="rId11" imgW="29080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35247" y="2076351"/>
                          <a:ext cx="2908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00165FF-064B-4420-A979-A4F7D86320A3}"/>
              </a:ext>
            </a:extLst>
          </p:cNvPr>
          <p:cNvGrpSpPr/>
          <p:nvPr/>
        </p:nvGrpSpPr>
        <p:grpSpPr>
          <a:xfrm>
            <a:off x="4355834" y="2015794"/>
            <a:ext cx="3528534" cy="461665"/>
            <a:chOff x="4355834" y="2015794"/>
            <a:chExt cx="3528534" cy="461665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129DA4BB-DAB5-4D53-8093-3B8092368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834" y="2015794"/>
              <a:ext cx="35285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当      时，恒有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A78F7A4-F99E-4362-935F-79950A2201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360652"/>
                </p:ext>
              </p:extLst>
            </p:nvPr>
          </p:nvGraphicFramePr>
          <p:xfrm>
            <a:off x="4840576" y="2127151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5" name="Equation" r:id="rId13" imgW="749160" imgH="279360" progId="Equation.DSMT4">
                    <p:embed/>
                  </p:oleObj>
                </mc:Choice>
                <mc:Fallback>
                  <p:oleObj name="Equation" r:id="rId13" imgW="749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40576" y="2127151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00EB7C3-56D6-4AAD-BC53-62CFA749E8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762815"/>
              </p:ext>
            </p:extLst>
          </p:nvPr>
        </p:nvGraphicFramePr>
        <p:xfrm>
          <a:off x="3651250" y="2840038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6" name="Equation" r:id="rId15" imgW="1384200" imgH="380880" progId="Equation.DSMT4">
                  <p:embed/>
                </p:oleObj>
              </mc:Choice>
              <mc:Fallback>
                <p:oleObj name="Equation" r:id="rId15" imgW="1384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51250" y="2840038"/>
                        <a:ext cx="1384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8BBD3BC4-C6F2-48BA-B001-2F2919C1623D}"/>
              </a:ext>
            </a:extLst>
          </p:cNvPr>
          <p:cNvGrpSpPr/>
          <p:nvPr/>
        </p:nvGrpSpPr>
        <p:grpSpPr>
          <a:xfrm>
            <a:off x="950504" y="3579862"/>
            <a:ext cx="3621496" cy="461665"/>
            <a:chOff x="950504" y="3579862"/>
            <a:chExt cx="3621496" cy="461665"/>
          </a:xfrm>
        </p:grpSpPr>
        <p:sp>
          <p:nvSpPr>
            <p:cNvPr id="15" name="Text Box 4">
              <a:extLst>
                <a:ext uri="{FF2B5EF4-FFF2-40B4-BE49-F238E27FC236}">
                  <a16:creationId xmlns:a16="http://schemas.microsoft.com/office/drawing/2014/main" id="{16A7A92D-D3EE-4A4E-9831-88E8C1B9A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504" y="3579862"/>
              <a:ext cx="18212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从而证得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142FAD5-D538-4A55-8145-F99BFFA20F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50580"/>
                </p:ext>
              </p:extLst>
            </p:nvPr>
          </p:nvGraphicFramePr>
          <p:xfrm>
            <a:off x="2489200" y="3660527"/>
            <a:ext cx="208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7" name="Equation" r:id="rId17" imgW="2082600" imgH="380880" progId="Equation.DSMT4">
                    <p:embed/>
                  </p:oleObj>
                </mc:Choice>
                <mc:Fallback>
                  <p:oleObj name="Equation" r:id="rId17" imgW="2082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489200" y="3660527"/>
                          <a:ext cx="208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4016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066812" y="699521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奇子列</a:t>
            </a:r>
          </a:p>
        </p:txBody>
      </p:sp>
      <p:graphicFrame>
        <p:nvGraphicFramePr>
          <p:cNvPr id="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620056"/>
              </p:ext>
            </p:extLst>
          </p:nvPr>
        </p:nvGraphicFramePr>
        <p:xfrm>
          <a:off x="2771800" y="739577"/>
          <a:ext cx="3708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38" name="Equation" r:id="rId3" imgW="3708360" imgH="380880" progId="Equation.DSMT4">
                  <p:embed/>
                </p:oleObj>
              </mc:Choice>
              <mc:Fallback>
                <p:oleObj name="Equation" r:id="rId3" imgW="3708360" imgH="380880" progId="Equation.DSMT4">
                  <p:embed/>
                  <p:pic>
                    <p:nvPicPr>
                      <p:cNvPr id="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739577"/>
                        <a:ext cx="3708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66812" y="1347593"/>
            <a:ext cx="5214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偶子列</a:t>
            </a:r>
          </a:p>
        </p:txBody>
      </p:sp>
      <p:graphicFrame>
        <p:nvGraphicFramePr>
          <p:cNvPr id="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341236"/>
              </p:ext>
            </p:extLst>
          </p:nvPr>
        </p:nvGraphicFramePr>
        <p:xfrm>
          <a:off x="2770989" y="1387925"/>
          <a:ext cx="358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39" name="Equation" r:id="rId5" imgW="3581280" imgH="380880" progId="Equation.DSMT4">
                  <p:embed/>
                </p:oleObj>
              </mc:Choice>
              <mc:Fallback>
                <p:oleObj name="Equation" r:id="rId5" imgW="3581280" imgH="380880" progId="Equation.DSMT4">
                  <p:embed/>
                  <p:pic>
                    <p:nvPicPr>
                      <p:cNvPr id="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989" y="1387925"/>
                        <a:ext cx="3581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282341"/>
              </p:ext>
            </p:extLst>
          </p:nvPr>
        </p:nvGraphicFramePr>
        <p:xfrm>
          <a:off x="1640099" y="2826914"/>
          <a:ext cx="5829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40" name="Equation" r:id="rId7" imgW="5829120" imgH="495000" progId="Equation.DSMT4">
                  <p:embed/>
                </p:oleObj>
              </mc:Choice>
              <mc:Fallback>
                <p:oleObj name="Equation" r:id="rId7" imgW="5829120" imgH="495000" progId="Equation.DSMT4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099" y="2826914"/>
                        <a:ext cx="5829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028531" y="2068590"/>
            <a:ext cx="649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547664" y="2071526"/>
            <a:ext cx="4143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判别数列收敛的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一个方法</a:t>
            </a:r>
            <a:endParaRPr kumimoji="1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395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7" grpId="0"/>
      <p:bldP spid="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ECB7C45-B27A-42D1-BD88-69CB9121AB43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457200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ea typeface="楷体_GB2312" pitchFamily="49" charset="-122"/>
              </a:rPr>
              <a:t>内容小结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53C8DD4-416A-496F-B257-FDCA964C4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79368"/>
            <a:ext cx="7927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数列极限的           定义：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EE7AA2F-7D75-445A-89FF-947EF4504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038165"/>
              </p:ext>
            </p:extLst>
          </p:nvPr>
        </p:nvGraphicFramePr>
        <p:xfrm>
          <a:off x="2555776" y="1070500"/>
          <a:ext cx="723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8" name="Equation" r:id="rId3" imgW="723600" imgH="279360" progId="Equation.DSMT4">
                  <p:embed/>
                </p:oleObj>
              </mc:Choice>
              <mc:Fallback>
                <p:oleObj name="Equation" r:id="rId3" imgW="7236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776" y="1070500"/>
                        <a:ext cx="723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6D89449-BA74-4F37-BF6B-5BD7A2CC0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423885"/>
              </p:ext>
            </p:extLst>
          </p:nvPr>
        </p:nvGraphicFramePr>
        <p:xfrm>
          <a:off x="5879618" y="1105074"/>
          <a:ext cx="1003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9" name="Equation" r:id="rId5" imgW="1002960" imgH="279360" progId="Equation.DSMT4">
                  <p:embed/>
                </p:oleObj>
              </mc:Choice>
              <mc:Fallback>
                <p:oleObj name="Equation" r:id="rId5" imgW="100296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B295B8E-D914-484E-9602-002597673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618" y="1105074"/>
                        <a:ext cx="1003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6E3E070-89FB-4BB2-9A0B-5B6C774B1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398676"/>
              </p:ext>
            </p:extLst>
          </p:nvPr>
        </p:nvGraphicFramePr>
        <p:xfrm>
          <a:off x="4124860" y="1047124"/>
          <a:ext cx="1682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50" name="Equation" r:id="rId7" imgW="1600200" imgH="482400" progId="Equation.DSMT4">
                  <p:embed/>
                </p:oleObj>
              </mc:Choice>
              <mc:Fallback>
                <p:oleObj name="Equation" r:id="rId7" imgW="160020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7C0BFFE-712A-4569-9830-DAC53045E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860" y="1047124"/>
                        <a:ext cx="16827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ADF1132-F70E-4694-8A35-567F1CDD2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727496"/>
              </p:ext>
            </p:extLst>
          </p:nvPr>
        </p:nvGraphicFramePr>
        <p:xfrm>
          <a:off x="2271541" y="1593433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51" name="Equation" r:id="rId9" imgW="1523880" imgH="380880" progId="Equation.DSMT4">
                  <p:embed/>
                </p:oleObj>
              </mc:Choice>
              <mc:Fallback>
                <p:oleObj name="Equation" r:id="rId9" imgW="152388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D2A836C-B04D-4B51-8338-35D0EA133A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541" y="1593433"/>
                        <a:ext cx="1524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47">
            <a:extLst>
              <a:ext uri="{FF2B5EF4-FFF2-40B4-BE49-F238E27FC236}">
                <a16:creationId xmlns:a16="http://schemas.microsoft.com/office/drawing/2014/main" id="{B7D10C87-9278-4365-940D-E08491930A3F}"/>
              </a:ext>
            </a:extLst>
          </p:cNvPr>
          <p:cNvSpPr txBox="1"/>
          <p:nvPr/>
        </p:nvSpPr>
        <p:spPr>
          <a:xfrm>
            <a:off x="7039540" y="1013941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正整数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60E03FF-4853-4632-AE74-BCA599F690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371598"/>
              </p:ext>
            </p:extLst>
          </p:nvPr>
        </p:nvGraphicFramePr>
        <p:xfrm>
          <a:off x="6940177" y="1121535"/>
          <a:ext cx="190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52" name="Equation" r:id="rId11" imgW="190440" imgH="253800" progId="Equation.DSMT4">
                  <p:embed/>
                </p:oleObj>
              </mc:Choice>
              <mc:Fallback>
                <p:oleObj name="Equation" r:id="rId11" imgW="190440" imgH="253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177" y="1121535"/>
                        <a:ext cx="1905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50">
            <a:extLst>
              <a:ext uri="{FF2B5EF4-FFF2-40B4-BE49-F238E27FC236}">
                <a16:creationId xmlns:a16="http://schemas.microsoft.com/office/drawing/2014/main" id="{61E6C913-997D-4507-847B-FE4BA40930F7}"/>
              </a:ext>
            </a:extLst>
          </p:cNvPr>
          <p:cNvSpPr txBox="1"/>
          <p:nvPr/>
        </p:nvSpPr>
        <p:spPr>
          <a:xfrm>
            <a:off x="255317" y="1570647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当            时，</a:t>
            </a:r>
          </a:p>
        </p:txBody>
      </p:sp>
      <p:sp>
        <p:nvSpPr>
          <p:cNvPr id="11" name="TextBox 52">
            <a:extLst>
              <a:ext uri="{FF2B5EF4-FFF2-40B4-BE49-F238E27FC236}">
                <a16:creationId xmlns:a16="http://schemas.microsoft.com/office/drawing/2014/main" id="{A3C80D93-4F6F-421F-8B9E-D30D58874C62}"/>
              </a:ext>
            </a:extLst>
          </p:cNvPr>
          <p:cNvSpPr txBox="1"/>
          <p:nvPr/>
        </p:nvSpPr>
        <p:spPr>
          <a:xfrm>
            <a:off x="1779317" y="1555410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有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D911B88-122B-4A8D-874A-0B55B3FF2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07762"/>
              </p:ext>
            </p:extLst>
          </p:nvPr>
        </p:nvGraphicFramePr>
        <p:xfrm>
          <a:off x="8066747" y="1128120"/>
          <a:ext cx="368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53" name="Equation" r:id="rId13" imgW="368280" imgH="330120" progId="Equation.DSMT4">
                  <p:embed/>
                </p:oleObj>
              </mc:Choice>
              <mc:Fallback>
                <p:oleObj name="Equation" r:id="rId13" imgW="368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66747" y="1128120"/>
                        <a:ext cx="368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588CD8E-BD9A-47E0-BEBB-DCD3E5955C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141100"/>
              </p:ext>
            </p:extLst>
          </p:nvPr>
        </p:nvGraphicFramePr>
        <p:xfrm>
          <a:off x="632867" y="1645480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54" name="Equation" r:id="rId15" imgW="749160" imgH="279360" progId="Equation.DSMT4">
                  <p:embed/>
                </p:oleObj>
              </mc:Choice>
              <mc:Fallback>
                <p:oleObj name="Equation" r:id="rId15" imgW="7491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2867" y="1645480"/>
                        <a:ext cx="749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8D9733FD-6BE3-422A-B526-9D38B2632B54}"/>
              </a:ext>
            </a:extLst>
          </p:cNvPr>
          <p:cNvSpPr/>
          <p:nvPr/>
        </p:nvSpPr>
        <p:spPr>
          <a:xfrm>
            <a:off x="508015" y="2047549"/>
            <a:ext cx="7927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会叙述定义且会利用定义证明数列极限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65825697-D942-46B5-A618-C356611EC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606" y="2476159"/>
            <a:ext cx="7927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理解数列极限定义的几何意义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C08D8EE6-9DBF-48A7-A4EA-EF73336E7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606" y="3013261"/>
            <a:ext cx="27462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收敛数列的性质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D3304DF0-83B0-4B57-8FB9-41797FA28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3013261"/>
            <a:ext cx="41272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唯一性 、保号性、有界性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282756-F69A-4667-BDD6-0D7C3A90C85F}"/>
              </a:ext>
            </a:extLst>
          </p:cNvPr>
          <p:cNvSpPr/>
          <p:nvPr/>
        </p:nvSpPr>
        <p:spPr>
          <a:xfrm>
            <a:off x="3242406" y="3584095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收敛数列与子列的关系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6FDD19-015D-495D-B407-22132FBD9295}"/>
              </a:ext>
            </a:extLst>
          </p:cNvPr>
          <p:cNvSpPr/>
          <p:nvPr/>
        </p:nvSpPr>
        <p:spPr>
          <a:xfrm>
            <a:off x="562736" y="4084321"/>
            <a:ext cx="7927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理解性质并会证明，尤其要掌握证明方法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08737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97445A7-AFA1-434E-A9DB-10B785B063E1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457200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作业</a:t>
            </a:r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D8A7CC6F-B106-4370-8235-15FBC97E8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024" y="2504133"/>
            <a:ext cx="4542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课本习题    第一章 第二节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4B9D64D4-FABF-4EE0-8B63-0686A06F3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024" y="1716038"/>
            <a:ext cx="4542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练习册    第一章 第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</a:p>
        </p:txBody>
      </p:sp>
    </p:spTree>
    <p:extLst>
      <p:ext uri="{BB962C8B-B14F-4D97-AF65-F5344CB8AC3E}">
        <p14:creationId xmlns:p14="http://schemas.microsoft.com/office/powerpoint/2010/main" val="6525852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36096" y="127793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数列极限的定义</a:t>
            </a:r>
          </a:p>
        </p:txBody>
      </p:sp>
      <p:sp>
        <p:nvSpPr>
          <p:cNvPr id="4" name="矩形 3"/>
          <p:cNvSpPr/>
          <p:nvPr/>
        </p:nvSpPr>
        <p:spPr>
          <a:xfrm>
            <a:off x="5451715" y="1923678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收敛数列的性质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6008</TotalTime>
  <Words>1482</Words>
  <Application>Microsoft Office PowerPoint</Application>
  <PresentationFormat>全屏显示(16:9)</PresentationFormat>
  <Paragraphs>361</Paragraphs>
  <Slides>43</Slides>
  <Notes>4</Notes>
  <HiddenSlides>0</HiddenSlides>
  <MMClips>1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华文楷体</vt:lpstr>
      <vt:lpstr>华文隶书</vt:lpstr>
      <vt:lpstr>华文行楷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332</cp:revision>
  <dcterms:created xsi:type="dcterms:W3CDTF">2018-09-27T06:48:14Z</dcterms:created>
  <dcterms:modified xsi:type="dcterms:W3CDTF">2023-09-12T16:23:27Z</dcterms:modified>
</cp:coreProperties>
</file>