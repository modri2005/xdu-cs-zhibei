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7"/>
  </p:notesMasterIdLst>
  <p:sldIdLst>
    <p:sldId id="256" r:id="rId3"/>
    <p:sldId id="287" r:id="rId4"/>
    <p:sldId id="288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46" r:id="rId13"/>
    <p:sldId id="347" r:id="rId14"/>
    <p:sldId id="338" r:id="rId15"/>
    <p:sldId id="339" r:id="rId16"/>
    <p:sldId id="340" r:id="rId17"/>
    <p:sldId id="341" r:id="rId18"/>
    <p:sldId id="607" r:id="rId19"/>
    <p:sldId id="290" r:id="rId20"/>
    <p:sldId id="291" r:id="rId21"/>
    <p:sldId id="292" r:id="rId22"/>
    <p:sldId id="293" r:id="rId23"/>
    <p:sldId id="294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55" r:id="rId42"/>
    <p:sldId id="367" r:id="rId43"/>
    <p:sldId id="368" r:id="rId44"/>
    <p:sldId id="369" r:id="rId45"/>
    <p:sldId id="370" r:id="rId46"/>
    <p:sldId id="371" r:id="rId47"/>
    <p:sldId id="372" r:id="rId48"/>
    <p:sldId id="599" r:id="rId49"/>
    <p:sldId id="600" r:id="rId50"/>
    <p:sldId id="601" r:id="rId51"/>
    <p:sldId id="602" r:id="rId52"/>
    <p:sldId id="603" r:id="rId53"/>
    <p:sldId id="605" r:id="rId54"/>
    <p:sldId id="590" r:id="rId55"/>
    <p:sldId id="591" r:id="rId56"/>
    <p:sldId id="592" r:id="rId57"/>
    <p:sldId id="593" r:id="rId58"/>
    <p:sldId id="594" r:id="rId59"/>
    <p:sldId id="595" r:id="rId60"/>
    <p:sldId id="596" r:id="rId61"/>
    <p:sldId id="597" r:id="rId62"/>
    <p:sldId id="598" r:id="rId63"/>
    <p:sldId id="356" r:id="rId64"/>
    <p:sldId id="606" r:id="rId65"/>
    <p:sldId id="330" r:id="rId6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001786B-C9C8-487B-BF64-74DF2E879E69}">
          <p14:sldIdLst>
            <p14:sldId id="256"/>
            <p14:sldId id="287"/>
            <p14:sldId id="288"/>
            <p14:sldId id="331"/>
            <p14:sldId id="332"/>
            <p14:sldId id="333"/>
            <p14:sldId id="334"/>
            <p14:sldId id="335"/>
            <p14:sldId id="336"/>
            <p14:sldId id="337"/>
            <p14:sldId id="346"/>
            <p14:sldId id="347"/>
            <p14:sldId id="338"/>
            <p14:sldId id="339"/>
            <p14:sldId id="340"/>
            <p14:sldId id="341"/>
            <p14:sldId id="607"/>
            <p14:sldId id="290"/>
            <p14:sldId id="291"/>
            <p14:sldId id="292"/>
            <p14:sldId id="293"/>
            <p14:sldId id="294"/>
            <p14:sldId id="348"/>
            <p14:sldId id="349"/>
            <p14:sldId id="350"/>
            <p14:sldId id="351"/>
            <p14:sldId id="352"/>
            <p14:sldId id="353"/>
            <p14:sldId id="354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55"/>
            <p14:sldId id="367"/>
            <p14:sldId id="368"/>
            <p14:sldId id="369"/>
            <p14:sldId id="370"/>
            <p14:sldId id="371"/>
            <p14:sldId id="372"/>
            <p14:sldId id="599"/>
            <p14:sldId id="600"/>
            <p14:sldId id="601"/>
            <p14:sldId id="602"/>
            <p14:sldId id="603"/>
            <p14:sldId id="605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356"/>
            <p14:sldId id="606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阗" initials="田阗" lastIdx="2" clrIdx="0">
    <p:extLst>
      <p:ext uri="{19B8F6BF-5375-455C-9EA6-DF929625EA0E}">
        <p15:presenceInfo xmlns:p15="http://schemas.microsoft.com/office/powerpoint/2012/main" userId="田阗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6464"/>
    <a:srgbClr val="0000FF"/>
    <a:srgbClr val="FFC864"/>
    <a:srgbClr val="FF00FF"/>
    <a:srgbClr val="FFFFC8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5401" autoAdjust="0"/>
  </p:normalViewPr>
  <p:slideViewPr>
    <p:cSldViewPr>
      <p:cViewPr varScale="1">
        <p:scale>
          <a:sx n="128" d="100"/>
          <a:sy n="128" d="100"/>
        </p:scale>
        <p:origin x="120" y="414"/>
      </p:cViewPr>
      <p:guideLst>
        <p:guide orient="horz" pos="1620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commentAuthors" Target="commentAuthors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30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6" Type="http://schemas.openxmlformats.org/officeDocument/2006/relationships/image" Target="../media/image33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5" Type="http://schemas.openxmlformats.org/officeDocument/2006/relationships/image" Target="../media/image3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Relationship Id="rId1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0.wmf"/><Relationship Id="rId4" Type="http://schemas.openxmlformats.org/officeDocument/2006/relationships/image" Target="../media/image4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53.wmf"/><Relationship Id="rId15" Type="http://schemas.openxmlformats.org/officeDocument/2006/relationships/image" Target="../media/image63.wmf"/><Relationship Id="rId10" Type="http://schemas.openxmlformats.org/officeDocument/2006/relationships/image" Target="../media/image58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12" Type="http://schemas.openxmlformats.org/officeDocument/2006/relationships/image" Target="../media/image108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7.wmf"/><Relationship Id="rId5" Type="http://schemas.openxmlformats.org/officeDocument/2006/relationships/image" Target="../media/image103.wmf"/><Relationship Id="rId10" Type="http://schemas.openxmlformats.org/officeDocument/2006/relationships/image" Target="../media/image106.wmf"/><Relationship Id="rId4" Type="http://schemas.openxmlformats.org/officeDocument/2006/relationships/image" Target="../media/image102.wmf"/><Relationship Id="rId9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5" Type="http://schemas.openxmlformats.org/officeDocument/2006/relationships/image" Target="../media/image97.wmf"/><Relationship Id="rId4" Type="http://schemas.openxmlformats.org/officeDocument/2006/relationships/image" Target="../media/image12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3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2.wmf"/><Relationship Id="rId17" Type="http://schemas.openxmlformats.org/officeDocument/2006/relationships/image" Target="../media/image137.wmf"/><Relationship Id="rId2" Type="http://schemas.openxmlformats.org/officeDocument/2006/relationships/image" Target="../media/image123.emf"/><Relationship Id="rId16" Type="http://schemas.openxmlformats.org/officeDocument/2006/relationships/image" Target="../media/image136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1.wmf"/><Relationship Id="rId5" Type="http://schemas.openxmlformats.org/officeDocument/2006/relationships/image" Target="../media/image126.wmf"/><Relationship Id="rId15" Type="http://schemas.openxmlformats.org/officeDocument/2006/relationships/image" Target="../media/image135.wmf"/><Relationship Id="rId10" Type="http://schemas.openxmlformats.org/officeDocument/2006/relationships/image" Target="../media/image88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7" Type="http://schemas.openxmlformats.org/officeDocument/2006/relationships/image" Target="../media/image140.wmf"/><Relationship Id="rId2" Type="http://schemas.openxmlformats.org/officeDocument/2006/relationships/image" Target="../media/image88.wmf"/><Relationship Id="rId1" Type="http://schemas.openxmlformats.org/officeDocument/2006/relationships/image" Target="../media/image130.wmf"/><Relationship Id="rId6" Type="http://schemas.openxmlformats.org/officeDocument/2006/relationships/image" Target="../media/image139.wmf"/><Relationship Id="rId5" Type="http://schemas.openxmlformats.org/officeDocument/2006/relationships/image" Target="../media/image133.wmf"/><Relationship Id="rId4" Type="http://schemas.openxmlformats.org/officeDocument/2006/relationships/image" Target="../media/image13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image" Target="../media/image153.wmf"/><Relationship Id="rId3" Type="http://schemas.openxmlformats.org/officeDocument/2006/relationships/image" Target="../media/image143.wmf"/><Relationship Id="rId7" Type="http://schemas.openxmlformats.org/officeDocument/2006/relationships/image" Target="../media/image147.emf"/><Relationship Id="rId12" Type="http://schemas.openxmlformats.org/officeDocument/2006/relationships/image" Target="../media/image152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e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5" Type="http://schemas.openxmlformats.org/officeDocument/2006/relationships/image" Target="../media/image15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Relationship Id="rId14" Type="http://schemas.openxmlformats.org/officeDocument/2006/relationships/image" Target="../media/image15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12" Type="http://schemas.openxmlformats.org/officeDocument/2006/relationships/image" Target="../media/image164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48.emf"/><Relationship Id="rId5" Type="http://schemas.openxmlformats.org/officeDocument/2006/relationships/image" Target="../media/image160.wmf"/><Relationship Id="rId10" Type="http://schemas.openxmlformats.org/officeDocument/2006/relationships/image" Target="../media/image147.emf"/><Relationship Id="rId4" Type="http://schemas.openxmlformats.org/officeDocument/2006/relationships/image" Target="../media/image159.wmf"/><Relationship Id="rId9" Type="http://schemas.openxmlformats.org/officeDocument/2006/relationships/image" Target="../media/image146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image" Target="../media/image176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12" Type="http://schemas.openxmlformats.org/officeDocument/2006/relationships/image" Target="../media/image175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11" Type="http://schemas.openxmlformats.org/officeDocument/2006/relationships/image" Target="../media/image174.wmf"/><Relationship Id="rId5" Type="http://schemas.openxmlformats.org/officeDocument/2006/relationships/image" Target="../media/image169.wmf"/><Relationship Id="rId10" Type="http://schemas.openxmlformats.org/officeDocument/2006/relationships/image" Target="../media/image173.wmf"/><Relationship Id="rId4" Type="http://schemas.openxmlformats.org/officeDocument/2006/relationships/image" Target="../media/image168.wmf"/><Relationship Id="rId9" Type="http://schemas.openxmlformats.org/officeDocument/2006/relationships/image" Target="../media/image12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image" Target="../media/image203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12" Type="http://schemas.openxmlformats.org/officeDocument/2006/relationships/image" Target="../media/image202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11" Type="http://schemas.openxmlformats.org/officeDocument/2006/relationships/image" Target="../media/image201.wmf"/><Relationship Id="rId5" Type="http://schemas.openxmlformats.org/officeDocument/2006/relationships/image" Target="../media/image195.wmf"/><Relationship Id="rId10" Type="http://schemas.openxmlformats.org/officeDocument/2006/relationships/image" Target="../media/image200.wmf"/><Relationship Id="rId4" Type="http://schemas.openxmlformats.org/officeDocument/2006/relationships/image" Target="../media/image194.wmf"/><Relationship Id="rId9" Type="http://schemas.openxmlformats.org/officeDocument/2006/relationships/image" Target="../media/image199.wmf"/><Relationship Id="rId14" Type="http://schemas.openxmlformats.org/officeDocument/2006/relationships/image" Target="../media/image20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10" Type="http://schemas.openxmlformats.org/officeDocument/2006/relationships/image" Target="../media/image214.wmf"/><Relationship Id="rId4" Type="http://schemas.openxmlformats.org/officeDocument/2006/relationships/image" Target="../media/image208.wmf"/><Relationship Id="rId9" Type="http://schemas.openxmlformats.org/officeDocument/2006/relationships/image" Target="../media/image213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225.wmf"/><Relationship Id="rId3" Type="http://schemas.openxmlformats.org/officeDocument/2006/relationships/image" Target="../media/image191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193.wmf"/><Relationship Id="rId16" Type="http://schemas.openxmlformats.org/officeDocument/2006/relationships/image" Target="../media/image228.wmf"/><Relationship Id="rId1" Type="http://schemas.openxmlformats.org/officeDocument/2006/relationships/image" Target="../media/image215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5" Type="http://schemas.openxmlformats.org/officeDocument/2006/relationships/image" Target="../media/image22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Relationship Id="rId14" Type="http://schemas.openxmlformats.org/officeDocument/2006/relationships/image" Target="../media/image22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11" Type="http://schemas.openxmlformats.org/officeDocument/2006/relationships/image" Target="../media/image239.wmf"/><Relationship Id="rId5" Type="http://schemas.openxmlformats.org/officeDocument/2006/relationships/image" Target="../media/image233.wmf"/><Relationship Id="rId10" Type="http://schemas.openxmlformats.org/officeDocument/2006/relationships/image" Target="../media/image238.wmf"/><Relationship Id="rId4" Type="http://schemas.openxmlformats.org/officeDocument/2006/relationships/image" Target="../media/image232.wmf"/><Relationship Id="rId9" Type="http://schemas.openxmlformats.org/officeDocument/2006/relationships/image" Target="../media/image23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5" Type="http://schemas.openxmlformats.org/officeDocument/2006/relationships/image" Target="../media/image243.wmf"/><Relationship Id="rId4" Type="http://schemas.openxmlformats.org/officeDocument/2006/relationships/image" Target="../media/image23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3" Type="http://schemas.openxmlformats.org/officeDocument/2006/relationships/image" Target="../media/image251.wmf"/><Relationship Id="rId7" Type="http://schemas.openxmlformats.org/officeDocument/2006/relationships/image" Target="../media/image255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6" Type="http://schemas.openxmlformats.org/officeDocument/2006/relationships/image" Target="../media/image254.wmf"/><Relationship Id="rId11" Type="http://schemas.openxmlformats.org/officeDocument/2006/relationships/image" Target="../media/image259.wmf"/><Relationship Id="rId5" Type="http://schemas.openxmlformats.org/officeDocument/2006/relationships/image" Target="../media/image253.wmf"/><Relationship Id="rId10" Type="http://schemas.openxmlformats.org/officeDocument/2006/relationships/image" Target="../media/image258.wmf"/><Relationship Id="rId4" Type="http://schemas.openxmlformats.org/officeDocument/2006/relationships/image" Target="../media/image252.wmf"/><Relationship Id="rId9" Type="http://schemas.openxmlformats.org/officeDocument/2006/relationships/image" Target="../media/image257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12" Type="http://schemas.openxmlformats.org/officeDocument/2006/relationships/image" Target="../media/image271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11" Type="http://schemas.openxmlformats.org/officeDocument/2006/relationships/image" Target="../media/image270.wmf"/><Relationship Id="rId5" Type="http://schemas.openxmlformats.org/officeDocument/2006/relationships/image" Target="../media/image264.wmf"/><Relationship Id="rId10" Type="http://schemas.openxmlformats.org/officeDocument/2006/relationships/image" Target="../media/image269.wmf"/><Relationship Id="rId4" Type="http://schemas.openxmlformats.org/officeDocument/2006/relationships/image" Target="../media/image263.wmf"/><Relationship Id="rId9" Type="http://schemas.openxmlformats.org/officeDocument/2006/relationships/image" Target="../media/image268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image" Target="../media/image284.wmf"/><Relationship Id="rId3" Type="http://schemas.openxmlformats.org/officeDocument/2006/relationships/image" Target="../media/image274.wmf"/><Relationship Id="rId7" Type="http://schemas.openxmlformats.org/officeDocument/2006/relationships/image" Target="../media/image278.wmf"/><Relationship Id="rId12" Type="http://schemas.openxmlformats.org/officeDocument/2006/relationships/image" Target="../media/image283.wmf"/><Relationship Id="rId17" Type="http://schemas.openxmlformats.org/officeDocument/2006/relationships/image" Target="../media/image288.wmf"/><Relationship Id="rId2" Type="http://schemas.openxmlformats.org/officeDocument/2006/relationships/image" Target="../media/image273.wmf"/><Relationship Id="rId16" Type="http://schemas.openxmlformats.org/officeDocument/2006/relationships/image" Target="../media/image287.wmf"/><Relationship Id="rId1" Type="http://schemas.openxmlformats.org/officeDocument/2006/relationships/image" Target="../media/image272.wmf"/><Relationship Id="rId6" Type="http://schemas.openxmlformats.org/officeDocument/2006/relationships/image" Target="../media/image277.wmf"/><Relationship Id="rId11" Type="http://schemas.openxmlformats.org/officeDocument/2006/relationships/image" Target="../media/image282.wmf"/><Relationship Id="rId5" Type="http://schemas.openxmlformats.org/officeDocument/2006/relationships/image" Target="../media/image276.wmf"/><Relationship Id="rId15" Type="http://schemas.openxmlformats.org/officeDocument/2006/relationships/image" Target="../media/image286.wmf"/><Relationship Id="rId10" Type="http://schemas.openxmlformats.org/officeDocument/2006/relationships/image" Target="../media/image281.wmf"/><Relationship Id="rId4" Type="http://schemas.openxmlformats.org/officeDocument/2006/relationships/image" Target="../media/image275.wmf"/><Relationship Id="rId9" Type="http://schemas.openxmlformats.org/officeDocument/2006/relationships/image" Target="../media/image280.wmf"/><Relationship Id="rId14" Type="http://schemas.openxmlformats.org/officeDocument/2006/relationships/image" Target="../media/image28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image" Target="../media/image291.wmf"/><Relationship Id="rId7" Type="http://schemas.openxmlformats.org/officeDocument/2006/relationships/image" Target="../media/image295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image" Target="../media/image309.wmf"/><Relationship Id="rId3" Type="http://schemas.openxmlformats.org/officeDocument/2006/relationships/image" Target="../media/image299.wmf"/><Relationship Id="rId7" Type="http://schemas.openxmlformats.org/officeDocument/2006/relationships/image" Target="../media/image303.wmf"/><Relationship Id="rId12" Type="http://schemas.openxmlformats.org/officeDocument/2006/relationships/image" Target="../media/image308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302.wmf"/><Relationship Id="rId11" Type="http://schemas.openxmlformats.org/officeDocument/2006/relationships/image" Target="../media/image307.wmf"/><Relationship Id="rId5" Type="http://schemas.openxmlformats.org/officeDocument/2006/relationships/image" Target="../media/image301.wmf"/><Relationship Id="rId10" Type="http://schemas.openxmlformats.org/officeDocument/2006/relationships/image" Target="../media/image306.wmf"/><Relationship Id="rId4" Type="http://schemas.openxmlformats.org/officeDocument/2006/relationships/image" Target="../media/image300.wmf"/><Relationship Id="rId9" Type="http://schemas.openxmlformats.org/officeDocument/2006/relationships/image" Target="../media/image305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3" Type="http://schemas.openxmlformats.org/officeDocument/2006/relationships/image" Target="../media/image312.wmf"/><Relationship Id="rId7" Type="http://schemas.openxmlformats.org/officeDocument/2006/relationships/image" Target="../media/image315.w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Relationship Id="rId6" Type="http://schemas.openxmlformats.org/officeDocument/2006/relationships/image" Target="../media/image314.wmf"/><Relationship Id="rId5" Type="http://schemas.openxmlformats.org/officeDocument/2006/relationships/image" Target="../media/image313.wmf"/><Relationship Id="rId4" Type="http://schemas.openxmlformats.org/officeDocument/2006/relationships/image" Target="../media/image224.wmf"/><Relationship Id="rId9" Type="http://schemas.openxmlformats.org/officeDocument/2006/relationships/image" Target="../media/image317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image" Target="../media/image330.wmf"/><Relationship Id="rId3" Type="http://schemas.openxmlformats.org/officeDocument/2006/relationships/image" Target="../media/image320.wmf"/><Relationship Id="rId7" Type="http://schemas.openxmlformats.org/officeDocument/2006/relationships/image" Target="../media/image324.wmf"/><Relationship Id="rId12" Type="http://schemas.openxmlformats.org/officeDocument/2006/relationships/image" Target="../media/image329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11" Type="http://schemas.openxmlformats.org/officeDocument/2006/relationships/image" Target="../media/image328.wmf"/><Relationship Id="rId5" Type="http://schemas.openxmlformats.org/officeDocument/2006/relationships/image" Target="../media/image322.wmf"/><Relationship Id="rId10" Type="http://schemas.openxmlformats.org/officeDocument/2006/relationships/image" Target="../media/image327.wmf"/><Relationship Id="rId4" Type="http://schemas.openxmlformats.org/officeDocument/2006/relationships/image" Target="../media/image321.wmf"/><Relationship Id="rId9" Type="http://schemas.openxmlformats.org/officeDocument/2006/relationships/image" Target="../media/image32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41.wmf"/><Relationship Id="rId5" Type="http://schemas.openxmlformats.org/officeDocument/2006/relationships/image" Target="../media/image340.wmf"/><Relationship Id="rId4" Type="http://schemas.openxmlformats.org/officeDocument/2006/relationships/image" Target="../media/image339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wmf"/><Relationship Id="rId7" Type="http://schemas.openxmlformats.org/officeDocument/2006/relationships/image" Target="../media/image347.wmf"/><Relationship Id="rId2" Type="http://schemas.openxmlformats.org/officeDocument/2006/relationships/image" Target="../media/image337.wmf"/><Relationship Id="rId1" Type="http://schemas.openxmlformats.org/officeDocument/2006/relationships/image" Target="../media/image342.wmf"/><Relationship Id="rId6" Type="http://schemas.openxmlformats.org/officeDocument/2006/relationships/image" Target="../media/image346.wmf"/><Relationship Id="rId5" Type="http://schemas.openxmlformats.org/officeDocument/2006/relationships/image" Target="../media/image345.wmf"/><Relationship Id="rId4" Type="http://schemas.openxmlformats.org/officeDocument/2006/relationships/image" Target="../media/image34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wmf"/><Relationship Id="rId2" Type="http://schemas.openxmlformats.org/officeDocument/2006/relationships/image" Target="../media/image224.wmf"/><Relationship Id="rId1" Type="http://schemas.openxmlformats.org/officeDocument/2006/relationships/image" Target="../media/image348.wmf"/><Relationship Id="rId5" Type="http://schemas.openxmlformats.org/officeDocument/2006/relationships/image" Target="../media/image351.wmf"/><Relationship Id="rId4" Type="http://schemas.openxmlformats.org/officeDocument/2006/relationships/image" Target="../media/image350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wmf"/><Relationship Id="rId2" Type="http://schemas.openxmlformats.org/officeDocument/2006/relationships/image" Target="../media/image337.wmf"/><Relationship Id="rId1" Type="http://schemas.openxmlformats.org/officeDocument/2006/relationships/image" Target="../media/image352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13" Type="http://schemas.openxmlformats.org/officeDocument/2006/relationships/image" Target="../media/image367.wmf"/><Relationship Id="rId3" Type="http://schemas.openxmlformats.org/officeDocument/2006/relationships/image" Target="../media/image357.wmf"/><Relationship Id="rId7" Type="http://schemas.openxmlformats.org/officeDocument/2006/relationships/image" Target="../media/image361.wmf"/><Relationship Id="rId12" Type="http://schemas.openxmlformats.org/officeDocument/2006/relationships/image" Target="../media/image366.wmf"/><Relationship Id="rId17" Type="http://schemas.openxmlformats.org/officeDocument/2006/relationships/image" Target="../media/image371.wmf"/><Relationship Id="rId2" Type="http://schemas.openxmlformats.org/officeDocument/2006/relationships/image" Target="../media/image356.wmf"/><Relationship Id="rId16" Type="http://schemas.openxmlformats.org/officeDocument/2006/relationships/image" Target="../media/image370.wmf"/><Relationship Id="rId1" Type="http://schemas.openxmlformats.org/officeDocument/2006/relationships/image" Target="../media/image224.wmf"/><Relationship Id="rId6" Type="http://schemas.openxmlformats.org/officeDocument/2006/relationships/image" Target="../media/image360.wmf"/><Relationship Id="rId11" Type="http://schemas.openxmlformats.org/officeDocument/2006/relationships/image" Target="../media/image365.wmf"/><Relationship Id="rId5" Type="http://schemas.openxmlformats.org/officeDocument/2006/relationships/image" Target="../media/image359.wmf"/><Relationship Id="rId15" Type="http://schemas.openxmlformats.org/officeDocument/2006/relationships/image" Target="../media/image369.wmf"/><Relationship Id="rId10" Type="http://schemas.openxmlformats.org/officeDocument/2006/relationships/image" Target="../media/image364.wmf"/><Relationship Id="rId4" Type="http://schemas.openxmlformats.org/officeDocument/2006/relationships/image" Target="../media/image358.wmf"/><Relationship Id="rId9" Type="http://schemas.openxmlformats.org/officeDocument/2006/relationships/image" Target="../media/image363.wmf"/><Relationship Id="rId14" Type="http://schemas.openxmlformats.org/officeDocument/2006/relationships/image" Target="../media/image368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wmf"/><Relationship Id="rId2" Type="http://schemas.openxmlformats.org/officeDocument/2006/relationships/image" Target="../media/image373.wmf"/><Relationship Id="rId1" Type="http://schemas.openxmlformats.org/officeDocument/2006/relationships/image" Target="../media/image372.wmf"/><Relationship Id="rId5" Type="http://schemas.openxmlformats.org/officeDocument/2006/relationships/image" Target="../media/image376.wmf"/><Relationship Id="rId4" Type="http://schemas.openxmlformats.org/officeDocument/2006/relationships/image" Target="../media/image37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3" Type="http://schemas.openxmlformats.org/officeDocument/2006/relationships/image" Target="../media/image381.wmf"/><Relationship Id="rId7" Type="http://schemas.openxmlformats.org/officeDocument/2006/relationships/image" Target="../media/image385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Relationship Id="rId6" Type="http://schemas.openxmlformats.org/officeDocument/2006/relationships/image" Target="../media/image384.wmf"/><Relationship Id="rId11" Type="http://schemas.openxmlformats.org/officeDocument/2006/relationships/image" Target="../media/image389.wmf"/><Relationship Id="rId5" Type="http://schemas.openxmlformats.org/officeDocument/2006/relationships/image" Target="../media/image383.wmf"/><Relationship Id="rId10" Type="http://schemas.openxmlformats.org/officeDocument/2006/relationships/image" Target="../media/image388.wmf"/><Relationship Id="rId4" Type="http://schemas.openxmlformats.org/officeDocument/2006/relationships/image" Target="../media/image382.wmf"/><Relationship Id="rId9" Type="http://schemas.openxmlformats.org/officeDocument/2006/relationships/image" Target="../media/image387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wmf"/><Relationship Id="rId7" Type="http://schemas.openxmlformats.org/officeDocument/2006/relationships/image" Target="../media/image395.wmf"/><Relationship Id="rId2" Type="http://schemas.openxmlformats.org/officeDocument/2006/relationships/image" Target="../media/image391.wmf"/><Relationship Id="rId1" Type="http://schemas.openxmlformats.org/officeDocument/2006/relationships/image" Target="../media/image390.wmf"/><Relationship Id="rId6" Type="http://schemas.openxmlformats.org/officeDocument/2006/relationships/image" Target="../media/image394.wmf"/><Relationship Id="rId5" Type="http://schemas.openxmlformats.org/officeDocument/2006/relationships/image" Target="../media/image393.wmf"/><Relationship Id="rId4" Type="http://schemas.openxmlformats.org/officeDocument/2006/relationships/image" Target="../media/image392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wmf"/><Relationship Id="rId3" Type="http://schemas.openxmlformats.org/officeDocument/2006/relationships/image" Target="../media/image398.wmf"/><Relationship Id="rId7" Type="http://schemas.openxmlformats.org/officeDocument/2006/relationships/image" Target="../media/image402.wmf"/><Relationship Id="rId2" Type="http://schemas.openxmlformats.org/officeDocument/2006/relationships/image" Target="../media/image397.wmf"/><Relationship Id="rId1" Type="http://schemas.openxmlformats.org/officeDocument/2006/relationships/image" Target="../media/image396.wmf"/><Relationship Id="rId6" Type="http://schemas.openxmlformats.org/officeDocument/2006/relationships/image" Target="../media/image401.wmf"/><Relationship Id="rId5" Type="http://schemas.openxmlformats.org/officeDocument/2006/relationships/image" Target="../media/image400.wmf"/><Relationship Id="rId4" Type="http://schemas.openxmlformats.org/officeDocument/2006/relationships/image" Target="../media/image399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wmf"/><Relationship Id="rId2" Type="http://schemas.openxmlformats.org/officeDocument/2006/relationships/image" Target="../media/image405.wmf"/><Relationship Id="rId1" Type="http://schemas.openxmlformats.org/officeDocument/2006/relationships/image" Target="../media/image396.wmf"/><Relationship Id="rId5" Type="http://schemas.openxmlformats.org/officeDocument/2006/relationships/image" Target="../media/image408.wmf"/><Relationship Id="rId4" Type="http://schemas.openxmlformats.org/officeDocument/2006/relationships/image" Target="../media/image407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2.wmf"/><Relationship Id="rId7" Type="http://schemas.openxmlformats.org/officeDocument/2006/relationships/image" Target="../media/image416.wmf"/><Relationship Id="rId2" Type="http://schemas.openxmlformats.org/officeDocument/2006/relationships/image" Target="../media/image411.wmf"/><Relationship Id="rId1" Type="http://schemas.openxmlformats.org/officeDocument/2006/relationships/image" Target="../media/image410.wmf"/><Relationship Id="rId6" Type="http://schemas.openxmlformats.org/officeDocument/2006/relationships/image" Target="../media/image415.wmf"/><Relationship Id="rId5" Type="http://schemas.openxmlformats.org/officeDocument/2006/relationships/image" Target="../media/image414.wmf"/><Relationship Id="rId4" Type="http://schemas.openxmlformats.org/officeDocument/2006/relationships/image" Target="../media/image41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3" Type="http://schemas.openxmlformats.org/officeDocument/2006/relationships/image" Target="../media/image419.wmf"/><Relationship Id="rId7" Type="http://schemas.openxmlformats.org/officeDocument/2006/relationships/image" Target="../media/image423.wmf"/><Relationship Id="rId2" Type="http://schemas.openxmlformats.org/officeDocument/2006/relationships/image" Target="../media/image418.wmf"/><Relationship Id="rId1" Type="http://schemas.openxmlformats.org/officeDocument/2006/relationships/image" Target="../media/image417.wmf"/><Relationship Id="rId6" Type="http://schemas.openxmlformats.org/officeDocument/2006/relationships/image" Target="../media/image422.wmf"/><Relationship Id="rId5" Type="http://schemas.openxmlformats.org/officeDocument/2006/relationships/image" Target="../media/image421.wmf"/><Relationship Id="rId10" Type="http://schemas.openxmlformats.org/officeDocument/2006/relationships/image" Target="../media/image426.wmf"/><Relationship Id="rId4" Type="http://schemas.openxmlformats.org/officeDocument/2006/relationships/image" Target="../media/image420.wmf"/><Relationship Id="rId9" Type="http://schemas.openxmlformats.org/officeDocument/2006/relationships/image" Target="../media/image425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image" Target="../media/image429.wmf"/><Relationship Id="rId7" Type="http://schemas.openxmlformats.org/officeDocument/2006/relationships/image" Target="../media/image433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Relationship Id="rId6" Type="http://schemas.openxmlformats.org/officeDocument/2006/relationships/image" Target="../media/image432.wmf"/><Relationship Id="rId11" Type="http://schemas.openxmlformats.org/officeDocument/2006/relationships/image" Target="../media/image437.wmf"/><Relationship Id="rId5" Type="http://schemas.openxmlformats.org/officeDocument/2006/relationships/image" Target="../media/image431.wmf"/><Relationship Id="rId10" Type="http://schemas.openxmlformats.org/officeDocument/2006/relationships/image" Target="../media/image436.wmf"/><Relationship Id="rId4" Type="http://schemas.openxmlformats.org/officeDocument/2006/relationships/image" Target="../media/image430.wmf"/><Relationship Id="rId9" Type="http://schemas.openxmlformats.org/officeDocument/2006/relationships/image" Target="../media/image435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wmf"/><Relationship Id="rId7" Type="http://schemas.openxmlformats.org/officeDocument/2006/relationships/image" Target="../media/image444.wmf"/><Relationship Id="rId2" Type="http://schemas.openxmlformats.org/officeDocument/2006/relationships/image" Target="../media/image439.wmf"/><Relationship Id="rId1" Type="http://schemas.openxmlformats.org/officeDocument/2006/relationships/image" Target="../media/image438.wmf"/><Relationship Id="rId6" Type="http://schemas.openxmlformats.org/officeDocument/2006/relationships/image" Target="../media/image443.wmf"/><Relationship Id="rId5" Type="http://schemas.openxmlformats.org/officeDocument/2006/relationships/image" Target="../media/image442.wmf"/><Relationship Id="rId4" Type="http://schemas.openxmlformats.org/officeDocument/2006/relationships/image" Target="../media/image441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wmf"/><Relationship Id="rId2" Type="http://schemas.openxmlformats.org/officeDocument/2006/relationships/image" Target="../media/image446.wmf"/><Relationship Id="rId1" Type="http://schemas.openxmlformats.org/officeDocument/2006/relationships/image" Target="../media/image445.wmf"/><Relationship Id="rId4" Type="http://schemas.openxmlformats.org/officeDocument/2006/relationships/image" Target="../media/image448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3" Type="http://schemas.openxmlformats.org/officeDocument/2006/relationships/image" Target="../media/image451.wmf"/><Relationship Id="rId7" Type="http://schemas.openxmlformats.org/officeDocument/2006/relationships/image" Target="../media/image455.wmf"/><Relationship Id="rId2" Type="http://schemas.openxmlformats.org/officeDocument/2006/relationships/image" Target="../media/image450.wmf"/><Relationship Id="rId1" Type="http://schemas.openxmlformats.org/officeDocument/2006/relationships/image" Target="../media/image449.wmf"/><Relationship Id="rId6" Type="http://schemas.openxmlformats.org/officeDocument/2006/relationships/image" Target="../media/image454.wmf"/><Relationship Id="rId5" Type="http://schemas.openxmlformats.org/officeDocument/2006/relationships/image" Target="../media/image453.wmf"/><Relationship Id="rId10" Type="http://schemas.openxmlformats.org/officeDocument/2006/relationships/image" Target="../media/image458.wmf"/><Relationship Id="rId4" Type="http://schemas.openxmlformats.org/officeDocument/2006/relationships/image" Target="../media/image452.wmf"/><Relationship Id="rId9" Type="http://schemas.openxmlformats.org/officeDocument/2006/relationships/image" Target="../media/image457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wmf"/><Relationship Id="rId2" Type="http://schemas.openxmlformats.org/officeDocument/2006/relationships/image" Target="../media/image455.wmf"/><Relationship Id="rId1" Type="http://schemas.openxmlformats.org/officeDocument/2006/relationships/image" Target="../media/image454.wmf"/><Relationship Id="rId5" Type="http://schemas.openxmlformats.org/officeDocument/2006/relationships/image" Target="../media/image461.wmf"/><Relationship Id="rId4" Type="http://schemas.openxmlformats.org/officeDocument/2006/relationships/image" Target="../media/image460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wmf"/><Relationship Id="rId13" Type="http://schemas.openxmlformats.org/officeDocument/2006/relationships/image" Target="../media/image474.wmf"/><Relationship Id="rId3" Type="http://schemas.openxmlformats.org/officeDocument/2006/relationships/image" Target="../media/image464.wmf"/><Relationship Id="rId7" Type="http://schemas.openxmlformats.org/officeDocument/2006/relationships/image" Target="../media/image468.wmf"/><Relationship Id="rId12" Type="http://schemas.openxmlformats.org/officeDocument/2006/relationships/image" Target="../media/image473.wmf"/><Relationship Id="rId2" Type="http://schemas.openxmlformats.org/officeDocument/2006/relationships/image" Target="../media/image463.wmf"/><Relationship Id="rId1" Type="http://schemas.openxmlformats.org/officeDocument/2006/relationships/image" Target="../media/image462.wmf"/><Relationship Id="rId6" Type="http://schemas.openxmlformats.org/officeDocument/2006/relationships/image" Target="../media/image467.wmf"/><Relationship Id="rId11" Type="http://schemas.openxmlformats.org/officeDocument/2006/relationships/image" Target="../media/image472.wmf"/><Relationship Id="rId5" Type="http://schemas.openxmlformats.org/officeDocument/2006/relationships/image" Target="../media/image466.wmf"/><Relationship Id="rId10" Type="http://schemas.openxmlformats.org/officeDocument/2006/relationships/image" Target="../media/image471.wmf"/><Relationship Id="rId4" Type="http://schemas.openxmlformats.org/officeDocument/2006/relationships/image" Target="../media/image465.wmf"/><Relationship Id="rId9" Type="http://schemas.openxmlformats.org/officeDocument/2006/relationships/image" Target="../media/image470.wmf"/><Relationship Id="rId14" Type="http://schemas.openxmlformats.org/officeDocument/2006/relationships/image" Target="../media/image475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wmf"/><Relationship Id="rId3" Type="http://schemas.openxmlformats.org/officeDocument/2006/relationships/image" Target="../media/image478.wmf"/><Relationship Id="rId7" Type="http://schemas.openxmlformats.org/officeDocument/2006/relationships/image" Target="../media/image482.wmf"/><Relationship Id="rId2" Type="http://schemas.openxmlformats.org/officeDocument/2006/relationships/image" Target="../media/image477.wmf"/><Relationship Id="rId1" Type="http://schemas.openxmlformats.org/officeDocument/2006/relationships/image" Target="../media/image476.wmf"/><Relationship Id="rId6" Type="http://schemas.openxmlformats.org/officeDocument/2006/relationships/image" Target="../media/image481.wmf"/><Relationship Id="rId5" Type="http://schemas.openxmlformats.org/officeDocument/2006/relationships/image" Target="../media/image480.wmf"/><Relationship Id="rId4" Type="http://schemas.openxmlformats.org/officeDocument/2006/relationships/image" Target="../media/image479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wmf"/><Relationship Id="rId3" Type="http://schemas.openxmlformats.org/officeDocument/2006/relationships/image" Target="../media/image486.wmf"/><Relationship Id="rId7" Type="http://schemas.openxmlformats.org/officeDocument/2006/relationships/image" Target="../media/image490.wmf"/><Relationship Id="rId2" Type="http://schemas.openxmlformats.org/officeDocument/2006/relationships/image" Target="../media/image485.wmf"/><Relationship Id="rId1" Type="http://schemas.openxmlformats.org/officeDocument/2006/relationships/image" Target="../media/image484.wmf"/><Relationship Id="rId6" Type="http://schemas.openxmlformats.org/officeDocument/2006/relationships/image" Target="../media/image489.wmf"/><Relationship Id="rId5" Type="http://schemas.openxmlformats.org/officeDocument/2006/relationships/image" Target="../media/image488.wmf"/><Relationship Id="rId4" Type="http://schemas.openxmlformats.org/officeDocument/2006/relationships/image" Target="../media/image487.wmf"/><Relationship Id="rId9" Type="http://schemas.openxmlformats.org/officeDocument/2006/relationships/image" Target="../media/image49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652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499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901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43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44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6108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652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987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140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226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6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34" Type="http://schemas.openxmlformats.org/officeDocument/2006/relationships/oleObject" Target="../embeddings/oleObject36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33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29" Type="http://schemas.openxmlformats.org/officeDocument/2006/relationships/oleObject" Target="../embeddings/oleObject3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28.wmf"/><Relationship Id="rId32" Type="http://schemas.openxmlformats.org/officeDocument/2006/relationships/oleObject" Target="../embeddings/oleObject35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30.wmf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8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31.wmf"/><Relationship Id="rId35" Type="http://schemas.openxmlformats.org/officeDocument/2006/relationships/image" Target="../media/image33.wmf"/><Relationship Id="rId8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3.bin"/><Relationship Id="rId18" Type="http://schemas.openxmlformats.org/officeDocument/2006/relationships/oleObject" Target="../embeddings/oleObject46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oleObject" Target="../embeddings/oleObject42.bin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3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5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72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69.bin"/><Relationship Id="rId28" Type="http://schemas.openxmlformats.org/officeDocument/2006/relationships/image" Target="../media/image61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67.bin"/><Relationship Id="rId31" Type="http://schemas.openxmlformats.org/officeDocument/2006/relationships/oleObject" Target="../embeddings/oleObject73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71.bin"/><Relationship Id="rId30" Type="http://schemas.openxmlformats.org/officeDocument/2006/relationships/image" Target="../media/image6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6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8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93.bin"/><Relationship Id="rId21" Type="http://schemas.openxmlformats.org/officeDocument/2006/relationships/oleObject" Target="../embeddings/oleObject102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101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9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95.wmf"/><Relationship Id="rId26" Type="http://schemas.openxmlformats.org/officeDocument/2006/relationships/image" Target="../media/image108.w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07.wmf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4.wmf"/><Relationship Id="rId22" Type="http://schemas.openxmlformats.org/officeDocument/2006/relationships/image" Target="../media/image10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16.w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119.w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14.wmf"/><Relationship Id="rId22" Type="http://schemas.openxmlformats.org/officeDocument/2006/relationships/image" Target="../media/image11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21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29.wmf"/><Relationship Id="rId26" Type="http://schemas.openxmlformats.org/officeDocument/2006/relationships/image" Target="../media/image132.w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98.bin"/><Relationship Id="rId34" Type="http://schemas.openxmlformats.org/officeDocument/2006/relationships/image" Target="../media/image136.wmf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6.bin"/><Relationship Id="rId33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29" Type="http://schemas.openxmlformats.org/officeDocument/2006/relationships/oleObject" Target="../embeddings/oleObject14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3.e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31.wmf"/><Relationship Id="rId32" Type="http://schemas.openxmlformats.org/officeDocument/2006/relationships/image" Target="../media/image135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5.bin"/><Relationship Id="rId28" Type="http://schemas.openxmlformats.org/officeDocument/2006/relationships/image" Target="../media/image133.wmf"/><Relationship Id="rId36" Type="http://schemas.openxmlformats.org/officeDocument/2006/relationships/image" Target="../media/image137.wmf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49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7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147.bin"/><Relationship Id="rId30" Type="http://schemas.openxmlformats.org/officeDocument/2006/relationships/image" Target="../media/image134.wmf"/><Relationship Id="rId35" Type="http://schemas.openxmlformats.org/officeDocument/2006/relationships/oleObject" Target="../embeddings/oleObject151.bin"/><Relationship Id="rId8" Type="http://schemas.openxmlformats.org/officeDocument/2006/relationships/image" Target="../media/image12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54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38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3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48.emf"/><Relationship Id="rId26" Type="http://schemas.openxmlformats.org/officeDocument/2006/relationships/image" Target="../media/image152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63.bin"/><Relationship Id="rId25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emf"/><Relationship Id="rId20" Type="http://schemas.openxmlformats.org/officeDocument/2006/relationships/image" Target="../media/image149.wmf"/><Relationship Id="rId29" Type="http://schemas.openxmlformats.org/officeDocument/2006/relationships/oleObject" Target="../embeddings/oleObject169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51.wmf"/><Relationship Id="rId32" Type="http://schemas.openxmlformats.org/officeDocument/2006/relationships/image" Target="../media/image155.wmf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6.bin"/><Relationship Id="rId28" Type="http://schemas.openxmlformats.org/officeDocument/2006/relationships/image" Target="../media/image153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64.bin"/><Relationship Id="rId31" Type="http://schemas.openxmlformats.org/officeDocument/2006/relationships/oleObject" Target="../embeddings/oleObject170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46.e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68.bin"/><Relationship Id="rId30" Type="http://schemas.openxmlformats.org/officeDocument/2006/relationships/image" Target="../media/image15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63.wmf"/><Relationship Id="rId26" Type="http://schemas.openxmlformats.org/officeDocument/2006/relationships/image" Target="../media/image164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78.bin"/><Relationship Id="rId25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20" Type="http://schemas.openxmlformats.org/officeDocument/2006/relationships/image" Target="../media/image146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75.bin"/><Relationship Id="rId24" Type="http://schemas.openxmlformats.org/officeDocument/2006/relationships/image" Target="../media/image148.emf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61.wmf"/><Relationship Id="rId22" Type="http://schemas.openxmlformats.org/officeDocument/2006/relationships/image" Target="../media/image14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72.wmf"/><Relationship Id="rId26" Type="http://schemas.openxmlformats.org/officeDocument/2006/relationships/image" Target="../media/image175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89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88.bin"/><Relationship Id="rId25" Type="http://schemas.openxmlformats.org/officeDocument/2006/relationships/oleObject" Target="../embeddings/oleObject1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1.wmf"/><Relationship Id="rId20" Type="http://schemas.openxmlformats.org/officeDocument/2006/relationships/image" Target="../media/image12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74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0.bin"/><Relationship Id="rId28" Type="http://schemas.openxmlformats.org/officeDocument/2006/relationships/image" Target="../media/image176.wmf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70.wmf"/><Relationship Id="rId22" Type="http://schemas.openxmlformats.org/officeDocument/2006/relationships/image" Target="../media/image173.wmf"/><Relationship Id="rId27" Type="http://schemas.openxmlformats.org/officeDocument/2006/relationships/oleObject" Target="../embeddings/oleObject19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7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200.bin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8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0" Type="http://schemas.openxmlformats.org/officeDocument/2006/relationships/image" Target="../media/image189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0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198.wmf"/><Relationship Id="rId26" Type="http://schemas.openxmlformats.org/officeDocument/2006/relationships/image" Target="../media/image202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6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20" Type="http://schemas.openxmlformats.org/officeDocument/2006/relationships/image" Target="../media/image199.wmf"/><Relationship Id="rId29" Type="http://schemas.openxmlformats.org/officeDocument/2006/relationships/oleObject" Target="../embeddings/oleObject220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01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03.wmf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96.wmf"/><Relationship Id="rId22" Type="http://schemas.openxmlformats.org/officeDocument/2006/relationships/image" Target="../media/image200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20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21.bin"/><Relationship Id="rId21" Type="http://schemas.openxmlformats.org/officeDocument/2006/relationships/oleObject" Target="../embeddings/oleObject230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20" Type="http://schemas.openxmlformats.org/officeDocument/2006/relationships/image" Target="../media/image213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08.wmf"/><Relationship Id="rId19" Type="http://schemas.openxmlformats.org/officeDocument/2006/relationships/oleObject" Target="../embeddings/oleObject229.bin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10.wmf"/><Relationship Id="rId22" Type="http://schemas.openxmlformats.org/officeDocument/2006/relationships/image" Target="../media/image214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34" Type="http://schemas.openxmlformats.org/officeDocument/2006/relationships/image" Target="../media/image228.wmf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38.bin"/><Relationship Id="rId25" Type="http://schemas.openxmlformats.org/officeDocument/2006/relationships/oleObject" Target="../embeddings/oleObject242.bin"/><Relationship Id="rId33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29" Type="http://schemas.openxmlformats.org/officeDocument/2006/relationships/oleObject" Target="../embeddings/oleObject244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223.wmf"/><Relationship Id="rId32" Type="http://schemas.openxmlformats.org/officeDocument/2006/relationships/image" Target="../media/image227.w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41.bin"/><Relationship Id="rId28" Type="http://schemas.openxmlformats.org/officeDocument/2006/relationships/image" Target="../media/image225.wmf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39.bin"/><Relationship Id="rId31" Type="http://schemas.openxmlformats.org/officeDocument/2006/relationships/oleObject" Target="../embeddings/oleObject245.bin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Relationship Id="rId27" Type="http://schemas.openxmlformats.org/officeDocument/2006/relationships/oleObject" Target="../embeddings/oleObject243.bin"/><Relationship Id="rId30" Type="http://schemas.openxmlformats.org/officeDocument/2006/relationships/image" Target="../media/image226.wmf"/><Relationship Id="rId8" Type="http://schemas.openxmlformats.org/officeDocument/2006/relationships/image" Target="../media/image19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52.bin"/><Relationship Id="rId18" Type="http://schemas.openxmlformats.org/officeDocument/2006/relationships/oleObject" Target="../embeddings/oleObject255.bin"/><Relationship Id="rId26" Type="http://schemas.openxmlformats.org/officeDocument/2006/relationships/oleObject" Target="../embeddings/oleObject260.bin"/><Relationship Id="rId3" Type="http://schemas.openxmlformats.org/officeDocument/2006/relationships/oleObject" Target="../embeddings/oleObject247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33.wmf"/><Relationship Id="rId17" Type="http://schemas.openxmlformats.org/officeDocument/2006/relationships/image" Target="../media/image235.wmf"/><Relationship Id="rId25" Type="http://schemas.openxmlformats.org/officeDocument/2006/relationships/image" Target="../media/image2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4.bin"/><Relationship Id="rId20" Type="http://schemas.openxmlformats.org/officeDocument/2006/relationships/image" Target="../media/image23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51.bin"/><Relationship Id="rId24" Type="http://schemas.openxmlformats.org/officeDocument/2006/relationships/oleObject" Target="../embeddings/oleObject259.bin"/><Relationship Id="rId5" Type="http://schemas.openxmlformats.org/officeDocument/2006/relationships/oleObject" Target="../embeddings/oleObject248.bin"/><Relationship Id="rId15" Type="http://schemas.openxmlformats.org/officeDocument/2006/relationships/image" Target="../media/image234.wmf"/><Relationship Id="rId23" Type="http://schemas.openxmlformats.org/officeDocument/2006/relationships/image" Target="../media/image237.wmf"/><Relationship Id="rId28" Type="http://schemas.openxmlformats.org/officeDocument/2006/relationships/image" Target="../media/image239.wmf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50.bin"/><Relationship Id="rId14" Type="http://schemas.openxmlformats.org/officeDocument/2006/relationships/oleObject" Target="../embeddings/oleObject253.bin"/><Relationship Id="rId22" Type="http://schemas.openxmlformats.org/officeDocument/2006/relationships/oleObject" Target="../embeddings/oleObject258.bin"/><Relationship Id="rId27" Type="http://schemas.openxmlformats.org/officeDocument/2006/relationships/oleObject" Target="../embeddings/oleObject26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41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30.wmf"/><Relationship Id="rId4" Type="http://schemas.openxmlformats.org/officeDocument/2006/relationships/image" Target="../media/image240.wmf"/><Relationship Id="rId9" Type="http://schemas.openxmlformats.org/officeDocument/2006/relationships/oleObject" Target="../embeddings/oleObject26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47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7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oleObject" Target="../embeddings/oleObject277.bin"/><Relationship Id="rId18" Type="http://schemas.openxmlformats.org/officeDocument/2006/relationships/image" Target="../media/image256.wmf"/><Relationship Id="rId3" Type="http://schemas.openxmlformats.org/officeDocument/2006/relationships/oleObject" Target="../embeddings/oleObject272.bin"/><Relationship Id="rId21" Type="http://schemas.openxmlformats.org/officeDocument/2006/relationships/oleObject" Target="../embeddings/oleObject281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53.wmf"/><Relationship Id="rId17" Type="http://schemas.openxmlformats.org/officeDocument/2006/relationships/oleObject" Target="../embeddings/oleObject2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5.wmf"/><Relationship Id="rId20" Type="http://schemas.openxmlformats.org/officeDocument/2006/relationships/image" Target="../media/image257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76.bin"/><Relationship Id="rId24" Type="http://schemas.openxmlformats.org/officeDocument/2006/relationships/image" Target="../media/image259.wmf"/><Relationship Id="rId5" Type="http://schemas.openxmlformats.org/officeDocument/2006/relationships/oleObject" Target="../embeddings/oleObject273.bin"/><Relationship Id="rId15" Type="http://schemas.openxmlformats.org/officeDocument/2006/relationships/oleObject" Target="../embeddings/oleObject278.bin"/><Relationship Id="rId23" Type="http://schemas.openxmlformats.org/officeDocument/2006/relationships/oleObject" Target="../embeddings/oleObject282.bin"/><Relationship Id="rId10" Type="http://schemas.openxmlformats.org/officeDocument/2006/relationships/image" Target="../media/image252.wmf"/><Relationship Id="rId19" Type="http://schemas.openxmlformats.org/officeDocument/2006/relationships/oleObject" Target="../embeddings/oleObject280.bin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254.wmf"/><Relationship Id="rId22" Type="http://schemas.openxmlformats.org/officeDocument/2006/relationships/image" Target="../media/image25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image" Target="../media/image264.wmf"/><Relationship Id="rId18" Type="http://schemas.openxmlformats.org/officeDocument/2006/relationships/oleObject" Target="../embeddings/oleObject291.bin"/><Relationship Id="rId26" Type="http://schemas.openxmlformats.org/officeDocument/2006/relationships/oleObject" Target="../embeddings/oleObject295.bin"/><Relationship Id="rId3" Type="http://schemas.openxmlformats.org/officeDocument/2006/relationships/oleObject" Target="../embeddings/oleObject283.bin"/><Relationship Id="rId21" Type="http://schemas.openxmlformats.org/officeDocument/2006/relationships/image" Target="../media/image268.wmf"/><Relationship Id="rId7" Type="http://schemas.openxmlformats.org/officeDocument/2006/relationships/oleObject" Target="../embeddings/oleObject285.bin"/><Relationship Id="rId12" Type="http://schemas.openxmlformats.org/officeDocument/2006/relationships/oleObject" Target="../embeddings/oleObject288.bin"/><Relationship Id="rId17" Type="http://schemas.openxmlformats.org/officeDocument/2006/relationships/image" Target="../media/image266.wmf"/><Relationship Id="rId25" Type="http://schemas.openxmlformats.org/officeDocument/2006/relationships/image" Target="../media/image27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0.bin"/><Relationship Id="rId20" Type="http://schemas.openxmlformats.org/officeDocument/2006/relationships/oleObject" Target="../embeddings/oleObject292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61.wmf"/><Relationship Id="rId11" Type="http://schemas.openxmlformats.org/officeDocument/2006/relationships/image" Target="../media/image263.wmf"/><Relationship Id="rId24" Type="http://schemas.openxmlformats.org/officeDocument/2006/relationships/oleObject" Target="../embeddings/oleObject294.bin"/><Relationship Id="rId5" Type="http://schemas.openxmlformats.org/officeDocument/2006/relationships/oleObject" Target="../embeddings/oleObject284.bin"/><Relationship Id="rId15" Type="http://schemas.openxmlformats.org/officeDocument/2006/relationships/image" Target="../media/image265.wmf"/><Relationship Id="rId23" Type="http://schemas.openxmlformats.org/officeDocument/2006/relationships/image" Target="../media/image269.wmf"/><Relationship Id="rId10" Type="http://schemas.openxmlformats.org/officeDocument/2006/relationships/oleObject" Target="../embeddings/oleObject287.bin"/><Relationship Id="rId19" Type="http://schemas.openxmlformats.org/officeDocument/2006/relationships/image" Target="../media/image267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286.bin"/><Relationship Id="rId14" Type="http://schemas.openxmlformats.org/officeDocument/2006/relationships/oleObject" Target="../embeddings/oleObject289.bin"/><Relationship Id="rId22" Type="http://schemas.openxmlformats.org/officeDocument/2006/relationships/oleObject" Target="../embeddings/oleObject293.bin"/><Relationship Id="rId27" Type="http://schemas.openxmlformats.org/officeDocument/2006/relationships/image" Target="../media/image271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1.bin"/><Relationship Id="rId18" Type="http://schemas.openxmlformats.org/officeDocument/2006/relationships/image" Target="../media/image279.wmf"/><Relationship Id="rId26" Type="http://schemas.openxmlformats.org/officeDocument/2006/relationships/image" Target="../media/image283.wmf"/><Relationship Id="rId3" Type="http://schemas.openxmlformats.org/officeDocument/2006/relationships/oleObject" Target="../embeddings/oleObject296.bin"/><Relationship Id="rId21" Type="http://schemas.openxmlformats.org/officeDocument/2006/relationships/oleObject" Target="../embeddings/oleObject305.bin"/><Relationship Id="rId34" Type="http://schemas.openxmlformats.org/officeDocument/2006/relationships/image" Target="../media/image287.wmf"/><Relationship Id="rId7" Type="http://schemas.openxmlformats.org/officeDocument/2006/relationships/oleObject" Target="../embeddings/oleObject298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303.bin"/><Relationship Id="rId25" Type="http://schemas.openxmlformats.org/officeDocument/2006/relationships/oleObject" Target="../embeddings/oleObject307.bin"/><Relationship Id="rId33" Type="http://schemas.openxmlformats.org/officeDocument/2006/relationships/oleObject" Target="../embeddings/oleObject3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8.wmf"/><Relationship Id="rId20" Type="http://schemas.openxmlformats.org/officeDocument/2006/relationships/image" Target="../media/image280.wmf"/><Relationship Id="rId29" Type="http://schemas.openxmlformats.org/officeDocument/2006/relationships/oleObject" Target="../embeddings/oleObject309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300.bin"/><Relationship Id="rId24" Type="http://schemas.openxmlformats.org/officeDocument/2006/relationships/image" Target="../media/image282.wmf"/><Relationship Id="rId32" Type="http://schemas.openxmlformats.org/officeDocument/2006/relationships/image" Target="../media/image286.wmf"/><Relationship Id="rId5" Type="http://schemas.openxmlformats.org/officeDocument/2006/relationships/oleObject" Target="../embeddings/oleObject297.bin"/><Relationship Id="rId15" Type="http://schemas.openxmlformats.org/officeDocument/2006/relationships/oleObject" Target="../embeddings/oleObject302.bin"/><Relationship Id="rId23" Type="http://schemas.openxmlformats.org/officeDocument/2006/relationships/oleObject" Target="../embeddings/oleObject306.bin"/><Relationship Id="rId28" Type="http://schemas.openxmlformats.org/officeDocument/2006/relationships/image" Target="../media/image284.wmf"/><Relationship Id="rId36" Type="http://schemas.openxmlformats.org/officeDocument/2006/relationships/image" Target="../media/image288.wmf"/><Relationship Id="rId10" Type="http://schemas.openxmlformats.org/officeDocument/2006/relationships/image" Target="../media/image275.wmf"/><Relationship Id="rId19" Type="http://schemas.openxmlformats.org/officeDocument/2006/relationships/oleObject" Target="../embeddings/oleObject304.bin"/><Relationship Id="rId31" Type="http://schemas.openxmlformats.org/officeDocument/2006/relationships/oleObject" Target="../embeddings/oleObject310.bin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99.bin"/><Relationship Id="rId14" Type="http://schemas.openxmlformats.org/officeDocument/2006/relationships/image" Target="../media/image277.wmf"/><Relationship Id="rId22" Type="http://schemas.openxmlformats.org/officeDocument/2006/relationships/image" Target="../media/image281.wmf"/><Relationship Id="rId27" Type="http://schemas.openxmlformats.org/officeDocument/2006/relationships/oleObject" Target="../embeddings/oleObject308.bin"/><Relationship Id="rId30" Type="http://schemas.openxmlformats.org/officeDocument/2006/relationships/image" Target="../media/image285.wmf"/><Relationship Id="rId35" Type="http://schemas.openxmlformats.org/officeDocument/2006/relationships/oleObject" Target="../embeddings/oleObject312.bin"/><Relationship Id="rId8" Type="http://schemas.openxmlformats.org/officeDocument/2006/relationships/image" Target="../media/image27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296.wmf"/><Relationship Id="rId3" Type="http://schemas.openxmlformats.org/officeDocument/2006/relationships/oleObject" Target="../embeddings/oleObject313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293.wmf"/><Relationship Id="rId17" Type="http://schemas.openxmlformats.org/officeDocument/2006/relationships/oleObject" Target="../embeddings/oleObject3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5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317.bin"/><Relationship Id="rId5" Type="http://schemas.openxmlformats.org/officeDocument/2006/relationships/oleObject" Target="../embeddings/oleObject314.bin"/><Relationship Id="rId15" Type="http://schemas.openxmlformats.org/officeDocument/2006/relationships/oleObject" Target="../embeddings/oleObject319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316.bin"/><Relationship Id="rId14" Type="http://schemas.openxmlformats.org/officeDocument/2006/relationships/image" Target="../media/image294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304.wmf"/><Relationship Id="rId26" Type="http://schemas.openxmlformats.org/officeDocument/2006/relationships/image" Target="../media/image308.wmf"/><Relationship Id="rId3" Type="http://schemas.openxmlformats.org/officeDocument/2006/relationships/oleObject" Target="../embeddings/oleObject321.bin"/><Relationship Id="rId21" Type="http://schemas.openxmlformats.org/officeDocument/2006/relationships/oleObject" Target="../embeddings/oleObject330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301.wmf"/><Relationship Id="rId17" Type="http://schemas.openxmlformats.org/officeDocument/2006/relationships/oleObject" Target="../embeddings/oleObject328.bin"/><Relationship Id="rId25" Type="http://schemas.openxmlformats.org/officeDocument/2006/relationships/oleObject" Target="../embeddings/oleObject3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3.wmf"/><Relationship Id="rId20" Type="http://schemas.openxmlformats.org/officeDocument/2006/relationships/image" Target="../media/image305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325.bin"/><Relationship Id="rId24" Type="http://schemas.openxmlformats.org/officeDocument/2006/relationships/image" Target="../media/image307.wmf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23" Type="http://schemas.openxmlformats.org/officeDocument/2006/relationships/oleObject" Target="../embeddings/oleObject331.bin"/><Relationship Id="rId28" Type="http://schemas.openxmlformats.org/officeDocument/2006/relationships/image" Target="../media/image309.wmf"/><Relationship Id="rId10" Type="http://schemas.openxmlformats.org/officeDocument/2006/relationships/image" Target="../media/image300.wmf"/><Relationship Id="rId19" Type="http://schemas.openxmlformats.org/officeDocument/2006/relationships/oleObject" Target="../embeddings/oleObject329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302.wmf"/><Relationship Id="rId22" Type="http://schemas.openxmlformats.org/officeDocument/2006/relationships/image" Target="../media/image306.wmf"/><Relationship Id="rId27" Type="http://schemas.openxmlformats.org/officeDocument/2006/relationships/oleObject" Target="../embeddings/oleObject33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316.wmf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3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11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10" Type="http://schemas.openxmlformats.org/officeDocument/2006/relationships/image" Target="../media/image224.w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310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1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13" Type="http://schemas.openxmlformats.org/officeDocument/2006/relationships/oleObject" Target="../embeddings/oleObject348.bin"/><Relationship Id="rId18" Type="http://schemas.openxmlformats.org/officeDocument/2006/relationships/image" Target="../media/image325.wmf"/><Relationship Id="rId26" Type="http://schemas.openxmlformats.org/officeDocument/2006/relationships/image" Target="../media/image329.wmf"/><Relationship Id="rId3" Type="http://schemas.openxmlformats.org/officeDocument/2006/relationships/oleObject" Target="../embeddings/oleObject343.bin"/><Relationship Id="rId21" Type="http://schemas.openxmlformats.org/officeDocument/2006/relationships/oleObject" Target="../embeddings/oleObject352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322.wmf"/><Relationship Id="rId17" Type="http://schemas.openxmlformats.org/officeDocument/2006/relationships/oleObject" Target="../embeddings/oleObject350.bin"/><Relationship Id="rId25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4.wmf"/><Relationship Id="rId20" Type="http://schemas.openxmlformats.org/officeDocument/2006/relationships/image" Target="../media/image32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347.bin"/><Relationship Id="rId24" Type="http://schemas.openxmlformats.org/officeDocument/2006/relationships/image" Target="../media/image328.wmf"/><Relationship Id="rId5" Type="http://schemas.openxmlformats.org/officeDocument/2006/relationships/oleObject" Target="../embeddings/oleObject344.bin"/><Relationship Id="rId15" Type="http://schemas.openxmlformats.org/officeDocument/2006/relationships/oleObject" Target="../embeddings/oleObject349.bin"/><Relationship Id="rId23" Type="http://schemas.openxmlformats.org/officeDocument/2006/relationships/oleObject" Target="../embeddings/oleObject353.bin"/><Relationship Id="rId28" Type="http://schemas.openxmlformats.org/officeDocument/2006/relationships/image" Target="../media/image330.wmf"/><Relationship Id="rId10" Type="http://schemas.openxmlformats.org/officeDocument/2006/relationships/image" Target="../media/image321.wmf"/><Relationship Id="rId19" Type="http://schemas.openxmlformats.org/officeDocument/2006/relationships/oleObject" Target="../embeddings/oleObject351.bin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346.bin"/><Relationship Id="rId14" Type="http://schemas.openxmlformats.org/officeDocument/2006/relationships/image" Target="../media/image323.wmf"/><Relationship Id="rId22" Type="http://schemas.openxmlformats.org/officeDocument/2006/relationships/image" Target="../media/image327.wmf"/><Relationship Id="rId27" Type="http://schemas.openxmlformats.org/officeDocument/2006/relationships/oleObject" Target="../embeddings/oleObject35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58.bin"/><Relationship Id="rId12" Type="http://schemas.openxmlformats.org/officeDocument/2006/relationships/image" Target="../media/image3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32.wmf"/><Relationship Id="rId11" Type="http://schemas.openxmlformats.org/officeDocument/2006/relationships/oleObject" Target="../embeddings/oleObject360.bin"/><Relationship Id="rId5" Type="http://schemas.openxmlformats.org/officeDocument/2006/relationships/oleObject" Target="../embeddings/oleObject357.bin"/><Relationship Id="rId10" Type="http://schemas.openxmlformats.org/officeDocument/2006/relationships/image" Target="../media/image334.wmf"/><Relationship Id="rId4" Type="http://schemas.openxmlformats.org/officeDocument/2006/relationships/image" Target="../media/image331.wmf"/><Relationship Id="rId9" Type="http://schemas.openxmlformats.org/officeDocument/2006/relationships/oleObject" Target="../embeddings/oleObject35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13" Type="http://schemas.openxmlformats.org/officeDocument/2006/relationships/oleObject" Target="../embeddings/oleObject366.bin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0" Type="http://schemas.openxmlformats.org/officeDocument/2006/relationships/image" Target="../media/image339.wmf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4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oleObject" Target="../embeddings/oleObject372.bin"/><Relationship Id="rId3" Type="http://schemas.openxmlformats.org/officeDocument/2006/relationships/oleObject" Target="../embeddings/oleObject367.bin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71.bin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3.bin"/><Relationship Id="rId10" Type="http://schemas.openxmlformats.org/officeDocument/2006/relationships/image" Target="../media/image344.wmf"/><Relationship Id="rId4" Type="http://schemas.openxmlformats.org/officeDocument/2006/relationships/image" Target="../media/image342.wmf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46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6.bin"/><Relationship Id="rId12" Type="http://schemas.openxmlformats.org/officeDocument/2006/relationships/image" Target="../media/image3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378.bin"/><Relationship Id="rId5" Type="http://schemas.openxmlformats.org/officeDocument/2006/relationships/oleObject" Target="../embeddings/oleObject375.bin"/><Relationship Id="rId10" Type="http://schemas.openxmlformats.org/officeDocument/2006/relationships/image" Target="../media/image350.wmf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7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83.bin"/><Relationship Id="rId5" Type="http://schemas.openxmlformats.org/officeDocument/2006/relationships/oleObject" Target="../embeddings/oleObject380.bin"/><Relationship Id="rId10" Type="http://schemas.openxmlformats.org/officeDocument/2006/relationships/image" Target="../media/image354.wmf"/><Relationship Id="rId4" Type="http://schemas.openxmlformats.org/officeDocument/2006/relationships/image" Target="../media/image352.wmf"/><Relationship Id="rId9" Type="http://schemas.openxmlformats.org/officeDocument/2006/relationships/oleObject" Target="../embeddings/oleObject382.bin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9.bin"/><Relationship Id="rId18" Type="http://schemas.openxmlformats.org/officeDocument/2006/relationships/image" Target="../media/image362.wmf"/><Relationship Id="rId26" Type="http://schemas.openxmlformats.org/officeDocument/2006/relationships/image" Target="../media/image366.wmf"/><Relationship Id="rId3" Type="http://schemas.openxmlformats.org/officeDocument/2006/relationships/oleObject" Target="../embeddings/oleObject384.bin"/><Relationship Id="rId21" Type="http://schemas.openxmlformats.org/officeDocument/2006/relationships/oleObject" Target="../embeddings/oleObject393.bin"/><Relationship Id="rId34" Type="http://schemas.openxmlformats.org/officeDocument/2006/relationships/image" Target="../media/image370.wmf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359.wmf"/><Relationship Id="rId17" Type="http://schemas.openxmlformats.org/officeDocument/2006/relationships/oleObject" Target="../embeddings/oleObject391.bin"/><Relationship Id="rId25" Type="http://schemas.openxmlformats.org/officeDocument/2006/relationships/oleObject" Target="../embeddings/oleObject395.bin"/><Relationship Id="rId33" Type="http://schemas.openxmlformats.org/officeDocument/2006/relationships/oleObject" Target="../embeddings/oleObject3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1.wmf"/><Relationship Id="rId20" Type="http://schemas.openxmlformats.org/officeDocument/2006/relationships/image" Target="../media/image363.wmf"/><Relationship Id="rId29" Type="http://schemas.openxmlformats.org/officeDocument/2006/relationships/oleObject" Target="../embeddings/oleObject397.bin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88.bin"/><Relationship Id="rId24" Type="http://schemas.openxmlformats.org/officeDocument/2006/relationships/image" Target="../media/image365.wmf"/><Relationship Id="rId32" Type="http://schemas.openxmlformats.org/officeDocument/2006/relationships/image" Target="../media/image369.wmf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23" Type="http://schemas.openxmlformats.org/officeDocument/2006/relationships/oleObject" Target="../embeddings/oleObject394.bin"/><Relationship Id="rId28" Type="http://schemas.openxmlformats.org/officeDocument/2006/relationships/image" Target="../media/image367.wmf"/><Relationship Id="rId36" Type="http://schemas.openxmlformats.org/officeDocument/2006/relationships/image" Target="../media/image371.wmf"/><Relationship Id="rId10" Type="http://schemas.openxmlformats.org/officeDocument/2006/relationships/image" Target="../media/image358.wmf"/><Relationship Id="rId19" Type="http://schemas.openxmlformats.org/officeDocument/2006/relationships/oleObject" Target="../embeddings/oleObject392.bin"/><Relationship Id="rId31" Type="http://schemas.openxmlformats.org/officeDocument/2006/relationships/oleObject" Target="../embeddings/oleObject398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360.wmf"/><Relationship Id="rId22" Type="http://schemas.openxmlformats.org/officeDocument/2006/relationships/image" Target="../media/image364.wmf"/><Relationship Id="rId27" Type="http://schemas.openxmlformats.org/officeDocument/2006/relationships/oleObject" Target="../embeddings/oleObject396.bin"/><Relationship Id="rId30" Type="http://schemas.openxmlformats.org/officeDocument/2006/relationships/image" Target="../media/image368.wmf"/><Relationship Id="rId35" Type="http://schemas.openxmlformats.org/officeDocument/2006/relationships/oleObject" Target="../embeddings/oleObject400.bin"/><Relationship Id="rId8" Type="http://schemas.openxmlformats.org/officeDocument/2006/relationships/image" Target="../media/image35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wmf"/><Relationship Id="rId13" Type="http://schemas.openxmlformats.org/officeDocument/2006/relationships/image" Target="../media/image377.png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3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73.wmf"/><Relationship Id="rId11" Type="http://schemas.openxmlformats.org/officeDocument/2006/relationships/oleObject" Target="../embeddings/oleObject405.bin"/><Relationship Id="rId5" Type="http://schemas.openxmlformats.org/officeDocument/2006/relationships/oleObject" Target="../embeddings/oleObject402.bin"/><Relationship Id="rId10" Type="http://schemas.openxmlformats.org/officeDocument/2006/relationships/image" Target="../media/image375.wmf"/><Relationship Id="rId4" Type="http://schemas.openxmlformats.org/officeDocument/2006/relationships/image" Target="../media/image372.w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378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oleObject" Target="../embeddings/oleObject411.bin"/><Relationship Id="rId18" Type="http://schemas.openxmlformats.org/officeDocument/2006/relationships/image" Target="../media/image386.wmf"/><Relationship Id="rId3" Type="http://schemas.openxmlformats.org/officeDocument/2006/relationships/oleObject" Target="../embeddings/oleObject406.bin"/><Relationship Id="rId21" Type="http://schemas.openxmlformats.org/officeDocument/2006/relationships/oleObject" Target="../embeddings/oleObject415.bin"/><Relationship Id="rId7" Type="http://schemas.openxmlformats.org/officeDocument/2006/relationships/oleObject" Target="../embeddings/oleObject408.bin"/><Relationship Id="rId12" Type="http://schemas.openxmlformats.org/officeDocument/2006/relationships/image" Target="../media/image383.wmf"/><Relationship Id="rId17" Type="http://schemas.openxmlformats.org/officeDocument/2006/relationships/oleObject" Target="../embeddings/oleObject4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5.wmf"/><Relationship Id="rId20" Type="http://schemas.openxmlformats.org/officeDocument/2006/relationships/image" Target="../media/image387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410.bin"/><Relationship Id="rId24" Type="http://schemas.openxmlformats.org/officeDocument/2006/relationships/image" Target="../media/image389.wmf"/><Relationship Id="rId5" Type="http://schemas.openxmlformats.org/officeDocument/2006/relationships/oleObject" Target="../embeddings/oleObject407.bin"/><Relationship Id="rId15" Type="http://schemas.openxmlformats.org/officeDocument/2006/relationships/oleObject" Target="../embeddings/oleObject412.bin"/><Relationship Id="rId23" Type="http://schemas.openxmlformats.org/officeDocument/2006/relationships/oleObject" Target="../embeddings/oleObject416.bin"/><Relationship Id="rId10" Type="http://schemas.openxmlformats.org/officeDocument/2006/relationships/image" Target="../media/image382.wmf"/><Relationship Id="rId19" Type="http://schemas.openxmlformats.org/officeDocument/2006/relationships/oleObject" Target="../embeddings/oleObject414.bin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409.bin"/><Relationship Id="rId14" Type="http://schemas.openxmlformats.org/officeDocument/2006/relationships/image" Target="../media/image384.wmf"/><Relationship Id="rId22" Type="http://schemas.openxmlformats.org/officeDocument/2006/relationships/image" Target="../media/image38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421.bin"/><Relationship Id="rId3" Type="http://schemas.openxmlformats.org/officeDocument/2006/relationships/oleObject" Target="../embeddings/oleObject417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3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5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91.w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2.bin"/><Relationship Id="rId10" Type="http://schemas.openxmlformats.org/officeDocument/2006/relationships/image" Target="../media/image392.wmf"/><Relationship Id="rId4" Type="http://schemas.openxmlformats.org/officeDocument/2006/relationships/image" Target="../media/image390.wmf"/><Relationship Id="rId9" Type="http://schemas.openxmlformats.org/officeDocument/2006/relationships/oleObject" Target="../embeddings/oleObject419.bin"/><Relationship Id="rId14" Type="http://schemas.openxmlformats.org/officeDocument/2006/relationships/image" Target="../media/image39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5.bin"/><Relationship Id="rId13" Type="http://schemas.openxmlformats.org/officeDocument/2006/relationships/image" Target="../media/image400.wmf"/><Relationship Id="rId18" Type="http://schemas.openxmlformats.org/officeDocument/2006/relationships/oleObject" Target="../embeddings/oleObject430.bin"/><Relationship Id="rId3" Type="http://schemas.openxmlformats.org/officeDocument/2006/relationships/image" Target="../media/image404.jpeg"/><Relationship Id="rId7" Type="http://schemas.openxmlformats.org/officeDocument/2006/relationships/image" Target="../media/image397.wmf"/><Relationship Id="rId12" Type="http://schemas.openxmlformats.org/officeDocument/2006/relationships/oleObject" Target="../embeddings/oleObject427.bin"/><Relationship Id="rId17" Type="http://schemas.openxmlformats.org/officeDocument/2006/relationships/image" Target="../media/image40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9.bin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424.bin"/><Relationship Id="rId11" Type="http://schemas.openxmlformats.org/officeDocument/2006/relationships/image" Target="../media/image399.wmf"/><Relationship Id="rId5" Type="http://schemas.openxmlformats.org/officeDocument/2006/relationships/image" Target="../media/image396.wmf"/><Relationship Id="rId15" Type="http://schemas.openxmlformats.org/officeDocument/2006/relationships/image" Target="../media/image401.wmf"/><Relationship Id="rId10" Type="http://schemas.openxmlformats.org/officeDocument/2006/relationships/oleObject" Target="../embeddings/oleObject426.bin"/><Relationship Id="rId19" Type="http://schemas.openxmlformats.org/officeDocument/2006/relationships/image" Target="../media/image403.wmf"/><Relationship Id="rId4" Type="http://schemas.openxmlformats.org/officeDocument/2006/relationships/oleObject" Target="../embeddings/oleObject423.bin"/><Relationship Id="rId9" Type="http://schemas.openxmlformats.org/officeDocument/2006/relationships/image" Target="../media/image398.wmf"/><Relationship Id="rId14" Type="http://schemas.openxmlformats.org/officeDocument/2006/relationships/oleObject" Target="../embeddings/oleObject42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3" Type="http://schemas.openxmlformats.org/officeDocument/2006/relationships/oleObject" Target="../embeddings/oleObject431.bin"/><Relationship Id="rId7" Type="http://schemas.openxmlformats.org/officeDocument/2006/relationships/oleObject" Target="../embeddings/oleObject433.bin"/><Relationship Id="rId12" Type="http://schemas.openxmlformats.org/officeDocument/2006/relationships/image" Target="../media/image40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05.wmf"/><Relationship Id="rId11" Type="http://schemas.openxmlformats.org/officeDocument/2006/relationships/oleObject" Target="../embeddings/oleObject435.bin"/><Relationship Id="rId5" Type="http://schemas.openxmlformats.org/officeDocument/2006/relationships/oleObject" Target="../embeddings/oleObject432.bin"/><Relationship Id="rId10" Type="http://schemas.openxmlformats.org/officeDocument/2006/relationships/image" Target="../media/image407.wmf"/><Relationship Id="rId4" Type="http://schemas.openxmlformats.org/officeDocument/2006/relationships/image" Target="../media/image396.wmf"/><Relationship Id="rId9" Type="http://schemas.openxmlformats.org/officeDocument/2006/relationships/oleObject" Target="../embeddings/oleObject434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409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13" Type="http://schemas.openxmlformats.org/officeDocument/2006/relationships/oleObject" Target="../embeddings/oleObject442.bin"/><Relationship Id="rId3" Type="http://schemas.openxmlformats.org/officeDocument/2006/relationships/oleObject" Target="../embeddings/oleObject437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414.wmf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16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11.wmf"/><Relationship Id="rId11" Type="http://schemas.openxmlformats.org/officeDocument/2006/relationships/oleObject" Target="../embeddings/oleObject441.bin"/><Relationship Id="rId5" Type="http://schemas.openxmlformats.org/officeDocument/2006/relationships/oleObject" Target="../embeddings/oleObject438.bin"/><Relationship Id="rId15" Type="http://schemas.openxmlformats.org/officeDocument/2006/relationships/oleObject" Target="../embeddings/oleObject443.bin"/><Relationship Id="rId10" Type="http://schemas.openxmlformats.org/officeDocument/2006/relationships/image" Target="../media/image413.wmf"/><Relationship Id="rId4" Type="http://schemas.openxmlformats.org/officeDocument/2006/relationships/image" Target="../media/image410.wmf"/><Relationship Id="rId9" Type="http://schemas.openxmlformats.org/officeDocument/2006/relationships/oleObject" Target="../embeddings/oleObject440.bin"/><Relationship Id="rId14" Type="http://schemas.openxmlformats.org/officeDocument/2006/relationships/image" Target="../media/image415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13" Type="http://schemas.openxmlformats.org/officeDocument/2006/relationships/oleObject" Target="../embeddings/oleObject449.bin"/><Relationship Id="rId18" Type="http://schemas.openxmlformats.org/officeDocument/2006/relationships/oleObject" Target="../embeddings/oleObject452.bin"/><Relationship Id="rId3" Type="http://schemas.openxmlformats.org/officeDocument/2006/relationships/oleObject" Target="../embeddings/oleObject444.bin"/><Relationship Id="rId21" Type="http://schemas.openxmlformats.org/officeDocument/2006/relationships/image" Target="../media/image425.wmf"/><Relationship Id="rId7" Type="http://schemas.openxmlformats.org/officeDocument/2006/relationships/oleObject" Target="../embeddings/oleObject446.bin"/><Relationship Id="rId12" Type="http://schemas.openxmlformats.org/officeDocument/2006/relationships/image" Target="../media/image421.wmf"/><Relationship Id="rId17" Type="http://schemas.openxmlformats.org/officeDocument/2006/relationships/oleObject" Target="../embeddings/oleObject451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23.wmf"/><Relationship Id="rId20" Type="http://schemas.openxmlformats.org/officeDocument/2006/relationships/oleObject" Target="../embeddings/oleObject453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18.wmf"/><Relationship Id="rId11" Type="http://schemas.openxmlformats.org/officeDocument/2006/relationships/oleObject" Target="../embeddings/oleObject448.bin"/><Relationship Id="rId5" Type="http://schemas.openxmlformats.org/officeDocument/2006/relationships/oleObject" Target="../embeddings/oleObject445.bin"/><Relationship Id="rId15" Type="http://schemas.openxmlformats.org/officeDocument/2006/relationships/oleObject" Target="../embeddings/oleObject450.bin"/><Relationship Id="rId23" Type="http://schemas.openxmlformats.org/officeDocument/2006/relationships/image" Target="../media/image426.wmf"/><Relationship Id="rId10" Type="http://schemas.openxmlformats.org/officeDocument/2006/relationships/image" Target="../media/image420.wmf"/><Relationship Id="rId19" Type="http://schemas.openxmlformats.org/officeDocument/2006/relationships/image" Target="../media/image424.wmf"/><Relationship Id="rId4" Type="http://schemas.openxmlformats.org/officeDocument/2006/relationships/image" Target="../media/image417.wmf"/><Relationship Id="rId9" Type="http://schemas.openxmlformats.org/officeDocument/2006/relationships/oleObject" Target="../embeddings/oleObject447.bin"/><Relationship Id="rId14" Type="http://schemas.openxmlformats.org/officeDocument/2006/relationships/image" Target="../media/image422.wmf"/><Relationship Id="rId22" Type="http://schemas.openxmlformats.org/officeDocument/2006/relationships/oleObject" Target="../embeddings/oleObject454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13" Type="http://schemas.openxmlformats.org/officeDocument/2006/relationships/oleObject" Target="../embeddings/oleObject460.bin"/><Relationship Id="rId18" Type="http://schemas.openxmlformats.org/officeDocument/2006/relationships/image" Target="../media/image434.wmf"/><Relationship Id="rId3" Type="http://schemas.openxmlformats.org/officeDocument/2006/relationships/oleObject" Target="../embeddings/oleObject455.bin"/><Relationship Id="rId21" Type="http://schemas.openxmlformats.org/officeDocument/2006/relationships/oleObject" Target="../embeddings/oleObject464.bin"/><Relationship Id="rId7" Type="http://schemas.openxmlformats.org/officeDocument/2006/relationships/oleObject" Target="../embeddings/oleObject457.bin"/><Relationship Id="rId12" Type="http://schemas.openxmlformats.org/officeDocument/2006/relationships/image" Target="../media/image431.wmf"/><Relationship Id="rId17" Type="http://schemas.openxmlformats.org/officeDocument/2006/relationships/oleObject" Target="../embeddings/oleObject462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33.wmf"/><Relationship Id="rId20" Type="http://schemas.openxmlformats.org/officeDocument/2006/relationships/image" Target="../media/image435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28.wmf"/><Relationship Id="rId11" Type="http://schemas.openxmlformats.org/officeDocument/2006/relationships/oleObject" Target="../embeddings/oleObject459.bin"/><Relationship Id="rId24" Type="http://schemas.openxmlformats.org/officeDocument/2006/relationships/image" Target="../media/image437.wmf"/><Relationship Id="rId5" Type="http://schemas.openxmlformats.org/officeDocument/2006/relationships/oleObject" Target="../embeddings/oleObject456.bin"/><Relationship Id="rId15" Type="http://schemas.openxmlformats.org/officeDocument/2006/relationships/oleObject" Target="../embeddings/oleObject461.bin"/><Relationship Id="rId23" Type="http://schemas.openxmlformats.org/officeDocument/2006/relationships/oleObject" Target="../embeddings/oleObject465.bin"/><Relationship Id="rId10" Type="http://schemas.openxmlformats.org/officeDocument/2006/relationships/image" Target="../media/image430.wmf"/><Relationship Id="rId19" Type="http://schemas.openxmlformats.org/officeDocument/2006/relationships/oleObject" Target="../embeddings/oleObject463.bin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58.bin"/><Relationship Id="rId14" Type="http://schemas.openxmlformats.org/officeDocument/2006/relationships/image" Target="../media/image432.wmf"/><Relationship Id="rId22" Type="http://schemas.openxmlformats.org/officeDocument/2006/relationships/image" Target="../media/image436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wmf"/><Relationship Id="rId13" Type="http://schemas.openxmlformats.org/officeDocument/2006/relationships/oleObject" Target="../embeddings/oleObject471.bin"/><Relationship Id="rId3" Type="http://schemas.openxmlformats.org/officeDocument/2006/relationships/oleObject" Target="../embeddings/oleObject466.bin"/><Relationship Id="rId7" Type="http://schemas.openxmlformats.org/officeDocument/2006/relationships/oleObject" Target="../embeddings/oleObject468.bin"/><Relationship Id="rId12" Type="http://schemas.openxmlformats.org/officeDocument/2006/relationships/image" Target="../media/image442.wmf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44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39.wmf"/><Relationship Id="rId11" Type="http://schemas.openxmlformats.org/officeDocument/2006/relationships/oleObject" Target="../embeddings/oleObject470.bin"/><Relationship Id="rId5" Type="http://schemas.openxmlformats.org/officeDocument/2006/relationships/oleObject" Target="../embeddings/oleObject467.bin"/><Relationship Id="rId15" Type="http://schemas.openxmlformats.org/officeDocument/2006/relationships/oleObject" Target="../embeddings/oleObject472.bin"/><Relationship Id="rId10" Type="http://schemas.openxmlformats.org/officeDocument/2006/relationships/image" Target="../media/image441.wmf"/><Relationship Id="rId4" Type="http://schemas.openxmlformats.org/officeDocument/2006/relationships/image" Target="../media/image438.wmf"/><Relationship Id="rId9" Type="http://schemas.openxmlformats.org/officeDocument/2006/relationships/oleObject" Target="../embeddings/oleObject469.bin"/><Relationship Id="rId14" Type="http://schemas.openxmlformats.org/officeDocument/2006/relationships/image" Target="../media/image443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3" Type="http://schemas.openxmlformats.org/officeDocument/2006/relationships/oleObject" Target="../embeddings/oleObject473.bin"/><Relationship Id="rId7" Type="http://schemas.openxmlformats.org/officeDocument/2006/relationships/oleObject" Target="../embeddings/oleObject475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46.wmf"/><Relationship Id="rId5" Type="http://schemas.openxmlformats.org/officeDocument/2006/relationships/oleObject" Target="../embeddings/oleObject474.bin"/><Relationship Id="rId10" Type="http://schemas.openxmlformats.org/officeDocument/2006/relationships/image" Target="../media/image448.wmf"/><Relationship Id="rId4" Type="http://schemas.openxmlformats.org/officeDocument/2006/relationships/image" Target="../media/image445.wmf"/><Relationship Id="rId9" Type="http://schemas.openxmlformats.org/officeDocument/2006/relationships/oleObject" Target="../embeddings/oleObject47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wmf"/><Relationship Id="rId13" Type="http://schemas.openxmlformats.org/officeDocument/2006/relationships/oleObject" Target="../embeddings/oleObject482.bin"/><Relationship Id="rId18" Type="http://schemas.openxmlformats.org/officeDocument/2006/relationships/image" Target="../media/image456.wmf"/><Relationship Id="rId3" Type="http://schemas.openxmlformats.org/officeDocument/2006/relationships/oleObject" Target="../embeddings/oleObject477.bin"/><Relationship Id="rId21" Type="http://schemas.openxmlformats.org/officeDocument/2006/relationships/oleObject" Target="../embeddings/oleObject486.bin"/><Relationship Id="rId7" Type="http://schemas.openxmlformats.org/officeDocument/2006/relationships/oleObject" Target="../embeddings/oleObject479.bin"/><Relationship Id="rId12" Type="http://schemas.openxmlformats.org/officeDocument/2006/relationships/image" Target="../media/image453.wmf"/><Relationship Id="rId17" Type="http://schemas.openxmlformats.org/officeDocument/2006/relationships/oleObject" Target="../embeddings/oleObject484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55.wmf"/><Relationship Id="rId20" Type="http://schemas.openxmlformats.org/officeDocument/2006/relationships/image" Target="../media/image457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50.wmf"/><Relationship Id="rId11" Type="http://schemas.openxmlformats.org/officeDocument/2006/relationships/oleObject" Target="../embeddings/oleObject481.bin"/><Relationship Id="rId5" Type="http://schemas.openxmlformats.org/officeDocument/2006/relationships/oleObject" Target="../embeddings/oleObject478.bin"/><Relationship Id="rId15" Type="http://schemas.openxmlformats.org/officeDocument/2006/relationships/oleObject" Target="../embeddings/oleObject483.bin"/><Relationship Id="rId10" Type="http://schemas.openxmlformats.org/officeDocument/2006/relationships/image" Target="../media/image452.wmf"/><Relationship Id="rId19" Type="http://schemas.openxmlformats.org/officeDocument/2006/relationships/oleObject" Target="../embeddings/oleObject485.bin"/><Relationship Id="rId4" Type="http://schemas.openxmlformats.org/officeDocument/2006/relationships/image" Target="../media/image449.wmf"/><Relationship Id="rId9" Type="http://schemas.openxmlformats.org/officeDocument/2006/relationships/oleObject" Target="../embeddings/oleObject480.bin"/><Relationship Id="rId14" Type="http://schemas.openxmlformats.org/officeDocument/2006/relationships/image" Target="../media/image454.wmf"/><Relationship Id="rId22" Type="http://schemas.openxmlformats.org/officeDocument/2006/relationships/image" Target="../media/image45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wmf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461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55.wmf"/><Relationship Id="rId11" Type="http://schemas.openxmlformats.org/officeDocument/2006/relationships/oleObject" Target="../embeddings/oleObject491.bin"/><Relationship Id="rId5" Type="http://schemas.openxmlformats.org/officeDocument/2006/relationships/oleObject" Target="../embeddings/oleObject488.bin"/><Relationship Id="rId10" Type="http://schemas.openxmlformats.org/officeDocument/2006/relationships/image" Target="../media/image460.wmf"/><Relationship Id="rId4" Type="http://schemas.openxmlformats.org/officeDocument/2006/relationships/image" Target="../media/image454.wmf"/><Relationship Id="rId9" Type="http://schemas.openxmlformats.org/officeDocument/2006/relationships/oleObject" Target="../embeddings/oleObject49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wmf"/><Relationship Id="rId13" Type="http://schemas.openxmlformats.org/officeDocument/2006/relationships/oleObject" Target="../embeddings/oleObject497.bin"/><Relationship Id="rId18" Type="http://schemas.openxmlformats.org/officeDocument/2006/relationships/image" Target="../media/image469.wmf"/><Relationship Id="rId26" Type="http://schemas.openxmlformats.org/officeDocument/2006/relationships/image" Target="../media/image473.wmf"/><Relationship Id="rId3" Type="http://schemas.openxmlformats.org/officeDocument/2006/relationships/oleObject" Target="../embeddings/oleObject492.bin"/><Relationship Id="rId21" Type="http://schemas.openxmlformats.org/officeDocument/2006/relationships/oleObject" Target="../embeddings/oleObject501.bin"/><Relationship Id="rId7" Type="http://schemas.openxmlformats.org/officeDocument/2006/relationships/oleObject" Target="../embeddings/oleObject494.bin"/><Relationship Id="rId12" Type="http://schemas.openxmlformats.org/officeDocument/2006/relationships/image" Target="../media/image466.wmf"/><Relationship Id="rId17" Type="http://schemas.openxmlformats.org/officeDocument/2006/relationships/oleObject" Target="../embeddings/oleObject499.bin"/><Relationship Id="rId25" Type="http://schemas.openxmlformats.org/officeDocument/2006/relationships/oleObject" Target="../embeddings/oleObject503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68.wmf"/><Relationship Id="rId20" Type="http://schemas.openxmlformats.org/officeDocument/2006/relationships/image" Target="../media/image470.wmf"/><Relationship Id="rId29" Type="http://schemas.openxmlformats.org/officeDocument/2006/relationships/oleObject" Target="../embeddings/oleObject505.bin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63.wmf"/><Relationship Id="rId11" Type="http://schemas.openxmlformats.org/officeDocument/2006/relationships/oleObject" Target="../embeddings/oleObject496.bin"/><Relationship Id="rId24" Type="http://schemas.openxmlformats.org/officeDocument/2006/relationships/image" Target="../media/image472.wmf"/><Relationship Id="rId5" Type="http://schemas.openxmlformats.org/officeDocument/2006/relationships/oleObject" Target="../embeddings/oleObject493.bin"/><Relationship Id="rId15" Type="http://schemas.openxmlformats.org/officeDocument/2006/relationships/oleObject" Target="../embeddings/oleObject498.bin"/><Relationship Id="rId23" Type="http://schemas.openxmlformats.org/officeDocument/2006/relationships/oleObject" Target="../embeddings/oleObject502.bin"/><Relationship Id="rId28" Type="http://schemas.openxmlformats.org/officeDocument/2006/relationships/image" Target="../media/image474.wmf"/><Relationship Id="rId10" Type="http://schemas.openxmlformats.org/officeDocument/2006/relationships/image" Target="../media/image465.wmf"/><Relationship Id="rId19" Type="http://schemas.openxmlformats.org/officeDocument/2006/relationships/oleObject" Target="../embeddings/oleObject500.bin"/><Relationship Id="rId4" Type="http://schemas.openxmlformats.org/officeDocument/2006/relationships/image" Target="../media/image462.wmf"/><Relationship Id="rId9" Type="http://schemas.openxmlformats.org/officeDocument/2006/relationships/oleObject" Target="../embeddings/oleObject495.bin"/><Relationship Id="rId14" Type="http://schemas.openxmlformats.org/officeDocument/2006/relationships/image" Target="../media/image467.wmf"/><Relationship Id="rId22" Type="http://schemas.openxmlformats.org/officeDocument/2006/relationships/image" Target="../media/image471.wmf"/><Relationship Id="rId27" Type="http://schemas.openxmlformats.org/officeDocument/2006/relationships/oleObject" Target="../embeddings/oleObject504.bin"/><Relationship Id="rId30" Type="http://schemas.openxmlformats.org/officeDocument/2006/relationships/image" Target="../media/image47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wmf"/><Relationship Id="rId13" Type="http://schemas.openxmlformats.org/officeDocument/2006/relationships/oleObject" Target="../embeddings/oleObject511.bin"/><Relationship Id="rId18" Type="http://schemas.openxmlformats.org/officeDocument/2006/relationships/image" Target="../media/image483.wmf"/><Relationship Id="rId3" Type="http://schemas.openxmlformats.org/officeDocument/2006/relationships/oleObject" Target="../embeddings/oleObject506.bin"/><Relationship Id="rId7" Type="http://schemas.openxmlformats.org/officeDocument/2006/relationships/oleObject" Target="../embeddings/oleObject508.bin"/><Relationship Id="rId12" Type="http://schemas.openxmlformats.org/officeDocument/2006/relationships/image" Target="../media/image480.wmf"/><Relationship Id="rId17" Type="http://schemas.openxmlformats.org/officeDocument/2006/relationships/oleObject" Target="../embeddings/oleObject513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482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77.wmf"/><Relationship Id="rId11" Type="http://schemas.openxmlformats.org/officeDocument/2006/relationships/oleObject" Target="../embeddings/oleObject510.bin"/><Relationship Id="rId5" Type="http://schemas.openxmlformats.org/officeDocument/2006/relationships/oleObject" Target="../embeddings/oleObject507.bin"/><Relationship Id="rId15" Type="http://schemas.openxmlformats.org/officeDocument/2006/relationships/oleObject" Target="../embeddings/oleObject512.bin"/><Relationship Id="rId10" Type="http://schemas.openxmlformats.org/officeDocument/2006/relationships/image" Target="../media/image479.wmf"/><Relationship Id="rId4" Type="http://schemas.openxmlformats.org/officeDocument/2006/relationships/image" Target="../media/image476.wmf"/><Relationship Id="rId9" Type="http://schemas.openxmlformats.org/officeDocument/2006/relationships/oleObject" Target="../embeddings/oleObject509.bin"/><Relationship Id="rId14" Type="http://schemas.openxmlformats.org/officeDocument/2006/relationships/image" Target="../media/image481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13" Type="http://schemas.openxmlformats.org/officeDocument/2006/relationships/oleObject" Target="../embeddings/oleObject519.bin"/><Relationship Id="rId18" Type="http://schemas.openxmlformats.org/officeDocument/2006/relationships/image" Target="../media/image491.wmf"/><Relationship Id="rId3" Type="http://schemas.openxmlformats.org/officeDocument/2006/relationships/oleObject" Target="../embeddings/oleObject514.bin"/><Relationship Id="rId7" Type="http://schemas.openxmlformats.org/officeDocument/2006/relationships/oleObject" Target="../embeddings/oleObject516.bin"/><Relationship Id="rId12" Type="http://schemas.openxmlformats.org/officeDocument/2006/relationships/image" Target="../media/image488.wmf"/><Relationship Id="rId17" Type="http://schemas.openxmlformats.org/officeDocument/2006/relationships/oleObject" Target="../embeddings/oleObject5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0.wmf"/><Relationship Id="rId20" Type="http://schemas.openxmlformats.org/officeDocument/2006/relationships/image" Target="../media/image492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85.wmf"/><Relationship Id="rId11" Type="http://schemas.openxmlformats.org/officeDocument/2006/relationships/oleObject" Target="../embeddings/oleObject518.bin"/><Relationship Id="rId5" Type="http://schemas.openxmlformats.org/officeDocument/2006/relationships/oleObject" Target="../embeddings/oleObject515.bin"/><Relationship Id="rId15" Type="http://schemas.openxmlformats.org/officeDocument/2006/relationships/oleObject" Target="../embeddings/oleObject520.bin"/><Relationship Id="rId10" Type="http://schemas.openxmlformats.org/officeDocument/2006/relationships/image" Target="../media/image487.wmf"/><Relationship Id="rId19" Type="http://schemas.openxmlformats.org/officeDocument/2006/relationships/oleObject" Target="../embeddings/oleObject522.bin"/><Relationship Id="rId4" Type="http://schemas.openxmlformats.org/officeDocument/2006/relationships/image" Target="../media/image484.wmf"/><Relationship Id="rId9" Type="http://schemas.openxmlformats.org/officeDocument/2006/relationships/oleObject" Target="../embeddings/oleObject517.bin"/><Relationship Id="rId14" Type="http://schemas.openxmlformats.org/officeDocument/2006/relationships/image" Target="../media/image489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5800" y="1247605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084501" y="2454916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第六节  无穷小与无穷大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F75643-223D-45A6-B745-25D87E8CEBB4}"/>
              </a:ext>
            </a:extLst>
          </p:cNvPr>
          <p:cNvSpPr/>
          <p:nvPr/>
        </p:nvSpPr>
        <p:spPr>
          <a:xfrm>
            <a:off x="2699792" y="3723878"/>
            <a:ext cx="53285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ECAE3926-A882-4C47-B703-2DA210FF88A9}"/>
              </a:ext>
            </a:extLst>
          </p:cNvPr>
          <p:cNvSpPr txBox="1"/>
          <p:nvPr/>
        </p:nvSpPr>
        <p:spPr>
          <a:xfrm>
            <a:off x="586075" y="94034"/>
            <a:ext cx="25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无穷小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9B8B372C-9426-48BD-9C45-F2CC36D74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56" y="1300510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定义</a:t>
            </a:r>
            <a:endParaRPr kumimoji="1" lang="zh-CN" altLang="en-US" sz="2400" b="1" dirty="0">
              <a:latin typeface="+mn-ea"/>
            </a:endParaRP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96816700-A86B-47F9-A0B8-141799F1C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550557"/>
              </p:ext>
            </p:extLst>
          </p:nvPr>
        </p:nvGraphicFramePr>
        <p:xfrm>
          <a:off x="1778856" y="1366839"/>
          <a:ext cx="20320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9" name="Equation" r:id="rId3" imgW="2031840" imgH="533160" progId="Equation.DSMT4">
                  <p:embed/>
                </p:oleObj>
              </mc:Choice>
              <mc:Fallback>
                <p:oleObj name="Equation" r:id="rId3" imgW="2031840" imgH="53316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856" y="1366839"/>
                        <a:ext cx="20320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8">
            <a:extLst>
              <a:ext uri="{FF2B5EF4-FFF2-40B4-BE49-F238E27FC236}">
                <a16:creationId xmlns:a16="http://schemas.microsoft.com/office/drawing/2014/main" id="{F8A0CA44-274D-4A88-A507-99F5789C7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587" y="1297048"/>
            <a:ext cx="2057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则称函数</a:t>
            </a:r>
          </a:p>
        </p:txBody>
      </p:sp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6E29CF0E-1607-4C8D-B97D-30CED021C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060599"/>
              </p:ext>
            </p:extLst>
          </p:nvPr>
        </p:nvGraphicFramePr>
        <p:xfrm>
          <a:off x="6999259" y="140811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0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59" y="1408115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75EA8388-B896-4678-BF34-218E0F5D9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3216"/>
              </p:ext>
            </p:extLst>
          </p:nvPr>
        </p:nvGraphicFramePr>
        <p:xfrm>
          <a:off x="749014" y="2039987"/>
          <a:ext cx="8636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1" name="Equation" r:id="rId7" imgW="863280" imgH="380880" progId="Equation.DSMT4">
                  <p:embed/>
                </p:oleObj>
              </mc:Choice>
              <mc:Fallback>
                <p:oleObj name="Equation" r:id="rId7" imgW="863280" imgH="38088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014" y="2039987"/>
                        <a:ext cx="86360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0">
            <a:extLst>
              <a:ext uri="{FF2B5EF4-FFF2-40B4-BE49-F238E27FC236}">
                <a16:creationId xmlns:a16="http://schemas.microsoft.com/office/drawing/2014/main" id="{0429588E-4EB7-4FD5-A060-7F35D62FC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44" y="1976968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9D2A4325-536E-4B25-B0A8-9337A71A6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135" y="1984949"/>
            <a:ext cx="2362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无穷小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3048C5B0-802E-4C03-B1A1-26ABE15FE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08" y="3379619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33" name="Object 12">
            <a:extLst>
              <a:ext uri="{FF2B5EF4-FFF2-40B4-BE49-F238E27FC236}">
                <a16:creationId xmlns:a16="http://schemas.microsoft.com/office/drawing/2014/main" id="{935EA5AA-FB4D-4156-8777-1031F41A8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88038"/>
              </p:ext>
            </p:extLst>
          </p:nvPr>
        </p:nvGraphicFramePr>
        <p:xfrm>
          <a:off x="1708971" y="3484354"/>
          <a:ext cx="179064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2" name="Equation" r:id="rId9" imgW="1790640" imgH="520560" progId="Equation.DSMT4">
                  <p:embed/>
                </p:oleObj>
              </mc:Choice>
              <mc:Fallback>
                <p:oleObj name="Equation" r:id="rId9" imgW="1790640" imgH="52056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971" y="3484354"/>
                        <a:ext cx="1790640" cy="520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3">
            <a:extLst>
              <a:ext uri="{FF2B5EF4-FFF2-40B4-BE49-F238E27FC236}">
                <a16:creationId xmlns:a16="http://schemas.microsoft.com/office/drawing/2014/main" id="{1AB73719-3DA4-4FB2-8097-F831D5507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2415" y="3388640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函数 </a:t>
            </a:r>
          </a:p>
        </p:txBody>
      </p:sp>
      <p:graphicFrame>
        <p:nvGraphicFramePr>
          <p:cNvPr id="35" name="Object 14">
            <a:extLst>
              <a:ext uri="{FF2B5EF4-FFF2-40B4-BE49-F238E27FC236}">
                <a16:creationId xmlns:a16="http://schemas.microsoft.com/office/drawing/2014/main" id="{F9D74007-9CDB-4F25-9AA5-E89F35C1D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912506"/>
              </p:ext>
            </p:extLst>
          </p:nvPr>
        </p:nvGraphicFramePr>
        <p:xfrm>
          <a:off x="4345244" y="3493390"/>
          <a:ext cx="55872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3" name="Equation" r:id="rId11" imgW="558720" imgH="279360" progId="Equation.DSMT4">
                  <p:embed/>
                </p:oleObj>
              </mc:Choice>
              <mc:Fallback>
                <p:oleObj name="Equation" r:id="rId11" imgW="558720" imgH="27936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244" y="3493390"/>
                        <a:ext cx="55872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5">
            <a:extLst>
              <a:ext uri="{FF2B5EF4-FFF2-40B4-BE49-F238E27FC236}">
                <a16:creationId xmlns:a16="http://schemas.microsoft.com/office/drawing/2014/main" id="{95ABDE78-F868-4BCA-A39D-479823577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021" y="3388640"/>
            <a:ext cx="134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为当</a:t>
            </a:r>
          </a:p>
        </p:txBody>
      </p:sp>
      <p:graphicFrame>
        <p:nvGraphicFramePr>
          <p:cNvPr id="37" name="Object 16">
            <a:extLst>
              <a:ext uri="{FF2B5EF4-FFF2-40B4-BE49-F238E27FC236}">
                <a16:creationId xmlns:a16="http://schemas.microsoft.com/office/drawing/2014/main" id="{61CBA238-21AE-4AAA-A18A-426287DB4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067710"/>
              </p:ext>
            </p:extLst>
          </p:nvPr>
        </p:nvGraphicFramePr>
        <p:xfrm>
          <a:off x="5627587" y="3484354"/>
          <a:ext cx="7236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4" name="Equation" r:id="rId13" imgW="723600" imgH="279360" progId="Equation.DSMT4">
                  <p:embed/>
                </p:oleObj>
              </mc:Choice>
              <mc:Fallback>
                <p:oleObj name="Equation" r:id="rId13" imgW="723600" imgH="27936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587" y="3484354"/>
                        <a:ext cx="72360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7">
            <a:extLst>
              <a:ext uri="{FF2B5EF4-FFF2-40B4-BE49-F238E27FC236}">
                <a16:creationId xmlns:a16="http://schemas.microsoft.com/office/drawing/2014/main" id="{62F7ABE8-6441-4054-8EE5-3A65614B2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9179" y="3379619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时的无穷小；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D22B9107-8FC8-43FD-B6C4-EE3ED00F0D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43697"/>
              </p:ext>
            </p:extLst>
          </p:nvPr>
        </p:nvGraphicFramePr>
        <p:xfrm>
          <a:off x="3707904" y="1347614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5" name="Equation" r:id="rId15" imgW="1892160" imgH="482400" progId="Equation.DSMT4">
                  <p:embed/>
                </p:oleObj>
              </mc:Choice>
              <mc:Fallback>
                <p:oleObj name="Equation" r:id="rId15" imgW="1892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7904" y="1347614"/>
                        <a:ext cx="1892300" cy="48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21">
            <a:extLst>
              <a:ext uri="{FF2B5EF4-FFF2-40B4-BE49-F238E27FC236}">
                <a16:creationId xmlns:a16="http://schemas.microsoft.com/office/drawing/2014/main" id="{E35EAD14-927C-4AE6-BE0E-3582B63DF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9785" y="4150399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为当</a:t>
            </a:r>
          </a:p>
        </p:txBody>
      </p:sp>
      <p:sp>
        <p:nvSpPr>
          <p:cNvPr id="47" name="Text Box 19">
            <a:extLst>
              <a:ext uri="{FF2B5EF4-FFF2-40B4-BE49-F238E27FC236}">
                <a16:creationId xmlns:a16="http://schemas.microsoft.com/office/drawing/2014/main" id="{9CF30706-2895-4154-A308-F0BE079F3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414" y="4160051"/>
            <a:ext cx="11375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函数 </a:t>
            </a:r>
          </a:p>
        </p:txBody>
      </p:sp>
      <p:graphicFrame>
        <p:nvGraphicFramePr>
          <p:cNvPr id="48" name="Object 20">
            <a:extLst>
              <a:ext uri="{FF2B5EF4-FFF2-40B4-BE49-F238E27FC236}">
                <a16:creationId xmlns:a16="http://schemas.microsoft.com/office/drawing/2014/main" id="{31A3232C-0C1C-40C7-912A-770BD888F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793621"/>
              </p:ext>
            </p:extLst>
          </p:nvPr>
        </p:nvGraphicFramePr>
        <p:xfrm>
          <a:off x="3728485" y="4053885"/>
          <a:ext cx="24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6" name="Equation" r:id="rId17" imgW="241200" imgH="736560" progId="Equation.DSMT4">
                  <p:embed/>
                </p:oleObj>
              </mc:Choice>
              <mc:Fallback>
                <p:oleObj name="Equation" r:id="rId17" imgW="241200" imgH="736560" progId="Equation.DSMT4">
                  <p:embed/>
                  <p:pic>
                    <p:nvPicPr>
                      <p:cNvPr id="11" name="Object 20">
                        <a:extLst>
                          <a:ext uri="{FF2B5EF4-FFF2-40B4-BE49-F238E27FC236}">
                            <a16:creationId xmlns:a16="http://schemas.microsoft.com/office/drawing/2014/main" id="{4A66739D-04CF-41D5-B07E-E50245935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8485" y="4053885"/>
                        <a:ext cx="241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>
            <a:extLst>
              <a:ext uri="{FF2B5EF4-FFF2-40B4-BE49-F238E27FC236}">
                <a16:creationId xmlns:a16="http://schemas.microsoft.com/office/drawing/2014/main" id="{B2C7BBC4-7219-4FCF-B085-BDA8FF9B2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471847"/>
              </p:ext>
            </p:extLst>
          </p:nvPr>
        </p:nvGraphicFramePr>
        <p:xfrm>
          <a:off x="4780207" y="4329626"/>
          <a:ext cx="850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7" name="Equation" r:id="rId19" imgW="850900" imgH="228600" progId="Equation.DSMT4">
                  <p:embed/>
                </p:oleObj>
              </mc:Choice>
              <mc:Fallback>
                <p:oleObj name="Equation" r:id="rId19" imgW="850900" imgH="228600" progId="Equation.DSMT4">
                  <p:embed/>
                  <p:pic>
                    <p:nvPicPr>
                      <p:cNvPr id="12" name="Object 22">
                        <a:extLst>
                          <a:ext uri="{FF2B5EF4-FFF2-40B4-BE49-F238E27FC236}">
                            <a16:creationId xmlns:a16="http://schemas.microsoft.com/office/drawing/2014/main" id="{BCBC66B3-71D4-4179-9F15-3D70DF7AAD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0207" y="4329626"/>
                        <a:ext cx="8509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23">
            <a:extLst>
              <a:ext uri="{FF2B5EF4-FFF2-40B4-BE49-F238E27FC236}">
                <a16:creationId xmlns:a16="http://schemas.microsoft.com/office/drawing/2014/main" id="{D63C16C1-3757-4086-97AB-69F7C26AD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099" y="4150399"/>
            <a:ext cx="23886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时的无穷小．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1" name="Object 29">
            <a:extLst>
              <a:ext uri="{FF2B5EF4-FFF2-40B4-BE49-F238E27FC236}">
                <a16:creationId xmlns:a16="http://schemas.microsoft.com/office/drawing/2014/main" id="{BC43BCDF-16C0-40FD-95B1-5B206C29D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05867"/>
              </p:ext>
            </p:extLst>
          </p:nvPr>
        </p:nvGraphicFramePr>
        <p:xfrm>
          <a:off x="1675901" y="4075857"/>
          <a:ext cx="12700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8" name="Equation" r:id="rId21" imgW="1269720" imgH="736560" progId="Equation.DSMT4">
                  <p:embed/>
                </p:oleObj>
              </mc:Choice>
              <mc:Fallback>
                <p:oleObj name="Equation" r:id="rId21" imgW="1269720" imgH="736560" progId="Equation.DSMT4">
                  <p:embed/>
                  <p:pic>
                    <p:nvPicPr>
                      <p:cNvPr id="18" name="Object 29">
                        <a:extLst>
                          <a:ext uri="{FF2B5EF4-FFF2-40B4-BE49-F238E27FC236}">
                            <a16:creationId xmlns:a16="http://schemas.microsoft.com/office/drawing/2014/main" id="{B8199579-8B9E-43C6-93D0-6E9BDF5028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901" y="4075857"/>
                        <a:ext cx="1270000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>
            <a:extLst>
              <a:ext uri="{FF2B5EF4-FFF2-40B4-BE49-F238E27FC236}">
                <a16:creationId xmlns:a16="http://schemas.microsoft.com/office/drawing/2014/main" id="{DEF03BF6-DBDB-44D2-9B66-8BC3976DC389}"/>
              </a:ext>
            </a:extLst>
          </p:cNvPr>
          <p:cNvSpPr/>
          <p:nvPr/>
        </p:nvSpPr>
        <p:spPr>
          <a:xfrm>
            <a:off x="604719" y="2638884"/>
            <a:ext cx="27730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以零为极限的数列</a:t>
            </a:r>
          </a:p>
        </p:txBody>
      </p:sp>
      <p:graphicFrame>
        <p:nvGraphicFramePr>
          <p:cNvPr id="53" name="Object 29">
            <a:extLst>
              <a:ext uri="{FF2B5EF4-FFF2-40B4-BE49-F238E27FC236}">
                <a16:creationId xmlns:a16="http://schemas.microsoft.com/office/drawing/2014/main" id="{3A0771AC-BE8B-4190-A34A-6232F5D6B8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379227"/>
              </p:ext>
            </p:extLst>
          </p:nvPr>
        </p:nvGraphicFramePr>
        <p:xfrm>
          <a:off x="3192910" y="2689107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9" name="Equation" r:id="rId23" imgW="533160" imgH="380880" progId="Equation.DSMT4">
                  <p:embed/>
                </p:oleObj>
              </mc:Choice>
              <mc:Fallback>
                <p:oleObj name="Equation" r:id="rId23" imgW="533160" imgH="380880" progId="Equation.DSMT4">
                  <p:embed/>
                  <p:pic>
                    <p:nvPicPr>
                      <p:cNvPr id="38" name="Object 29">
                        <a:extLst>
                          <a:ext uri="{FF2B5EF4-FFF2-40B4-BE49-F238E27FC236}">
                            <a16:creationId xmlns:a16="http://schemas.microsoft.com/office/drawing/2014/main" id="{E1572E61-0940-4802-95D6-0FB73A210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910" y="2689107"/>
                        <a:ext cx="533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9">
            <a:extLst>
              <a:ext uri="{FF2B5EF4-FFF2-40B4-BE49-F238E27FC236}">
                <a16:creationId xmlns:a16="http://schemas.microsoft.com/office/drawing/2014/main" id="{DAAFEE6D-C5C5-4929-9E17-003AFBEB6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575472"/>
              </p:ext>
            </p:extLst>
          </p:nvPr>
        </p:nvGraphicFramePr>
        <p:xfrm>
          <a:off x="4438007" y="2816221"/>
          <a:ext cx="83808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00" name="Equation" r:id="rId25" imgW="838080" imgH="215640" progId="Equation.DSMT4">
                  <p:embed/>
                </p:oleObj>
              </mc:Choice>
              <mc:Fallback>
                <p:oleObj name="Equation" r:id="rId25" imgW="838080" imgH="215640" progId="Equation.DSMT4">
                  <p:embed/>
                  <p:pic>
                    <p:nvPicPr>
                      <p:cNvPr id="39" name="Object 29">
                        <a:extLst>
                          <a:ext uri="{FF2B5EF4-FFF2-40B4-BE49-F238E27FC236}">
                            <a16:creationId xmlns:a16="http://schemas.microsoft.com/office/drawing/2014/main" id="{3D38BAA4-3929-4B53-8148-DD022305C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007" y="2816221"/>
                        <a:ext cx="83808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6F2B775C-E9DF-48F9-9166-3F72A29D65A5}"/>
              </a:ext>
            </a:extLst>
          </p:cNvPr>
          <p:cNvSpPr/>
          <p:nvPr/>
        </p:nvSpPr>
        <p:spPr>
          <a:xfrm>
            <a:off x="3670372" y="264123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称为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6" name="Text Box 31">
            <a:extLst>
              <a:ext uri="{FF2B5EF4-FFF2-40B4-BE49-F238E27FC236}">
                <a16:creationId xmlns:a16="http://schemas.microsoft.com/office/drawing/2014/main" id="{FB4E62C4-CEFE-48CD-8CA1-8D46AF6E6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456" y="2656116"/>
            <a:ext cx="2164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无穷小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654855"/>
              </p:ext>
            </p:extLst>
          </p:nvPr>
        </p:nvGraphicFramePr>
        <p:xfrm>
          <a:off x="1679926" y="2073198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01" name="Equation" r:id="rId27" imgW="1054080" imgH="342720" progId="Equation.DSMT4">
                  <p:embed/>
                </p:oleObj>
              </mc:Choice>
              <mc:Fallback>
                <p:oleObj name="Equation" r:id="rId27" imgW="1054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79926" y="2073198"/>
                        <a:ext cx="10541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0">
            <a:extLst>
              <a:ext uri="{FF2B5EF4-FFF2-40B4-BE49-F238E27FC236}">
                <a16:creationId xmlns:a16="http://schemas.microsoft.com/office/drawing/2014/main" id="{3AE063C7-3100-4F31-ADDF-88573CADE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681" y="758654"/>
            <a:ext cx="28070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无穷小的定义</a:t>
            </a:r>
          </a:p>
        </p:txBody>
      </p:sp>
    </p:spTree>
    <p:extLst>
      <p:ext uri="{BB962C8B-B14F-4D97-AF65-F5344CB8AC3E}">
        <p14:creationId xmlns:p14="http://schemas.microsoft.com/office/powerpoint/2010/main" val="422221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7" grpId="0" autoUpdateAnimBg="0"/>
      <p:bldP spid="30" grpId="0" autoUpdateAnimBg="0"/>
      <p:bldP spid="31" grpId="0" autoUpdateAnimBg="0"/>
      <p:bldP spid="32" grpId="0" autoUpdateAnimBg="0"/>
      <p:bldP spid="34" grpId="0" autoUpdateAnimBg="0"/>
      <p:bldP spid="36" grpId="0" autoUpdateAnimBg="0"/>
      <p:bldP spid="38" grpId="0" autoUpdateAnimBg="0"/>
      <p:bldP spid="46" grpId="0"/>
      <p:bldP spid="47" grpId="0"/>
      <p:bldP spid="50" grpId="0"/>
      <p:bldP spid="52" grpId="0"/>
      <p:bldP spid="55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3">
            <a:extLst>
              <a:ext uri="{FF2B5EF4-FFF2-40B4-BE49-F238E27FC236}">
                <a16:creationId xmlns:a16="http://schemas.microsoft.com/office/drawing/2014/main" id="{4EFA302C-EC53-415B-8D1D-581F5610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775" y="627534"/>
            <a:ext cx="642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B84DC77D-384E-45A4-8BB7-2DA086CD3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317997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1.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无穷小是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函数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，不能与很小的数混淆；</a:t>
            </a:r>
            <a:endParaRPr lang="zh-CN" altLang="zh-CN" sz="2400" b="1" dirty="0">
              <a:latin typeface="+mn-ea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2F9FF41B-7BE7-4C4F-B705-0E0B91DC0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20" y="2038077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零</a:t>
            </a:r>
            <a:r>
              <a:rPr lang="zh-CN" altLang="en-US" sz="2400" b="1" dirty="0">
                <a:latin typeface="+mn-ea"/>
              </a:rPr>
              <a:t>是可以作为无穷小的唯一的常数；</a:t>
            </a:r>
            <a:endParaRPr lang="zh-CN" altLang="zh-CN" sz="2400" b="1" dirty="0">
              <a:latin typeface="+mn-ea"/>
            </a:endParaRP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48F29AF1-865C-4CA1-B265-D3761C722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758157"/>
            <a:ext cx="8064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3. </a:t>
            </a:r>
            <a:r>
              <a:rPr lang="zh-CN" altLang="en-US" sz="2400" b="1" dirty="0">
                <a:latin typeface="+mn-ea"/>
              </a:rPr>
              <a:t>函数是否为无穷小，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与自变量的变化趋势有关</a:t>
            </a:r>
            <a:r>
              <a:rPr lang="zh-CN" altLang="en-US" sz="2400" b="1" dirty="0">
                <a:latin typeface="+mn-ea"/>
              </a:rPr>
              <a:t>.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9A5EBC9-7F0E-43E2-8839-223DEEF15740}"/>
              </a:ext>
            </a:extLst>
          </p:cNvPr>
          <p:cNvSpPr/>
          <p:nvPr/>
        </p:nvSpPr>
        <p:spPr>
          <a:xfrm>
            <a:off x="1368244" y="664850"/>
            <a:ext cx="5756430" cy="419223"/>
          </a:xfrm>
          <a:prstGeom prst="roundRect">
            <a:avLst/>
          </a:prstGeom>
          <a:noFill/>
          <a:ln>
            <a:noFill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极限为零的变量（函数）称为无穷小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33F31921-B477-491F-87B9-00CB710AA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612589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68BCBE27-CE6B-419C-AD0A-E59AF04EF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175748"/>
              </p:ext>
            </p:extLst>
          </p:nvPr>
        </p:nvGraphicFramePr>
        <p:xfrm>
          <a:off x="1946008" y="3612589"/>
          <a:ext cx="179064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2" name="Equation" r:id="rId3" imgW="1790640" imgH="520560" progId="Equation.DSMT4">
                  <p:embed/>
                </p:oleObj>
              </mc:Choice>
              <mc:Fallback>
                <p:oleObj name="Equation" r:id="rId3" imgW="1790640" imgH="520560" progId="Equation.DSMT4">
                  <p:embed/>
                  <p:pic>
                    <p:nvPicPr>
                      <p:cNvPr id="33" name="Object 12">
                        <a:extLst>
                          <a:ext uri="{FF2B5EF4-FFF2-40B4-BE49-F238E27FC236}">
                            <a16:creationId xmlns:a16="http://schemas.microsoft.com/office/drawing/2014/main" id="{935EA5AA-FB4D-4156-8777-1031F41A8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008" y="3612589"/>
                        <a:ext cx="1790640" cy="520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3">
            <a:extLst>
              <a:ext uri="{FF2B5EF4-FFF2-40B4-BE49-F238E27FC236}">
                <a16:creationId xmlns:a16="http://schemas.microsoft.com/office/drawing/2014/main" id="{1D213696-7490-4E54-8FD1-89327E2FC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452" y="3516875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函数 </a:t>
            </a:r>
          </a:p>
        </p:txBody>
      </p:sp>
      <p:graphicFrame>
        <p:nvGraphicFramePr>
          <p:cNvPr id="27" name="Object 14">
            <a:extLst>
              <a:ext uri="{FF2B5EF4-FFF2-40B4-BE49-F238E27FC236}">
                <a16:creationId xmlns:a16="http://schemas.microsoft.com/office/drawing/2014/main" id="{683DF945-9743-411D-996E-883F31A85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346558"/>
              </p:ext>
            </p:extLst>
          </p:nvPr>
        </p:nvGraphicFramePr>
        <p:xfrm>
          <a:off x="4582281" y="3621625"/>
          <a:ext cx="55872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3" name="Equation" r:id="rId5" imgW="558720" imgH="279360" progId="Equation.DSMT4">
                  <p:embed/>
                </p:oleObj>
              </mc:Choice>
              <mc:Fallback>
                <p:oleObj name="Equation" r:id="rId5" imgW="558720" imgH="279360" progId="Equation.DSMT4">
                  <p:embed/>
                  <p:pic>
                    <p:nvPicPr>
                      <p:cNvPr id="35" name="Object 14">
                        <a:extLst>
                          <a:ext uri="{FF2B5EF4-FFF2-40B4-BE49-F238E27FC236}">
                            <a16:creationId xmlns:a16="http://schemas.microsoft.com/office/drawing/2014/main" id="{F9D74007-9CDB-4F25-9AA5-E89F35C1D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281" y="3621625"/>
                        <a:ext cx="55872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5">
            <a:extLst>
              <a:ext uri="{FF2B5EF4-FFF2-40B4-BE49-F238E27FC236}">
                <a16:creationId xmlns:a16="http://schemas.microsoft.com/office/drawing/2014/main" id="{0DA51AAC-6F28-4985-9777-DA4CD3C26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3058" y="3516875"/>
            <a:ext cx="134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为当</a:t>
            </a:r>
          </a:p>
        </p:txBody>
      </p:sp>
      <p:graphicFrame>
        <p:nvGraphicFramePr>
          <p:cNvPr id="29" name="Object 16">
            <a:extLst>
              <a:ext uri="{FF2B5EF4-FFF2-40B4-BE49-F238E27FC236}">
                <a16:creationId xmlns:a16="http://schemas.microsoft.com/office/drawing/2014/main" id="{735677FF-5559-4A57-A6B9-2DF362807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98663"/>
              </p:ext>
            </p:extLst>
          </p:nvPr>
        </p:nvGraphicFramePr>
        <p:xfrm>
          <a:off x="5864624" y="3612589"/>
          <a:ext cx="7236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4" name="Equation" r:id="rId7" imgW="723600" imgH="279360" progId="Equation.DSMT4">
                  <p:embed/>
                </p:oleObj>
              </mc:Choice>
              <mc:Fallback>
                <p:oleObj name="Equation" r:id="rId7" imgW="723600" imgH="279360" progId="Equation.DSMT4">
                  <p:embed/>
                  <p:pic>
                    <p:nvPicPr>
                      <p:cNvPr id="37" name="Object 16">
                        <a:extLst>
                          <a:ext uri="{FF2B5EF4-FFF2-40B4-BE49-F238E27FC236}">
                            <a16:creationId xmlns:a16="http://schemas.microsoft.com/office/drawing/2014/main" id="{61CBA238-21AE-4AAA-A18A-426287DB4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4624" y="3612589"/>
                        <a:ext cx="72360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7">
            <a:extLst>
              <a:ext uri="{FF2B5EF4-FFF2-40B4-BE49-F238E27FC236}">
                <a16:creationId xmlns:a16="http://schemas.microsoft.com/office/drawing/2014/main" id="{8A1AAE93-18DD-4E8A-A28D-F94B4E6CF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3507854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时的无穷小；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2" name="Object 3">
            <a:extLst>
              <a:ext uri="{FF2B5EF4-FFF2-40B4-BE49-F238E27FC236}">
                <a16:creationId xmlns:a16="http://schemas.microsoft.com/office/drawing/2014/main" id="{EEA971EB-C1D1-4EE2-A329-D7EF17357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824565"/>
              </p:ext>
            </p:extLst>
          </p:nvPr>
        </p:nvGraphicFramePr>
        <p:xfrm>
          <a:off x="1928165" y="4265566"/>
          <a:ext cx="1460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5" name="Equation" r:id="rId9" imgW="1460160" imgH="520560" progId="Equation.DSMT4">
                  <p:embed/>
                </p:oleObj>
              </mc:Choice>
              <mc:Fallback>
                <p:oleObj name="Equation" r:id="rId9" imgW="1460160" imgH="520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FC9FEF56-2C7A-4C08-AAAA-9A96C0405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165" y="4265566"/>
                        <a:ext cx="1460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3">
            <a:extLst>
              <a:ext uri="{FF2B5EF4-FFF2-40B4-BE49-F238E27FC236}">
                <a16:creationId xmlns:a16="http://schemas.microsoft.com/office/drawing/2014/main" id="{0C88E0C3-0553-425A-A7B1-D2688AAD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418" y="4214454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函数 </a:t>
            </a:r>
          </a:p>
        </p:txBody>
      </p:sp>
      <p:graphicFrame>
        <p:nvGraphicFramePr>
          <p:cNvPr id="34" name="Object 14">
            <a:extLst>
              <a:ext uri="{FF2B5EF4-FFF2-40B4-BE49-F238E27FC236}">
                <a16:creationId xmlns:a16="http://schemas.microsoft.com/office/drawing/2014/main" id="{6EAC421C-A980-4FED-A326-60FF5BBFE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578778"/>
              </p:ext>
            </p:extLst>
          </p:nvPr>
        </p:nvGraphicFramePr>
        <p:xfrm>
          <a:off x="4292600" y="4287838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6" name="Equation" r:id="rId11" imgW="279360" imgH="342720" progId="Equation.DSMT4">
                  <p:embed/>
                </p:oleObj>
              </mc:Choice>
              <mc:Fallback>
                <p:oleObj name="Equation" r:id="rId11" imgW="279360" imgH="342720" progId="Equation.DSMT4">
                  <p:embed/>
                  <p:pic>
                    <p:nvPicPr>
                      <p:cNvPr id="27" name="Object 14">
                        <a:extLst>
                          <a:ext uri="{FF2B5EF4-FFF2-40B4-BE49-F238E27FC236}">
                            <a16:creationId xmlns:a16="http://schemas.microsoft.com/office/drawing/2014/main" id="{683DF945-9743-411D-996E-883F31A853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4287838"/>
                        <a:ext cx="27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5">
            <a:extLst>
              <a:ext uri="{FF2B5EF4-FFF2-40B4-BE49-F238E27FC236}">
                <a16:creationId xmlns:a16="http://schemas.microsoft.com/office/drawing/2014/main" id="{59D5D96F-524E-4251-AC15-DEFEDEA71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14454"/>
            <a:ext cx="134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为当</a:t>
            </a:r>
          </a:p>
        </p:txBody>
      </p:sp>
      <p:graphicFrame>
        <p:nvGraphicFramePr>
          <p:cNvPr id="36" name="Object 16">
            <a:extLst>
              <a:ext uri="{FF2B5EF4-FFF2-40B4-BE49-F238E27FC236}">
                <a16:creationId xmlns:a16="http://schemas.microsoft.com/office/drawing/2014/main" id="{B38894C7-69A3-470E-8D28-8BCFD0732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792718"/>
              </p:ext>
            </p:extLst>
          </p:nvPr>
        </p:nvGraphicFramePr>
        <p:xfrm>
          <a:off x="5359400" y="4371307"/>
          <a:ext cx="1016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97" name="Equation" r:id="rId13" imgW="1015920" imgH="215640" progId="Equation.DSMT4">
                  <p:embed/>
                </p:oleObj>
              </mc:Choice>
              <mc:Fallback>
                <p:oleObj name="Equation" r:id="rId13" imgW="1015920" imgH="215640" progId="Equation.DSMT4">
                  <p:embed/>
                  <p:pic>
                    <p:nvPicPr>
                      <p:cNvPr id="29" name="Object 16">
                        <a:extLst>
                          <a:ext uri="{FF2B5EF4-FFF2-40B4-BE49-F238E27FC236}">
                            <a16:creationId xmlns:a16="http://schemas.microsoft.com/office/drawing/2014/main" id="{735677FF-5559-4A57-A6B9-2DF362807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4371307"/>
                        <a:ext cx="10160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7">
            <a:extLst>
              <a:ext uri="{FF2B5EF4-FFF2-40B4-BE49-F238E27FC236}">
                <a16:creationId xmlns:a16="http://schemas.microsoft.com/office/drawing/2014/main" id="{DE1E3BF1-3928-404E-A004-1A01DB818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4205459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时的无穷小．</a:t>
            </a:r>
            <a:endParaRPr kumimoji="1"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329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5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2" grpId="0"/>
      <p:bldP spid="24" grpId="0" autoUpdateAnimBg="0"/>
      <p:bldP spid="26" grpId="0" autoUpdateAnimBg="0"/>
      <p:bldP spid="28" grpId="0" autoUpdateAnimBg="0"/>
      <p:bldP spid="30" grpId="0" autoUpdateAnimBg="0"/>
      <p:bldP spid="33" grpId="0" autoUpdateAnimBg="0"/>
      <p:bldP spid="35" grpId="0" autoUpdateAnimBg="0"/>
      <p:bldP spid="3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">
            <a:extLst>
              <a:ext uri="{FF2B5EF4-FFF2-40B4-BE49-F238E27FC236}">
                <a16:creationId xmlns:a16="http://schemas.microsoft.com/office/drawing/2014/main" id="{760C5DA7-FE9E-4E01-9AE2-6C0A2C938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32" y="87310"/>
            <a:ext cx="33843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无穷小的运算法则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BC70F883-836D-49FB-86C0-0CF1E981C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20" y="599698"/>
            <a:ext cx="11171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法则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1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B37F6B6-3AF3-4EAA-9CCA-FCDCF9B84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432" y="618353"/>
            <a:ext cx="76515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在自变量的同一变化过程中，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两个</a:t>
            </a:r>
            <a:r>
              <a:rPr kumimoji="1" lang="zh-CN" altLang="en-US" sz="2400" b="1" dirty="0">
                <a:latin typeface="+mn-ea"/>
              </a:rPr>
              <a:t>无穷小的和与差仍旧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D904185-8B57-433C-9FF3-C1602AFB9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20" y="1194417"/>
            <a:ext cx="23158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是无穷小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71E4D84E-CEF1-4C5D-AB16-DBB0C4B80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05" y="1717143"/>
            <a:ext cx="614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3185B24-12EC-4B7D-83B1-D2B045CB96DB}"/>
              </a:ext>
            </a:extLst>
          </p:cNvPr>
          <p:cNvGrpSpPr/>
          <p:nvPr/>
        </p:nvGrpSpPr>
        <p:grpSpPr>
          <a:xfrm>
            <a:off x="819666" y="3651701"/>
            <a:ext cx="2518055" cy="461665"/>
            <a:chOff x="521559" y="3622375"/>
            <a:chExt cx="2518055" cy="461665"/>
          </a:xfrm>
        </p:grpSpPr>
        <p:graphicFrame>
          <p:nvGraphicFramePr>
            <p:cNvPr id="10" name="Object 3">
              <a:extLst>
                <a:ext uri="{FF2B5EF4-FFF2-40B4-BE49-F238E27FC236}">
                  <a16:creationId xmlns:a16="http://schemas.microsoft.com/office/drawing/2014/main" id="{CFB4AF51-4B63-4F80-984C-697190C03B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59975"/>
                </p:ext>
              </p:extLst>
            </p:nvPr>
          </p:nvGraphicFramePr>
          <p:xfrm>
            <a:off x="1020314" y="3703040"/>
            <a:ext cx="2019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49" name="Equation" r:id="rId3" imgW="2019240" imgH="380880" progId="Equation.DSMT4">
                    <p:embed/>
                  </p:oleObj>
                </mc:Choice>
                <mc:Fallback>
                  <p:oleObj name="Equation" r:id="rId3" imgW="2019240" imgH="380880" progId="Equation.DSMT4">
                    <p:embed/>
                    <p:pic>
                      <p:nvPicPr>
                        <p:cNvPr id="5" name="Object 3">
                          <a:extLst>
                            <a:ext uri="{FF2B5EF4-FFF2-40B4-BE49-F238E27FC236}">
                              <a16:creationId xmlns:a16="http://schemas.microsoft.com/office/drawing/2014/main" id="{95084537-A26E-46C9-A407-495AF3A40E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314" y="3703040"/>
                          <a:ext cx="20193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22">
              <a:extLst>
                <a:ext uri="{FF2B5EF4-FFF2-40B4-BE49-F238E27FC236}">
                  <a16:creationId xmlns:a16="http://schemas.microsoft.com/office/drawing/2014/main" id="{8304923A-9E8E-4597-81EA-664985991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559" y="3622375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取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91AD1F7-EF76-4F8C-9B08-BCB0C264FB4A}"/>
              </a:ext>
            </a:extLst>
          </p:cNvPr>
          <p:cNvGrpSpPr/>
          <p:nvPr/>
        </p:nvGrpSpPr>
        <p:grpSpPr>
          <a:xfrm>
            <a:off x="3365857" y="3668304"/>
            <a:ext cx="3802009" cy="462630"/>
            <a:chOff x="3067750" y="3638978"/>
            <a:chExt cx="3802009" cy="462630"/>
          </a:xfrm>
        </p:grpSpPr>
        <p:sp>
          <p:nvSpPr>
            <p:cNvPr id="13" name="Text Box 2">
              <a:extLst>
                <a:ext uri="{FF2B5EF4-FFF2-40B4-BE49-F238E27FC236}">
                  <a16:creationId xmlns:a16="http://schemas.microsoft.com/office/drawing/2014/main" id="{4B0EFA80-E216-4EDF-BAAA-3D4FF8529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7664" y="3638978"/>
              <a:ext cx="11720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8D0B9462-7B97-400E-BEA8-A4601C581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7750" y="3638979"/>
              <a:ext cx="9143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则当</a:t>
              </a: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68EE3B38-43B3-4277-B2A1-AD5F5BB3C1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079356"/>
                </p:ext>
              </p:extLst>
            </p:nvPr>
          </p:nvGraphicFramePr>
          <p:xfrm>
            <a:off x="3842542" y="3720608"/>
            <a:ext cx="1841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0" name="Equation" r:id="rId5" imgW="1841400" imgH="380880" progId="Equation.DSMT4">
                    <p:embed/>
                  </p:oleObj>
                </mc:Choice>
                <mc:Fallback>
                  <p:oleObj name="Equation" r:id="rId5" imgW="1841400" imgH="380880" progId="Equation.DSMT4">
                    <p:embed/>
                    <p:pic>
                      <p:nvPicPr>
                        <p:cNvPr id="19" name="Object 24">
                          <a:extLst>
                            <a:ext uri="{FF2B5EF4-FFF2-40B4-BE49-F238E27FC236}">
                              <a16:creationId xmlns:a16="http://schemas.microsoft.com/office/drawing/2014/main" id="{589D2AA6-3786-4327-814D-DC67AB7374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2542" y="3720608"/>
                          <a:ext cx="1841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E27BFD-0542-4BFC-8EF8-11E477094A60}"/>
              </a:ext>
            </a:extLst>
          </p:cNvPr>
          <p:cNvGrpSpPr/>
          <p:nvPr/>
        </p:nvGrpSpPr>
        <p:grpSpPr>
          <a:xfrm>
            <a:off x="1187624" y="1728533"/>
            <a:ext cx="3220005" cy="572991"/>
            <a:chOff x="1435959" y="1699858"/>
            <a:chExt cx="3220005" cy="572991"/>
          </a:xfrm>
        </p:grpSpPr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A388056C-1284-4EFE-B195-392BA2B78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5959" y="1699858"/>
              <a:ext cx="6417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482A8AAF-A056-4A4B-BE10-8EE81AC272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8929822"/>
                </p:ext>
              </p:extLst>
            </p:nvPr>
          </p:nvGraphicFramePr>
          <p:xfrm>
            <a:off x="1907704" y="1752149"/>
            <a:ext cx="12954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1" name="Equation" r:id="rId7" imgW="1295280" imgH="520560" progId="Equation.DSMT4">
                    <p:embed/>
                  </p:oleObj>
                </mc:Choice>
                <mc:Fallback>
                  <p:oleObj name="Equation" r:id="rId7" imgW="1295280" imgH="520560" progId="Equation.DSMT4">
                    <p:embed/>
                    <p:pic>
                      <p:nvPicPr>
                        <p:cNvPr id="20" name="Object 11">
                          <a:extLst>
                            <a:ext uri="{FF2B5EF4-FFF2-40B4-BE49-F238E27FC236}">
                              <a16:creationId xmlns:a16="http://schemas.microsoft.com/office/drawing/2014/main" id="{06F3F7B0-D9B3-447E-8870-BBEEA1040F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1752149"/>
                          <a:ext cx="12954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1">
              <a:extLst>
                <a:ext uri="{FF2B5EF4-FFF2-40B4-BE49-F238E27FC236}">
                  <a16:creationId xmlns:a16="http://schemas.microsoft.com/office/drawing/2014/main" id="{2030B9CD-6466-4DE4-AD02-A4521C3C1C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9315145"/>
                </p:ext>
              </p:extLst>
            </p:nvPr>
          </p:nvGraphicFramePr>
          <p:xfrm>
            <a:off x="3347864" y="1752149"/>
            <a:ext cx="1308100" cy="519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2" name="Equation" r:id="rId9" imgW="1307880" imgH="520560" progId="Equation.DSMT4">
                    <p:embed/>
                  </p:oleObj>
                </mc:Choice>
                <mc:Fallback>
                  <p:oleObj name="Equation" r:id="rId9" imgW="1307880" imgH="520560" progId="Equation.DSMT4">
                    <p:embed/>
                    <p:pic>
                      <p:nvPicPr>
                        <p:cNvPr id="21" name="Object 11">
                          <a:extLst>
                            <a:ext uri="{FF2B5EF4-FFF2-40B4-BE49-F238E27FC236}">
                              <a16:creationId xmlns:a16="http://schemas.microsoft.com/office/drawing/2014/main" id="{1160125C-899F-47A7-AB7D-B9AD2BFC22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1752149"/>
                          <a:ext cx="1308100" cy="519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579F3654-8057-4833-BF6C-2FDE424B0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43514"/>
              </p:ext>
            </p:extLst>
          </p:nvPr>
        </p:nvGraphicFramePr>
        <p:xfrm>
          <a:off x="4629259" y="1798853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3" name="Equation" r:id="rId11" imgW="1002960" imgH="342720" progId="Equation.DSMT4">
                  <p:embed/>
                </p:oleObj>
              </mc:Choice>
              <mc:Fallback>
                <p:oleObj name="Equation" r:id="rId11" imgW="1002960" imgH="34272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FE24DB12-2A4E-406B-8785-506ED5477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259" y="1798853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>
            <a:extLst>
              <a:ext uri="{FF2B5EF4-FFF2-40B4-BE49-F238E27FC236}">
                <a16:creationId xmlns:a16="http://schemas.microsoft.com/office/drawing/2014/main" id="{A3D20EE0-E9B7-4C2E-8639-6F6F94DF9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405208"/>
              </p:ext>
            </p:extLst>
          </p:nvPr>
        </p:nvGraphicFramePr>
        <p:xfrm>
          <a:off x="1467190" y="2453976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4" name="Equation" r:id="rId13" imgW="1028520" imgH="380880" progId="Equation.DSMT4">
                  <p:embed/>
                </p:oleObj>
              </mc:Choice>
              <mc:Fallback>
                <p:oleObj name="Equation" r:id="rId13" imgW="1028520" imgH="380880" progId="Equation.DSMT4">
                  <p:embed/>
                  <p:pic>
                    <p:nvPicPr>
                      <p:cNvPr id="25" name="Object 12">
                        <a:extLst>
                          <a:ext uri="{FF2B5EF4-FFF2-40B4-BE49-F238E27FC236}">
                            <a16:creationId xmlns:a16="http://schemas.microsoft.com/office/drawing/2014/main" id="{FE085D64-D892-4EB8-89A5-E5214113B8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190" y="2453976"/>
                        <a:ext cx="1028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478E814-2BF1-41CF-B612-903837746DC2}"/>
              </a:ext>
            </a:extLst>
          </p:cNvPr>
          <p:cNvGrpSpPr/>
          <p:nvPr/>
        </p:nvGrpSpPr>
        <p:grpSpPr>
          <a:xfrm>
            <a:off x="2557450" y="2343578"/>
            <a:ext cx="3525844" cy="491398"/>
            <a:chOff x="2805785" y="2314903"/>
            <a:chExt cx="3525844" cy="491398"/>
          </a:xfrm>
        </p:grpSpPr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BDAF347A-BDC4-42D4-8D59-8336B6845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785" y="2314903"/>
              <a:ext cx="5274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</a:t>
              </a:r>
            </a:p>
          </p:txBody>
        </p:sp>
        <p:sp>
          <p:nvSpPr>
            <p:cNvPr id="24" name="Text Box 15">
              <a:extLst>
                <a:ext uri="{FF2B5EF4-FFF2-40B4-BE49-F238E27FC236}">
                  <a16:creationId xmlns:a16="http://schemas.microsoft.com/office/drawing/2014/main" id="{67E61722-D820-451D-B85D-2042585DC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764" y="2344636"/>
              <a:ext cx="12108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时，有</a:t>
              </a:r>
            </a:p>
          </p:txBody>
        </p:sp>
        <p:graphicFrame>
          <p:nvGraphicFramePr>
            <p:cNvPr id="25" name="Object 11">
              <a:extLst>
                <a:ext uri="{FF2B5EF4-FFF2-40B4-BE49-F238E27FC236}">
                  <a16:creationId xmlns:a16="http://schemas.microsoft.com/office/drawing/2014/main" id="{7F6C7EDD-A7CD-48FE-9E5E-D5A55B67E8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752545"/>
                </p:ext>
              </p:extLst>
            </p:nvPr>
          </p:nvGraphicFramePr>
          <p:xfrm>
            <a:off x="3283314" y="2413133"/>
            <a:ext cx="1866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5" name="Equation" r:id="rId15" imgW="1866600" imgH="380880" progId="Equation.DSMT4">
                    <p:embed/>
                  </p:oleObj>
                </mc:Choice>
                <mc:Fallback>
                  <p:oleObj name="Equation" r:id="rId15" imgW="1866600" imgH="380880" progId="Equation.DSMT4">
                    <p:embed/>
                    <p:pic>
                      <p:nvPicPr>
                        <p:cNvPr id="33" name="Object 11">
                          <a:extLst>
                            <a:ext uri="{FF2B5EF4-FFF2-40B4-BE49-F238E27FC236}">
                              <a16:creationId xmlns:a16="http://schemas.microsoft.com/office/drawing/2014/main" id="{B881717A-1816-4A59-B5FB-72C69B35B0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314" y="2413133"/>
                          <a:ext cx="1866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2481AA7-DCB2-4AB2-BE2C-2F306F54422A}"/>
              </a:ext>
            </a:extLst>
          </p:cNvPr>
          <p:cNvGrpSpPr/>
          <p:nvPr/>
        </p:nvGrpSpPr>
        <p:grpSpPr>
          <a:xfrm>
            <a:off x="1400950" y="2999354"/>
            <a:ext cx="4964439" cy="492718"/>
            <a:chOff x="1649285" y="2970679"/>
            <a:chExt cx="4964439" cy="492718"/>
          </a:xfrm>
        </p:grpSpPr>
        <p:graphicFrame>
          <p:nvGraphicFramePr>
            <p:cNvPr id="27" name="Object 17">
              <a:extLst>
                <a:ext uri="{FF2B5EF4-FFF2-40B4-BE49-F238E27FC236}">
                  <a16:creationId xmlns:a16="http://schemas.microsoft.com/office/drawing/2014/main" id="{72893351-40BE-4B55-B78E-D0F0CF514C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7680874"/>
                </p:ext>
              </p:extLst>
            </p:nvPr>
          </p:nvGraphicFramePr>
          <p:xfrm>
            <a:off x="1649285" y="3042065"/>
            <a:ext cx="107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6" name="Equation" r:id="rId17" imgW="1079280" imgH="380880" progId="Equation.DSMT4">
                    <p:embed/>
                  </p:oleObj>
                </mc:Choice>
                <mc:Fallback>
                  <p:oleObj name="Equation" r:id="rId17" imgW="1079280" imgH="380880" progId="Equation.DSMT4">
                    <p:embed/>
                    <p:pic>
                      <p:nvPicPr>
                        <p:cNvPr id="29" name="Object 17">
                          <a:extLst>
                            <a:ext uri="{FF2B5EF4-FFF2-40B4-BE49-F238E27FC236}">
                              <a16:creationId xmlns:a16="http://schemas.microsoft.com/office/drawing/2014/main" id="{FCA5D48A-715F-4747-90D1-2F99D367E8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9285" y="3042065"/>
                          <a:ext cx="1079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18">
              <a:extLst>
                <a:ext uri="{FF2B5EF4-FFF2-40B4-BE49-F238E27FC236}">
                  <a16:creationId xmlns:a16="http://schemas.microsoft.com/office/drawing/2014/main" id="{AAD15076-A47C-4C61-9B24-4A710A43B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785" y="2970679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</a:t>
              </a:r>
            </a:p>
          </p:txBody>
        </p:sp>
        <p:sp>
          <p:nvSpPr>
            <p:cNvPr id="29" name="Text Box 20">
              <a:extLst>
                <a:ext uri="{FF2B5EF4-FFF2-40B4-BE49-F238E27FC236}">
                  <a16:creationId xmlns:a16="http://schemas.microsoft.com/office/drawing/2014/main" id="{C1074C54-377D-4E90-BC78-2D8537423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64" y="3001732"/>
              <a:ext cx="14656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时，有</a:t>
              </a:r>
            </a:p>
          </p:txBody>
        </p:sp>
        <p:graphicFrame>
          <p:nvGraphicFramePr>
            <p:cNvPr id="30" name="Object 11">
              <a:extLst>
                <a:ext uri="{FF2B5EF4-FFF2-40B4-BE49-F238E27FC236}">
                  <a16:creationId xmlns:a16="http://schemas.microsoft.com/office/drawing/2014/main" id="{72813E99-52A9-4BAC-8D25-AFD5F9E716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046908"/>
                </p:ext>
              </p:extLst>
            </p:nvPr>
          </p:nvGraphicFramePr>
          <p:xfrm>
            <a:off x="3278320" y="3051344"/>
            <a:ext cx="1905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7" name="Equation" r:id="rId19" imgW="1904760" imgH="380880" progId="Equation.DSMT4">
                    <p:embed/>
                  </p:oleObj>
                </mc:Choice>
                <mc:Fallback>
                  <p:oleObj name="Equation" r:id="rId19" imgW="1904760" imgH="380880" progId="Equation.DSMT4">
                    <p:embed/>
                    <p:pic>
                      <p:nvPicPr>
                        <p:cNvPr id="34" name="Object 11">
                          <a:extLst>
                            <a:ext uri="{FF2B5EF4-FFF2-40B4-BE49-F238E27FC236}">
                              <a16:creationId xmlns:a16="http://schemas.microsoft.com/office/drawing/2014/main" id="{27E5C7A4-7D83-4F24-8555-289799871C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8320" y="3051344"/>
                          <a:ext cx="19050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171">
            <a:extLst>
              <a:ext uri="{FF2B5EF4-FFF2-40B4-BE49-F238E27FC236}">
                <a16:creationId xmlns:a16="http://schemas.microsoft.com/office/drawing/2014/main" id="{02ABF366-DD0D-48BA-9C04-B3E4C0EE8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232561"/>
              </p:ext>
            </p:extLst>
          </p:nvPr>
        </p:nvGraphicFramePr>
        <p:xfrm>
          <a:off x="802942" y="4474330"/>
          <a:ext cx="237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8" name="Equation" r:id="rId21" imgW="2374560" imgH="342720" progId="Equation.DSMT4">
                  <p:embed/>
                </p:oleObj>
              </mc:Choice>
              <mc:Fallback>
                <p:oleObj name="Equation" r:id="rId21" imgW="2374560" imgH="342720" progId="Equation.DSMT4">
                  <p:embed/>
                  <p:pic>
                    <p:nvPicPr>
                      <p:cNvPr id="35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42" y="4474330"/>
                        <a:ext cx="237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73">
            <a:extLst>
              <a:ext uri="{FF2B5EF4-FFF2-40B4-BE49-F238E27FC236}">
                <a16:creationId xmlns:a16="http://schemas.microsoft.com/office/drawing/2014/main" id="{32325B3C-AC56-44CE-8E71-ACCEEC615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943440"/>
              </p:ext>
            </p:extLst>
          </p:nvPr>
        </p:nvGraphicFramePr>
        <p:xfrm>
          <a:off x="3251214" y="4239382"/>
          <a:ext cx="96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9" name="Equation" r:id="rId23" imgW="965160" imgH="723600" progId="Equation.DSMT4">
                  <p:embed/>
                </p:oleObj>
              </mc:Choice>
              <mc:Fallback>
                <p:oleObj name="Equation" r:id="rId23" imgW="965160" imgH="723600" progId="Equation.DSMT4">
                  <p:embed/>
                  <p:pic>
                    <p:nvPicPr>
                      <p:cNvPr id="36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14" y="4239382"/>
                        <a:ext cx="965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A5FC264-2946-40E1-B6A3-702A8E0DF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792603"/>
              </p:ext>
            </p:extLst>
          </p:nvPr>
        </p:nvGraphicFramePr>
        <p:xfrm>
          <a:off x="4289786" y="4537830"/>
          <a:ext cx="571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0" name="Equation" r:id="rId25" imgW="571320" imgH="215640" progId="Equation.DSMT4">
                  <p:embed/>
                </p:oleObj>
              </mc:Choice>
              <mc:Fallback>
                <p:oleObj name="Equation" r:id="rId25" imgW="571320" imgH="21564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89786" y="4537830"/>
                        <a:ext cx="571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06556BF4-F919-4708-9574-7B42C9AD5DA6}"/>
              </a:ext>
            </a:extLst>
          </p:cNvPr>
          <p:cNvSpPr/>
          <p:nvPr/>
        </p:nvSpPr>
        <p:spPr>
          <a:xfrm>
            <a:off x="6581818" y="366830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EE47EDA-4B84-4425-87DB-003E00FE6F8C}"/>
              </a:ext>
            </a:extLst>
          </p:cNvPr>
          <p:cNvGrpSpPr/>
          <p:nvPr/>
        </p:nvGrpSpPr>
        <p:grpSpPr>
          <a:xfrm>
            <a:off x="4949223" y="4379752"/>
            <a:ext cx="2780684" cy="596937"/>
            <a:chOff x="5197558" y="4351077"/>
            <a:chExt cx="2780684" cy="596937"/>
          </a:xfrm>
        </p:grpSpPr>
        <p:sp>
          <p:nvSpPr>
            <p:cNvPr id="36" name="Text Box 28">
              <a:extLst>
                <a:ext uri="{FF2B5EF4-FFF2-40B4-BE49-F238E27FC236}">
                  <a16:creationId xmlns:a16="http://schemas.microsoft.com/office/drawing/2014/main" id="{20489E2D-0898-423F-8365-4671EC37B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7558" y="4351077"/>
              <a:ext cx="10572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因此</a:t>
              </a:r>
            </a:p>
          </p:txBody>
        </p:sp>
        <p:graphicFrame>
          <p:nvGraphicFramePr>
            <p:cNvPr id="37" name="Object 11">
              <a:extLst>
                <a:ext uri="{FF2B5EF4-FFF2-40B4-BE49-F238E27FC236}">
                  <a16:creationId xmlns:a16="http://schemas.microsoft.com/office/drawing/2014/main" id="{F9EB3DC1-49F8-4CD3-89D4-5F0086F122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1452327"/>
                </p:ext>
              </p:extLst>
            </p:nvPr>
          </p:nvGraphicFramePr>
          <p:xfrm>
            <a:off x="5997042" y="4427314"/>
            <a:ext cx="1981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1" name="Equation" r:id="rId27" imgW="1981080" imgH="520560" progId="Equation.DSMT4">
                    <p:embed/>
                  </p:oleObj>
                </mc:Choice>
                <mc:Fallback>
                  <p:oleObj name="Equation" r:id="rId27" imgW="1981080" imgH="520560" progId="Equation.DSMT4">
                    <p:embed/>
                    <p:pic>
                      <p:nvPicPr>
                        <p:cNvPr id="40" name="Object 11">
                          <a:extLst>
                            <a:ext uri="{FF2B5EF4-FFF2-40B4-BE49-F238E27FC236}">
                              <a16:creationId xmlns:a16="http://schemas.microsoft.com/office/drawing/2014/main" id="{03458F7B-5CEF-4469-B34B-59DAE0FAFB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7042" y="4427314"/>
                          <a:ext cx="1981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2861A56-B621-492E-803C-758A767F28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0824002"/>
              </p:ext>
            </p:extLst>
          </p:nvPr>
        </p:nvGraphicFramePr>
        <p:xfrm>
          <a:off x="1168017" y="4537830"/>
          <a:ext cx="215640" cy="22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2" name="Equation" r:id="rId29" imgW="215640" imgH="152280" progId="Equation.DSMT4">
                  <p:embed/>
                </p:oleObj>
              </mc:Choice>
              <mc:Fallback>
                <p:oleObj name="Equation" r:id="rId29" imgW="215640" imgH="1522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68017" y="4537830"/>
                        <a:ext cx="215640" cy="2284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6685434-4005-4BD3-B9A5-7BAFCED1D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8628920"/>
              </p:ext>
            </p:extLst>
          </p:nvPr>
        </p:nvGraphicFramePr>
        <p:xfrm>
          <a:off x="6544742" y="4537830"/>
          <a:ext cx="215640" cy="22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3" name="Equation" r:id="rId31" imgW="215640" imgH="152280" progId="Equation.DSMT4">
                  <p:embed/>
                </p:oleObj>
              </mc:Choice>
              <mc:Fallback>
                <p:oleObj name="Equation" r:id="rId31" imgW="215640" imgH="1522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44742" y="4537830"/>
                        <a:ext cx="215640" cy="2284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0CB32B9-2E4E-473B-8573-05F192F20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207418"/>
              </p:ext>
            </p:extLst>
          </p:nvPr>
        </p:nvGraphicFramePr>
        <p:xfrm>
          <a:off x="5959640" y="2256387"/>
          <a:ext cx="107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4" name="Equation" r:id="rId32" imgW="1079280" imgH="723600" progId="Equation.DSMT4">
                  <p:embed/>
                </p:oleObj>
              </mc:Choice>
              <mc:Fallback>
                <p:oleObj name="Equation" r:id="rId32" imgW="107928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7B6D9AD-CA3F-47A0-9906-E6C016495C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59640" y="2256387"/>
                        <a:ext cx="1079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B03A4FC-4B79-4769-A310-8244453CCF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524309"/>
              </p:ext>
            </p:extLst>
          </p:nvPr>
        </p:nvGraphicFramePr>
        <p:xfrm>
          <a:off x="5924705" y="2920843"/>
          <a:ext cx="109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5" name="Equation" r:id="rId34" imgW="1091880" imgH="723600" progId="Equation.DSMT4">
                  <p:embed/>
                </p:oleObj>
              </mc:Choice>
              <mc:Fallback>
                <p:oleObj name="Equation" r:id="rId34" imgW="109188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7B3C429-EE51-4968-B619-2B8FF8BFE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924705" y="2920843"/>
                        <a:ext cx="109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627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8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9">
            <a:extLst>
              <a:ext uri="{FF2B5EF4-FFF2-40B4-BE49-F238E27FC236}">
                <a16:creationId xmlns:a16="http://schemas.microsoft.com/office/drawing/2014/main" id="{B291D722-4CE3-4DB3-BA07-66F7342D3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267494"/>
            <a:ext cx="5082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有限个</a:t>
            </a:r>
            <a:r>
              <a:rPr kumimoji="1" lang="zh-CN" altLang="en-US" sz="2400" b="1" dirty="0">
                <a:latin typeface="+mn-ea"/>
                <a:ea typeface="+mn-ea"/>
              </a:rPr>
              <a:t>无穷小之和也是无穷小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881BE9-D542-4663-9432-596A43B368E4}"/>
              </a:ext>
            </a:extLst>
          </p:cNvPr>
          <p:cNvSpPr/>
          <p:nvPr/>
        </p:nvSpPr>
        <p:spPr>
          <a:xfrm>
            <a:off x="611560" y="288689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用数学归纳法可证：</a:t>
            </a:r>
            <a:r>
              <a:rPr kumimoji="1" lang="en-US" altLang="zh-CN" sz="2400" b="1" dirty="0">
                <a:latin typeface="+mn-ea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92E3B7DB-233D-4D77-BCB6-4055D740E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15566"/>
            <a:ext cx="6408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无限个</a:t>
            </a:r>
            <a:r>
              <a:rPr kumimoji="1" lang="zh-CN" altLang="en-US" sz="2400" b="1" dirty="0">
                <a:latin typeface="+mn-ea"/>
                <a:ea typeface="+mn-ea"/>
              </a:rPr>
              <a:t>无穷小之和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不一定</a:t>
            </a:r>
            <a:r>
              <a:rPr kumimoji="1" lang="zh-CN" altLang="en-US" sz="2400" b="1" dirty="0">
                <a:latin typeface="+mn-ea"/>
                <a:ea typeface="+mn-ea"/>
              </a:rPr>
              <a:t>是无穷小</a:t>
            </a:r>
            <a:r>
              <a:rPr kumimoji="1" lang="en-US" altLang="zh-CN" sz="2400" b="1" dirty="0">
                <a:latin typeface="+mn-ea"/>
                <a:ea typeface="+mn-ea"/>
              </a:rPr>
              <a:t>!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9FF7-BF4D-4421-AF25-779933EFEDBD}"/>
              </a:ext>
            </a:extLst>
          </p:cNvPr>
          <p:cNvSpPr/>
          <p:nvPr/>
        </p:nvSpPr>
        <p:spPr>
          <a:xfrm>
            <a:off x="611560" y="17076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CCE97-E0DC-4753-BC0D-BF19DCA2CA53}"/>
              </a:ext>
            </a:extLst>
          </p:cNvPr>
          <p:cNvSpPr/>
          <p:nvPr/>
        </p:nvSpPr>
        <p:spPr>
          <a:xfrm>
            <a:off x="1105606" y="1736100"/>
            <a:ext cx="2458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第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个无穷小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32A55EB-5D24-482B-A4BC-EF04ECF673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820087"/>
              </p:ext>
            </p:extLst>
          </p:nvPr>
        </p:nvGraphicFramePr>
        <p:xfrm>
          <a:off x="3174294" y="1529532"/>
          <a:ext cx="4864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59" name="Equation" r:id="rId3" imgW="4863960" imgH="812520" progId="Equation.DSMT4">
                  <p:embed/>
                </p:oleObj>
              </mc:Choice>
              <mc:Fallback>
                <p:oleObj name="Equation" r:id="rId3" imgW="48639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4294" y="1529532"/>
                        <a:ext cx="4864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53B693A-A1DD-4C39-A66C-A60A332C23C4}"/>
              </a:ext>
            </a:extLst>
          </p:cNvPr>
          <p:cNvSpPr/>
          <p:nvPr/>
        </p:nvSpPr>
        <p:spPr>
          <a:xfrm>
            <a:off x="1081468" y="2665546"/>
            <a:ext cx="19783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第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个无穷小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9E7F1D9-B18F-4819-94E1-2E835D834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461054"/>
              </p:ext>
            </p:extLst>
          </p:nvPr>
        </p:nvGraphicFramePr>
        <p:xfrm>
          <a:off x="3131840" y="2467848"/>
          <a:ext cx="5092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60" name="Equation" r:id="rId5" imgW="5092560" imgH="812520" progId="Equation.DSMT4">
                  <p:embed/>
                </p:oleObj>
              </mc:Choice>
              <mc:Fallback>
                <p:oleObj name="Equation" r:id="rId5" imgW="509256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32A55EB-5D24-482B-A4BC-EF04ECF67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2467848"/>
                        <a:ext cx="5092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63813073-D2E2-472A-8A04-16090F04E807}"/>
              </a:ext>
            </a:extLst>
          </p:cNvPr>
          <p:cNvGrpSpPr/>
          <p:nvPr/>
        </p:nvGrpSpPr>
        <p:grpSpPr>
          <a:xfrm>
            <a:off x="3563888" y="3359150"/>
            <a:ext cx="3761308" cy="312942"/>
            <a:chOff x="3563888" y="3359150"/>
            <a:chExt cx="3761308" cy="312942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25523DC-E5BB-4048-B88C-CD83A0C67C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655818"/>
                </p:ext>
              </p:extLst>
            </p:nvPr>
          </p:nvGraphicFramePr>
          <p:xfrm>
            <a:off x="3563888" y="3359150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1" name="Equation" r:id="rId7" imgW="88560" imgH="291960" progId="Equation.DSMT4">
                    <p:embed/>
                  </p:oleObj>
                </mc:Choice>
                <mc:Fallback>
                  <p:oleObj name="Equation" r:id="rId7" imgW="8856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63888" y="3359150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ED587BB-ABB7-4578-96B3-2E2D9DB1BC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908259"/>
                </p:ext>
              </p:extLst>
            </p:nvPr>
          </p:nvGraphicFramePr>
          <p:xfrm>
            <a:off x="4788024" y="3359150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2" name="Equation" r:id="rId9" imgW="88560" imgH="291960" progId="Equation.DSMT4">
                    <p:embed/>
                  </p:oleObj>
                </mc:Choice>
                <mc:Fallback>
                  <p:oleObj name="Equation" r:id="rId9" imgW="88560" imgH="2919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25523DC-E5BB-4048-B88C-CD83A0C67C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88024" y="3359150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7136D5D-011A-4370-9201-DD944D0E9F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9100968"/>
                </p:ext>
              </p:extLst>
            </p:nvPr>
          </p:nvGraphicFramePr>
          <p:xfrm>
            <a:off x="5923260" y="3359150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3" name="Equation" r:id="rId11" imgW="88560" imgH="291960" progId="Equation.DSMT4">
                    <p:embed/>
                  </p:oleObj>
                </mc:Choice>
                <mc:Fallback>
                  <p:oleObj name="Equation" r:id="rId11" imgW="88560" imgH="2919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25523DC-E5BB-4048-B88C-CD83A0C67C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923260" y="3359150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1D8BECC-71C8-4C5C-B563-A910C35811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074270"/>
                </p:ext>
              </p:extLst>
            </p:nvPr>
          </p:nvGraphicFramePr>
          <p:xfrm>
            <a:off x="7236296" y="3379992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4" name="Equation" r:id="rId12" imgW="88560" imgH="291960" progId="Equation.DSMT4">
                    <p:embed/>
                  </p:oleObj>
                </mc:Choice>
                <mc:Fallback>
                  <p:oleObj name="Equation" r:id="rId12" imgW="88560" imgH="2919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25523DC-E5BB-4048-B88C-CD83A0C67C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236296" y="3379992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A00AF9F-826D-4342-8D4B-61DF3B2A7B46}"/>
              </a:ext>
            </a:extLst>
          </p:cNvPr>
          <p:cNvGrpSpPr/>
          <p:nvPr/>
        </p:nvGrpSpPr>
        <p:grpSpPr>
          <a:xfrm>
            <a:off x="1187624" y="3870700"/>
            <a:ext cx="1978364" cy="461665"/>
            <a:chOff x="1187624" y="3870700"/>
            <a:chExt cx="1978364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0FAE967-866F-416C-8722-4A961FE5E40A}"/>
                </a:ext>
              </a:extLst>
            </p:cNvPr>
            <p:cNvSpPr/>
            <p:nvPr/>
          </p:nvSpPr>
          <p:spPr>
            <a:xfrm>
              <a:off x="1187624" y="3870700"/>
              <a:ext cx="19783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第 个无穷小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A8640E9-2A16-43AF-8978-C2936DA47E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646352"/>
                </p:ext>
              </p:extLst>
            </p:nvPr>
          </p:nvGraphicFramePr>
          <p:xfrm>
            <a:off x="1598770" y="399993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5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98770" y="399993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D994A88-CF1C-470D-8836-97378B1C8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076730"/>
              </p:ext>
            </p:extLst>
          </p:nvPr>
        </p:nvGraphicFramePr>
        <p:xfrm>
          <a:off x="3160002" y="3724650"/>
          <a:ext cx="5105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66" name="Equation" r:id="rId15" imgW="5105160" imgH="812520" progId="Equation.DSMT4">
                  <p:embed/>
                </p:oleObj>
              </mc:Choice>
              <mc:Fallback>
                <p:oleObj name="Equation" r:id="rId15" imgW="510516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9E7F1D9-B18F-4819-94E1-2E835D834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60002" y="3724650"/>
                        <a:ext cx="5105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5F06709C-7986-4EB6-AF07-90C255ED1DFD}"/>
              </a:ext>
            </a:extLst>
          </p:cNvPr>
          <p:cNvGrpSpPr/>
          <p:nvPr/>
        </p:nvGrpSpPr>
        <p:grpSpPr>
          <a:xfrm>
            <a:off x="3614994" y="4638498"/>
            <a:ext cx="3761308" cy="312942"/>
            <a:chOff x="3614994" y="4638498"/>
            <a:chExt cx="3761308" cy="312942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4F33A4A-2907-4769-AB18-2829B58344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8586794"/>
                </p:ext>
              </p:extLst>
            </p:nvPr>
          </p:nvGraphicFramePr>
          <p:xfrm>
            <a:off x="3614994" y="4638498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7" name="Equation" r:id="rId17" imgW="88560" imgH="291960" progId="Equation.DSMT4">
                    <p:embed/>
                  </p:oleObj>
                </mc:Choice>
                <mc:Fallback>
                  <p:oleObj name="Equation" r:id="rId17" imgW="88560" imgH="2919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25523DC-E5BB-4048-B88C-CD83A0C67C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14994" y="4638498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0F3E35EA-82B3-4C6F-9C5B-524A100575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6664378"/>
                </p:ext>
              </p:extLst>
            </p:nvPr>
          </p:nvGraphicFramePr>
          <p:xfrm>
            <a:off x="4839130" y="4638498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8" name="Equation" r:id="rId18" imgW="88560" imgH="291960" progId="Equation.DSMT4">
                    <p:embed/>
                  </p:oleObj>
                </mc:Choice>
                <mc:Fallback>
                  <p:oleObj name="Equation" r:id="rId18" imgW="88560" imgH="2919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EED587BB-ABB7-4578-96B3-2E2D9DB1BC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39130" y="4638498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45A6B3B4-BDF6-4CC5-A404-440111479D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609133"/>
                </p:ext>
              </p:extLst>
            </p:nvPr>
          </p:nvGraphicFramePr>
          <p:xfrm>
            <a:off x="5974366" y="4638498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69" name="Equation" r:id="rId19" imgW="88560" imgH="291960" progId="Equation.DSMT4">
                    <p:embed/>
                  </p:oleObj>
                </mc:Choice>
                <mc:Fallback>
                  <p:oleObj name="Equation" r:id="rId19" imgW="88560" imgH="2919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A7136D5D-011A-4370-9201-DD944D0E9F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974366" y="4638498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65DF27D3-28F6-4E7E-BE40-F4BBAC94FC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009008"/>
                </p:ext>
              </p:extLst>
            </p:nvPr>
          </p:nvGraphicFramePr>
          <p:xfrm>
            <a:off x="7287402" y="4659340"/>
            <a:ext cx="88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70" name="Equation" r:id="rId20" imgW="88560" imgH="291960" progId="Equation.DSMT4">
                    <p:embed/>
                  </p:oleObj>
                </mc:Choice>
                <mc:Fallback>
                  <p:oleObj name="Equation" r:id="rId20" imgW="88560" imgH="2919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F1D8BECC-71C8-4C5C-B563-A910C35811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287402" y="4659340"/>
                          <a:ext cx="889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62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0DB84F-5A2E-49D7-A59F-B64D1309C14B}"/>
              </a:ext>
            </a:extLst>
          </p:cNvPr>
          <p:cNvSpPr/>
          <p:nvPr/>
        </p:nvSpPr>
        <p:spPr>
          <a:xfrm>
            <a:off x="336112" y="1934021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下面证明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55E4696-B130-4AB2-B0F2-299683B0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790332"/>
              </p:ext>
            </p:extLst>
          </p:nvPr>
        </p:nvGraphicFramePr>
        <p:xfrm>
          <a:off x="1815281" y="1694886"/>
          <a:ext cx="524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4" name="Equation" r:id="rId3" imgW="5244840" imgH="914400" progId="Equation.DSMT4">
                  <p:embed/>
                </p:oleObj>
              </mc:Choice>
              <mc:Fallback>
                <p:oleObj name="Equation" r:id="rId3" imgW="52448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5281" y="1694886"/>
                        <a:ext cx="5245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D32F834-A492-4B95-BBB1-12F6978D32C8}"/>
              </a:ext>
            </a:extLst>
          </p:cNvPr>
          <p:cNvSpPr/>
          <p:nvPr/>
        </p:nvSpPr>
        <p:spPr>
          <a:xfrm>
            <a:off x="601682" y="273525"/>
            <a:ext cx="69946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则无穷多个无穷小数列相加得到的数列的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通项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为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769DEF-1D71-4B46-B16C-F91901B08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679701"/>
              </p:ext>
            </p:extLst>
          </p:nvPr>
        </p:nvGraphicFramePr>
        <p:xfrm>
          <a:off x="1784350" y="749300"/>
          <a:ext cx="4559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5" name="Equation" r:id="rId5" imgW="4559040" imgH="812520" progId="Equation.DSMT4">
                  <p:embed/>
                </p:oleObj>
              </mc:Choice>
              <mc:Fallback>
                <p:oleObj name="Equation" r:id="rId5" imgW="45590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84350" y="749300"/>
                        <a:ext cx="4559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72B3FFA-A6DF-4364-8DCB-AC16EB95DF76}"/>
              </a:ext>
            </a:extLst>
          </p:cNvPr>
          <p:cNvSpPr/>
          <p:nvPr/>
        </p:nvSpPr>
        <p:spPr>
          <a:xfrm>
            <a:off x="800181" y="29188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lang="zh-CN" altLang="en-US" dirty="0">
              <a:solidFill>
                <a:srgbClr val="0064FF"/>
              </a:solidFill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D63DD84-CF1C-4646-938C-C72C9C4FD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255153"/>
              </p:ext>
            </p:extLst>
          </p:nvPr>
        </p:nvGraphicFramePr>
        <p:xfrm>
          <a:off x="1475656" y="2743271"/>
          <a:ext cx="4330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6" name="Equation" r:id="rId7" imgW="4330440" imgH="812520" progId="Equation.DSMT4">
                  <p:embed/>
                </p:oleObj>
              </mc:Choice>
              <mc:Fallback>
                <p:oleObj name="Equation" r:id="rId7" imgW="43304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2743271"/>
                        <a:ext cx="4330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9588CB7-5818-4AEF-B7F1-00387C56E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551322"/>
              </p:ext>
            </p:extLst>
          </p:nvPr>
        </p:nvGraphicFramePr>
        <p:xfrm>
          <a:off x="546100" y="3759900"/>
          <a:ext cx="4025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7" name="Equation" r:id="rId9" imgW="4025880" imgH="812520" progId="Equation.DSMT4">
                  <p:embed/>
                </p:oleObj>
              </mc:Choice>
              <mc:Fallback>
                <p:oleObj name="Equation" r:id="rId9" imgW="4025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6100" y="3759900"/>
                        <a:ext cx="4025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1ED14EA-C5C7-43C2-AF83-65DD7F389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068745"/>
              </p:ext>
            </p:extLst>
          </p:nvPr>
        </p:nvGraphicFramePr>
        <p:xfrm>
          <a:off x="4601209" y="3775063"/>
          <a:ext cx="414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8" name="Equation" r:id="rId11" imgW="4140000" imgH="812520" progId="Equation.DSMT4">
                  <p:embed/>
                </p:oleObj>
              </mc:Choice>
              <mc:Fallback>
                <p:oleObj name="Equation" r:id="rId11" imgW="4140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01209" y="3775063"/>
                        <a:ext cx="4140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30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5B72F10-1C72-4386-AB3B-308EEF445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265872"/>
              </p:ext>
            </p:extLst>
          </p:nvPr>
        </p:nvGraphicFramePr>
        <p:xfrm>
          <a:off x="1259632" y="195486"/>
          <a:ext cx="482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85" name="Equation" r:id="rId3" imgW="4825800" imgH="914400" progId="Equation.DSMT4">
                  <p:embed/>
                </p:oleObj>
              </mc:Choice>
              <mc:Fallback>
                <p:oleObj name="Equation" r:id="rId3" imgW="4825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195486"/>
                        <a:ext cx="4826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88619E3-5B4B-433A-8EAE-B1C23B7BA2D2}"/>
              </a:ext>
            </a:extLst>
          </p:cNvPr>
          <p:cNvSpPr/>
          <p:nvPr/>
        </p:nvSpPr>
        <p:spPr>
          <a:xfrm>
            <a:off x="539552" y="42185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而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BA23093-5C2F-4FDA-8F58-13F0E654DD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957014"/>
              </p:ext>
            </p:extLst>
          </p:nvPr>
        </p:nvGraphicFramePr>
        <p:xfrm>
          <a:off x="6118249" y="297086"/>
          <a:ext cx="2184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86" name="Equation" r:id="rId5" imgW="2184120" imgH="812520" progId="Equation.DSMT4">
                  <p:embed/>
                </p:oleObj>
              </mc:Choice>
              <mc:Fallback>
                <p:oleObj name="Equation" r:id="rId5" imgW="2184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8249" y="297086"/>
                        <a:ext cx="2184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59B17AD-8E2F-4492-BBEB-9E79FD4F6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274998"/>
              </p:ext>
            </p:extLst>
          </p:nvPr>
        </p:nvGraphicFramePr>
        <p:xfrm>
          <a:off x="1115616" y="1347614"/>
          <a:ext cx="464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87" name="Equation" r:id="rId7" imgW="4647960" imgH="914400" progId="Equation.DSMT4">
                  <p:embed/>
                </p:oleObj>
              </mc:Choice>
              <mc:Fallback>
                <p:oleObj name="Equation" r:id="rId7" imgW="4647960" imgH="914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5B72F10-1C72-4386-AB3B-308EEF445B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1347614"/>
                        <a:ext cx="4648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EDEFE6B-4865-4736-809F-FE4D91574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62058"/>
              </p:ext>
            </p:extLst>
          </p:nvPr>
        </p:nvGraphicFramePr>
        <p:xfrm>
          <a:off x="5868144" y="1456547"/>
          <a:ext cx="212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88" name="Equation" r:id="rId9" imgW="2120760" imgH="812520" progId="Equation.DSMT4">
                  <p:embed/>
                </p:oleObj>
              </mc:Choice>
              <mc:Fallback>
                <p:oleObj name="Equation" r:id="rId9" imgW="21207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8144" y="1456547"/>
                        <a:ext cx="2120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8438C87-563B-41B8-A4D6-9072F7913CBD}"/>
              </a:ext>
            </a:extLst>
          </p:cNvPr>
          <p:cNvSpPr/>
          <p:nvPr/>
        </p:nvSpPr>
        <p:spPr>
          <a:xfrm>
            <a:off x="539552" y="2571750"/>
            <a:ext cx="2230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由夹逼准则得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4959F8D-0A77-47FF-B1B9-379D01075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67989"/>
              </p:ext>
            </p:extLst>
          </p:nvPr>
        </p:nvGraphicFramePr>
        <p:xfrm>
          <a:off x="1835696" y="3356363"/>
          <a:ext cx="524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89" name="Equation" r:id="rId11" imgW="5244840" imgH="914400" progId="Equation.DSMT4">
                  <p:embed/>
                </p:oleObj>
              </mc:Choice>
              <mc:Fallback>
                <p:oleObj name="Equation" r:id="rId11" imgW="5244840" imgH="914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55E4696-B130-4AB2-B0F2-299683B0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5696" y="3356363"/>
                        <a:ext cx="5245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4B6EC50-E19B-47D1-B2AB-43C0D9DB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04" y="354499"/>
            <a:ext cx="11171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法则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2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EEFE51-750B-40E3-8E70-7AC26C69639E}"/>
              </a:ext>
            </a:extLst>
          </p:cNvPr>
          <p:cNvSpPr txBox="1">
            <a:spLocks noChangeArrowheads="1"/>
          </p:cNvSpPr>
          <p:nvPr/>
        </p:nvSpPr>
        <p:spPr>
          <a:xfrm>
            <a:off x="2077989" y="346583"/>
            <a:ext cx="5247381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有界函数</a:t>
            </a:r>
            <a:r>
              <a:rPr lang="zh-CN" altLang="en-US" sz="2400" b="1" dirty="0">
                <a:latin typeface="+mn-ea"/>
                <a:ea typeface="+mn-ea"/>
              </a:rPr>
              <a:t>与无穷小的乘积是无穷小</a:t>
            </a:r>
            <a:r>
              <a:rPr lang="en-US" altLang="zh-CN" sz="2400" b="1" dirty="0">
                <a:latin typeface="+mn-ea"/>
                <a:ea typeface="+mn-ea"/>
              </a:rPr>
              <a:t>. 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E3791175-004C-4A27-B15A-F54981D69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020" y="1062177"/>
            <a:ext cx="12382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AD9467CF-093F-4770-AF3B-4F5F4EC34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982037"/>
              </p:ext>
            </p:extLst>
          </p:nvPr>
        </p:nvGraphicFramePr>
        <p:xfrm>
          <a:off x="4265739" y="1160264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37" name="Equation" r:id="rId3" imgW="1130040" imgH="330120" progId="Equation.DSMT4">
                  <p:embed/>
                </p:oleObj>
              </mc:Choice>
              <mc:Fallback>
                <p:oleObj name="Equation" r:id="rId3" imgW="1130040" imgH="330120" progId="Equation.DSMT4">
                  <p:embed/>
                  <p:pic>
                    <p:nvPicPr>
                      <p:cNvPr id="4" name="Object 15">
                        <a:extLst>
                          <a:ext uri="{FF2B5EF4-FFF2-40B4-BE49-F238E27FC236}">
                            <a16:creationId xmlns:a16="http://schemas.microsoft.com/office/drawing/2014/main" id="{60E45CC2-C708-482E-86D0-F9E6BD9A8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739" y="1160264"/>
                        <a:ext cx="1130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7">
            <a:extLst>
              <a:ext uri="{FF2B5EF4-FFF2-40B4-BE49-F238E27FC236}">
                <a16:creationId xmlns:a16="http://schemas.microsoft.com/office/drawing/2014/main" id="{1244A535-9AFB-4805-A229-1D7D19A13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486" y="1059582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又设</a:t>
            </a: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8F124A53-98CD-4828-9D69-BFDA36923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559466"/>
              </p:ext>
            </p:extLst>
          </p:nvPr>
        </p:nvGraphicFramePr>
        <p:xfrm>
          <a:off x="6193397" y="1172388"/>
          <a:ext cx="1282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38" name="Equation" r:id="rId5" imgW="1282680" imgH="520560" progId="Equation.DSMT4">
                  <p:embed/>
                </p:oleObj>
              </mc:Choice>
              <mc:Fallback>
                <p:oleObj name="Equation" r:id="rId5" imgW="1282680" imgH="520560" progId="Equation.DSMT4">
                  <p:embed/>
                  <p:pic>
                    <p:nvPicPr>
                      <p:cNvPr id="6" name="Object 18">
                        <a:extLst>
                          <a:ext uri="{FF2B5EF4-FFF2-40B4-BE49-F238E27FC236}">
                            <a16:creationId xmlns:a16="http://schemas.microsoft.com/office/drawing/2014/main" id="{032D4B1C-FBDB-4C52-B3AE-9F2173904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3397" y="1172388"/>
                        <a:ext cx="1282700" cy="520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0">
            <a:extLst>
              <a:ext uri="{FF2B5EF4-FFF2-40B4-BE49-F238E27FC236}">
                <a16:creationId xmlns:a16="http://schemas.microsoft.com/office/drawing/2014/main" id="{89A94CDC-64EB-4D89-8CA6-C6D25B7F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32" y="179105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CEBFB611-6A9C-4A3F-AF71-FA3305612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609810"/>
              </p:ext>
            </p:extLst>
          </p:nvPr>
        </p:nvGraphicFramePr>
        <p:xfrm>
          <a:off x="1115697" y="1920214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39" name="Equation" r:id="rId7" imgW="1002960" imgH="342720" progId="Equation.DSMT4">
                  <p:embed/>
                </p:oleObj>
              </mc:Choice>
              <mc:Fallback>
                <p:oleObj name="Equation" r:id="rId7" imgW="1002960" imgH="342720" progId="Equation.DSMT4">
                  <p:embed/>
                  <p:pic>
                    <p:nvPicPr>
                      <p:cNvPr id="8" name="Object 21">
                        <a:extLst>
                          <a:ext uri="{FF2B5EF4-FFF2-40B4-BE49-F238E27FC236}">
                            <a16:creationId xmlns:a16="http://schemas.microsoft.com/office/drawing/2014/main" id="{066B08A3-DAED-435F-93F0-41C0A2151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97" y="1920214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>
            <a:extLst>
              <a:ext uri="{FF2B5EF4-FFF2-40B4-BE49-F238E27FC236}">
                <a16:creationId xmlns:a16="http://schemas.microsoft.com/office/drawing/2014/main" id="{8CB750F9-11A1-4F97-BC59-2076F6BF88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395695"/>
              </p:ext>
            </p:extLst>
          </p:nvPr>
        </p:nvGraphicFramePr>
        <p:xfrm>
          <a:off x="2220975" y="1888747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0"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9" name="Object 22">
                        <a:extLst>
                          <a:ext uri="{FF2B5EF4-FFF2-40B4-BE49-F238E27FC236}">
                            <a16:creationId xmlns:a16="http://schemas.microsoft.com/office/drawing/2014/main" id="{10FD8A46-0C37-42B0-B7D4-3C2A44097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75" y="1888747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4">
            <a:extLst>
              <a:ext uri="{FF2B5EF4-FFF2-40B4-BE49-F238E27FC236}">
                <a16:creationId xmlns:a16="http://schemas.microsoft.com/office/drawing/2014/main" id="{EE06869B-47C0-46BA-A6A2-1ED06233E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855" y="1808082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sp>
        <p:nvSpPr>
          <p:cNvPr id="12" name="Text Box 28">
            <a:extLst>
              <a:ext uri="{FF2B5EF4-FFF2-40B4-BE49-F238E27FC236}">
                <a16:creationId xmlns:a16="http://schemas.microsoft.com/office/drawing/2014/main" id="{07971AB7-3206-4F61-AB51-7006BCA7B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486" y="1835188"/>
            <a:ext cx="2722047" cy="46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时，有</a:t>
            </a:r>
          </a:p>
        </p:txBody>
      </p:sp>
      <p:graphicFrame>
        <p:nvGraphicFramePr>
          <p:cNvPr id="13" name="Object 29">
            <a:extLst>
              <a:ext uri="{FF2B5EF4-FFF2-40B4-BE49-F238E27FC236}">
                <a16:creationId xmlns:a16="http://schemas.microsoft.com/office/drawing/2014/main" id="{CD94EB91-CF43-4F58-9C94-B6A43FD38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845834"/>
              </p:ext>
            </p:extLst>
          </p:nvPr>
        </p:nvGraphicFramePr>
        <p:xfrm>
          <a:off x="6617136" y="1716986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1" name="Equation" r:id="rId11" imgW="1206360" imgH="723600" progId="Equation.DSMT4">
                  <p:embed/>
                </p:oleObj>
              </mc:Choice>
              <mc:Fallback>
                <p:oleObj name="Equation" r:id="rId11" imgW="1206360" imgH="723600" progId="Equation.DSMT4">
                  <p:embed/>
                  <p:pic>
                    <p:nvPicPr>
                      <p:cNvPr id="12" name="Object 29">
                        <a:extLst>
                          <a:ext uri="{FF2B5EF4-FFF2-40B4-BE49-F238E27FC236}">
                            <a16:creationId xmlns:a16="http://schemas.microsoft.com/office/drawing/2014/main" id="{823BA21E-7A4F-42E0-93B8-0B19C1E76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7136" y="1716986"/>
                        <a:ext cx="1206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0">
            <a:extLst>
              <a:ext uri="{FF2B5EF4-FFF2-40B4-BE49-F238E27FC236}">
                <a16:creationId xmlns:a16="http://schemas.microsoft.com/office/drawing/2014/main" id="{EA17B526-41D0-47B6-A8DF-41D2C3051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02" y="2610277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取</a:t>
            </a:r>
          </a:p>
        </p:txBody>
      </p:sp>
      <p:graphicFrame>
        <p:nvGraphicFramePr>
          <p:cNvPr id="15" name="Object 31">
            <a:extLst>
              <a:ext uri="{FF2B5EF4-FFF2-40B4-BE49-F238E27FC236}">
                <a16:creationId xmlns:a16="http://schemas.microsoft.com/office/drawing/2014/main" id="{F060C384-15C5-4165-848E-1F52E57EE6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379296"/>
              </p:ext>
            </p:extLst>
          </p:nvPr>
        </p:nvGraphicFramePr>
        <p:xfrm>
          <a:off x="1177420" y="2696394"/>
          <a:ext cx="201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2" name="Equation" r:id="rId13" imgW="2019240" imgH="380880" progId="Equation.DSMT4">
                  <p:embed/>
                </p:oleObj>
              </mc:Choice>
              <mc:Fallback>
                <p:oleObj name="Equation" r:id="rId13" imgW="2019240" imgH="380880" progId="Equation.DSMT4">
                  <p:embed/>
                  <p:pic>
                    <p:nvPicPr>
                      <p:cNvPr id="14" name="Object 31">
                        <a:extLst>
                          <a:ext uri="{FF2B5EF4-FFF2-40B4-BE49-F238E27FC236}">
                            <a16:creationId xmlns:a16="http://schemas.microsoft.com/office/drawing/2014/main" id="{3AD4281E-2C2F-4C00-984C-3D1284B30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420" y="2696394"/>
                        <a:ext cx="2019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2">
            <a:extLst>
              <a:ext uri="{FF2B5EF4-FFF2-40B4-BE49-F238E27FC236}">
                <a16:creationId xmlns:a16="http://schemas.microsoft.com/office/drawing/2014/main" id="{7ACB659B-F0E1-49BC-AEA2-3AA5CE92A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641" y="2611951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则当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id="{31CCA0B9-F792-4BA4-B476-6AD64E023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08" y="2631384"/>
            <a:ext cx="15746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时，就有</a:t>
            </a:r>
          </a:p>
        </p:txBody>
      </p:sp>
      <p:graphicFrame>
        <p:nvGraphicFramePr>
          <p:cNvPr id="18" name="Object 38">
            <a:extLst>
              <a:ext uri="{FF2B5EF4-FFF2-40B4-BE49-F238E27FC236}">
                <a16:creationId xmlns:a16="http://schemas.microsoft.com/office/drawing/2014/main" id="{0D45BAC4-9B95-4E9D-A4A7-F665E8264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176018"/>
              </p:ext>
            </p:extLst>
          </p:nvPr>
        </p:nvGraphicFramePr>
        <p:xfrm>
          <a:off x="2187328" y="3493137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3" name="Equation" r:id="rId15" imgW="825480" imgH="330120" progId="Equation.DSMT4">
                  <p:embed/>
                </p:oleObj>
              </mc:Choice>
              <mc:Fallback>
                <p:oleObj name="Equation" r:id="rId15" imgW="825480" imgH="330120" progId="Equation.DSMT4">
                  <p:embed/>
                  <p:pic>
                    <p:nvPicPr>
                      <p:cNvPr id="18" name="Object 38">
                        <a:extLst>
                          <a:ext uri="{FF2B5EF4-FFF2-40B4-BE49-F238E27FC236}">
                            <a16:creationId xmlns:a16="http://schemas.microsoft.com/office/drawing/2014/main" id="{A2A30C5B-0CEA-4108-B56A-19D674C1A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328" y="3493137"/>
                        <a:ext cx="825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0">
            <a:extLst>
              <a:ext uri="{FF2B5EF4-FFF2-40B4-BE49-F238E27FC236}">
                <a16:creationId xmlns:a16="http://schemas.microsoft.com/office/drawing/2014/main" id="{8018C74E-17F9-44EF-BCC2-E0843F739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278015"/>
              </p:ext>
            </p:extLst>
          </p:nvPr>
        </p:nvGraphicFramePr>
        <p:xfrm>
          <a:off x="3119389" y="3493137"/>
          <a:ext cx="990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4" name="Equation" r:id="rId17" imgW="990360" imgH="330120" progId="Equation.DSMT4">
                  <p:embed/>
                </p:oleObj>
              </mc:Choice>
              <mc:Fallback>
                <p:oleObj name="Equation" r:id="rId17" imgW="990360" imgH="330120" progId="Equation.DSMT4">
                  <p:embed/>
                  <p:pic>
                    <p:nvPicPr>
                      <p:cNvPr id="19" name="Object 40">
                        <a:extLst>
                          <a:ext uri="{FF2B5EF4-FFF2-40B4-BE49-F238E27FC236}">
                            <a16:creationId xmlns:a16="http://schemas.microsoft.com/office/drawing/2014/main" id="{68577CF6-A09F-41E0-A80B-868836A2A0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389" y="3493137"/>
                        <a:ext cx="990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1">
            <a:extLst>
              <a:ext uri="{FF2B5EF4-FFF2-40B4-BE49-F238E27FC236}">
                <a16:creationId xmlns:a16="http://schemas.microsoft.com/office/drawing/2014/main" id="{55150702-49F5-4138-AA3E-539DFBD81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450332"/>
              </p:ext>
            </p:extLst>
          </p:nvPr>
        </p:nvGraphicFramePr>
        <p:xfrm>
          <a:off x="4154488" y="3297238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5" name="Equation" r:id="rId19" imgW="1625400" imgH="723600" progId="Equation.DSMT4">
                  <p:embed/>
                </p:oleObj>
              </mc:Choice>
              <mc:Fallback>
                <p:oleObj name="Equation" r:id="rId19" imgW="1625400" imgH="723600" progId="Equation.DSMT4">
                  <p:embed/>
                  <p:pic>
                    <p:nvPicPr>
                      <p:cNvPr id="20" name="Object 41">
                        <a:extLst>
                          <a:ext uri="{FF2B5EF4-FFF2-40B4-BE49-F238E27FC236}">
                            <a16:creationId xmlns:a16="http://schemas.microsoft.com/office/drawing/2014/main" id="{AF8ABA8B-CFE7-495B-AEA5-093E4CD7A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3297238"/>
                        <a:ext cx="1625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2">
            <a:extLst>
              <a:ext uri="{FF2B5EF4-FFF2-40B4-BE49-F238E27FC236}">
                <a16:creationId xmlns:a16="http://schemas.microsoft.com/office/drawing/2014/main" id="{11E6D61D-5E60-4DB5-8BDC-4ACB0CEB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35" y="4046196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</a:p>
        </p:txBody>
      </p:sp>
      <p:sp>
        <p:nvSpPr>
          <p:cNvPr id="22" name="Text Box 44">
            <a:extLst>
              <a:ext uri="{FF2B5EF4-FFF2-40B4-BE49-F238E27FC236}">
                <a16:creationId xmlns:a16="http://schemas.microsoft.com/office/drawing/2014/main" id="{EB585D24-7161-4EB9-92D9-5D8C40B64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679" y="4092841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23" name="Object 45">
            <a:extLst>
              <a:ext uri="{FF2B5EF4-FFF2-40B4-BE49-F238E27FC236}">
                <a16:creationId xmlns:a16="http://schemas.microsoft.com/office/drawing/2014/main" id="{EA8CAFFF-7765-4D2A-A5D7-A31DDEF57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128539"/>
              </p:ext>
            </p:extLst>
          </p:nvPr>
        </p:nvGraphicFramePr>
        <p:xfrm>
          <a:off x="3068640" y="4226811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6" name="Equation" r:id="rId21" imgW="431613" imgH="279279" progId="Equation.DSMT4">
                  <p:embed/>
                </p:oleObj>
              </mc:Choice>
              <mc:Fallback>
                <p:oleObj name="Equation" r:id="rId21" imgW="431613" imgH="279279" progId="Equation.DSMT4">
                  <p:embed/>
                  <p:pic>
                    <p:nvPicPr>
                      <p:cNvPr id="23" name="Object 45">
                        <a:extLst>
                          <a:ext uri="{FF2B5EF4-FFF2-40B4-BE49-F238E27FC236}">
                            <a16:creationId xmlns:a16="http://schemas.microsoft.com/office/drawing/2014/main" id="{93830867-DBF2-48C4-9B88-D93F44EBD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40" y="4226811"/>
                        <a:ext cx="431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6">
            <a:extLst>
              <a:ext uri="{FF2B5EF4-FFF2-40B4-BE49-F238E27FC236}">
                <a16:creationId xmlns:a16="http://schemas.microsoft.com/office/drawing/2014/main" id="{259668B7-864A-48EA-BC83-3D2A09F30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778" y="4075527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是</a:t>
            </a:r>
          </a:p>
        </p:txBody>
      </p:sp>
      <p:graphicFrame>
        <p:nvGraphicFramePr>
          <p:cNvPr id="25" name="Object 47">
            <a:extLst>
              <a:ext uri="{FF2B5EF4-FFF2-40B4-BE49-F238E27FC236}">
                <a16:creationId xmlns:a16="http://schemas.microsoft.com/office/drawing/2014/main" id="{8B60AC5D-5CEC-4EBB-A341-BDDA15C8A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218623"/>
              </p:ext>
            </p:extLst>
          </p:nvPr>
        </p:nvGraphicFramePr>
        <p:xfrm>
          <a:off x="3900481" y="4147271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7" name="Equation" r:id="rId23" imgW="863225" imgH="380835" progId="Equation.DSMT4">
                  <p:embed/>
                </p:oleObj>
              </mc:Choice>
              <mc:Fallback>
                <p:oleObj name="Equation" r:id="rId23" imgW="863225" imgH="380835" progId="Equation.DSMT4">
                  <p:embed/>
                  <p:pic>
                    <p:nvPicPr>
                      <p:cNvPr id="25" name="Object 47">
                        <a:extLst>
                          <a:ext uri="{FF2B5EF4-FFF2-40B4-BE49-F238E27FC236}">
                            <a16:creationId xmlns:a16="http://schemas.microsoft.com/office/drawing/2014/main" id="{4CF2AD92-9602-4CB5-B621-37BAC5E1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1" y="4147271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48">
            <a:extLst>
              <a:ext uri="{FF2B5EF4-FFF2-40B4-BE49-F238E27FC236}">
                <a16:creationId xmlns:a16="http://schemas.microsoft.com/office/drawing/2014/main" id="{74AE3F66-BD58-4FAA-B79F-E71A6A414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1" y="4092840"/>
            <a:ext cx="2329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时的无穷小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00BBF4D6-9D6C-4F24-BC9B-43C8F1103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027142"/>
              </p:ext>
            </p:extLst>
          </p:nvPr>
        </p:nvGraphicFramePr>
        <p:xfrm>
          <a:off x="2077989" y="979171"/>
          <a:ext cx="2032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8" name="Equation" r:id="rId25" imgW="2031840" imgH="558720" progId="Equation.DSMT4">
                  <p:embed/>
                </p:oleObj>
              </mc:Choice>
              <mc:Fallback>
                <p:oleObj name="Equation" r:id="rId25" imgW="2031840" imgH="55872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4DF799E9-AE33-4A80-BCAD-B601DE806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989" y="979171"/>
                        <a:ext cx="2032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4FE45112-C6AF-49F0-8C09-1658CE13B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904105"/>
              </p:ext>
            </p:extLst>
          </p:nvPr>
        </p:nvGraphicFramePr>
        <p:xfrm>
          <a:off x="3760982" y="1727161"/>
          <a:ext cx="17399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49" name="Equation" r:id="rId27" imgW="1739880" imgH="558720" progId="Equation.DSMT4">
                  <p:embed/>
                </p:oleObj>
              </mc:Choice>
              <mc:Fallback>
                <p:oleObj name="Equation" r:id="rId27" imgW="1739880" imgH="558720" progId="Equation.DSMT4">
                  <p:embed/>
                  <p:pic>
                    <p:nvPicPr>
                      <p:cNvPr id="29" name="Object 11">
                        <a:extLst>
                          <a:ext uri="{FF2B5EF4-FFF2-40B4-BE49-F238E27FC236}">
                            <a16:creationId xmlns:a16="http://schemas.microsoft.com/office/drawing/2014/main" id="{AF6CDD23-8B7C-4AB6-9CEE-4A053201B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982" y="1727161"/>
                        <a:ext cx="17399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CB4D2254-7C30-4D82-AE7D-831D9C5528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324390"/>
              </p:ext>
            </p:extLst>
          </p:nvPr>
        </p:nvGraphicFramePr>
        <p:xfrm>
          <a:off x="1118941" y="4148614"/>
          <a:ext cx="1447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50" name="Equation" r:id="rId29" imgW="1447560" imgH="520560" progId="Equation.DSMT4">
                  <p:embed/>
                </p:oleObj>
              </mc:Choice>
              <mc:Fallback>
                <p:oleObj name="Equation" r:id="rId29" imgW="1447560" imgH="520560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EB06DEAB-5075-4671-81AC-532D596A8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941" y="4148614"/>
                        <a:ext cx="1447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49F65BE6-F966-4E2F-A344-9690CF2686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18448"/>
              </p:ext>
            </p:extLst>
          </p:nvPr>
        </p:nvGraphicFramePr>
        <p:xfrm>
          <a:off x="4034425" y="2514729"/>
          <a:ext cx="16383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51" name="Equation" r:id="rId31" imgW="1638000" imgH="558720" progId="Equation.DSMT4">
                  <p:embed/>
                </p:oleObj>
              </mc:Choice>
              <mc:Fallback>
                <p:oleObj name="Equation" r:id="rId31" imgW="1638000" imgH="558720" progId="Equation.DSMT4">
                  <p:embed/>
                  <p:pic>
                    <p:nvPicPr>
                      <p:cNvPr id="31" name="Object 11">
                        <a:extLst>
                          <a:ext uri="{FF2B5EF4-FFF2-40B4-BE49-F238E27FC236}">
                            <a16:creationId xmlns:a16="http://schemas.microsoft.com/office/drawing/2014/main" id="{AF6CDD23-8B7C-4AB6-9CEE-4A053201B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425" y="2514729"/>
                        <a:ext cx="16383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星形: 五角 30">
            <a:extLst>
              <a:ext uri="{FF2B5EF4-FFF2-40B4-BE49-F238E27FC236}">
                <a16:creationId xmlns:a16="http://schemas.microsoft.com/office/drawing/2014/main" id="{CCDE01AA-9077-4120-8933-2F170FF5C0AD}"/>
              </a:ext>
            </a:extLst>
          </p:cNvPr>
          <p:cNvSpPr/>
          <p:nvPr/>
        </p:nvSpPr>
        <p:spPr>
          <a:xfrm>
            <a:off x="655927" y="354498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F538980-B1D5-4F3C-A852-BC2548429C06}"/>
              </a:ext>
            </a:extLst>
          </p:cNvPr>
          <p:cNvGrpSpPr/>
          <p:nvPr/>
        </p:nvGrpSpPr>
        <p:grpSpPr>
          <a:xfrm>
            <a:off x="4109989" y="1059582"/>
            <a:ext cx="1152130" cy="809858"/>
            <a:chOff x="3995936" y="1338282"/>
            <a:chExt cx="1152130" cy="80985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A9DDC6F-592B-45F0-A441-A6B3B5709389}"/>
                </a:ext>
              </a:extLst>
            </p:cNvPr>
            <p:cNvSpPr/>
            <p:nvPr/>
          </p:nvSpPr>
          <p:spPr>
            <a:xfrm>
              <a:off x="3995936" y="1338282"/>
              <a:ext cx="1152130" cy="4783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7455DD4-D8A4-4982-884F-F76FC519A316}"/>
                </a:ext>
              </a:extLst>
            </p:cNvPr>
            <p:cNvSpPr/>
            <p:nvPr/>
          </p:nvSpPr>
          <p:spPr>
            <a:xfrm>
              <a:off x="3997782" y="1778808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有界函数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63F7FC-3885-4A0D-8591-4BEDF4D256A1}"/>
              </a:ext>
            </a:extLst>
          </p:cNvPr>
          <p:cNvGrpSpPr/>
          <p:nvPr/>
        </p:nvGrpSpPr>
        <p:grpSpPr>
          <a:xfrm>
            <a:off x="6193341" y="1044104"/>
            <a:ext cx="2009192" cy="601832"/>
            <a:chOff x="6079288" y="1322804"/>
            <a:chExt cx="2009192" cy="601832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6A926CB-D182-4B4F-BD2A-263F5487B46A}"/>
                </a:ext>
              </a:extLst>
            </p:cNvPr>
            <p:cNvSpPr/>
            <p:nvPr/>
          </p:nvSpPr>
          <p:spPr>
            <a:xfrm>
              <a:off x="6079288" y="1322804"/>
              <a:ext cx="1242406" cy="601832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620216E-9170-490F-B67A-88AD420BD61A}"/>
                </a:ext>
              </a:extLst>
            </p:cNvPr>
            <p:cNvSpPr/>
            <p:nvPr/>
          </p:nvSpPr>
          <p:spPr>
            <a:xfrm>
              <a:off x="7211317" y="1370638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无穷小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034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75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25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75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75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6" grpId="0"/>
      <p:bldP spid="8" grpId="0"/>
      <p:bldP spid="11" grpId="0"/>
      <p:bldP spid="12" grpId="0"/>
      <p:bldP spid="14" grpId="0"/>
      <p:bldP spid="16" grpId="0"/>
      <p:bldP spid="17" grpId="0"/>
      <p:bldP spid="21" grpId="0"/>
      <p:bldP spid="22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9">
            <a:extLst>
              <a:ext uri="{FF2B5EF4-FFF2-40B4-BE49-F238E27FC236}">
                <a16:creationId xmlns:a16="http://schemas.microsoft.com/office/drawing/2014/main" id="{1B006741-2EB7-4B54-8603-D9337E907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64927"/>
            <a:ext cx="59137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常数与无穷小的乘积是无穷小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4" name="Text Box 50">
            <a:extLst>
              <a:ext uri="{FF2B5EF4-FFF2-40B4-BE49-F238E27FC236}">
                <a16:creationId xmlns:a16="http://schemas.microsoft.com/office/drawing/2014/main" id="{68361289-78CC-4551-A809-6329EC61C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51" y="1203598"/>
            <a:ext cx="5210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有限个</a:t>
            </a:r>
            <a:r>
              <a:rPr kumimoji="1" lang="zh-CN" altLang="en-US" sz="2400" b="1" dirty="0">
                <a:latin typeface="+mn-ea"/>
                <a:ea typeface="+mn-ea"/>
              </a:rPr>
              <a:t>无穷小的乘积是无穷小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37968C-0F75-4808-9104-4C781DA16D9A}"/>
              </a:ext>
            </a:extLst>
          </p:cNvPr>
          <p:cNvSpPr/>
          <p:nvPr/>
        </p:nvSpPr>
        <p:spPr>
          <a:xfrm>
            <a:off x="827584" y="221171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注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AEA9C1-E829-4B22-BC72-F159BA7752EA}"/>
              </a:ext>
            </a:extLst>
          </p:cNvPr>
          <p:cNvSpPr/>
          <p:nvPr/>
        </p:nvSpPr>
        <p:spPr>
          <a:xfrm>
            <a:off x="1619672" y="2183302"/>
            <a:ext cx="5599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无穷多个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无穷小的乘积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不一定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是无穷小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98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9CB68E8-7854-4A7C-B968-5B65BB57DFF6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483518"/>
            <a:ext cx="3091284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1CF219D-CEAB-4FB4-BD6C-BA5829C14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944160"/>
              </p:ext>
            </p:extLst>
          </p:nvPr>
        </p:nvGraphicFramePr>
        <p:xfrm>
          <a:off x="1992263" y="395404"/>
          <a:ext cx="123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09" name="Equation" r:id="rId3" imgW="1231560" imgH="736560" progId="Equation.DSMT4">
                  <p:embed/>
                </p:oleObj>
              </mc:Choice>
              <mc:Fallback>
                <p:oleObj name="Equation" r:id="rId3" imgW="123156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36DCD046-CAAA-4CBA-9575-FEE5B4C795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263" y="395404"/>
                        <a:ext cx="1231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41D1CD4A-AE9A-43D7-9BD8-163A131C6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351221"/>
            <a:ext cx="6326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A3729AE-30D8-489C-80E0-03D5E838B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60999"/>
              </p:ext>
            </p:extLst>
          </p:nvPr>
        </p:nvGraphicFramePr>
        <p:xfrm>
          <a:off x="1533635" y="1475369"/>
          <a:ext cx="195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10" name="Equation" r:id="rId5" imgW="1955520" imgH="368280" progId="Equation.DSMT4">
                  <p:embed/>
                </p:oleObj>
              </mc:Choice>
              <mc:Fallback>
                <p:oleObj name="Equation" r:id="rId5" imgW="1955520" imgH="368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B88029E-B571-45AF-A624-96FF699D0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3635" y="1475369"/>
                        <a:ext cx="1955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177FE71-4C5A-40BE-9A07-9A348B1FA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085280"/>
              </p:ext>
            </p:extLst>
          </p:nvPr>
        </p:nvGraphicFramePr>
        <p:xfrm>
          <a:off x="3733347" y="1290673"/>
          <a:ext cx="127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11" name="Equation" r:id="rId7" imgW="1269720" imgH="736560" progId="Equation.DSMT4">
                  <p:embed/>
                </p:oleObj>
              </mc:Choice>
              <mc:Fallback>
                <p:oleObj name="Equation" r:id="rId7" imgW="126972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48DDC5A-A3F2-4951-9668-57B51231D2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33347" y="1290673"/>
                        <a:ext cx="1270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083518F7-3A90-4B75-A92B-242F9EA59041}"/>
              </a:ext>
            </a:extLst>
          </p:cNvPr>
          <p:cNvGrpSpPr/>
          <p:nvPr/>
        </p:nvGrpSpPr>
        <p:grpSpPr>
          <a:xfrm>
            <a:off x="5757831" y="321049"/>
            <a:ext cx="2716394" cy="1827330"/>
            <a:chOff x="5383998" y="528396"/>
            <a:chExt cx="3251880" cy="2331386"/>
          </a:xfrm>
        </p:grpSpPr>
        <p:graphicFrame>
          <p:nvGraphicFramePr>
            <p:cNvPr id="8" name="Object 3">
              <a:extLst>
                <a:ext uri="{FF2B5EF4-FFF2-40B4-BE49-F238E27FC236}">
                  <a16:creationId xmlns:a16="http://schemas.microsoft.com/office/drawing/2014/main" id="{1F3E42F6-2B34-43CD-9C9B-40F54EB1F1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065255"/>
                </p:ext>
              </p:extLst>
            </p:nvPr>
          </p:nvGraphicFramePr>
          <p:xfrm>
            <a:off x="5383998" y="773870"/>
            <a:ext cx="3251880" cy="208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12" name="BMP 图像" r:id="rId9" imgW="5419800" imgH="3476520" progId="Paint.Picture">
                    <p:embed/>
                  </p:oleObj>
                </mc:Choice>
                <mc:Fallback>
                  <p:oleObj name="BMP 图像" r:id="rId9" imgW="5419800" imgH="3476520" progId="Paint.Picture">
                    <p:embed/>
                    <p:pic>
                      <p:nvPicPr>
                        <p:cNvPr id="8" name="Object 3">
                          <a:extLst>
                            <a:ext uri="{FF2B5EF4-FFF2-40B4-BE49-F238E27FC236}">
                              <a16:creationId xmlns:a16="http://schemas.microsoft.com/office/drawing/2014/main" id="{234977C5-746D-41D5-9CBE-9FDFBDD48B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3998" y="773870"/>
                          <a:ext cx="3251880" cy="2085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4">
              <a:extLst>
                <a:ext uri="{FF2B5EF4-FFF2-40B4-BE49-F238E27FC236}">
                  <a16:creationId xmlns:a16="http://schemas.microsoft.com/office/drawing/2014/main" id="{8718E934-E803-4698-8390-9ADBD925F2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9591410"/>
                </p:ext>
              </p:extLst>
            </p:nvPr>
          </p:nvGraphicFramePr>
          <p:xfrm>
            <a:off x="7261613" y="1161889"/>
            <a:ext cx="893952" cy="589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13" name="Equation" r:id="rId11" imgW="1117440" imgH="736560" progId="Equation.DSMT4">
                    <p:embed/>
                  </p:oleObj>
                </mc:Choice>
                <mc:Fallback>
                  <p:oleObj name="Equation" r:id="rId11" imgW="1117440" imgH="736560" progId="Equation.DSMT4">
                    <p:embed/>
                    <p:pic>
                      <p:nvPicPr>
                        <p:cNvPr id="9" name="Object 4">
                          <a:extLst>
                            <a:ext uri="{FF2B5EF4-FFF2-40B4-BE49-F238E27FC236}">
                              <a16:creationId xmlns:a16="http://schemas.microsoft.com/office/drawing/2014/main" id="{54CFB1CB-9B59-48D7-AA70-02A2013264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1613" y="1161889"/>
                          <a:ext cx="893952" cy="589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418B375-24A6-4E39-A270-DB261E2EC763}"/>
                </a:ext>
              </a:extLst>
            </p:cNvPr>
            <p:cNvGrpSpPr/>
            <p:nvPr/>
          </p:nvGrpSpPr>
          <p:grpSpPr>
            <a:xfrm>
              <a:off x="5535353" y="528396"/>
              <a:ext cx="3100523" cy="2222724"/>
              <a:chOff x="6261209" y="2029999"/>
              <a:chExt cx="3100523" cy="2222724"/>
            </a:xfrm>
          </p:grpSpPr>
          <p:sp>
            <p:nvSpPr>
              <p:cNvPr id="11" name="Line 40">
                <a:extLst>
                  <a:ext uri="{FF2B5EF4-FFF2-40B4-BE49-F238E27FC236}">
                    <a16:creationId xmlns:a16="http://schemas.microsoft.com/office/drawing/2014/main" id="{23993FA2-41E7-4907-B0A3-C91F23549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61209" y="3344337"/>
                <a:ext cx="3100523" cy="12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sp>
            <p:nvSpPr>
              <p:cNvPr id="12" name="Line 35">
                <a:extLst>
                  <a:ext uri="{FF2B5EF4-FFF2-40B4-BE49-F238E27FC236}">
                    <a16:creationId xmlns:a16="http://schemas.microsoft.com/office/drawing/2014/main" id="{F5594A95-26ED-4C34-A1BF-56D16EA8B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06218" y="2029999"/>
                <a:ext cx="0" cy="22227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/>
                <a:tailEnd type="none" w="med" len="lg"/>
              </a:ln>
            </p:spPr>
            <p:txBody>
              <a:bodyPr/>
              <a:lstStyle/>
              <a:p>
                <a:endParaRPr lang="zh-CN" altLang="en-US" sz="2400" b="1">
                  <a:latin typeface="+mn-ea"/>
                </a:endParaRPr>
              </a:p>
            </p:txBody>
          </p:sp>
          <p:graphicFrame>
            <p:nvGraphicFramePr>
              <p:cNvPr id="13" name="Object 36">
                <a:extLst>
                  <a:ext uri="{FF2B5EF4-FFF2-40B4-BE49-F238E27FC236}">
                    <a16:creationId xmlns:a16="http://schemas.microsoft.com/office/drawing/2014/main" id="{E0D4382A-3CD5-4D45-9021-5973AE8CE7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2167059"/>
                  </p:ext>
                </p:extLst>
              </p:nvPr>
            </p:nvGraphicFramePr>
            <p:xfrm>
              <a:off x="7501551" y="3368222"/>
              <a:ext cx="203040" cy="223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014" name="Equation" r:id="rId13" imgW="253800" imgH="279360" progId="Equation.DSMT4">
                      <p:embed/>
                    </p:oleObj>
                  </mc:Choice>
                  <mc:Fallback>
                    <p:oleObj name="Equation" r:id="rId13" imgW="253800" imgH="279360" progId="Equation.DSMT4">
                      <p:embed/>
                      <p:pic>
                        <p:nvPicPr>
                          <p:cNvPr id="13" name="Object 36">
                            <a:extLst>
                              <a:ext uri="{FF2B5EF4-FFF2-40B4-BE49-F238E27FC236}">
                                <a16:creationId xmlns:a16="http://schemas.microsoft.com/office/drawing/2014/main" id="{6E8734D8-8857-4000-B431-29B05FFE0D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3368222"/>
                            <a:ext cx="203040" cy="2234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37">
                <a:extLst>
                  <a:ext uri="{FF2B5EF4-FFF2-40B4-BE49-F238E27FC236}">
                    <a16:creationId xmlns:a16="http://schemas.microsoft.com/office/drawing/2014/main" id="{1CD3D118-4B90-420A-AE7B-92E9F6F405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7027214"/>
                  </p:ext>
                </p:extLst>
              </p:nvPr>
            </p:nvGraphicFramePr>
            <p:xfrm>
              <a:off x="9165071" y="3430301"/>
              <a:ext cx="152352" cy="162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015" name="Equation" r:id="rId15" imgW="190440" imgH="203040" progId="Equation.DSMT4">
                      <p:embed/>
                    </p:oleObj>
                  </mc:Choice>
                  <mc:Fallback>
                    <p:oleObj name="Equation" r:id="rId15" imgW="190440" imgH="203040" progId="Equation.DSMT4">
                      <p:embed/>
                      <p:pic>
                        <p:nvPicPr>
                          <p:cNvPr id="14" name="Object 37">
                            <a:extLst>
                              <a:ext uri="{FF2B5EF4-FFF2-40B4-BE49-F238E27FC236}">
                                <a16:creationId xmlns:a16="http://schemas.microsoft.com/office/drawing/2014/main" id="{BB2BAB4D-199A-45A5-90F2-44F46FAE59F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65071" y="3430301"/>
                            <a:ext cx="152352" cy="162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38">
                <a:extLst>
                  <a:ext uri="{FF2B5EF4-FFF2-40B4-BE49-F238E27FC236}">
                    <a16:creationId xmlns:a16="http://schemas.microsoft.com/office/drawing/2014/main" id="{AF037881-1631-441B-959C-957B5B241C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0383263"/>
                  </p:ext>
                </p:extLst>
              </p:nvPr>
            </p:nvGraphicFramePr>
            <p:xfrm>
              <a:off x="7501551" y="2079893"/>
              <a:ext cx="171450" cy="212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016" name="Equation" r:id="rId17" imgW="215640" imgH="266400" progId="Equation.DSMT4">
                      <p:embed/>
                    </p:oleObj>
                  </mc:Choice>
                  <mc:Fallback>
                    <p:oleObj name="Equation" r:id="rId17" imgW="215640" imgH="266400" progId="Equation.DSMT4">
                      <p:embed/>
                      <p:pic>
                        <p:nvPicPr>
                          <p:cNvPr id="15" name="Object 38">
                            <a:extLst>
                              <a:ext uri="{FF2B5EF4-FFF2-40B4-BE49-F238E27FC236}">
                                <a16:creationId xmlns:a16="http://schemas.microsoft.com/office/drawing/2014/main" id="{2D5C7EA2-F3D9-45B1-8FA5-6716A5B50D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1551" y="2079893"/>
                            <a:ext cx="171450" cy="212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6" name="Rectangle 2">
            <a:extLst>
              <a:ext uri="{FF2B5EF4-FFF2-40B4-BE49-F238E27FC236}">
                <a16:creationId xmlns:a16="http://schemas.microsoft.com/office/drawing/2014/main" id="{B62278EC-0A09-474D-85C9-C7BE5EA12F15}"/>
              </a:ext>
            </a:extLst>
          </p:cNvPr>
          <p:cNvSpPr txBox="1">
            <a:spLocks noChangeArrowheads="1"/>
          </p:cNvSpPr>
          <p:nvPr/>
        </p:nvSpPr>
        <p:spPr>
          <a:xfrm>
            <a:off x="343843" y="2315305"/>
            <a:ext cx="5276899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有界函数与无穷小的乘积是无穷小，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0067EF98-9E7B-43B8-B857-D57AC4A0C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983" y="2296274"/>
            <a:ext cx="18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于是可知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DBE8F75-7097-46C4-9EB6-24E0B8F00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305607"/>
              </p:ext>
            </p:extLst>
          </p:nvPr>
        </p:nvGraphicFramePr>
        <p:xfrm>
          <a:off x="6643114" y="2176461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17" name="Equation" r:id="rId19" imgW="1638000" imgH="736560" progId="Equation.DSMT4">
                  <p:embed/>
                </p:oleObj>
              </mc:Choice>
              <mc:Fallback>
                <p:oleObj name="Equation" r:id="rId19" imgW="1638000" imgH="7365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43114" y="2176461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78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6" grpId="0"/>
      <p:bldP spid="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B3D9DA8-2C6F-4119-A26B-76B33044D9F7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235697"/>
            <a:ext cx="1224136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32BE76A-B22E-4495-83CE-A8A8E18E3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671075"/>
              </p:ext>
            </p:extLst>
          </p:nvPr>
        </p:nvGraphicFramePr>
        <p:xfrm>
          <a:off x="1835696" y="102347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77" name="Equation" r:id="rId3" imgW="2489040" imgH="736560" progId="Equation.DSMT4">
                  <p:embed/>
                </p:oleObj>
              </mc:Choice>
              <mc:Fallback>
                <p:oleObj name="Equation" r:id="rId3" imgW="248904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81CF219D-CEAB-4FB4-BD6C-BA5829C14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02347"/>
                        <a:ext cx="2489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013346FE-71A0-45E6-9033-D3EE9B3A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95" y="1059582"/>
            <a:ext cx="6326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25BD34F-48E5-4B11-A4D8-BA96AF5EC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666744"/>
              </p:ext>
            </p:extLst>
          </p:nvPr>
        </p:nvGraphicFramePr>
        <p:xfrm>
          <a:off x="1475656" y="1131590"/>
          <a:ext cx="2209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78" name="Equation" r:id="rId5" imgW="2209680" imgH="533160" progId="Equation.DSMT4">
                  <p:embed/>
                </p:oleObj>
              </mc:Choice>
              <mc:Fallback>
                <p:oleObj name="Equation" r:id="rId5" imgW="22096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1131590"/>
                        <a:ext cx="22098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7A94234-5DD8-4F5E-9C8E-7D771EAF3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927417"/>
              </p:ext>
            </p:extLst>
          </p:nvPr>
        </p:nvGraphicFramePr>
        <p:xfrm>
          <a:off x="4067944" y="991890"/>
          <a:ext cx="124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79" name="Equation" r:id="rId7" imgW="1244520" imgH="812520" progId="Equation.DSMT4">
                  <p:embed/>
                </p:oleObj>
              </mc:Choice>
              <mc:Fallback>
                <p:oleObj name="Equation" r:id="rId7" imgW="1244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944" y="991890"/>
                        <a:ext cx="1244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D597D8F-37D8-4B77-A8F7-150EB3F2234A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301768"/>
            <a:ext cx="5276899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有界函数与无穷小的乘积是无穷小，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F8783D2-FF38-4557-A94D-72032363E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700" y="2282737"/>
            <a:ext cx="18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于是可知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2B84BD-D6BE-4948-BC4D-EE21DD366C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612360"/>
              </p:ext>
            </p:extLst>
          </p:nvPr>
        </p:nvGraphicFramePr>
        <p:xfrm>
          <a:off x="3105150" y="3102276"/>
          <a:ext cx="293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80" name="Equation" r:id="rId9" imgW="2933640" imgH="736560" progId="Equation.DSMT4">
                  <p:embed/>
                </p:oleObj>
              </mc:Choice>
              <mc:Fallback>
                <p:oleObj name="Equation" r:id="rId9" imgW="2933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05150" y="3102276"/>
                        <a:ext cx="2933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799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141DE28-F904-40B4-9EE1-B1E0ABC3FC7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235697"/>
            <a:ext cx="1224136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B4B53D0-4B4A-4257-A08F-3421CF18D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080712"/>
              </p:ext>
            </p:extLst>
          </p:nvPr>
        </p:nvGraphicFramePr>
        <p:xfrm>
          <a:off x="1835696" y="244499"/>
          <a:ext cx="3098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6" name="Equation" r:id="rId3" imgW="3098520" imgH="545760" progId="Equation.DSMT4">
                  <p:embed/>
                </p:oleObj>
              </mc:Choice>
              <mc:Fallback>
                <p:oleObj name="Equation" r:id="rId3" imgW="309852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244499"/>
                        <a:ext cx="30988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5E51FFEB-47B4-45E2-B648-2A1C8853B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48" y="1059582"/>
            <a:ext cx="6326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F477BFB-CD16-409F-A043-AAAA2219B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384462"/>
              </p:ext>
            </p:extLst>
          </p:nvPr>
        </p:nvGraphicFramePr>
        <p:xfrm>
          <a:off x="1367644" y="896714"/>
          <a:ext cx="6845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7" name="Equation" r:id="rId5" imgW="6845040" imgH="787320" progId="Equation.DSMT4">
                  <p:embed/>
                </p:oleObj>
              </mc:Choice>
              <mc:Fallback>
                <p:oleObj name="Equation" r:id="rId5" imgW="68450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7644" y="896714"/>
                        <a:ext cx="6845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E9E284C-4925-4271-A163-E1D43F7D5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641779"/>
              </p:ext>
            </p:extLst>
          </p:nvPr>
        </p:nvGraphicFramePr>
        <p:xfrm>
          <a:off x="3707904" y="1790229"/>
          <a:ext cx="4965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8" name="Equation" r:id="rId7" imgW="4965480" imgH="876240" progId="Equation.DSMT4">
                  <p:embed/>
                </p:oleObj>
              </mc:Choice>
              <mc:Fallback>
                <p:oleObj name="Equation" r:id="rId7" imgW="49654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07904" y="1790229"/>
                        <a:ext cx="4965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801D469E-CE19-430A-8834-2C0A3965E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31790"/>
            <a:ext cx="6326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而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BED76DB-E822-4CD2-BB16-0CD46E119C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230558"/>
              </p:ext>
            </p:extLst>
          </p:nvPr>
        </p:nvGraphicFramePr>
        <p:xfrm>
          <a:off x="1367644" y="2792391"/>
          <a:ext cx="2870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9" name="Equation" r:id="rId9" imgW="2869920" imgH="939600" progId="Equation.DSMT4">
                  <p:embed/>
                </p:oleObj>
              </mc:Choice>
              <mc:Fallback>
                <p:oleObj name="Equation" r:id="rId9" imgW="2869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67644" y="2792391"/>
                        <a:ext cx="28702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9CE20AD-7350-46E8-8F7A-610CBEADE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889262"/>
              </p:ext>
            </p:extLst>
          </p:nvPr>
        </p:nvGraphicFramePr>
        <p:xfrm>
          <a:off x="4644008" y="2792391"/>
          <a:ext cx="3327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10" name="Equation" r:id="rId11" imgW="3327120" imgH="812520" progId="Equation.DSMT4">
                  <p:embed/>
                </p:oleObj>
              </mc:Choice>
              <mc:Fallback>
                <p:oleObj name="Equation" r:id="rId11" imgW="3327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4008" y="2792391"/>
                        <a:ext cx="3327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F22419EA-F4B0-468E-8F89-7D8A12CB3D15}"/>
              </a:ext>
            </a:extLst>
          </p:cNvPr>
          <p:cNvSpPr txBox="1">
            <a:spLocks noChangeArrowheads="1"/>
          </p:cNvSpPr>
          <p:nvPr/>
        </p:nvSpPr>
        <p:spPr>
          <a:xfrm>
            <a:off x="596387" y="3767396"/>
            <a:ext cx="5276899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有界函数与无穷小的乘积是无穷小，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7DF5677-D3BB-4DF6-BD34-44C2A6EAD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527" y="3748365"/>
            <a:ext cx="18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于是可知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7F33A27-B657-453B-9C7B-09C117DEF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535933"/>
              </p:ext>
            </p:extLst>
          </p:nvPr>
        </p:nvGraphicFramePr>
        <p:xfrm>
          <a:off x="2555776" y="4365857"/>
          <a:ext cx="3556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11" name="Equation" r:id="rId13" imgW="3555720" imgH="545760" progId="Equation.DSMT4">
                  <p:embed/>
                </p:oleObj>
              </mc:Choice>
              <mc:Fallback>
                <p:oleObj name="Equation" r:id="rId13" imgW="355572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5776" y="4365857"/>
                        <a:ext cx="35560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997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">
            <a:extLst>
              <a:ext uri="{FF2B5EF4-FFF2-40B4-BE49-F238E27FC236}">
                <a16:creationId xmlns:a16="http://schemas.microsoft.com/office/drawing/2014/main" id="{8CF4D69F-83D0-4B59-BB74-2A94BEFFC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40" y="77014"/>
            <a:ext cx="41506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无穷小与函数极限的关系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A3C66C1-996A-4D02-8EC2-5EA972EE9FE5}"/>
              </a:ext>
            </a:extLst>
          </p:cNvPr>
          <p:cNvSpPr txBox="1">
            <a:spLocks noChangeArrowheads="1"/>
          </p:cNvSpPr>
          <p:nvPr/>
        </p:nvSpPr>
        <p:spPr>
          <a:xfrm>
            <a:off x="1066326" y="550622"/>
            <a:ext cx="1283072" cy="43204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定理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036D957-C96E-45EE-87E3-B15A8A43F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276642"/>
              </p:ext>
            </p:extLst>
          </p:nvPr>
        </p:nvGraphicFramePr>
        <p:xfrm>
          <a:off x="2070482" y="612049"/>
          <a:ext cx="415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48" name="Equation" r:id="rId3" imgW="4152600" imgH="520560" progId="Equation.DSMT4">
                  <p:embed/>
                </p:oleObj>
              </mc:Choice>
              <mc:Fallback>
                <p:oleObj name="Equation" r:id="rId3" imgW="4152600" imgH="52056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482" y="612049"/>
                        <a:ext cx="4152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56727B1E-3DEB-4D98-AB5E-CB4558EF45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353165"/>
              </p:ext>
            </p:extLst>
          </p:nvPr>
        </p:nvGraphicFramePr>
        <p:xfrm>
          <a:off x="558314" y="1174861"/>
          <a:ext cx="292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49" name="Equation" r:id="rId5" imgW="2920680" imgH="393480" progId="Equation.DSMT4">
                  <p:embed/>
                </p:oleObj>
              </mc:Choice>
              <mc:Fallback>
                <p:oleObj name="Equation" r:id="rId5" imgW="2920680" imgH="393480" progId="Equation.DSMT4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14" y="1174861"/>
                        <a:ext cx="2921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5547D7A-E5F3-4ABF-9976-D5E49329C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085950"/>
              </p:ext>
            </p:extLst>
          </p:nvPr>
        </p:nvGraphicFramePr>
        <p:xfrm>
          <a:off x="6318954" y="596168"/>
          <a:ext cx="161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0" name="Equation" r:id="rId7" imgW="1612800" imgH="380880" progId="Equation.DSMT4">
                  <p:embed/>
                </p:oleObj>
              </mc:Choice>
              <mc:Fallback>
                <p:oleObj name="Equation" r:id="rId7" imgW="1612800" imgH="3808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8954" y="596168"/>
                        <a:ext cx="1612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23730C46-58F5-4A0C-8C5E-4AD5A4CC9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114" y="1678917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073C58A-FA8B-4486-8310-B281D5408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16266"/>
              </p:ext>
            </p:extLst>
          </p:nvPr>
        </p:nvGraphicFramePr>
        <p:xfrm>
          <a:off x="1636066" y="1739590"/>
          <a:ext cx="294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1" name="Equation" r:id="rId9" imgW="2946240" imgH="380880" progId="Equation.DSMT4">
                  <p:embed/>
                </p:oleObj>
              </mc:Choice>
              <mc:Fallback>
                <p:oleObj name="Equation" r:id="rId9" imgW="2946240" imgH="3808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6066" y="1739590"/>
                        <a:ext cx="294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C42C2FB-96A6-44E6-BEB6-53E9C3477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302105"/>
              </p:ext>
            </p:extLst>
          </p:nvPr>
        </p:nvGraphicFramePr>
        <p:xfrm>
          <a:off x="1716088" y="2281238"/>
          <a:ext cx="173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2" name="Equation" r:id="rId11" imgW="1739880" imgH="520560" progId="Equation.DSMT4">
                  <p:embed/>
                </p:oleObj>
              </mc:Choice>
              <mc:Fallback>
                <p:oleObj name="Equation" r:id="rId11" imgW="1739880" imgH="5205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6088" y="2281238"/>
                        <a:ext cx="1739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02F5BA97-CBAE-48D6-924F-8AC0CCEAF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788029"/>
              </p:ext>
            </p:extLst>
          </p:nvPr>
        </p:nvGraphicFramePr>
        <p:xfrm>
          <a:off x="2718082" y="2862856"/>
          <a:ext cx="9652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3" name="Equation" r:id="rId13" imgW="965160" imgH="342720" progId="Equation.DSMT4">
                  <p:embed/>
                </p:oleObj>
              </mc:Choice>
              <mc:Fallback>
                <p:oleObj name="Equation" r:id="rId13" imgW="965160" imgH="342720" progId="Equation.DSMT4">
                  <p:embed/>
                  <p:pic>
                    <p:nvPicPr>
                      <p:cNvPr id="16" name="Object 21">
                        <a:extLst>
                          <a:ext uri="{FF2B5EF4-FFF2-40B4-BE49-F238E27FC236}">
                            <a16:creationId xmlns:a16="http://schemas.microsoft.com/office/drawing/2014/main" id="{37029BC1-3791-44FF-951A-712BB5C8D7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082" y="2862856"/>
                        <a:ext cx="9652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59282D78-51F2-4EF5-A5CB-A76ABABD5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378133"/>
              </p:ext>
            </p:extLst>
          </p:nvPr>
        </p:nvGraphicFramePr>
        <p:xfrm>
          <a:off x="3818418" y="2830351"/>
          <a:ext cx="487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4" name="Equation" r:id="rId15" imgW="4876560" imgH="393480" progId="Equation.DSMT4">
                  <p:embed/>
                </p:oleObj>
              </mc:Choice>
              <mc:Fallback>
                <p:oleObj name="Equation" r:id="rId15" imgW="4876560" imgH="393480" progId="Equation.DSMT4">
                  <p:embed/>
                  <p:pic>
                    <p:nvPicPr>
                      <p:cNvPr id="17" name="Object 32">
                        <a:extLst>
                          <a:ext uri="{FF2B5EF4-FFF2-40B4-BE49-F238E27FC236}">
                            <a16:creationId xmlns:a16="http://schemas.microsoft.com/office/drawing/2014/main" id="{99904650-5527-4692-ABC6-2F687C0592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418" y="2830351"/>
                        <a:ext cx="4876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495B8E7-9599-4A4D-B579-97FAF0198C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581833"/>
              </p:ext>
            </p:extLst>
          </p:nvPr>
        </p:nvGraphicFramePr>
        <p:xfrm>
          <a:off x="1213628" y="3534481"/>
          <a:ext cx="267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5" name="Equation" r:id="rId17" imgW="2679480" imgH="520560" progId="Equation.DSMT4">
                  <p:embed/>
                </p:oleObj>
              </mc:Choice>
              <mc:Fallback>
                <p:oleObj name="Equation" r:id="rId17" imgW="2679480" imgH="52056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3628" y="3534481"/>
                        <a:ext cx="26797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92A0938-EEC1-4650-94D7-2943EE11E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212438"/>
              </p:ext>
            </p:extLst>
          </p:nvPr>
        </p:nvGraphicFramePr>
        <p:xfrm>
          <a:off x="4121730" y="3534481"/>
          <a:ext cx="1981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6" name="Equation" r:id="rId19" imgW="1981080" imgH="520560" progId="Equation.DSMT4">
                  <p:embed/>
                </p:oleObj>
              </mc:Choice>
              <mc:Fallback>
                <p:oleObj name="Equation" r:id="rId19" imgW="1981080" imgH="5205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21730" y="3534481"/>
                        <a:ext cx="1981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4">
            <a:extLst>
              <a:ext uri="{FF2B5EF4-FFF2-40B4-BE49-F238E27FC236}">
                <a16:creationId xmlns:a16="http://schemas.microsoft.com/office/drawing/2014/main" id="{93ED1120-9E36-4AA8-B625-B126A76C9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378" y="4263529"/>
            <a:ext cx="741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 </a:t>
            </a:r>
            <a:r>
              <a:rPr kumimoji="1" lang="zh-CN" altLang="en-US" sz="2400" b="1" dirty="0">
                <a:latin typeface="+mn-ea"/>
                <a:ea typeface="+mn-ea"/>
              </a:rPr>
              <a:t>将一般极限问题转化为特殊极限问题</a:t>
            </a:r>
            <a:r>
              <a:rPr kumimoji="1" lang="en-US" altLang="zh-CN" sz="2400" b="1" dirty="0"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latin typeface="+mn-ea"/>
                <a:ea typeface="+mn-ea"/>
              </a:rPr>
              <a:t>无穷小</a:t>
            </a:r>
            <a:r>
              <a:rPr kumimoji="1" lang="en-US" altLang="zh-CN" sz="2400" b="1" dirty="0">
                <a:latin typeface="+mn-ea"/>
                <a:ea typeface="+mn-ea"/>
              </a:rPr>
              <a:t>).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1FA8E39-36F8-4316-9356-9DAFA6629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33127"/>
              </p:ext>
            </p:extLst>
          </p:nvPr>
        </p:nvGraphicFramePr>
        <p:xfrm>
          <a:off x="1092114" y="2838169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57" name="Equation" r:id="rId21" imgW="1485720" imgH="342720" progId="Equation.DSMT4">
                  <p:embed/>
                </p:oleObj>
              </mc:Choice>
              <mc:Fallback>
                <p:oleObj name="Equation" r:id="rId21" imgW="148572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B69F4E7-9BDD-407E-8023-7AA46F4B7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92114" y="2838169"/>
                        <a:ext cx="1485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3CC70F0F-29DF-4254-A616-5AE80864CAF1}"/>
              </a:ext>
            </a:extLst>
          </p:cNvPr>
          <p:cNvSpPr/>
          <p:nvPr/>
        </p:nvSpPr>
        <p:spPr>
          <a:xfrm>
            <a:off x="620361" y="542960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03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 autoUpdateAnimBg="0"/>
      <p:bldP spid="14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8ED288-5E6F-4712-9560-7A83DB66B19A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95486"/>
            <a:ext cx="8136904" cy="469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利用函数极限与无穷小的关系证明函数极限的四则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50AE8-4F3F-4BEF-9F6F-5296266806A5}"/>
              </a:ext>
            </a:extLst>
          </p:cNvPr>
          <p:cNvSpPr/>
          <p:nvPr/>
        </p:nvSpPr>
        <p:spPr>
          <a:xfrm>
            <a:off x="251520" y="843558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运算法则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257D5AE-38C5-4AC5-AFC2-7CA967157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388" y="132375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则有</a:t>
            </a:r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FE33FA15-0627-44B6-835B-6B4C7D292BC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755576" y="1323755"/>
            <a:ext cx="177472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法则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3F05D25A-023B-43AF-8DC5-DCDA17F47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485645"/>
              </p:ext>
            </p:extLst>
          </p:nvPr>
        </p:nvGraphicFramePr>
        <p:xfrm>
          <a:off x="1756183" y="2083762"/>
          <a:ext cx="58531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6" name="Equation" r:id="rId3" imgW="5854680" imgH="342720" progId="Equation.DSMT4">
                  <p:embed/>
                </p:oleObj>
              </mc:Choice>
              <mc:Fallback>
                <p:oleObj name="Equation" r:id="rId3" imgW="5854680" imgH="34272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6183" y="2083762"/>
                        <a:ext cx="58531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C2FAA9CB-86EA-4A48-8A5D-C5E32084C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96524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(1)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D56FC24F-F25C-4156-9FA2-D68624BA6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38391"/>
              </p:ext>
            </p:extLst>
          </p:nvPr>
        </p:nvGraphicFramePr>
        <p:xfrm>
          <a:off x="1763688" y="2774470"/>
          <a:ext cx="541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7" name="Equation" r:id="rId5" imgW="5410080" imgH="342720" progId="Equation.DSMT4">
                  <p:embed/>
                </p:oleObj>
              </mc:Choice>
              <mc:Fallback>
                <p:oleObj name="Equation" r:id="rId5" imgW="5410080" imgH="34272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74470"/>
                        <a:ext cx="541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4D863AE5-2264-4143-9DDA-1BA1199FE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416334"/>
              </p:ext>
            </p:extLst>
          </p:nvPr>
        </p:nvGraphicFramePr>
        <p:xfrm>
          <a:off x="2037644" y="1444403"/>
          <a:ext cx="1701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8" name="Equation" r:id="rId7" imgW="1701720" imgH="342720" progId="Equation.DSMT4">
                  <p:embed/>
                </p:oleObj>
              </mc:Choice>
              <mc:Fallback>
                <p:oleObj name="Equation" r:id="rId7" imgW="1701720" imgH="34272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644" y="1444403"/>
                        <a:ext cx="17018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4ADFF53-33F8-47A0-887B-6134976B0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06417"/>
              </p:ext>
            </p:extLst>
          </p:nvPr>
        </p:nvGraphicFramePr>
        <p:xfrm>
          <a:off x="3909988" y="1438849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9" name="Equation" r:id="rId9" imgW="1676160" imgH="342720" progId="Equation.DSMT4">
                  <p:embed/>
                </p:oleObj>
              </mc:Choice>
              <mc:Fallback>
                <p:oleObj name="Equation" r:id="rId9" imgW="1676160" imgH="34272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988" y="1438849"/>
                        <a:ext cx="1676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>
            <a:extLst>
              <a:ext uri="{FF2B5EF4-FFF2-40B4-BE49-F238E27FC236}">
                <a16:creationId xmlns:a16="http://schemas.microsoft.com/office/drawing/2014/main" id="{297D51C3-3860-487B-88FD-6773F6FD8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970" y="265570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(2)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2D73994-C886-4B3E-9E63-AD1163F0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362766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(3)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9B7C2BC7-5310-4648-B498-807D75FC6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817076"/>
              </p:ext>
            </p:extLst>
          </p:nvPr>
        </p:nvGraphicFramePr>
        <p:xfrm>
          <a:off x="1765378" y="4053474"/>
          <a:ext cx="316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0" name="Equation" r:id="rId11" imgW="3162240" imgH="787320" progId="Equation.DSMT4">
                  <p:embed/>
                </p:oleObj>
              </mc:Choice>
              <mc:Fallback>
                <p:oleObj name="Equation" r:id="rId11" imgW="3162240" imgH="787320" progId="Equation.DSMT4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78" y="4053474"/>
                        <a:ext cx="3162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3F83ECE-8D7A-436C-A659-E93A24FDC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342057"/>
              </p:ext>
            </p:extLst>
          </p:nvPr>
        </p:nvGraphicFramePr>
        <p:xfrm>
          <a:off x="1756183" y="3449562"/>
          <a:ext cx="229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1" name="Equation" r:id="rId13" imgW="2298600" imgH="342720" progId="Equation.DSMT4">
                  <p:embed/>
                </p:oleObj>
              </mc:Choice>
              <mc:Fallback>
                <p:oleObj name="Equation" r:id="rId13" imgW="2298600" imgH="34272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56183" y="3449562"/>
                        <a:ext cx="229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9ABEAB-E8FB-40BF-8A13-93DCFF8EEC76}"/>
              </a:ext>
            </a:extLst>
          </p:cNvPr>
          <p:cNvCxnSpPr/>
          <p:nvPr/>
        </p:nvCxnSpPr>
        <p:spPr>
          <a:xfrm>
            <a:off x="1835696" y="1780955"/>
            <a:ext cx="36724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63C70FAE-0FEE-4612-93D3-A804EFB0118C}"/>
              </a:ext>
            </a:extLst>
          </p:cNvPr>
          <p:cNvSpPr>
            <a:spLocks noChangeAspect="1"/>
          </p:cNvSpPr>
          <p:nvPr/>
        </p:nvSpPr>
        <p:spPr>
          <a:xfrm>
            <a:off x="2771800" y="3315520"/>
            <a:ext cx="648000" cy="648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7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1" grpId="0"/>
      <p:bldP spid="12" grpId="0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D7E89FBB-6786-4366-B72F-2A446B34D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95486"/>
            <a:ext cx="15047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因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8ACC28FC-7625-4D30-B386-DC6CCDF25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055" y="824832"/>
            <a:ext cx="100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063ED4BA-AB12-4DD8-B381-69C0A394A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264357"/>
              </p:ext>
            </p:extLst>
          </p:nvPr>
        </p:nvGraphicFramePr>
        <p:xfrm>
          <a:off x="4971953" y="915802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86" name="Equation" r:id="rId3" imgW="647640" imgH="342720" progId="Equation.DSMT4">
                  <p:embed/>
                </p:oleObj>
              </mc:Choice>
              <mc:Fallback>
                <p:oleObj name="Equation" r:id="rId3" imgW="647640" imgH="342720" progId="Equation.DSMT4">
                  <p:embed/>
                  <p:pic>
                    <p:nvPicPr>
                      <p:cNvPr id="5" name="Object 14">
                        <a:extLst>
                          <a:ext uri="{FF2B5EF4-FFF2-40B4-BE49-F238E27FC236}">
                            <a16:creationId xmlns:a16="http://schemas.microsoft.com/office/drawing/2014/main" id="{7E114EBA-592D-46F5-A21D-80EDDB28D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953" y="915802"/>
                        <a:ext cx="647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">
            <a:extLst>
              <a:ext uri="{FF2B5EF4-FFF2-40B4-BE49-F238E27FC236}">
                <a16:creationId xmlns:a16="http://schemas.microsoft.com/office/drawing/2014/main" id="{E88946DF-5544-454B-8C8E-128D11C4F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836" y="810818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为无穷小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) </a:t>
            </a: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B15BDB55-78F4-4636-B9E5-AB89DBF5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06" y="2078585"/>
            <a:ext cx="9115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此时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CFF8C43E-8842-4C26-8A5F-35941ABEA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658" y="2078585"/>
            <a:ext cx="1943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是无穷小，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0546AB90-66EF-4120-AC95-48511894A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03740"/>
              </p:ext>
            </p:extLst>
          </p:nvPr>
        </p:nvGraphicFramePr>
        <p:xfrm>
          <a:off x="373804" y="935938"/>
          <a:ext cx="17399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87" name="Equation" r:id="rId5" imgW="1739880" imgH="342720" progId="Equation.DSMT4">
                  <p:embed/>
                </p:oleObj>
              </mc:Choice>
              <mc:Fallback>
                <p:oleObj name="Equation" r:id="rId5" imgW="1739880" imgH="342720" progId="Equation.DSMT4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04" y="935938"/>
                        <a:ext cx="17399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5C9BC709-E882-40FC-A0C7-F235E45FA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911313"/>
              </p:ext>
            </p:extLst>
          </p:nvPr>
        </p:nvGraphicFramePr>
        <p:xfrm>
          <a:off x="2293457" y="912000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88" name="Equation" r:id="rId7" imgW="1726920" imgH="342720" progId="Equation.DSMT4">
                  <p:embed/>
                </p:oleObj>
              </mc:Choice>
              <mc:Fallback>
                <p:oleObj name="Equation" r:id="rId7" imgW="1726920" imgH="342720" progId="Equation.DSMT4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457" y="912000"/>
                        <a:ext cx="1727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E250D51-981D-4404-A57E-694A11F7B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355086"/>
              </p:ext>
            </p:extLst>
          </p:nvPr>
        </p:nvGraphicFramePr>
        <p:xfrm>
          <a:off x="1592700" y="1500623"/>
          <a:ext cx="39243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89" name="Equation" r:id="rId9" imgW="3924000" imgH="342720" progId="Equation.DSMT4">
                  <p:embed/>
                </p:oleObj>
              </mc:Choice>
              <mc:Fallback>
                <p:oleObj name="Equation" r:id="rId9" imgW="3924000" imgH="342720" progId="Equation.DSMT4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700" y="1500623"/>
                        <a:ext cx="392430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BAF30765-F3BC-4C78-A122-DC1A763795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4187175"/>
              </p:ext>
            </p:extLst>
          </p:nvPr>
        </p:nvGraphicFramePr>
        <p:xfrm>
          <a:off x="1592700" y="2894093"/>
          <a:ext cx="54608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0" name="Equation" r:id="rId11" imgW="5460840" imgH="342720" progId="Equation.DSMT4">
                  <p:embed/>
                </p:oleObj>
              </mc:Choice>
              <mc:Fallback>
                <p:oleObj name="Equation" r:id="rId11" imgW="5460840" imgH="342720" progId="Equation.DSMT4">
                  <p:embed/>
                  <p:pic>
                    <p:nvPicPr>
                      <p:cNvPr id="17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700" y="2894093"/>
                        <a:ext cx="546084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2B68580D-1467-4BD6-A6C2-694CDD67B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502146"/>
              </p:ext>
            </p:extLst>
          </p:nvPr>
        </p:nvGraphicFramePr>
        <p:xfrm>
          <a:off x="1109902" y="2192616"/>
          <a:ext cx="72360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1" name="Equation" r:id="rId13" imgW="723600" imgH="330120" progId="Equation.DSMT4">
                  <p:embed/>
                </p:oleObj>
              </mc:Choice>
              <mc:Fallback>
                <p:oleObj name="Equation" r:id="rId13" imgW="723600" imgH="33012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902" y="2192616"/>
                        <a:ext cx="72360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DE5FD750-B2BA-4229-A1E9-202F1E15AC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405829"/>
              </p:ext>
            </p:extLst>
          </p:nvPr>
        </p:nvGraphicFramePr>
        <p:xfrm>
          <a:off x="1104560" y="4127823"/>
          <a:ext cx="179070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2" name="Equation" r:id="rId15" imgW="1790640" imgH="330120" progId="Equation.DSMT4">
                  <p:embed/>
                </p:oleObj>
              </mc:Choice>
              <mc:Fallback>
                <p:oleObj name="Equation" r:id="rId15" imgW="1790640" imgH="330120" progId="Equation.DSMT4">
                  <p:embed/>
                  <p:pic>
                    <p:nvPicPr>
                      <p:cNvPr id="20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560" y="4127823"/>
                        <a:ext cx="179070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1">
            <a:extLst>
              <a:ext uri="{FF2B5EF4-FFF2-40B4-BE49-F238E27FC236}">
                <a16:creationId xmlns:a16="http://schemas.microsoft.com/office/drawing/2014/main" id="{62F988F4-680E-4020-858D-E01E8AFFA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260" y="3993184"/>
            <a:ext cx="2076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都是无穷小，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A391A2F-D24A-4684-9868-B3BAED308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5710" y="19591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则有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32F96CE7-1460-4E60-BE9A-052BF25CDD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34226"/>
              </p:ext>
            </p:extLst>
          </p:nvPr>
        </p:nvGraphicFramePr>
        <p:xfrm>
          <a:off x="1853050" y="311800"/>
          <a:ext cx="1701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3" name="Equation" r:id="rId17" imgW="1701720" imgH="342720" progId="Equation.DSMT4">
                  <p:embed/>
                </p:oleObj>
              </mc:Choice>
              <mc:Fallback>
                <p:oleObj name="Equation" r:id="rId17" imgW="1701720" imgH="342720" progId="Equation.DSMT4">
                  <p:embed/>
                  <p:pic>
                    <p:nvPicPr>
                      <p:cNvPr id="24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050" y="311800"/>
                        <a:ext cx="17018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9AA73BB0-8FA5-46E4-B412-E9320BC38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404909"/>
              </p:ext>
            </p:extLst>
          </p:nvPr>
        </p:nvGraphicFramePr>
        <p:xfrm>
          <a:off x="3639310" y="311006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4" name="Equation" r:id="rId19" imgW="1676160" imgH="342720" progId="Equation.DSMT4">
                  <p:embed/>
                </p:oleObj>
              </mc:Choice>
              <mc:Fallback>
                <p:oleObj name="Equation" r:id="rId19" imgW="1676160" imgH="34272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9310" y="311006"/>
                        <a:ext cx="1676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>
            <a:extLst>
              <a:ext uri="{FF2B5EF4-FFF2-40B4-BE49-F238E27FC236}">
                <a16:creationId xmlns:a16="http://schemas.microsoft.com/office/drawing/2014/main" id="{24EACFB9-F515-4473-BCF6-984ED238E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071" y="1420409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(1)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9" name="Object 9">
            <a:extLst>
              <a:ext uri="{FF2B5EF4-FFF2-40B4-BE49-F238E27FC236}">
                <a16:creationId xmlns:a16="http://schemas.microsoft.com/office/drawing/2014/main" id="{3EBD81F0-E2E8-4EF6-A639-F3EB1E1B6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290513"/>
              </p:ext>
            </p:extLst>
          </p:nvPr>
        </p:nvGraphicFramePr>
        <p:xfrm>
          <a:off x="3373577" y="2155235"/>
          <a:ext cx="39735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5" name="Equation" r:id="rId21" imgW="3974760" imgH="380880" progId="Equation.DSMT4">
                  <p:embed/>
                </p:oleObj>
              </mc:Choice>
              <mc:Fallback>
                <p:oleObj name="Equation" r:id="rId21" imgW="3974760" imgH="380880" progId="Equation.DSMT4">
                  <p:embed/>
                  <p:pic>
                    <p:nvPicPr>
                      <p:cNvPr id="27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577" y="2155235"/>
                        <a:ext cx="39735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5">
            <a:extLst>
              <a:ext uri="{FF2B5EF4-FFF2-40B4-BE49-F238E27FC236}">
                <a16:creationId xmlns:a16="http://schemas.microsoft.com/office/drawing/2014/main" id="{1EE2653F-D86E-432C-AF77-1C88A905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58" y="279866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(2)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6A84E28-30C3-4EEC-B8E6-B36AF00A5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142989"/>
              </p:ext>
            </p:extLst>
          </p:nvPr>
        </p:nvGraphicFramePr>
        <p:xfrm>
          <a:off x="4170346" y="3476577"/>
          <a:ext cx="214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6" name="Equation" r:id="rId23" imgW="2145960" imgH="330120" progId="Equation.DSMT4">
                  <p:embed/>
                </p:oleObj>
              </mc:Choice>
              <mc:Fallback>
                <p:oleObj name="Equation" r:id="rId23" imgW="2145960" imgH="33012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70346" y="3476577"/>
                        <a:ext cx="2146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9">
            <a:extLst>
              <a:ext uri="{FF2B5EF4-FFF2-40B4-BE49-F238E27FC236}">
                <a16:creationId xmlns:a16="http://schemas.microsoft.com/office/drawing/2014/main" id="{723FF83E-11C0-4B32-9896-38D6F0B4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04" y="3993184"/>
            <a:ext cx="9115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此时</a:t>
            </a:r>
          </a:p>
        </p:txBody>
      </p:sp>
      <p:graphicFrame>
        <p:nvGraphicFramePr>
          <p:cNvPr id="23" name="Object 9">
            <a:extLst>
              <a:ext uri="{FF2B5EF4-FFF2-40B4-BE49-F238E27FC236}">
                <a16:creationId xmlns:a16="http://schemas.microsoft.com/office/drawing/2014/main" id="{FE91337B-C549-4C17-A7A6-E2F2F3F75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56484"/>
              </p:ext>
            </p:extLst>
          </p:nvPr>
        </p:nvGraphicFramePr>
        <p:xfrm>
          <a:off x="4813737" y="4060026"/>
          <a:ext cx="364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7" name="Equation" r:id="rId25" imgW="3644640" imgH="380880" progId="Equation.DSMT4">
                  <p:embed/>
                </p:oleObj>
              </mc:Choice>
              <mc:Fallback>
                <p:oleObj name="Equation" r:id="rId25" imgW="3644640" imgH="380880" progId="Equation.DSMT4">
                  <p:embed/>
                  <p:pic>
                    <p:nvPicPr>
                      <p:cNvPr id="31" name="Object 9">
                        <a:extLst>
                          <a:ext uri="{FF2B5EF4-FFF2-40B4-BE49-F238E27FC236}">
                            <a16:creationId xmlns:a16="http://schemas.microsoft.com/office/drawing/2014/main" id="{B2606955-5298-44E3-BBE5-CD7924024B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737" y="4060026"/>
                        <a:ext cx="3644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星形: 五角 23">
            <a:extLst>
              <a:ext uri="{FF2B5EF4-FFF2-40B4-BE49-F238E27FC236}">
                <a16:creationId xmlns:a16="http://schemas.microsoft.com/office/drawing/2014/main" id="{11FA9D5A-3944-460B-92F0-BD48425B25E6}"/>
              </a:ext>
            </a:extLst>
          </p:cNvPr>
          <p:cNvSpPr/>
          <p:nvPr/>
        </p:nvSpPr>
        <p:spPr>
          <a:xfrm>
            <a:off x="7153515" y="824831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61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75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14" grpId="0"/>
      <p:bldP spid="15" grpId="0"/>
      <p:bldP spid="18" grpId="0"/>
      <p:bldP spid="20" grpId="0"/>
      <p:bldP spid="22" grpId="0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2F634A30-762A-4B09-B340-0F92810DA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3950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(3)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E813A9D-46AA-491F-912A-A216FC9B4824}"/>
              </a:ext>
            </a:extLst>
          </p:cNvPr>
          <p:cNvGrpSpPr/>
          <p:nvPr/>
        </p:nvGrpSpPr>
        <p:grpSpPr>
          <a:xfrm>
            <a:off x="1043608" y="195486"/>
            <a:ext cx="2180456" cy="787400"/>
            <a:chOff x="1187624" y="555526"/>
            <a:chExt cx="2180456" cy="787400"/>
          </a:xfrm>
        </p:grpSpPr>
        <p:sp>
          <p:nvSpPr>
            <p:cNvPr id="4" name="Text Box 19">
              <a:extLst>
                <a:ext uri="{FF2B5EF4-FFF2-40B4-BE49-F238E27FC236}">
                  <a16:creationId xmlns:a16="http://schemas.microsoft.com/office/drawing/2014/main" id="{DDD4FBA1-7C11-4F6C-81C8-247ABDD31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723289"/>
              <a:ext cx="9115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5" name="Object 9">
              <a:extLst>
                <a:ext uri="{FF2B5EF4-FFF2-40B4-BE49-F238E27FC236}">
                  <a16:creationId xmlns:a16="http://schemas.microsoft.com/office/drawing/2014/main" id="{B2B66743-B9B1-4018-8703-B8101D6E252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21743957"/>
                </p:ext>
              </p:extLst>
            </p:nvPr>
          </p:nvGraphicFramePr>
          <p:xfrm>
            <a:off x="1691680" y="555526"/>
            <a:ext cx="16764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86" name="Equation" r:id="rId3" imgW="1676160" imgH="787320" progId="Equation.DSMT4">
                    <p:embed/>
                  </p:oleObj>
                </mc:Choice>
                <mc:Fallback>
                  <p:oleObj name="Equation" r:id="rId3" imgW="1676160" imgH="787320" progId="Equation.DSMT4">
                    <p:embed/>
                    <p:pic>
                      <p:nvPicPr>
                        <p:cNvPr id="4" name="Object 9">
                          <a:extLst>
                            <a:ext uri="{FF2B5EF4-FFF2-40B4-BE49-F238E27FC236}">
                              <a16:creationId xmlns:a16="http://schemas.microsoft.com/office/drawing/2014/main" id="{1C9B1875-7E46-4057-BEB6-58F8C4DB06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555526"/>
                          <a:ext cx="16764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17CDEA2-C372-41F0-8220-1C8F8DC1F7B9}"/>
              </a:ext>
            </a:extLst>
          </p:cNvPr>
          <p:cNvGrpSpPr/>
          <p:nvPr/>
        </p:nvGrpSpPr>
        <p:grpSpPr>
          <a:xfrm>
            <a:off x="3200890" y="176634"/>
            <a:ext cx="5115526" cy="787400"/>
            <a:chOff x="3344906" y="536674"/>
            <a:chExt cx="5115526" cy="787400"/>
          </a:xfrm>
        </p:grpSpPr>
        <p:sp>
          <p:nvSpPr>
            <p:cNvPr id="7" name="Text Box 19">
              <a:extLst>
                <a:ext uri="{FF2B5EF4-FFF2-40B4-BE49-F238E27FC236}">
                  <a16:creationId xmlns:a16="http://schemas.microsoft.com/office/drawing/2014/main" id="{837F6050-CF6F-4E22-BAFD-32F11517F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4906" y="665571"/>
              <a:ext cx="9115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45634D38-DE61-427D-9C45-13BA1F73A70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74772418"/>
                </p:ext>
              </p:extLst>
            </p:nvPr>
          </p:nvGraphicFramePr>
          <p:xfrm>
            <a:off x="3926532" y="536674"/>
            <a:ext cx="4533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87" name="Equation" r:id="rId5" imgW="4533840" imgH="787320" progId="Equation.DSMT4">
                    <p:embed/>
                  </p:oleObj>
                </mc:Choice>
                <mc:Fallback>
                  <p:oleObj name="Equation" r:id="rId5" imgW="4533840" imgH="787320" progId="Equation.DSMT4">
                    <p:embed/>
                    <p:pic>
                      <p:nvPicPr>
                        <p:cNvPr id="6" name="Object 9">
                          <a:extLst>
                            <a:ext uri="{FF2B5EF4-FFF2-40B4-BE49-F238E27FC236}">
                              <a16:creationId xmlns:a16="http://schemas.microsoft.com/office/drawing/2014/main" id="{49A99321-A8C4-4612-B952-5C034883D4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532" y="536674"/>
                          <a:ext cx="45339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4375E35-6465-46ED-B574-4BD9DDBC65AB}"/>
              </a:ext>
            </a:extLst>
          </p:cNvPr>
          <p:cNvGrpSpPr/>
          <p:nvPr/>
        </p:nvGrpSpPr>
        <p:grpSpPr>
          <a:xfrm>
            <a:off x="7020272" y="767196"/>
            <a:ext cx="1296144" cy="457828"/>
            <a:chOff x="7164288" y="1127236"/>
            <a:chExt cx="1296144" cy="457828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C3A25E1-F791-4232-A621-DA89AE496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288" y="1127236"/>
              <a:ext cx="1296144" cy="2730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C75F35C9-1776-45E2-BE74-4AAC702E2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148" y="1184954"/>
              <a:ext cx="10081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无穷小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490B8F-189A-4AC1-AEA0-42395CA7D264}"/>
              </a:ext>
            </a:extLst>
          </p:cNvPr>
          <p:cNvGrpSpPr/>
          <p:nvPr/>
        </p:nvGrpSpPr>
        <p:grpSpPr>
          <a:xfrm>
            <a:off x="311666" y="998029"/>
            <a:ext cx="8232635" cy="787400"/>
            <a:chOff x="252746" y="1544786"/>
            <a:chExt cx="8232635" cy="787400"/>
          </a:xfrm>
        </p:grpSpPr>
        <p:sp>
          <p:nvSpPr>
            <p:cNvPr id="13" name="Text Box 19">
              <a:extLst>
                <a:ext uri="{FF2B5EF4-FFF2-40B4-BE49-F238E27FC236}">
                  <a16:creationId xmlns:a16="http://schemas.microsoft.com/office/drawing/2014/main" id="{53226AA6-0D3C-4C06-9D32-CF3B95844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746" y="1700808"/>
              <a:ext cx="82326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下证函数         在  的某去心邻域有界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以      为例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).</a:t>
              </a:r>
              <a:endParaRPr kumimoji="1"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E41B9848-7AD4-4F57-A9FB-B1349B663A1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26192193"/>
                </p:ext>
              </p:extLst>
            </p:nvPr>
          </p:nvGraphicFramePr>
          <p:xfrm>
            <a:off x="1817746" y="1544786"/>
            <a:ext cx="1193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88" name="Equation" r:id="rId7" imgW="1193760" imgH="787320" progId="Equation.DSMT4">
                    <p:embed/>
                  </p:oleObj>
                </mc:Choice>
                <mc:Fallback>
                  <p:oleObj name="Equation" r:id="rId7" imgW="1193760" imgH="787320" progId="Equation.DSMT4">
                    <p:embed/>
                    <p:pic>
                      <p:nvPicPr>
                        <p:cNvPr id="12" name="Object 9">
                          <a:extLst>
                            <a:ext uri="{FF2B5EF4-FFF2-40B4-BE49-F238E27FC236}">
                              <a16:creationId xmlns:a16="http://schemas.microsoft.com/office/drawing/2014/main" id="{06004A58-A09F-40A0-B87C-C4B03104D9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7746" y="1544786"/>
                          <a:ext cx="11938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9">
              <a:extLst>
                <a:ext uri="{FF2B5EF4-FFF2-40B4-BE49-F238E27FC236}">
                  <a16:creationId xmlns:a16="http://schemas.microsoft.com/office/drawing/2014/main" id="{CA5E94A2-8DFD-4142-88A9-858128ED88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78738940"/>
                </p:ext>
              </p:extLst>
            </p:nvPr>
          </p:nvGraphicFramePr>
          <p:xfrm>
            <a:off x="3298213" y="175532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89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13" name="Object 9">
                          <a:extLst>
                            <a:ext uri="{FF2B5EF4-FFF2-40B4-BE49-F238E27FC236}">
                              <a16:creationId xmlns:a16="http://schemas.microsoft.com/office/drawing/2014/main" id="{A168BF9A-735C-40C4-9320-531A3DEAFE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213" y="175532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4F72DC84-8FB7-4BB6-A3B8-13F8C09E808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4570550"/>
                </p:ext>
              </p:extLst>
            </p:nvPr>
          </p:nvGraphicFramePr>
          <p:xfrm>
            <a:off x="6488582" y="1749778"/>
            <a:ext cx="863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0" name="Equation" r:id="rId11" imgW="863280" imgH="380880" progId="Equation.DSMT4">
                    <p:embed/>
                  </p:oleObj>
                </mc:Choice>
                <mc:Fallback>
                  <p:oleObj name="Equation" r:id="rId11" imgW="863280" imgH="380880" progId="Equation.DSMT4">
                    <p:embed/>
                    <p:pic>
                      <p:nvPicPr>
                        <p:cNvPr id="15" name="Object 9">
                          <a:extLst>
                            <a:ext uri="{FF2B5EF4-FFF2-40B4-BE49-F238E27FC236}">
                              <a16:creationId xmlns:a16="http://schemas.microsoft.com/office/drawing/2014/main" id="{F53B7232-0621-4E23-A0B4-9BCF54B249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8582" y="1749778"/>
                          <a:ext cx="8636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151A64F-21A8-426C-80E8-C666D7EAE733}"/>
              </a:ext>
            </a:extLst>
          </p:cNvPr>
          <p:cNvGrpSpPr/>
          <p:nvPr/>
        </p:nvGrpSpPr>
        <p:grpSpPr>
          <a:xfrm>
            <a:off x="280301" y="1889027"/>
            <a:ext cx="3028391" cy="608183"/>
            <a:chOff x="591592" y="2177953"/>
            <a:chExt cx="3028391" cy="608183"/>
          </a:xfrm>
        </p:grpSpPr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0DCA7E37-E607-4583-8A36-865958797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592" y="2177953"/>
              <a:ext cx="1100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由于</a:t>
              </a:r>
            </a:p>
          </p:txBody>
        </p:sp>
        <p:graphicFrame>
          <p:nvGraphicFramePr>
            <p:cNvPr id="19" name="Object 9">
              <a:extLst>
                <a:ext uri="{FF2B5EF4-FFF2-40B4-BE49-F238E27FC236}">
                  <a16:creationId xmlns:a16="http://schemas.microsoft.com/office/drawing/2014/main" id="{F8958205-3DA4-413F-B343-8F51C33D67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4147953"/>
                </p:ext>
              </p:extLst>
            </p:nvPr>
          </p:nvGraphicFramePr>
          <p:xfrm>
            <a:off x="1511783" y="2265436"/>
            <a:ext cx="2108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1" name="Equation" r:id="rId13" imgW="2108160" imgH="520560" progId="Equation.DSMT4">
                    <p:embed/>
                  </p:oleObj>
                </mc:Choice>
                <mc:Fallback>
                  <p:oleObj name="Equation" r:id="rId13" imgW="2108160" imgH="520560" progId="Equation.DSMT4">
                    <p:embed/>
                    <p:pic>
                      <p:nvPicPr>
                        <p:cNvPr id="21" name="Object 9">
                          <a:extLst>
                            <a:ext uri="{FF2B5EF4-FFF2-40B4-BE49-F238E27FC236}">
                              <a16:creationId xmlns:a16="http://schemas.microsoft.com/office/drawing/2014/main" id="{C0A8B3B2-504D-48C0-A807-526560EF25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1783" y="2265436"/>
                          <a:ext cx="2108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0D79831-EE8E-40F5-AA67-A37782E5E8A7}"/>
              </a:ext>
            </a:extLst>
          </p:cNvPr>
          <p:cNvGrpSpPr/>
          <p:nvPr/>
        </p:nvGrpSpPr>
        <p:grpSpPr>
          <a:xfrm>
            <a:off x="3327894" y="1781300"/>
            <a:ext cx="5376100" cy="558800"/>
            <a:chOff x="3471910" y="2067694"/>
            <a:chExt cx="5376100" cy="558800"/>
          </a:xfrm>
        </p:grpSpPr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398595F3-A65C-4709-92D9-84E4204C1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1910" y="2164829"/>
              <a:ext cx="51325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由函数极限的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局部保号性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，存在</a:t>
              </a:r>
            </a:p>
          </p:txBody>
        </p:sp>
        <p:graphicFrame>
          <p:nvGraphicFramePr>
            <p:cNvPr id="22" name="Object 9">
              <a:extLst>
                <a:ext uri="{FF2B5EF4-FFF2-40B4-BE49-F238E27FC236}">
                  <a16:creationId xmlns:a16="http://schemas.microsoft.com/office/drawing/2014/main" id="{E74CF837-353C-4840-B9FA-C2094CC2A30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72887419"/>
                </p:ext>
              </p:extLst>
            </p:nvPr>
          </p:nvGraphicFramePr>
          <p:xfrm>
            <a:off x="8022510" y="2067694"/>
            <a:ext cx="8255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2" name="Equation" r:id="rId15" imgW="825480" imgH="558720" progId="Equation.DSMT4">
                    <p:embed/>
                  </p:oleObj>
                </mc:Choice>
                <mc:Fallback>
                  <p:oleObj name="Equation" r:id="rId15" imgW="825480" imgH="558720" progId="Equation.DSMT4">
                    <p:embed/>
                    <p:pic>
                      <p:nvPicPr>
                        <p:cNvPr id="23" name="Object 9">
                          <a:extLst>
                            <a:ext uri="{FF2B5EF4-FFF2-40B4-BE49-F238E27FC236}">
                              <a16:creationId xmlns:a16="http://schemas.microsoft.com/office/drawing/2014/main" id="{04A080F5-F214-46E4-B8B8-7529DBFE1D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2510" y="2067694"/>
                          <a:ext cx="825500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799C9ED-956D-47C8-AC6C-EE66F9AC03BA}"/>
              </a:ext>
            </a:extLst>
          </p:cNvPr>
          <p:cNvGrpSpPr/>
          <p:nvPr/>
        </p:nvGrpSpPr>
        <p:grpSpPr>
          <a:xfrm>
            <a:off x="4153036" y="2587225"/>
            <a:ext cx="3539514" cy="787400"/>
            <a:chOff x="4015605" y="2936478"/>
            <a:chExt cx="3539514" cy="787400"/>
          </a:xfrm>
        </p:grpSpPr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4BF74575-E84B-4AAC-8F0C-6A55851EF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605" y="3022218"/>
              <a:ext cx="35395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从而            于是</a:t>
              </a:r>
            </a:p>
          </p:txBody>
        </p:sp>
        <p:graphicFrame>
          <p:nvGraphicFramePr>
            <p:cNvPr id="25" name="Object 9">
              <a:extLst>
                <a:ext uri="{FF2B5EF4-FFF2-40B4-BE49-F238E27FC236}">
                  <a16:creationId xmlns:a16="http://schemas.microsoft.com/office/drawing/2014/main" id="{4A6BB28D-BCBC-4689-8126-881577A5D5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8271435"/>
                </p:ext>
              </p:extLst>
            </p:nvPr>
          </p:nvGraphicFramePr>
          <p:xfrm>
            <a:off x="4924425" y="2936478"/>
            <a:ext cx="16764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3" name="Equation" r:id="rId17" imgW="1676160" imgH="787320" progId="Equation.DSMT4">
                    <p:embed/>
                  </p:oleObj>
                </mc:Choice>
                <mc:Fallback>
                  <p:oleObj name="Equation" r:id="rId17" imgW="1676160" imgH="787320" progId="Equation.DSMT4">
                    <p:embed/>
                    <p:pic>
                      <p:nvPicPr>
                        <p:cNvPr id="29" name="Object 9">
                          <a:extLst>
                            <a:ext uri="{FF2B5EF4-FFF2-40B4-BE49-F238E27FC236}">
                              <a16:creationId xmlns:a16="http://schemas.microsoft.com/office/drawing/2014/main" id="{9234DE5E-3B77-4AA0-A308-8BC1276204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4425" y="2936478"/>
                          <a:ext cx="16764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24C17391-8D81-43FC-BF11-FF50C899AE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016014"/>
              </p:ext>
            </p:extLst>
          </p:nvPr>
        </p:nvGraphicFramePr>
        <p:xfrm>
          <a:off x="1326009" y="3462228"/>
          <a:ext cx="5130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94" name="Equation" r:id="rId19" imgW="5130720" imgH="863280" progId="Equation.DSMT4">
                  <p:embed/>
                </p:oleObj>
              </mc:Choice>
              <mc:Fallback>
                <p:oleObj name="Equation" r:id="rId19" imgW="5130720" imgH="863280" progId="Equation.DSMT4">
                  <p:embed/>
                  <p:pic>
                    <p:nvPicPr>
                      <p:cNvPr id="32" name="Object 9">
                        <a:extLst>
                          <a:ext uri="{FF2B5EF4-FFF2-40B4-BE49-F238E27FC236}">
                            <a16:creationId xmlns:a16="http://schemas.microsoft.com/office/drawing/2014/main" id="{474A904E-C5CC-4794-8442-E6DE30B12F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009" y="3462228"/>
                        <a:ext cx="5130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4636AFE6-BABF-460E-B5EE-1E533535D376}"/>
              </a:ext>
            </a:extLst>
          </p:cNvPr>
          <p:cNvGrpSpPr/>
          <p:nvPr/>
        </p:nvGrpSpPr>
        <p:grpSpPr>
          <a:xfrm>
            <a:off x="313552" y="2639854"/>
            <a:ext cx="4080326" cy="723900"/>
            <a:chOff x="133523" y="2952074"/>
            <a:chExt cx="4080326" cy="723900"/>
          </a:xfrm>
        </p:grpSpPr>
        <p:sp>
          <p:nvSpPr>
            <p:cNvPr id="28" name="Text Box 19">
              <a:extLst>
                <a:ext uri="{FF2B5EF4-FFF2-40B4-BE49-F238E27FC236}">
                  <a16:creationId xmlns:a16="http://schemas.microsoft.com/office/drawing/2014/main" id="{50B600E2-B8BA-4F55-9B58-CAC5AC9E3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23" y="3068015"/>
              <a:ext cx="29618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当         时，</a:t>
              </a:r>
            </a:p>
          </p:txBody>
        </p:sp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4E96DFBE-B828-41B4-907F-CF532345747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43312052"/>
                </p:ext>
              </p:extLst>
            </p:nvPr>
          </p:nvGraphicFramePr>
          <p:xfrm>
            <a:off x="721523" y="2999089"/>
            <a:ext cx="12065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5" name="Equation" r:id="rId21" imgW="1206360" imgH="558720" progId="Equation.DSMT4">
                    <p:embed/>
                  </p:oleObj>
                </mc:Choice>
                <mc:Fallback>
                  <p:oleObj name="Equation" r:id="rId21" imgW="1206360" imgH="558720" progId="Equation.DSMT4">
                    <p:embed/>
                    <p:pic>
                      <p:nvPicPr>
                        <p:cNvPr id="26" name="Object 9">
                          <a:extLst>
                            <a:ext uri="{FF2B5EF4-FFF2-40B4-BE49-F238E27FC236}">
                              <a16:creationId xmlns:a16="http://schemas.microsoft.com/office/drawing/2014/main" id="{85ED75C1-50F7-4689-BFD0-B0222843CA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523" y="2999089"/>
                          <a:ext cx="1206500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9">
              <a:extLst>
                <a:ext uri="{FF2B5EF4-FFF2-40B4-BE49-F238E27FC236}">
                  <a16:creationId xmlns:a16="http://schemas.microsoft.com/office/drawing/2014/main" id="{B91EAA27-EE1A-4D3B-9D5C-9631DB795D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5809326"/>
                </p:ext>
              </p:extLst>
            </p:nvPr>
          </p:nvGraphicFramePr>
          <p:xfrm>
            <a:off x="2600949" y="2952074"/>
            <a:ext cx="1612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6" name="Equation" r:id="rId23" imgW="1612800" imgH="723600" progId="Equation.DSMT4">
                    <p:embed/>
                  </p:oleObj>
                </mc:Choice>
                <mc:Fallback>
                  <p:oleObj name="Equation" r:id="rId23" imgW="1612800" imgH="723600" progId="Equation.DSMT4">
                    <p:embed/>
                    <p:pic>
                      <p:nvPicPr>
                        <p:cNvPr id="27" name="Object 9">
                          <a:extLst>
                            <a:ext uri="{FF2B5EF4-FFF2-40B4-BE49-F238E27FC236}">
                              <a16:creationId xmlns:a16="http://schemas.microsoft.com/office/drawing/2014/main" id="{568DFD18-9DAB-4201-A4FA-8D25132D7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949" y="2952074"/>
                          <a:ext cx="16129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7171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E9CEC98-2083-4BE5-87C5-DDF66C1BCD97}"/>
              </a:ext>
            </a:extLst>
          </p:cNvPr>
          <p:cNvGrpSpPr/>
          <p:nvPr/>
        </p:nvGrpSpPr>
        <p:grpSpPr>
          <a:xfrm>
            <a:off x="527121" y="339502"/>
            <a:ext cx="6205120" cy="787400"/>
            <a:chOff x="252747" y="1537940"/>
            <a:chExt cx="6205120" cy="787400"/>
          </a:xfrm>
        </p:grpSpPr>
        <p:sp>
          <p:nvSpPr>
            <p:cNvPr id="3" name="Text Box 19">
              <a:extLst>
                <a:ext uri="{FF2B5EF4-FFF2-40B4-BE49-F238E27FC236}">
                  <a16:creationId xmlns:a16="http://schemas.microsoft.com/office/drawing/2014/main" id="{368DD7C3-B334-4D73-A7BE-AED479B34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747" y="1700808"/>
              <a:ext cx="62051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从而函数         在  的某去心邻域有界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.</a:t>
              </a:r>
              <a:endParaRPr kumimoji="1"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" name="Object 9">
              <a:extLst>
                <a:ext uri="{FF2B5EF4-FFF2-40B4-BE49-F238E27FC236}">
                  <a16:creationId xmlns:a16="http://schemas.microsoft.com/office/drawing/2014/main" id="{EC12D700-010E-4EBC-9061-44E75C6F637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68703056"/>
                </p:ext>
              </p:extLst>
            </p:nvPr>
          </p:nvGraphicFramePr>
          <p:xfrm>
            <a:off x="1652647" y="1537940"/>
            <a:ext cx="1193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91" name="Equation" r:id="rId3" imgW="1193760" imgH="787320" progId="Equation.DSMT4">
                    <p:embed/>
                  </p:oleObj>
                </mc:Choice>
                <mc:Fallback>
                  <p:oleObj name="Equation" r:id="rId3" imgW="1193760" imgH="787320" progId="Equation.DSMT4">
                    <p:embed/>
                    <p:pic>
                      <p:nvPicPr>
                        <p:cNvPr id="5" name="Object 9">
                          <a:extLst>
                            <a:ext uri="{FF2B5EF4-FFF2-40B4-BE49-F238E27FC236}">
                              <a16:creationId xmlns:a16="http://schemas.microsoft.com/office/drawing/2014/main" id="{9B4C4937-EE57-4C45-9477-8067528F4B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2647" y="1537940"/>
                          <a:ext cx="11938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9">
              <a:extLst>
                <a:ext uri="{FF2B5EF4-FFF2-40B4-BE49-F238E27FC236}">
                  <a16:creationId xmlns:a16="http://schemas.microsoft.com/office/drawing/2014/main" id="{153932B2-D98D-43AC-B62A-0EE4ECB24FA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09380756"/>
                </p:ext>
              </p:extLst>
            </p:nvPr>
          </p:nvGraphicFramePr>
          <p:xfrm>
            <a:off x="3298213" y="175532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92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6" name="Object 9">
                          <a:extLst>
                            <a:ext uri="{FF2B5EF4-FFF2-40B4-BE49-F238E27FC236}">
                              <a16:creationId xmlns:a16="http://schemas.microsoft.com/office/drawing/2014/main" id="{4F99086B-1BD8-4223-9479-8C849CF964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213" y="175532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9">
            <a:extLst>
              <a:ext uri="{FF2B5EF4-FFF2-40B4-BE49-F238E27FC236}">
                <a16:creationId xmlns:a16="http://schemas.microsoft.com/office/drawing/2014/main" id="{C7828951-BC70-4F84-9270-7500067F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9" y="1126902"/>
            <a:ext cx="6853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由于无穷小量与有界量的乘积仍为无穷小，从而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D8842125-36EC-48C3-9FCA-25CB0AE23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1270474"/>
              </p:ext>
            </p:extLst>
          </p:nvPr>
        </p:nvGraphicFramePr>
        <p:xfrm>
          <a:off x="1616787" y="1636831"/>
          <a:ext cx="447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3" name="Equation" r:id="rId7" imgW="4470120" imgH="787320" progId="Equation.DSMT4">
                  <p:embed/>
                </p:oleObj>
              </mc:Choice>
              <mc:Fallback>
                <p:oleObj name="Equation" r:id="rId7" imgW="4470120" imgH="78732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4DB9E379-8394-4519-B740-FF79D423A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787" y="1636831"/>
                        <a:ext cx="4470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9">
            <a:extLst>
              <a:ext uri="{FF2B5EF4-FFF2-40B4-BE49-F238E27FC236}">
                <a16:creationId xmlns:a16="http://schemas.microsoft.com/office/drawing/2014/main" id="{A758667E-AB14-4996-B1A9-499E44589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51" y="2424231"/>
            <a:ext cx="21125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为无穷小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而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BF841C02-681C-4589-94FC-03483D2120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848385"/>
              </p:ext>
            </p:extLst>
          </p:nvPr>
        </p:nvGraphicFramePr>
        <p:xfrm>
          <a:off x="2797887" y="2934160"/>
          <a:ext cx="210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4" name="Equation" r:id="rId9" imgW="2108160" imgH="787320" progId="Equation.DSMT4">
                  <p:embed/>
                </p:oleObj>
              </mc:Choice>
              <mc:Fallback>
                <p:oleObj name="Equation" r:id="rId9" imgW="2108160" imgH="78732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956762E1-A963-4BFB-9428-17EF46DC13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887" y="2934160"/>
                        <a:ext cx="2108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43E27E6-EDB8-4D70-899A-2B5357736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762152"/>
              </p:ext>
            </p:extLst>
          </p:nvPr>
        </p:nvGraphicFramePr>
        <p:xfrm>
          <a:off x="2039288" y="3884427"/>
          <a:ext cx="316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5" name="Equation" r:id="rId11" imgW="3162240" imgH="787320" progId="Equation.DSMT4">
                  <p:embed/>
                </p:oleObj>
              </mc:Choice>
              <mc:Fallback>
                <p:oleObj name="Equation" r:id="rId11" imgW="3162240" imgH="787320" progId="Equation.DSMT4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47D7696A-4C71-496A-82DC-813D03B60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288" y="3884427"/>
                        <a:ext cx="3162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9">
            <a:extLst>
              <a:ext uri="{FF2B5EF4-FFF2-40B4-BE49-F238E27FC236}">
                <a16:creationId xmlns:a16="http://schemas.microsoft.com/office/drawing/2014/main" id="{62E4086F-FC5E-4A83-AAE4-88D174298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105" y="4047294"/>
            <a:ext cx="732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208073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ECAE3926-A882-4C47-B703-2DA210FF88A9}"/>
              </a:ext>
            </a:extLst>
          </p:cNvPr>
          <p:cNvSpPr txBox="1"/>
          <p:nvPr/>
        </p:nvSpPr>
        <p:spPr>
          <a:xfrm>
            <a:off x="971600" y="267494"/>
            <a:ext cx="25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无穷大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26F44-FA7A-45FE-A7EE-BB6F3D1B2076}"/>
              </a:ext>
            </a:extLst>
          </p:cNvPr>
          <p:cNvSpPr txBox="1">
            <a:spLocks noChangeArrowheads="1"/>
          </p:cNvSpPr>
          <p:nvPr/>
        </p:nvSpPr>
        <p:spPr>
          <a:xfrm>
            <a:off x="939847" y="915566"/>
            <a:ext cx="2752874" cy="4784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设函数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B85776B-BD61-4F9C-891D-70E281D23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168301"/>
              </p:ext>
            </p:extLst>
          </p:nvPr>
        </p:nvGraphicFramePr>
        <p:xfrm>
          <a:off x="2902193" y="1022822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4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5B85776B-BD61-4F9C-891D-70E281D237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193" y="1022822"/>
                        <a:ext cx="622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CB69663A-0EEE-4623-9621-A8A258AEC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092" y="939260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在点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6BBD42-86D0-4295-9ED7-4EF361CD9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442855"/>
              </p:ext>
            </p:extLst>
          </p:nvPr>
        </p:nvGraphicFramePr>
        <p:xfrm>
          <a:off x="4281246" y="1013454"/>
          <a:ext cx="289800" cy="38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47" name="Equation" r:id="rId5" imgW="289800" imgH="380520" progId="Equation.DSMT4">
                  <p:embed/>
                </p:oleObj>
              </mc:Choice>
              <mc:Fallback>
                <p:oleObj name="Equation" r:id="rId5" imgW="289800" imgH="3805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46BBD42-86D0-4295-9ED7-4EF361CD9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246" y="1013454"/>
                        <a:ext cx="289800" cy="380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D94B2C63-111D-45C7-83EB-AA07824D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260" y="955561"/>
            <a:ext cx="41764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的某一去心邻域内有定义，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D70FD778-7933-4E18-A7EB-8F2F56BBC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78" y="1563638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F2796782-0558-48EA-B4BE-7C03D3A14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728973"/>
              </p:ext>
            </p:extLst>
          </p:nvPr>
        </p:nvGraphicFramePr>
        <p:xfrm>
          <a:off x="867274" y="1694767"/>
          <a:ext cx="11430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48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9" name="Object 52">
                        <a:extLst>
                          <a:ext uri="{FF2B5EF4-FFF2-40B4-BE49-F238E27FC236}">
                            <a16:creationId xmlns:a16="http://schemas.microsoft.com/office/drawing/2014/main" id="{F2796782-0558-48EA-B4BE-7C03D3A14F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274" y="1694767"/>
                        <a:ext cx="11430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D44ACD0C-2B9D-4A00-980B-0738902E0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033543"/>
              </p:ext>
            </p:extLst>
          </p:nvPr>
        </p:nvGraphicFramePr>
        <p:xfrm>
          <a:off x="3083126" y="1663017"/>
          <a:ext cx="452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49" name="Equation" r:id="rId9" imgW="4520880" imgH="393480" progId="Equation.DSMT4">
                  <p:embed/>
                </p:oleObj>
              </mc:Choice>
              <mc:Fallback>
                <p:oleObj name="Equation" r:id="rId9" imgW="4520880" imgH="393480" progId="Equation.DSMT4">
                  <p:embed/>
                  <p:pic>
                    <p:nvPicPr>
                      <p:cNvPr id="10" name="Object 32">
                        <a:extLst>
                          <a:ext uri="{FF2B5EF4-FFF2-40B4-BE49-F238E27FC236}">
                            <a16:creationId xmlns:a16="http://schemas.microsoft.com/office/drawing/2014/main" id="{D44ACD0C-2B9D-4A00-980B-0738902E0C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126" y="1663017"/>
                        <a:ext cx="4521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3">
            <a:extLst>
              <a:ext uri="{FF2B5EF4-FFF2-40B4-BE49-F238E27FC236}">
                <a16:creationId xmlns:a16="http://schemas.microsoft.com/office/drawing/2014/main" id="{AFFE2DE9-BE76-4191-9BEB-D5F810B2F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448" y="2210258"/>
            <a:ext cx="775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CE45FF1-9D96-49BD-8BA4-D64C77D04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25433"/>
              </p:ext>
            </p:extLst>
          </p:nvPr>
        </p:nvGraphicFramePr>
        <p:xfrm>
          <a:off x="2055612" y="1686573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50" name="Equation" r:id="rId11" imgW="965160" imgH="342720" progId="Equation.DSMT4">
                  <p:embed/>
                </p:oleObj>
              </mc:Choice>
              <mc:Fallback>
                <p:oleObj name="Equation" r:id="rId11" imgW="9651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CE45FF1-9D96-49BD-8BA4-D64C77D04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5612" y="1686573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C655791-8388-4921-B1E9-0B4D36AE3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756811"/>
              </p:ext>
            </p:extLst>
          </p:nvPr>
        </p:nvGraphicFramePr>
        <p:xfrm>
          <a:off x="579863" y="228758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51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C655791-8388-4921-B1E9-0B4D36AE3A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9863" y="228758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839A080A-CA11-4D91-B71F-F4DB61261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24" y="221296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当</a:t>
            </a: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03BB73CF-AD30-4032-A2F9-C820946B0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859090"/>
              </p:ext>
            </p:extLst>
          </p:nvPr>
        </p:nvGraphicFramePr>
        <p:xfrm>
          <a:off x="2004724" y="2293632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52" name="Equation" r:id="rId15" imgW="863280" imgH="380880" progId="Equation.DSMT4">
                  <p:embed/>
                </p:oleObj>
              </mc:Choice>
              <mc:Fallback>
                <p:oleObj name="Equation" r:id="rId15" imgW="863280" imgH="380880" progId="Equation.DSMT4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03BB73CF-AD30-4032-A2F9-C820946B0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724" y="2293632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>
            <a:extLst>
              <a:ext uri="{FF2B5EF4-FFF2-40B4-BE49-F238E27FC236}">
                <a16:creationId xmlns:a16="http://schemas.microsoft.com/office/drawing/2014/main" id="{18152BBF-179D-4E31-98A2-C38BCCAB7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118" y="2222253"/>
            <a:ext cx="2269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时的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无穷大</a:t>
            </a:r>
            <a:r>
              <a:rPr kumimoji="1" lang="zh-CN" altLang="en-US" sz="2400" b="1" dirty="0">
                <a:latin typeface="+mn-ea"/>
              </a:rPr>
              <a:t>．</a:t>
            </a:r>
            <a:endParaRPr kumimoji="1" lang="en-US" altLang="zh-CN" sz="2400" dirty="0">
              <a:latin typeface="Symbol" panose="05050102010706020507" pitchFamily="18" charset="2"/>
            </a:endParaRPr>
          </a:p>
        </p:txBody>
      </p:sp>
      <p:graphicFrame>
        <p:nvGraphicFramePr>
          <p:cNvPr id="18" name="Object 13">
            <a:extLst>
              <a:ext uri="{FF2B5EF4-FFF2-40B4-BE49-F238E27FC236}">
                <a16:creationId xmlns:a16="http://schemas.microsoft.com/office/drawing/2014/main" id="{A92E71EF-26BF-4FC8-BF02-DB3F28E8A0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268925"/>
              </p:ext>
            </p:extLst>
          </p:nvPr>
        </p:nvGraphicFramePr>
        <p:xfrm>
          <a:off x="5459390" y="2287581"/>
          <a:ext cx="1625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53" name="Equation" r:id="rId17" imgW="1625400" imgH="520560" progId="Equation.DSMT4">
                  <p:embed/>
                </p:oleObj>
              </mc:Choice>
              <mc:Fallback>
                <p:oleObj name="Equation" r:id="rId17" imgW="1625400" imgH="520560" progId="Equation.DSMT4">
                  <p:embed/>
                  <p:pic>
                    <p:nvPicPr>
                      <p:cNvPr id="17" name="Object 13">
                        <a:extLst>
                          <a:ext uri="{FF2B5EF4-FFF2-40B4-BE49-F238E27FC236}">
                            <a16:creationId xmlns:a16="http://schemas.microsoft.com/office/drawing/2014/main" id="{A92E71EF-26BF-4FC8-BF02-DB3F28E8A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390" y="2287581"/>
                        <a:ext cx="1625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8">
            <a:extLst>
              <a:ext uri="{FF2B5EF4-FFF2-40B4-BE49-F238E27FC236}">
                <a16:creationId xmlns:a16="http://schemas.microsoft.com/office/drawing/2014/main" id="{74AE0A69-243E-4679-94DF-BE4F4F362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154" y="2202516"/>
            <a:ext cx="106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记作</a:t>
            </a:r>
          </a:p>
        </p:txBody>
      </p:sp>
      <p:sp>
        <p:nvSpPr>
          <p:cNvPr id="21" name="矩形 20"/>
          <p:cNvSpPr/>
          <p:nvPr/>
        </p:nvSpPr>
        <p:spPr>
          <a:xfrm>
            <a:off x="7604326" y="159705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则称</a:t>
            </a:r>
            <a:endParaRPr lang="zh-CN" altLang="en-US" sz="2400" dirty="0"/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936138" y="4155926"/>
            <a:ext cx="5927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zh-CN" altLang="en-US" sz="2400" b="1" dirty="0">
                <a:latin typeface="+mn-ea"/>
              </a:rPr>
              <a:t> 函数极限为无穷大，它的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极限不存在</a:t>
            </a:r>
            <a:r>
              <a:rPr kumimoji="1" lang="en-US" altLang="zh-CN" sz="2400" b="1" dirty="0">
                <a:latin typeface="+mn-ea"/>
              </a:rPr>
              <a:t>.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282926" y="2931790"/>
            <a:ext cx="6397631" cy="1101412"/>
            <a:chOff x="1331640" y="3219822"/>
            <a:chExt cx="6397631" cy="1101412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0B9A931-0B4E-4247-B62A-6FFA78ECDB4A}"/>
                </a:ext>
              </a:extLst>
            </p:cNvPr>
            <p:cNvGrpSpPr/>
            <p:nvPr/>
          </p:nvGrpSpPr>
          <p:grpSpPr>
            <a:xfrm>
              <a:off x="1331640" y="3219822"/>
              <a:ext cx="6397631" cy="1101412"/>
              <a:chOff x="1102064" y="3725542"/>
              <a:chExt cx="6397631" cy="1101412"/>
            </a:xfrm>
          </p:grpSpPr>
          <p:sp>
            <p:nvSpPr>
              <p:cNvPr id="39" name="圆角矩形 1">
                <a:extLst>
                  <a:ext uri="{FF2B5EF4-FFF2-40B4-BE49-F238E27FC236}">
                    <a16:creationId xmlns:a16="http://schemas.microsoft.com/office/drawing/2014/main" id="{59291119-F18E-4929-B4EA-C1DBC2908A24}"/>
                  </a:ext>
                </a:extLst>
              </p:cNvPr>
              <p:cNvSpPr/>
              <p:nvPr/>
            </p:nvSpPr>
            <p:spPr>
              <a:xfrm>
                <a:off x="1102064" y="3725542"/>
                <a:ext cx="6397631" cy="1101412"/>
              </a:xfrm>
              <a:prstGeom prst="roundRect">
                <a:avLst/>
              </a:prstGeom>
              <a:solidFill>
                <a:srgbClr val="FFFF00"/>
              </a:solidFill>
              <a:ln w="19050">
                <a:noFill/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endParaRPr lang="zh-CN" altLang="en-US" sz="2400" b="1">
                  <a:solidFill>
                    <a:srgbClr val="0064FF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" name="Object 20">
                <a:extLst>
                  <a:ext uri="{FF2B5EF4-FFF2-40B4-BE49-F238E27FC236}">
                    <a16:creationId xmlns:a16="http://schemas.microsoft.com/office/drawing/2014/main" id="{3FB4091D-B689-460E-AA50-6AE4C0366E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0043725"/>
                  </p:ext>
                </p:extLst>
              </p:nvPr>
            </p:nvGraphicFramePr>
            <p:xfrm>
              <a:off x="4869444" y="3844696"/>
              <a:ext cx="1144587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354" name="Equation" r:id="rId19" imgW="1143000" imgH="342720" progId="Equation.DSMT4">
                      <p:embed/>
                    </p:oleObj>
                  </mc:Choice>
                  <mc:Fallback>
                    <p:oleObj name="Equation" r:id="rId19" imgW="1143000" imgH="342720" progId="Equation.DSMT4">
                      <p:embed/>
                      <p:pic>
                        <p:nvPicPr>
                          <p:cNvPr id="4" name="Object 20">
                            <a:extLst>
                              <a:ext uri="{FF2B5EF4-FFF2-40B4-BE49-F238E27FC236}">
                                <a16:creationId xmlns:a16="http://schemas.microsoft.com/office/drawing/2014/main" id="{3FB4091D-B689-460E-AA50-6AE4C0366E6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9444" y="3844696"/>
                            <a:ext cx="1144587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21">
                <a:extLst>
                  <a:ext uri="{FF2B5EF4-FFF2-40B4-BE49-F238E27FC236}">
                    <a16:creationId xmlns:a16="http://schemas.microsoft.com/office/drawing/2014/main" id="{37029BC1-3791-44FF-951A-712BB5C8D7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6301460"/>
                  </p:ext>
                </p:extLst>
              </p:nvPr>
            </p:nvGraphicFramePr>
            <p:xfrm>
              <a:off x="6127958" y="3828138"/>
              <a:ext cx="965200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355" name="Equation" r:id="rId21" imgW="965160" imgH="342720" progId="Equation.DSMT4">
                      <p:embed/>
                    </p:oleObj>
                  </mc:Choice>
                  <mc:Fallback>
                    <p:oleObj name="Equation" r:id="rId21" imgW="965160" imgH="342720" progId="Equation.DSMT4">
                      <p:embed/>
                      <p:pic>
                        <p:nvPicPr>
                          <p:cNvPr id="5" name="Object 21">
                            <a:extLst>
                              <a:ext uri="{FF2B5EF4-FFF2-40B4-BE49-F238E27FC236}">
                                <a16:creationId xmlns:a16="http://schemas.microsoft.com/office/drawing/2014/main" id="{37029BC1-3791-44FF-951A-712BB5C8D7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27958" y="3828138"/>
                            <a:ext cx="965200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32">
                <a:extLst>
                  <a:ext uri="{FF2B5EF4-FFF2-40B4-BE49-F238E27FC236}">
                    <a16:creationId xmlns:a16="http://schemas.microsoft.com/office/drawing/2014/main" id="{99904650-5527-4692-ABC6-2F687C0592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0536731"/>
                  </p:ext>
                </p:extLst>
              </p:nvPr>
            </p:nvGraphicFramePr>
            <p:xfrm>
              <a:off x="2747167" y="4375528"/>
              <a:ext cx="45339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356" name="Equation" r:id="rId23" imgW="4533840" imgH="393480" progId="Equation.DSMT4">
                      <p:embed/>
                    </p:oleObj>
                  </mc:Choice>
                  <mc:Fallback>
                    <p:oleObj name="Equation" r:id="rId23" imgW="4533840" imgH="393480" progId="Equation.DSMT4">
                      <p:embed/>
                      <p:pic>
                        <p:nvPicPr>
                          <p:cNvPr id="6" name="Object 32">
                            <a:extLst>
                              <a:ext uri="{FF2B5EF4-FFF2-40B4-BE49-F238E27FC236}">
                                <a16:creationId xmlns:a16="http://schemas.microsoft.com/office/drawing/2014/main" id="{99904650-5527-4692-ABC6-2F687C0592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167" y="4375528"/>
                            <a:ext cx="4533900" cy="393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对象 42">
                <a:extLst>
                  <a:ext uri="{FF2B5EF4-FFF2-40B4-BE49-F238E27FC236}">
                    <a16:creationId xmlns:a16="http://schemas.microsoft.com/office/drawing/2014/main" id="{EF376B60-3898-4E4E-B0B1-455AC3C07C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2145697"/>
                  </p:ext>
                </p:extLst>
              </p:nvPr>
            </p:nvGraphicFramePr>
            <p:xfrm>
              <a:off x="2747167" y="3798844"/>
              <a:ext cx="2082800" cy="520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357" name="Equation" r:id="rId25" imgW="2082600" imgH="520560" progId="Equation.DSMT4">
                      <p:embed/>
                    </p:oleObj>
                  </mc:Choice>
                  <mc:Fallback>
                    <p:oleObj name="Equation" r:id="rId25" imgW="2082600" imgH="520560" progId="Equation.DSMT4">
                      <p:embed/>
                      <p:pic>
                        <p:nvPicPr>
                          <p:cNvPr id="7" name="对象 6">
                            <a:extLst>
                              <a:ext uri="{FF2B5EF4-FFF2-40B4-BE49-F238E27FC236}">
                                <a16:creationId xmlns:a16="http://schemas.microsoft.com/office/drawing/2014/main" id="{EF376B60-3898-4E4E-B0B1-455AC3C07C1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2747167" y="3798844"/>
                            <a:ext cx="2082800" cy="520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" name="Object 3">
              <a:extLst>
                <a:ext uri="{FF2B5EF4-FFF2-40B4-BE49-F238E27FC236}">
                  <a16:creationId xmlns:a16="http://schemas.microsoft.com/office/drawing/2014/main" id="{78535B1B-407C-430F-81E5-83974D08FA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609791"/>
                </p:ext>
              </p:extLst>
            </p:nvPr>
          </p:nvGraphicFramePr>
          <p:xfrm>
            <a:off x="1403648" y="3597002"/>
            <a:ext cx="146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58" name="Equation" r:id="rId27" imgW="1460160" imgH="342720" progId="Equation.DSMT4">
                    <p:embed/>
                  </p:oleObj>
                </mc:Choice>
                <mc:Fallback>
                  <p:oleObj name="Equation" r:id="rId27" imgW="1460160" imgH="342720" progId="Equation.DSMT4">
                    <p:embed/>
                    <p:pic>
                      <p:nvPicPr>
                        <p:cNvPr id="8" name="Object 3">
                          <a:extLst>
                            <a:ext uri="{FF2B5EF4-FFF2-40B4-BE49-F238E27FC236}">
                              <a16:creationId xmlns:a16="http://schemas.microsoft.com/office/drawing/2014/main" id="{78535B1B-407C-430F-81E5-83974D08FA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597002"/>
                          <a:ext cx="1460500" cy="342900"/>
                        </a:xfrm>
                        <a:prstGeom prst="rect">
                          <a:avLst/>
                        </a:prstGeom>
                        <a:noFill/>
                        <a:ln w="254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5034A69-7662-4A2D-8B7F-54109FD0E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2670"/>
              </p:ext>
            </p:extLst>
          </p:nvPr>
        </p:nvGraphicFramePr>
        <p:xfrm>
          <a:off x="3213233" y="3351727"/>
          <a:ext cx="1873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59" name="Equation" r:id="rId29" imgW="266400" imgH="203040" progId="Equation.DSMT4">
                  <p:embed/>
                </p:oleObj>
              </mc:Choice>
              <mc:Fallback>
                <p:oleObj name="Equation" r:id="rId29" imgW="26640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213233" y="3351727"/>
                        <a:ext cx="187325" cy="1428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ECA9C35-BB7B-4C72-B91A-D155EF3B4E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104230"/>
              </p:ext>
            </p:extLst>
          </p:nvPr>
        </p:nvGraphicFramePr>
        <p:xfrm>
          <a:off x="6488868" y="3032798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60" name="Equation" r:id="rId31" imgW="1091880" imgH="342720" progId="Equation.DSMT4">
                  <p:embed/>
                </p:oleObj>
              </mc:Choice>
              <mc:Fallback>
                <p:oleObj name="Equation" r:id="rId31" imgW="1091880" imgH="34272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DECA9C35-BB7B-4C72-B91A-D155EF3B4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488868" y="3032798"/>
                        <a:ext cx="1092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355D19B-D0F4-415E-A963-103B15FE7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080570"/>
              </p:ext>
            </p:extLst>
          </p:nvPr>
        </p:nvGraphicFramePr>
        <p:xfrm>
          <a:off x="3194021" y="3610363"/>
          <a:ext cx="1866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61" name="Equation" r:id="rId33" imgW="1866600" imgH="330120" progId="Equation.DSMT4">
                  <p:embed/>
                </p:oleObj>
              </mc:Choice>
              <mc:Fallback>
                <p:oleObj name="Equation" r:id="rId33" imgW="1866600" imgH="33012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D355D19B-D0F4-415E-A963-103B15FE74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94021" y="3610363"/>
                        <a:ext cx="1866900" cy="330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31AE2722-BEDE-487B-87AF-0579FE58E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210670"/>
              </p:ext>
            </p:extLst>
          </p:nvPr>
        </p:nvGraphicFramePr>
        <p:xfrm>
          <a:off x="1896862" y="3355419"/>
          <a:ext cx="317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62" name="Equation" r:id="rId35" imgW="304560" imgH="266400" progId="Equation.DSMT4">
                  <p:embed/>
                </p:oleObj>
              </mc:Choice>
              <mc:Fallback>
                <p:oleObj name="Equation" r:id="rId35" imgW="304560" imgH="2664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31AE2722-BEDE-487B-87AF-0579FE58E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862" y="3355419"/>
                        <a:ext cx="317500" cy="2651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708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 autoUpdateAnimBg="0"/>
      <p:bldP spid="12" grpId="0" autoUpdateAnimBg="0"/>
      <p:bldP spid="15" grpId="0" autoUpdateAnimBg="0"/>
      <p:bldP spid="17" grpId="0" autoUpdateAnimBg="0"/>
      <p:bldP spid="19" grpId="0" autoUpdateAnimBg="0"/>
      <p:bldP spid="21" grpId="0"/>
      <p:bldP spid="3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1">
            <a:extLst>
              <a:ext uri="{FF2B5EF4-FFF2-40B4-BE49-F238E27FC236}">
                <a16:creationId xmlns:a16="http://schemas.microsoft.com/office/drawing/2014/main" id="{19A5EBC9-7F0E-43E2-8839-223DEEF15740}"/>
              </a:ext>
            </a:extLst>
          </p:cNvPr>
          <p:cNvSpPr/>
          <p:nvPr/>
        </p:nvSpPr>
        <p:spPr>
          <a:xfrm>
            <a:off x="1369820" y="776184"/>
            <a:ext cx="6336704" cy="406550"/>
          </a:xfrm>
          <a:prstGeom prst="roundRect">
            <a:avLst/>
          </a:prstGeom>
          <a:noFill/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绝对值无限增大的变量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函数）称为无穷大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475656" y="3651870"/>
            <a:ext cx="6397631" cy="1101412"/>
            <a:chOff x="1331640" y="3219822"/>
            <a:chExt cx="6397631" cy="110141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0B9A931-0B4E-4247-B62A-6FFA78ECDB4A}"/>
                </a:ext>
              </a:extLst>
            </p:cNvPr>
            <p:cNvGrpSpPr/>
            <p:nvPr/>
          </p:nvGrpSpPr>
          <p:grpSpPr>
            <a:xfrm>
              <a:off x="1331640" y="3219822"/>
              <a:ext cx="6397631" cy="1101412"/>
              <a:chOff x="1102064" y="3725542"/>
              <a:chExt cx="6397631" cy="1101412"/>
            </a:xfrm>
          </p:grpSpPr>
          <p:sp>
            <p:nvSpPr>
              <p:cNvPr id="6" name="圆角矩形 1">
                <a:extLst>
                  <a:ext uri="{FF2B5EF4-FFF2-40B4-BE49-F238E27FC236}">
                    <a16:creationId xmlns:a16="http://schemas.microsoft.com/office/drawing/2014/main" id="{59291119-F18E-4929-B4EA-C1DBC2908A24}"/>
                  </a:ext>
                </a:extLst>
              </p:cNvPr>
              <p:cNvSpPr/>
              <p:nvPr/>
            </p:nvSpPr>
            <p:spPr>
              <a:xfrm>
                <a:off x="1102064" y="3725542"/>
                <a:ext cx="6397631" cy="1101412"/>
              </a:xfrm>
              <a:prstGeom prst="roundRect">
                <a:avLst/>
              </a:prstGeom>
              <a:solidFill>
                <a:srgbClr val="FFFF00"/>
              </a:solidFill>
              <a:ln w="19050">
                <a:noFill/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endParaRPr lang="zh-CN" altLang="en-US" sz="2400" b="1">
                  <a:solidFill>
                    <a:srgbClr val="0064FF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7" name="Object 20">
                <a:extLst>
                  <a:ext uri="{FF2B5EF4-FFF2-40B4-BE49-F238E27FC236}">
                    <a16:creationId xmlns:a16="http://schemas.microsoft.com/office/drawing/2014/main" id="{3FB4091D-B689-460E-AA50-6AE4C0366E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6279907"/>
                  </p:ext>
                </p:extLst>
              </p:nvPr>
            </p:nvGraphicFramePr>
            <p:xfrm>
              <a:off x="4998037" y="3844696"/>
              <a:ext cx="1144587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56" name="Equation" r:id="rId3" imgW="1143000" imgH="342720" progId="Equation.DSMT4">
                      <p:embed/>
                    </p:oleObj>
                  </mc:Choice>
                  <mc:Fallback>
                    <p:oleObj name="Equation" r:id="rId3" imgW="1143000" imgH="342720" progId="Equation.DSMT4">
                      <p:embed/>
                      <p:pic>
                        <p:nvPicPr>
                          <p:cNvPr id="40" name="Object 20">
                            <a:extLst>
                              <a:ext uri="{FF2B5EF4-FFF2-40B4-BE49-F238E27FC236}">
                                <a16:creationId xmlns:a16="http://schemas.microsoft.com/office/drawing/2014/main" id="{3FB4091D-B689-460E-AA50-6AE4C0366E6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8037" y="3844696"/>
                            <a:ext cx="1144587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21">
                <a:extLst>
                  <a:ext uri="{FF2B5EF4-FFF2-40B4-BE49-F238E27FC236}">
                    <a16:creationId xmlns:a16="http://schemas.microsoft.com/office/drawing/2014/main" id="{37029BC1-3791-44FF-951A-712BB5C8D7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8271568"/>
                  </p:ext>
                </p:extLst>
              </p:nvPr>
            </p:nvGraphicFramePr>
            <p:xfrm>
              <a:off x="6286640" y="3836156"/>
              <a:ext cx="965200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57" name="Equation" r:id="rId5" imgW="965160" imgH="342720" progId="Equation.DSMT4">
                      <p:embed/>
                    </p:oleObj>
                  </mc:Choice>
                  <mc:Fallback>
                    <p:oleObj name="Equation" r:id="rId5" imgW="965160" imgH="342720" progId="Equation.DSMT4">
                      <p:embed/>
                      <p:pic>
                        <p:nvPicPr>
                          <p:cNvPr id="41" name="Object 21">
                            <a:extLst>
                              <a:ext uri="{FF2B5EF4-FFF2-40B4-BE49-F238E27FC236}">
                                <a16:creationId xmlns:a16="http://schemas.microsoft.com/office/drawing/2014/main" id="{37029BC1-3791-44FF-951A-712BB5C8D7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86640" y="3836156"/>
                            <a:ext cx="965200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32">
                <a:extLst>
                  <a:ext uri="{FF2B5EF4-FFF2-40B4-BE49-F238E27FC236}">
                    <a16:creationId xmlns:a16="http://schemas.microsoft.com/office/drawing/2014/main" id="{99904650-5527-4692-ABC6-2F687C0592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36214"/>
                  </p:ext>
                </p:extLst>
              </p:nvPr>
            </p:nvGraphicFramePr>
            <p:xfrm>
              <a:off x="2747167" y="4375528"/>
              <a:ext cx="45339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58" name="Equation" r:id="rId7" imgW="4533840" imgH="393480" progId="Equation.DSMT4">
                      <p:embed/>
                    </p:oleObj>
                  </mc:Choice>
                  <mc:Fallback>
                    <p:oleObj name="Equation" r:id="rId7" imgW="4533840" imgH="393480" progId="Equation.DSMT4">
                      <p:embed/>
                      <p:pic>
                        <p:nvPicPr>
                          <p:cNvPr id="42" name="Object 32">
                            <a:extLst>
                              <a:ext uri="{FF2B5EF4-FFF2-40B4-BE49-F238E27FC236}">
                                <a16:creationId xmlns:a16="http://schemas.microsoft.com/office/drawing/2014/main" id="{99904650-5527-4692-ABC6-2F687C0592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167" y="4375528"/>
                            <a:ext cx="4533900" cy="393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EF376B60-3898-4E4E-B0B1-455AC3C07C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5391153"/>
                  </p:ext>
                </p:extLst>
              </p:nvPr>
            </p:nvGraphicFramePr>
            <p:xfrm>
              <a:off x="2758248" y="3799535"/>
              <a:ext cx="2159000" cy="520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59" name="Equation" r:id="rId9" imgW="2158920" imgH="520560" progId="Equation.DSMT4">
                      <p:embed/>
                    </p:oleObj>
                  </mc:Choice>
                  <mc:Fallback>
                    <p:oleObj name="Equation" r:id="rId9" imgW="2158920" imgH="520560" progId="Equation.DSMT4">
                      <p:embed/>
                      <p:pic>
                        <p:nvPicPr>
                          <p:cNvPr id="43" name="对象 42">
                            <a:extLst>
                              <a:ext uri="{FF2B5EF4-FFF2-40B4-BE49-F238E27FC236}">
                                <a16:creationId xmlns:a16="http://schemas.microsoft.com/office/drawing/2014/main" id="{EF376B60-3898-4E4E-B0B1-455AC3C07C1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758248" y="3799535"/>
                            <a:ext cx="2159000" cy="520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78535B1B-407C-430F-81E5-83974D08FA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734864"/>
                </p:ext>
              </p:extLst>
            </p:nvPr>
          </p:nvGraphicFramePr>
          <p:xfrm>
            <a:off x="1403648" y="3597002"/>
            <a:ext cx="146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60" name="Equation" r:id="rId11" imgW="1460160" imgH="342720" progId="Equation.DSMT4">
                    <p:embed/>
                  </p:oleObj>
                </mc:Choice>
                <mc:Fallback>
                  <p:oleObj name="Equation" r:id="rId11" imgW="1460160" imgH="342720" progId="Equation.DSMT4">
                    <p:embed/>
                    <p:pic>
                      <p:nvPicPr>
                        <p:cNvPr id="44" name="Object 3">
                          <a:extLst>
                            <a:ext uri="{FF2B5EF4-FFF2-40B4-BE49-F238E27FC236}">
                              <a16:creationId xmlns:a16="http://schemas.microsoft.com/office/drawing/2014/main" id="{78535B1B-407C-430F-81E5-83974D08FA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597002"/>
                          <a:ext cx="1460500" cy="342900"/>
                        </a:xfrm>
                        <a:prstGeom prst="rect">
                          <a:avLst/>
                        </a:prstGeom>
                        <a:noFill/>
                        <a:ln w="254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3">
            <a:extLst>
              <a:ext uri="{FF2B5EF4-FFF2-40B4-BE49-F238E27FC236}">
                <a16:creationId xmlns:a16="http://schemas.microsoft.com/office/drawing/2014/main" id="{4EFA302C-EC53-415B-8D1D-581F5610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710971"/>
            <a:ext cx="642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B84DC77D-384E-45A4-8BB7-2DA086CD3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10" y="1390004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1.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可类似给出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正无穷大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负无穷大</a:t>
            </a:r>
            <a:r>
              <a:rPr lang="zh-CN" altLang="en-US" sz="2400" b="1" dirty="0">
                <a:latin typeface="+mn-ea"/>
              </a:rPr>
              <a:t>的定义；</a:t>
            </a:r>
            <a:endParaRPr lang="zh-CN" altLang="zh-CN" sz="2400" b="1" dirty="0">
              <a:latin typeface="+mn-ea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839478"/>
              </p:ext>
            </p:extLst>
          </p:nvPr>
        </p:nvGraphicFramePr>
        <p:xfrm>
          <a:off x="6141680" y="4313902"/>
          <a:ext cx="166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1" name="Equation" r:id="rId13" imgW="1663560" imgH="342720" progId="Equation.DSMT4">
                  <p:embed/>
                </p:oleObj>
              </mc:Choice>
              <mc:Fallback>
                <p:oleObj name="Equation" r:id="rId13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41680" y="4313902"/>
                        <a:ext cx="16637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5034A69-7662-4A2D-8B7F-54109FD0E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10413"/>
              </p:ext>
            </p:extLst>
          </p:nvPr>
        </p:nvGraphicFramePr>
        <p:xfrm>
          <a:off x="4458651" y="3808048"/>
          <a:ext cx="431640" cy="21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2" name="Equation" r:id="rId15" imgW="431640" imgH="215640" progId="Equation.DSMT4">
                  <p:embed/>
                </p:oleObj>
              </mc:Choice>
              <mc:Fallback>
                <p:oleObj name="Equation" r:id="rId15" imgW="43164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034A69-7662-4A2D-8B7F-54109FD0E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58651" y="3808048"/>
                        <a:ext cx="431640" cy="215640"/>
                      </a:xfrm>
                      <a:prstGeom prst="rect">
                        <a:avLst/>
                      </a:prstGeom>
                      <a:solidFill>
                        <a:srgbClr val="FFC86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437610" y="2114897"/>
            <a:ext cx="7187822" cy="47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kumimoji="1" lang="zh-CN" altLang="en-US" sz="2400" b="1" dirty="0">
                <a:latin typeface="+mn-ea"/>
              </a:rPr>
              <a:t> 函数极限为</a:t>
            </a:r>
            <a:r>
              <a:rPr kumimoji="1" lang="en-US" altLang="zh-CN" sz="2400" b="1" dirty="0">
                <a:latin typeface="+mn-ea"/>
              </a:rPr>
              <a:t>(</a:t>
            </a:r>
            <a:r>
              <a:rPr kumimoji="1" lang="zh-CN" altLang="en-US" sz="2400" b="1" dirty="0">
                <a:latin typeface="+mn-ea"/>
              </a:rPr>
              <a:t>正、负</a:t>
            </a:r>
            <a:r>
              <a:rPr kumimoji="1" lang="en-US" altLang="zh-CN" sz="2400" b="1" dirty="0">
                <a:latin typeface="+mn-ea"/>
              </a:rPr>
              <a:t>)</a:t>
            </a:r>
            <a:r>
              <a:rPr kumimoji="1" lang="zh-CN" altLang="en-US" sz="2400" b="1" dirty="0">
                <a:latin typeface="+mn-ea"/>
              </a:rPr>
              <a:t>无穷大，它的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极限不存在</a:t>
            </a:r>
            <a:r>
              <a:rPr kumimoji="1" lang="zh-CN" altLang="en-US" sz="2400" b="1" dirty="0">
                <a:latin typeface="+mn-ea"/>
              </a:rPr>
              <a:t>；</a:t>
            </a:r>
            <a:r>
              <a:rPr kumimoji="1" lang="en-US" altLang="zh-CN" sz="2400" b="1" dirty="0">
                <a:latin typeface="+mn-ea"/>
              </a:rPr>
              <a:t> 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B84DC77D-384E-45A4-8BB7-2DA086CD3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10" y="2876028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</a:t>
            </a:r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.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无穷大是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</a:t>
            </a:r>
            <a:r>
              <a:rPr lang="zh-CN" altLang="en-US" sz="2400" b="1" dirty="0">
                <a:latin typeface="+mn-ea"/>
              </a:rPr>
              <a:t>，不能与很大的数混淆．</a:t>
            </a:r>
            <a:endParaRPr lang="zh-CN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976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5" grpId="0" autoUpdateAnimBg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B31631-45C5-443F-9085-1041B1F74202}"/>
              </a:ext>
            </a:extLst>
          </p:cNvPr>
          <p:cNvSpPr txBox="1">
            <a:spLocks noChangeArrowheads="1"/>
          </p:cNvSpPr>
          <p:nvPr/>
        </p:nvSpPr>
        <p:spPr>
          <a:xfrm>
            <a:off x="982187" y="438004"/>
            <a:ext cx="2128323" cy="3869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5  </a:t>
            </a:r>
            <a:r>
              <a:rPr lang="zh-CN" altLang="en-US" sz="2400" b="1" dirty="0">
                <a:latin typeface="+mn-ea"/>
                <a:ea typeface="+mn-ea"/>
              </a:rPr>
              <a:t>证明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6AB6D93-76A1-446B-942B-96DB5D9A2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187" y="1414956"/>
            <a:ext cx="5441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i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F42F13E-3F60-4784-9E6A-4D096FF69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458" y="1428629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要使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EDDB137D-81E6-4926-8CAC-36B6E1F21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40" y="2308544"/>
            <a:ext cx="9501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只要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D9EBD42A-0E92-409B-B9AD-0BA21DAA1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949" y="2318203"/>
            <a:ext cx="660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取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BAC65D32-6D79-48A6-A3F7-1C4E345DE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076" y="3275438"/>
            <a:ext cx="10287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 dirty="0">
                <a:latin typeface="+mn-ea"/>
                <a:ea typeface="+mn-ea"/>
              </a:rPr>
              <a:t>因此</a:t>
            </a:r>
          </a:p>
        </p:txBody>
      </p:sp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E09492FC-5587-4CE7-AE90-4FE97CD0D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860429"/>
              </p:ext>
            </p:extLst>
          </p:nvPr>
        </p:nvGraphicFramePr>
        <p:xfrm>
          <a:off x="2555776" y="339502"/>
          <a:ext cx="173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5" name="Equation" r:id="rId3" imgW="1739880" imgH="736560" progId="Equation.DSMT4">
                  <p:embed/>
                </p:oleObj>
              </mc:Choice>
              <mc:Fallback>
                <p:oleObj name="Equation" r:id="rId3" imgW="1739880" imgH="736560" progId="Equation.DSMT4">
                  <p:embed/>
                  <p:pic>
                    <p:nvPicPr>
                      <p:cNvPr id="12317" name="Object 29">
                        <a:extLst>
                          <a:ext uri="{FF2B5EF4-FFF2-40B4-BE49-F238E27FC236}">
                            <a16:creationId xmlns:a16="http://schemas.microsoft.com/office/drawing/2014/main" id="{E09492FC-5587-4CE7-AE90-4FE97CD0D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39502"/>
                        <a:ext cx="1739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9">
            <a:extLst>
              <a:ext uri="{FF2B5EF4-FFF2-40B4-BE49-F238E27FC236}">
                <a16:creationId xmlns:a16="http://schemas.microsoft.com/office/drawing/2014/main" id="{E3477A47-5BC1-401E-BCB5-977149479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185514"/>
              </p:ext>
            </p:extLst>
          </p:nvPr>
        </p:nvGraphicFramePr>
        <p:xfrm>
          <a:off x="3491610" y="1289246"/>
          <a:ext cx="1663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6" name="Equation" r:id="rId5" imgW="1663560" imgH="812520" progId="Equation.DSMT4">
                  <p:embed/>
                </p:oleObj>
              </mc:Choice>
              <mc:Fallback>
                <p:oleObj name="Equation" r:id="rId5" imgW="1663560" imgH="812520" progId="Equation.DSMT4">
                  <p:embed/>
                  <p:pic>
                    <p:nvPicPr>
                      <p:cNvPr id="5" name="Object 29">
                        <a:extLst>
                          <a:ext uri="{FF2B5EF4-FFF2-40B4-BE49-F238E27FC236}">
                            <a16:creationId xmlns:a16="http://schemas.microsoft.com/office/drawing/2014/main" id="{E3477A47-5BC1-401E-BCB5-9771494795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610" y="1289246"/>
                        <a:ext cx="16637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>
            <a:extLst>
              <a:ext uri="{FF2B5EF4-FFF2-40B4-BE49-F238E27FC236}">
                <a16:creationId xmlns:a16="http://schemas.microsoft.com/office/drawing/2014/main" id="{ABC2CEA6-E333-4283-A247-7D3926CB4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354846"/>
              </p:ext>
            </p:extLst>
          </p:nvPr>
        </p:nvGraphicFramePr>
        <p:xfrm>
          <a:off x="1248671" y="2179824"/>
          <a:ext cx="160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7" name="Equation" r:id="rId7" imgW="1600200" imgH="723600" progId="Equation.DSMT4">
                  <p:embed/>
                </p:oleObj>
              </mc:Choice>
              <mc:Fallback>
                <p:oleObj name="Equation" r:id="rId7" imgW="1600200" imgH="723600" progId="Equation.DSMT4">
                  <p:embed/>
                  <p:pic>
                    <p:nvPicPr>
                      <p:cNvPr id="6" name="Object 29">
                        <a:extLst>
                          <a:ext uri="{FF2B5EF4-FFF2-40B4-BE49-F238E27FC236}">
                            <a16:creationId xmlns:a16="http://schemas.microsoft.com/office/drawing/2014/main" id="{ABC2CEA6-E333-4283-A247-7D3926CB43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671" y="2179824"/>
                        <a:ext cx="1600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9">
            <a:extLst>
              <a:ext uri="{FF2B5EF4-FFF2-40B4-BE49-F238E27FC236}">
                <a16:creationId xmlns:a16="http://schemas.microsoft.com/office/drawing/2014/main" id="{D991067C-CADC-4298-A0C5-4FE08401F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474670"/>
              </p:ext>
            </p:extLst>
          </p:nvPr>
        </p:nvGraphicFramePr>
        <p:xfrm>
          <a:off x="3486272" y="3140329"/>
          <a:ext cx="173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8" name="Equation" r:id="rId9" imgW="1739880" imgH="736560" progId="Equation.DSMT4">
                  <p:embed/>
                </p:oleObj>
              </mc:Choice>
              <mc:Fallback>
                <p:oleObj name="Equation" r:id="rId9" imgW="1739880" imgH="736560" progId="Equation.DSMT4">
                  <p:embed/>
                  <p:pic>
                    <p:nvPicPr>
                      <p:cNvPr id="8" name="Object 29">
                        <a:extLst>
                          <a:ext uri="{FF2B5EF4-FFF2-40B4-BE49-F238E27FC236}">
                            <a16:creationId xmlns:a16="http://schemas.microsoft.com/office/drawing/2014/main" id="{D991067C-CADC-4298-A0C5-4FE08401F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272" y="3140329"/>
                        <a:ext cx="1739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6AB807A7-A387-4B3F-930C-460A9D06B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572164"/>
              </p:ext>
            </p:extLst>
          </p:nvPr>
        </p:nvGraphicFramePr>
        <p:xfrm>
          <a:off x="1576738" y="1544025"/>
          <a:ext cx="1130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9" name="Equation" r:id="rId11" imgW="1130040" imgH="279360" progId="Equation.DSMT4">
                  <p:embed/>
                </p:oleObj>
              </mc:Choice>
              <mc:Fallback>
                <p:oleObj name="Equation" r:id="rId11" imgW="1130040" imgH="279360" progId="Equation.DSMT4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6AB807A7-A387-4B3F-930C-460A9D06B9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738" y="1544025"/>
                        <a:ext cx="1130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AE8D497-8D9B-4765-B31C-351724802159}"/>
              </a:ext>
            </a:extLst>
          </p:cNvPr>
          <p:cNvSpPr/>
          <p:nvPr/>
        </p:nvSpPr>
        <p:spPr>
          <a:xfrm>
            <a:off x="479786" y="329404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有</a:t>
            </a:r>
            <a:endParaRPr lang="zh-CN" altLang="en-US" sz="24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6320882" y="331314"/>
            <a:ext cx="2290812" cy="1978025"/>
            <a:chOff x="6993233" y="2284522"/>
            <a:chExt cx="2290812" cy="1978025"/>
          </a:xfrm>
        </p:grpSpPr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AC7EF412-059D-4BA4-88B0-A29B8FD42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93233" y="3352367"/>
              <a:ext cx="22908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A0934CFB-DF70-4FAD-8485-46701E249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0359" y="2571238"/>
              <a:ext cx="1038225" cy="742950"/>
            </a:xfrm>
            <a:custGeom>
              <a:avLst/>
              <a:gdLst>
                <a:gd name="T0" fmla="*/ 6 w 654"/>
                <a:gd name="T1" fmla="*/ 162 h 468"/>
                <a:gd name="T2" fmla="*/ 24 w 654"/>
                <a:gd name="T3" fmla="*/ 288 h 468"/>
                <a:gd name="T4" fmla="*/ 42 w 654"/>
                <a:gd name="T5" fmla="*/ 342 h 468"/>
                <a:gd name="T6" fmla="*/ 66 w 654"/>
                <a:gd name="T7" fmla="*/ 372 h 468"/>
                <a:gd name="T8" fmla="*/ 84 w 654"/>
                <a:gd name="T9" fmla="*/ 390 h 468"/>
                <a:gd name="T10" fmla="*/ 102 w 654"/>
                <a:gd name="T11" fmla="*/ 408 h 468"/>
                <a:gd name="T12" fmla="*/ 120 w 654"/>
                <a:gd name="T13" fmla="*/ 414 h 468"/>
                <a:gd name="T14" fmla="*/ 138 w 654"/>
                <a:gd name="T15" fmla="*/ 426 h 468"/>
                <a:gd name="T16" fmla="*/ 156 w 654"/>
                <a:gd name="T17" fmla="*/ 432 h 468"/>
                <a:gd name="T18" fmla="*/ 174 w 654"/>
                <a:gd name="T19" fmla="*/ 432 h 468"/>
                <a:gd name="T20" fmla="*/ 192 w 654"/>
                <a:gd name="T21" fmla="*/ 438 h 468"/>
                <a:gd name="T22" fmla="*/ 216 w 654"/>
                <a:gd name="T23" fmla="*/ 444 h 468"/>
                <a:gd name="T24" fmla="*/ 234 w 654"/>
                <a:gd name="T25" fmla="*/ 444 h 468"/>
                <a:gd name="T26" fmla="*/ 252 w 654"/>
                <a:gd name="T27" fmla="*/ 444 h 468"/>
                <a:gd name="T28" fmla="*/ 270 w 654"/>
                <a:gd name="T29" fmla="*/ 450 h 468"/>
                <a:gd name="T30" fmla="*/ 288 w 654"/>
                <a:gd name="T31" fmla="*/ 450 h 468"/>
                <a:gd name="T32" fmla="*/ 306 w 654"/>
                <a:gd name="T33" fmla="*/ 450 h 468"/>
                <a:gd name="T34" fmla="*/ 324 w 654"/>
                <a:gd name="T35" fmla="*/ 456 h 468"/>
                <a:gd name="T36" fmla="*/ 348 w 654"/>
                <a:gd name="T37" fmla="*/ 456 h 468"/>
                <a:gd name="T38" fmla="*/ 366 w 654"/>
                <a:gd name="T39" fmla="*/ 456 h 468"/>
                <a:gd name="T40" fmla="*/ 384 w 654"/>
                <a:gd name="T41" fmla="*/ 456 h 468"/>
                <a:gd name="T42" fmla="*/ 402 w 654"/>
                <a:gd name="T43" fmla="*/ 456 h 468"/>
                <a:gd name="T44" fmla="*/ 420 w 654"/>
                <a:gd name="T45" fmla="*/ 462 h 468"/>
                <a:gd name="T46" fmla="*/ 438 w 654"/>
                <a:gd name="T47" fmla="*/ 462 h 468"/>
                <a:gd name="T48" fmla="*/ 456 w 654"/>
                <a:gd name="T49" fmla="*/ 462 h 468"/>
                <a:gd name="T50" fmla="*/ 474 w 654"/>
                <a:gd name="T51" fmla="*/ 462 h 468"/>
                <a:gd name="T52" fmla="*/ 498 w 654"/>
                <a:gd name="T53" fmla="*/ 462 h 468"/>
                <a:gd name="T54" fmla="*/ 516 w 654"/>
                <a:gd name="T55" fmla="*/ 462 h 468"/>
                <a:gd name="T56" fmla="*/ 534 w 654"/>
                <a:gd name="T57" fmla="*/ 462 h 468"/>
                <a:gd name="T58" fmla="*/ 552 w 654"/>
                <a:gd name="T59" fmla="*/ 462 h 468"/>
                <a:gd name="T60" fmla="*/ 570 w 654"/>
                <a:gd name="T61" fmla="*/ 462 h 468"/>
                <a:gd name="T62" fmla="*/ 588 w 654"/>
                <a:gd name="T63" fmla="*/ 468 h 468"/>
                <a:gd name="T64" fmla="*/ 606 w 654"/>
                <a:gd name="T65" fmla="*/ 468 h 468"/>
                <a:gd name="T66" fmla="*/ 624 w 654"/>
                <a:gd name="T67" fmla="*/ 468 h 468"/>
                <a:gd name="T68" fmla="*/ 648 w 654"/>
                <a:gd name="T69" fmla="*/ 468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54"/>
                <a:gd name="T106" fmla="*/ 0 h 468"/>
                <a:gd name="T107" fmla="*/ 654 w 654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54" h="468">
                  <a:moveTo>
                    <a:pt x="0" y="0"/>
                  </a:moveTo>
                  <a:lnTo>
                    <a:pt x="6" y="162"/>
                  </a:lnTo>
                  <a:lnTo>
                    <a:pt x="18" y="240"/>
                  </a:lnTo>
                  <a:lnTo>
                    <a:pt x="24" y="288"/>
                  </a:lnTo>
                  <a:lnTo>
                    <a:pt x="36" y="318"/>
                  </a:lnTo>
                  <a:lnTo>
                    <a:pt x="42" y="342"/>
                  </a:lnTo>
                  <a:lnTo>
                    <a:pt x="54" y="360"/>
                  </a:lnTo>
                  <a:lnTo>
                    <a:pt x="66" y="372"/>
                  </a:lnTo>
                  <a:lnTo>
                    <a:pt x="72" y="384"/>
                  </a:lnTo>
                  <a:lnTo>
                    <a:pt x="84" y="390"/>
                  </a:lnTo>
                  <a:lnTo>
                    <a:pt x="90" y="402"/>
                  </a:lnTo>
                  <a:lnTo>
                    <a:pt x="102" y="408"/>
                  </a:lnTo>
                  <a:lnTo>
                    <a:pt x="108" y="414"/>
                  </a:lnTo>
                  <a:lnTo>
                    <a:pt x="120" y="414"/>
                  </a:lnTo>
                  <a:lnTo>
                    <a:pt x="132" y="420"/>
                  </a:lnTo>
                  <a:lnTo>
                    <a:pt x="138" y="426"/>
                  </a:lnTo>
                  <a:lnTo>
                    <a:pt x="150" y="426"/>
                  </a:lnTo>
                  <a:lnTo>
                    <a:pt x="156" y="432"/>
                  </a:lnTo>
                  <a:lnTo>
                    <a:pt x="168" y="432"/>
                  </a:lnTo>
                  <a:lnTo>
                    <a:pt x="174" y="432"/>
                  </a:lnTo>
                  <a:lnTo>
                    <a:pt x="186" y="438"/>
                  </a:lnTo>
                  <a:lnTo>
                    <a:pt x="192" y="438"/>
                  </a:lnTo>
                  <a:lnTo>
                    <a:pt x="204" y="438"/>
                  </a:lnTo>
                  <a:lnTo>
                    <a:pt x="216" y="444"/>
                  </a:lnTo>
                  <a:lnTo>
                    <a:pt x="222" y="444"/>
                  </a:lnTo>
                  <a:lnTo>
                    <a:pt x="234" y="444"/>
                  </a:lnTo>
                  <a:lnTo>
                    <a:pt x="240" y="444"/>
                  </a:lnTo>
                  <a:lnTo>
                    <a:pt x="252" y="444"/>
                  </a:lnTo>
                  <a:lnTo>
                    <a:pt x="258" y="450"/>
                  </a:lnTo>
                  <a:lnTo>
                    <a:pt x="270" y="450"/>
                  </a:lnTo>
                  <a:lnTo>
                    <a:pt x="282" y="450"/>
                  </a:lnTo>
                  <a:lnTo>
                    <a:pt x="288" y="450"/>
                  </a:lnTo>
                  <a:lnTo>
                    <a:pt x="300" y="450"/>
                  </a:lnTo>
                  <a:lnTo>
                    <a:pt x="306" y="450"/>
                  </a:lnTo>
                  <a:lnTo>
                    <a:pt x="318" y="456"/>
                  </a:lnTo>
                  <a:lnTo>
                    <a:pt x="324" y="456"/>
                  </a:lnTo>
                  <a:lnTo>
                    <a:pt x="336" y="456"/>
                  </a:lnTo>
                  <a:lnTo>
                    <a:pt x="348" y="456"/>
                  </a:lnTo>
                  <a:lnTo>
                    <a:pt x="354" y="456"/>
                  </a:lnTo>
                  <a:lnTo>
                    <a:pt x="366" y="456"/>
                  </a:lnTo>
                  <a:lnTo>
                    <a:pt x="372" y="456"/>
                  </a:lnTo>
                  <a:lnTo>
                    <a:pt x="384" y="456"/>
                  </a:lnTo>
                  <a:lnTo>
                    <a:pt x="390" y="456"/>
                  </a:lnTo>
                  <a:lnTo>
                    <a:pt x="402" y="456"/>
                  </a:lnTo>
                  <a:lnTo>
                    <a:pt x="408" y="462"/>
                  </a:lnTo>
                  <a:lnTo>
                    <a:pt x="420" y="462"/>
                  </a:lnTo>
                  <a:lnTo>
                    <a:pt x="432" y="462"/>
                  </a:lnTo>
                  <a:lnTo>
                    <a:pt x="438" y="462"/>
                  </a:lnTo>
                  <a:lnTo>
                    <a:pt x="450" y="462"/>
                  </a:lnTo>
                  <a:lnTo>
                    <a:pt x="456" y="462"/>
                  </a:lnTo>
                  <a:lnTo>
                    <a:pt x="468" y="462"/>
                  </a:lnTo>
                  <a:lnTo>
                    <a:pt x="474" y="462"/>
                  </a:lnTo>
                  <a:lnTo>
                    <a:pt x="486" y="462"/>
                  </a:lnTo>
                  <a:lnTo>
                    <a:pt x="498" y="462"/>
                  </a:lnTo>
                  <a:lnTo>
                    <a:pt x="504" y="462"/>
                  </a:lnTo>
                  <a:lnTo>
                    <a:pt x="516" y="462"/>
                  </a:lnTo>
                  <a:lnTo>
                    <a:pt x="522" y="462"/>
                  </a:lnTo>
                  <a:lnTo>
                    <a:pt x="534" y="462"/>
                  </a:lnTo>
                  <a:lnTo>
                    <a:pt x="540" y="462"/>
                  </a:lnTo>
                  <a:lnTo>
                    <a:pt x="552" y="462"/>
                  </a:lnTo>
                  <a:lnTo>
                    <a:pt x="558" y="462"/>
                  </a:lnTo>
                  <a:lnTo>
                    <a:pt x="570" y="462"/>
                  </a:lnTo>
                  <a:lnTo>
                    <a:pt x="582" y="462"/>
                  </a:lnTo>
                  <a:lnTo>
                    <a:pt x="588" y="468"/>
                  </a:lnTo>
                  <a:lnTo>
                    <a:pt x="600" y="468"/>
                  </a:lnTo>
                  <a:lnTo>
                    <a:pt x="606" y="468"/>
                  </a:lnTo>
                  <a:lnTo>
                    <a:pt x="618" y="468"/>
                  </a:lnTo>
                  <a:lnTo>
                    <a:pt x="624" y="468"/>
                  </a:lnTo>
                  <a:lnTo>
                    <a:pt x="636" y="468"/>
                  </a:lnTo>
                  <a:lnTo>
                    <a:pt x="648" y="468"/>
                  </a:lnTo>
                  <a:lnTo>
                    <a:pt x="654" y="468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CD5A844D-1AFB-4862-A292-93CBD69B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3234" y="3393089"/>
              <a:ext cx="1028700" cy="742950"/>
            </a:xfrm>
            <a:custGeom>
              <a:avLst/>
              <a:gdLst>
                <a:gd name="T0" fmla="*/ 642 w 648"/>
                <a:gd name="T1" fmla="*/ 306 h 468"/>
                <a:gd name="T2" fmla="*/ 624 w 648"/>
                <a:gd name="T3" fmla="*/ 180 h 468"/>
                <a:gd name="T4" fmla="*/ 606 w 648"/>
                <a:gd name="T5" fmla="*/ 126 h 468"/>
                <a:gd name="T6" fmla="*/ 582 w 648"/>
                <a:gd name="T7" fmla="*/ 96 h 468"/>
                <a:gd name="T8" fmla="*/ 564 w 648"/>
                <a:gd name="T9" fmla="*/ 78 h 468"/>
                <a:gd name="T10" fmla="*/ 546 w 648"/>
                <a:gd name="T11" fmla="*/ 60 h 468"/>
                <a:gd name="T12" fmla="*/ 528 w 648"/>
                <a:gd name="T13" fmla="*/ 54 h 468"/>
                <a:gd name="T14" fmla="*/ 510 w 648"/>
                <a:gd name="T15" fmla="*/ 42 h 468"/>
                <a:gd name="T16" fmla="*/ 492 w 648"/>
                <a:gd name="T17" fmla="*/ 36 h 468"/>
                <a:gd name="T18" fmla="*/ 474 w 648"/>
                <a:gd name="T19" fmla="*/ 36 h 468"/>
                <a:gd name="T20" fmla="*/ 456 w 648"/>
                <a:gd name="T21" fmla="*/ 30 h 468"/>
                <a:gd name="T22" fmla="*/ 432 w 648"/>
                <a:gd name="T23" fmla="*/ 24 h 468"/>
                <a:gd name="T24" fmla="*/ 414 w 648"/>
                <a:gd name="T25" fmla="*/ 24 h 468"/>
                <a:gd name="T26" fmla="*/ 396 w 648"/>
                <a:gd name="T27" fmla="*/ 24 h 468"/>
                <a:gd name="T28" fmla="*/ 378 w 648"/>
                <a:gd name="T29" fmla="*/ 18 h 468"/>
                <a:gd name="T30" fmla="*/ 360 w 648"/>
                <a:gd name="T31" fmla="*/ 18 h 468"/>
                <a:gd name="T32" fmla="*/ 342 w 648"/>
                <a:gd name="T33" fmla="*/ 18 h 468"/>
                <a:gd name="T34" fmla="*/ 324 w 648"/>
                <a:gd name="T35" fmla="*/ 12 h 468"/>
                <a:gd name="T36" fmla="*/ 300 w 648"/>
                <a:gd name="T37" fmla="*/ 12 h 468"/>
                <a:gd name="T38" fmla="*/ 282 w 648"/>
                <a:gd name="T39" fmla="*/ 12 h 468"/>
                <a:gd name="T40" fmla="*/ 264 w 648"/>
                <a:gd name="T41" fmla="*/ 12 h 468"/>
                <a:gd name="T42" fmla="*/ 246 w 648"/>
                <a:gd name="T43" fmla="*/ 12 h 468"/>
                <a:gd name="T44" fmla="*/ 228 w 648"/>
                <a:gd name="T45" fmla="*/ 6 h 468"/>
                <a:gd name="T46" fmla="*/ 210 w 648"/>
                <a:gd name="T47" fmla="*/ 6 h 468"/>
                <a:gd name="T48" fmla="*/ 192 w 648"/>
                <a:gd name="T49" fmla="*/ 6 h 468"/>
                <a:gd name="T50" fmla="*/ 174 w 648"/>
                <a:gd name="T51" fmla="*/ 6 h 468"/>
                <a:gd name="T52" fmla="*/ 150 w 648"/>
                <a:gd name="T53" fmla="*/ 6 h 468"/>
                <a:gd name="T54" fmla="*/ 132 w 648"/>
                <a:gd name="T55" fmla="*/ 6 h 468"/>
                <a:gd name="T56" fmla="*/ 114 w 648"/>
                <a:gd name="T57" fmla="*/ 6 h 468"/>
                <a:gd name="T58" fmla="*/ 96 w 648"/>
                <a:gd name="T59" fmla="*/ 6 h 468"/>
                <a:gd name="T60" fmla="*/ 78 w 648"/>
                <a:gd name="T61" fmla="*/ 6 h 468"/>
                <a:gd name="T62" fmla="*/ 60 w 648"/>
                <a:gd name="T63" fmla="*/ 0 h 468"/>
                <a:gd name="T64" fmla="*/ 42 w 648"/>
                <a:gd name="T65" fmla="*/ 0 h 468"/>
                <a:gd name="T66" fmla="*/ 24 w 648"/>
                <a:gd name="T67" fmla="*/ 0 h 468"/>
                <a:gd name="T68" fmla="*/ 6 w 648"/>
                <a:gd name="T69" fmla="*/ 0 h 4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8"/>
                <a:gd name="T106" fmla="*/ 0 h 468"/>
                <a:gd name="T107" fmla="*/ 648 w 648"/>
                <a:gd name="T108" fmla="*/ 468 h 4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8" h="468">
                  <a:moveTo>
                    <a:pt x="648" y="468"/>
                  </a:moveTo>
                  <a:lnTo>
                    <a:pt x="642" y="306"/>
                  </a:lnTo>
                  <a:lnTo>
                    <a:pt x="630" y="228"/>
                  </a:lnTo>
                  <a:lnTo>
                    <a:pt x="624" y="180"/>
                  </a:lnTo>
                  <a:lnTo>
                    <a:pt x="612" y="150"/>
                  </a:lnTo>
                  <a:lnTo>
                    <a:pt x="606" y="126"/>
                  </a:lnTo>
                  <a:lnTo>
                    <a:pt x="594" y="108"/>
                  </a:lnTo>
                  <a:lnTo>
                    <a:pt x="582" y="96"/>
                  </a:lnTo>
                  <a:lnTo>
                    <a:pt x="576" y="84"/>
                  </a:lnTo>
                  <a:lnTo>
                    <a:pt x="564" y="78"/>
                  </a:lnTo>
                  <a:lnTo>
                    <a:pt x="558" y="66"/>
                  </a:lnTo>
                  <a:lnTo>
                    <a:pt x="546" y="60"/>
                  </a:lnTo>
                  <a:lnTo>
                    <a:pt x="540" y="54"/>
                  </a:lnTo>
                  <a:lnTo>
                    <a:pt x="528" y="54"/>
                  </a:lnTo>
                  <a:lnTo>
                    <a:pt x="516" y="48"/>
                  </a:lnTo>
                  <a:lnTo>
                    <a:pt x="510" y="42"/>
                  </a:lnTo>
                  <a:lnTo>
                    <a:pt x="498" y="42"/>
                  </a:lnTo>
                  <a:lnTo>
                    <a:pt x="492" y="36"/>
                  </a:lnTo>
                  <a:lnTo>
                    <a:pt x="480" y="36"/>
                  </a:lnTo>
                  <a:lnTo>
                    <a:pt x="474" y="36"/>
                  </a:lnTo>
                  <a:lnTo>
                    <a:pt x="462" y="30"/>
                  </a:lnTo>
                  <a:lnTo>
                    <a:pt x="456" y="30"/>
                  </a:lnTo>
                  <a:lnTo>
                    <a:pt x="444" y="30"/>
                  </a:lnTo>
                  <a:lnTo>
                    <a:pt x="432" y="24"/>
                  </a:lnTo>
                  <a:lnTo>
                    <a:pt x="426" y="24"/>
                  </a:lnTo>
                  <a:lnTo>
                    <a:pt x="414" y="24"/>
                  </a:lnTo>
                  <a:lnTo>
                    <a:pt x="408" y="24"/>
                  </a:lnTo>
                  <a:lnTo>
                    <a:pt x="396" y="24"/>
                  </a:lnTo>
                  <a:lnTo>
                    <a:pt x="390" y="18"/>
                  </a:lnTo>
                  <a:lnTo>
                    <a:pt x="378" y="18"/>
                  </a:lnTo>
                  <a:lnTo>
                    <a:pt x="366" y="18"/>
                  </a:lnTo>
                  <a:lnTo>
                    <a:pt x="360" y="18"/>
                  </a:lnTo>
                  <a:lnTo>
                    <a:pt x="348" y="18"/>
                  </a:lnTo>
                  <a:lnTo>
                    <a:pt x="342" y="18"/>
                  </a:lnTo>
                  <a:lnTo>
                    <a:pt x="330" y="12"/>
                  </a:lnTo>
                  <a:lnTo>
                    <a:pt x="324" y="12"/>
                  </a:lnTo>
                  <a:lnTo>
                    <a:pt x="312" y="12"/>
                  </a:lnTo>
                  <a:lnTo>
                    <a:pt x="300" y="12"/>
                  </a:lnTo>
                  <a:lnTo>
                    <a:pt x="294" y="12"/>
                  </a:lnTo>
                  <a:lnTo>
                    <a:pt x="282" y="12"/>
                  </a:lnTo>
                  <a:lnTo>
                    <a:pt x="276" y="12"/>
                  </a:lnTo>
                  <a:lnTo>
                    <a:pt x="264" y="12"/>
                  </a:lnTo>
                  <a:lnTo>
                    <a:pt x="258" y="12"/>
                  </a:lnTo>
                  <a:lnTo>
                    <a:pt x="246" y="12"/>
                  </a:lnTo>
                  <a:lnTo>
                    <a:pt x="240" y="6"/>
                  </a:lnTo>
                  <a:lnTo>
                    <a:pt x="228" y="6"/>
                  </a:lnTo>
                  <a:lnTo>
                    <a:pt x="216" y="6"/>
                  </a:lnTo>
                  <a:lnTo>
                    <a:pt x="210" y="6"/>
                  </a:lnTo>
                  <a:lnTo>
                    <a:pt x="198" y="6"/>
                  </a:lnTo>
                  <a:lnTo>
                    <a:pt x="192" y="6"/>
                  </a:lnTo>
                  <a:lnTo>
                    <a:pt x="180" y="6"/>
                  </a:lnTo>
                  <a:lnTo>
                    <a:pt x="174" y="6"/>
                  </a:lnTo>
                  <a:lnTo>
                    <a:pt x="162" y="6"/>
                  </a:lnTo>
                  <a:lnTo>
                    <a:pt x="150" y="6"/>
                  </a:lnTo>
                  <a:lnTo>
                    <a:pt x="144" y="6"/>
                  </a:lnTo>
                  <a:lnTo>
                    <a:pt x="132" y="6"/>
                  </a:lnTo>
                  <a:lnTo>
                    <a:pt x="126" y="6"/>
                  </a:lnTo>
                  <a:lnTo>
                    <a:pt x="114" y="6"/>
                  </a:lnTo>
                  <a:lnTo>
                    <a:pt x="108" y="6"/>
                  </a:lnTo>
                  <a:lnTo>
                    <a:pt x="96" y="6"/>
                  </a:lnTo>
                  <a:lnTo>
                    <a:pt x="90" y="6"/>
                  </a:lnTo>
                  <a:lnTo>
                    <a:pt x="78" y="6"/>
                  </a:lnTo>
                  <a:lnTo>
                    <a:pt x="66" y="0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4" name="Line 35">
              <a:extLst>
                <a:ext uri="{FF2B5EF4-FFF2-40B4-BE49-F238E27FC236}">
                  <a16:creationId xmlns:a16="http://schemas.microsoft.com/office/drawing/2014/main" id="{F1E4DEEE-FE53-48A2-B404-8C982C4E9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7445" y="2284522"/>
              <a:ext cx="4763" cy="1978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25" name="Object 36">
              <a:extLst>
                <a:ext uri="{FF2B5EF4-FFF2-40B4-BE49-F238E27FC236}">
                  <a16:creationId xmlns:a16="http://schemas.microsoft.com/office/drawing/2014/main" id="{C30498FB-437C-4E57-B49E-CD5F04B5E1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1813032"/>
                </p:ext>
              </p:extLst>
            </p:nvPr>
          </p:nvGraphicFramePr>
          <p:xfrm>
            <a:off x="7483846" y="3307151"/>
            <a:ext cx="3016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90" name="Equation" r:id="rId13" imgW="92880" imgH="103680" progId="Equation.3">
                    <p:embed/>
                  </p:oleObj>
                </mc:Choice>
                <mc:Fallback>
                  <p:oleObj name="Equation" r:id="rId13" imgW="92880" imgH="103680" progId="Equation.3">
                    <p:embed/>
                    <p:pic>
                      <p:nvPicPr>
                        <p:cNvPr id="37" name="Object 36">
                          <a:extLst>
                            <a:ext uri="{FF2B5EF4-FFF2-40B4-BE49-F238E27FC236}">
                              <a16:creationId xmlns:a16="http://schemas.microsoft.com/office/drawing/2014/main" id="{C30498FB-437C-4E57-B49E-CD5F04B5E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3846" y="3307151"/>
                          <a:ext cx="301625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37">
              <a:extLst>
                <a:ext uri="{FF2B5EF4-FFF2-40B4-BE49-F238E27FC236}">
                  <a16:creationId xmlns:a16="http://schemas.microsoft.com/office/drawing/2014/main" id="{5403B09D-DC49-4311-B95A-1FEA870750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4284312"/>
                </p:ext>
              </p:extLst>
            </p:nvPr>
          </p:nvGraphicFramePr>
          <p:xfrm>
            <a:off x="9082433" y="3405010"/>
            <a:ext cx="201612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91" name="Equation" r:id="rId15" imgW="92880" imgH="103680" progId="Equation.DSMT4">
                    <p:embed/>
                  </p:oleObj>
                </mc:Choice>
                <mc:Fallback>
                  <p:oleObj name="Equation" r:id="rId15" imgW="92880" imgH="103680" progId="Equation.DSMT4">
                    <p:embed/>
                    <p:pic>
                      <p:nvPicPr>
                        <p:cNvPr id="38" name="Object 37">
                          <a:extLst>
                            <a:ext uri="{FF2B5EF4-FFF2-40B4-BE49-F238E27FC236}">
                              <a16:creationId xmlns:a16="http://schemas.microsoft.com/office/drawing/2014/main" id="{5403B09D-DC49-4311-B95A-1FEA8707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2433" y="3405010"/>
                          <a:ext cx="201612" cy="220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8">
              <a:extLst>
                <a:ext uri="{FF2B5EF4-FFF2-40B4-BE49-F238E27FC236}">
                  <a16:creationId xmlns:a16="http://schemas.microsoft.com/office/drawing/2014/main" id="{0287494C-CB56-4C41-AE74-2C1F95B7A6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871837"/>
                </p:ext>
              </p:extLst>
            </p:nvPr>
          </p:nvGraphicFramePr>
          <p:xfrm>
            <a:off x="7512495" y="2292460"/>
            <a:ext cx="2047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92" name="Equation" r:id="rId17" imgW="104400" imgH="126720" progId="Equation.3">
                    <p:embed/>
                  </p:oleObj>
                </mc:Choice>
                <mc:Fallback>
                  <p:oleObj name="Equation" r:id="rId17" imgW="104400" imgH="126720" progId="Equation.3">
                    <p:embed/>
                    <p:pic>
                      <p:nvPicPr>
                        <p:cNvPr id="39" name="Object 38">
                          <a:extLst>
                            <a:ext uri="{FF2B5EF4-FFF2-40B4-BE49-F238E27FC236}">
                              <a16:creationId xmlns:a16="http://schemas.microsoft.com/office/drawing/2014/main" id="{0287494C-CB56-4C41-AE74-2C1F95B7A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495" y="2292460"/>
                          <a:ext cx="2047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9">
              <a:extLst>
                <a:ext uri="{FF2B5EF4-FFF2-40B4-BE49-F238E27FC236}">
                  <a16:creationId xmlns:a16="http://schemas.microsoft.com/office/drawing/2014/main" id="{CBD4271D-E792-43C6-BD04-F644833DF5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13461"/>
                </p:ext>
              </p:extLst>
            </p:nvPr>
          </p:nvGraphicFramePr>
          <p:xfrm>
            <a:off x="8221413" y="2609705"/>
            <a:ext cx="965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93" name="Equation" r:id="rId19" imgW="965160" imgH="609480" progId="Equation.DSMT4">
                    <p:embed/>
                  </p:oleObj>
                </mc:Choice>
                <mc:Fallback>
                  <p:oleObj name="Equation" r:id="rId19" imgW="965160" imgH="609480" progId="Equation.DSMT4">
                    <p:embed/>
                    <p:pic>
                      <p:nvPicPr>
                        <p:cNvPr id="40" name="Object 39">
                          <a:extLst>
                            <a:ext uri="{FF2B5EF4-FFF2-40B4-BE49-F238E27FC236}">
                              <a16:creationId xmlns:a16="http://schemas.microsoft.com/office/drawing/2014/main" id="{CBD4271D-E792-43C6-BD04-F644833DF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1413" y="2609705"/>
                          <a:ext cx="9652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2" name="直接连接符 31"/>
          <p:cNvCxnSpPr/>
          <p:nvPr/>
        </p:nvCxnSpPr>
        <p:spPr>
          <a:xfrm>
            <a:off x="7399148" y="347480"/>
            <a:ext cx="0" cy="1970087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413000"/>
              </p:ext>
            </p:extLst>
          </p:nvPr>
        </p:nvGraphicFramePr>
        <p:xfrm>
          <a:off x="7435903" y="1445452"/>
          <a:ext cx="133350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4" name="Equation" r:id="rId21" imgW="190440" imgH="266400" progId="Equation.DSMT4">
                  <p:embed/>
                </p:oleObj>
              </mc:Choice>
              <mc:Fallback>
                <p:oleObj name="Equation" r:id="rId21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35903" y="1445452"/>
                        <a:ext cx="133350" cy="18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353746"/>
              </p:ext>
            </p:extLst>
          </p:nvPr>
        </p:nvGraphicFramePr>
        <p:xfrm>
          <a:off x="3424195" y="2227743"/>
          <a:ext cx="101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5" name="Equation" r:id="rId23" imgW="1015920" imgH="723600" progId="Equation.DSMT4">
                  <p:embed/>
                </p:oleObj>
              </mc:Choice>
              <mc:Fallback>
                <p:oleObj name="Equation" r:id="rId23" imgW="10159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24195" y="2227743"/>
                        <a:ext cx="101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99904650-5527-4692-ABC6-2F687C059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63153"/>
              </p:ext>
            </p:extLst>
          </p:nvPr>
        </p:nvGraphicFramePr>
        <p:xfrm>
          <a:off x="4585820" y="2400727"/>
          <a:ext cx="252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6" name="Equation" r:id="rId25" imgW="2527200" imgH="380880" progId="Equation.DSMT4">
                  <p:embed/>
                </p:oleObj>
              </mc:Choice>
              <mc:Fallback>
                <p:oleObj name="Equation" r:id="rId25" imgW="2527200" imgH="380880" progId="Equation.DSMT4">
                  <p:embed/>
                  <p:pic>
                    <p:nvPicPr>
                      <p:cNvPr id="9" name="Object 32">
                        <a:extLst>
                          <a:ext uri="{FF2B5EF4-FFF2-40B4-BE49-F238E27FC236}">
                            <a16:creationId xmlns:a16="http://schemas.microsoft.com/office/drawing/2014/main" id="{99904650-5527-4692-ABC6-2F687C0592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820" y="2400727"/>
                        <a:ext cx="2527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9">
            <a:extLst>
              <a:ext uri="{FF2B5EF4-FFF2-40B4-BE49-F238E27FC236}">
                <a16:creationId xmlns:a16="http://schemas.microsoft.com/office/drawing/2014/main" id="{E3477A47-5BC1-401E-BCB5-977149479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41433"/>
              </p:ext>
            </p:extLst>
          </p:nvPr>
        </p:nvGraphicFramePr>
        <p:xfrm>
          <a:off x="956571" y="3118914"/>
          <a:ext cx="1651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7" name="Equation" r:id="rId27" imgW="1650960" imgH="812520" progId="Equation.DSMT4">
                  <p:embed/>
                </p:oleObj>
              </mc:Choice>
              <mc:Fallback>
                <p:oleObj name="Equation" r:id="rId27" imgW="1650960" imgH="812520" progId="Equation.DSMT4">
                  <p:embed/>
                  <p:pic>
                    <p:nvPicPr>
                      <p:cNvPr id="12" name="Object 29">
                        <a:extLst>
                          <a:ext uri="{FF2B5EF4-FFF2-40B4-BE49-F238E27FC236}">
                            <a16:creationId xmlns:a16="http://schemas.microsoft.com/office/drawing/2014/main" id="{E3477A47-5BC1-401E-BCB5-9771494795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571" y="3118914"/>
                        <a:ext cx="1651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">
            <a:extLst>
              <a:ext uri="{FF2B5EF4-FFF2-40B4-BE49-F238E27FC236}">
                <a16:creationId xmlns:a16="http://schemas.microsoft.com/office/drawing/2014/main" id="{4EFA302C-EC53-415B-8D1D-581F5610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689" y="4111823"/>
            <a:ext cx="642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kumimoji="1" lang="en-US" altLang="zh-CN" sz="21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8" name="Text Box 23">
            <a:extLst>
              <a:ext uri="{FF2B5EF4-FFF2-40B4-BE49-F238E27FC236}">
                <a16:creationId xmlns:a16="http://schemas.microsoft.com/office/drawing/2014/main" id="{B27E6E72-1AED-453D-A207-2B995035F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435" y="4124670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直线</a:t>
            </a:r>
          </a:p>
        </p:txBody>
      </p:sp>
      <p:graphicFrame>
        <p:nvGraphicFramePr>
          <p:cNvPr id="39" name="Object 24">
            <a:extLst>
              <a:ext uri="{FF2B5EF4-FFF2-40B4-BE49-F238E27FC236}">
                <a16:creationId xmlns:a16="http://schemas.microsoft.com/office/drawing/2014/main" id="{6DAEB1A0-5AD3-4CD8-A9BC-341CE8DFD8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723909"/>
              </p:ext>
            </p:extLst>
          </p:nvPr>
        </p:nvGraphicFramePr>
        <p:xfrm>
          <a:off x="2405585" y="4215802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8" name="Equation" r:id="rId29" imgW="647640" imgH="279360" progId="Equation.DSMT4">
                  <p:embed/>
                </p:oleObj>
              </mc:Choice>
              <mc:Fallback>
                <p:oleObj name="Equation" r:id="rId29" imgW="647640" imgH="2793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6DAEB1A0-5AD3-4CD8-A9BC-341CE8DFD8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585" y="4215802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3">
            <a:extLst>
              <a:ext uri="{FF2B5EF4-FFF2-40B4-BE49-F238E27FC236}">
                <a16:creationId xmlns:a16="http://schemas.microsoft.com/office/drawing/2014/main" id="{59E15273-DB25-4322-BFA3-3F030980B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3284" y="4124671"/>
            <a:ext cx="1423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是函数</a:t>
            </a:r>
          </a:p>
        </p:txBody>
      </p:sp>
      <p:graphicFrame>
        <p:nvGraphicFramePr>
          <p:cNvPr id="41" name="Object 26">
            <a:extLst>
              <a:ext uri="{FF2B5EF4-FFF2-40B4-BE49-F238E27FC236}">
                <a16:creationId xmlns:a16="http://schemas.microsoft.com/office/drawing/2014/main" id="{91F7BBF8-AC2E-45F0-AAEB-A7DB2291C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596235"/>
              </p:ext>
            </p:extLst>
          </p:nvPr>
        </p:nvGraphicFramePr>
        <p:xfrm>
          <a:off x="4083172" y="3987202"/>
          <a:ext cx="114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9" name="Equation" r:id="rId31" imgW="1143000" imgH="736560" progId="Equation.DSMT4">
                  <p:embed/>
                </p:oleObj>
              </mc:Choice>
              <mc:Fallback>
                <p:oleObj name="Equation" r:id="rId31" imgW="1143000" imgH="736560" progId="Equation.DSMT4">
                  <p:embed/>
                  <p:pic>
                    <p:nvPicPr>
                      <p:cNvPr id="5" name="Object 26">
                        <a:extLst>
                          <a:ext uri="{FF2B5EF4-FFF2-40B4-BE49-F238E27FC236}">
                            <a16:creationId xmlns:a16="http://schemas.microsoft.com/office/drawing/2014/main" id="{91F7BBF8-AC2E-45F0-AAEB-A7DB2291C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172" y="3987202"/>
                        <a:ext cx="1143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7">
            <a:extLst>
              <a:ext uri="{FF2B5EF4-FFF2-40B4-BE49-F238E27FC236}">
                <a16:creationId xmlns:a16="http://schemas.microsoft.com/office/drawing/2014/main" id="{D8AD0E38-128D-4E74-BA43-FA07F0710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484" y="4124670"/>
            <a:ext cx="35204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的图形的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铅直渐近线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37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9" grpId="0"/>
      <p:bldP spid="37" grpId="0"/>
      <p:bldP spid="38" grpId="0"/>
      <p:bldP spid="40" grpId="0"/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7">
            <a:extLst>
              <a:ext uri="{FF2B5EF4-FFF2-40B4-BE49-F238E27FC236}">
                <a16:creationId xmlns:a16="http://schemas.microsoft.com/office/drawing/2014/main" id="{6EFB10BA-6DF4-479D-AEEB-8D75315EA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456" y="364166"/>
            <a:ext cx="1706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10ED294-3F8E-418E-9A45-8A8DCE434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39292"/>
              </p:ext>
            </p:extLst>
          </p:nvPr>
        </p:nvGraphicFramePr>
        <p:xfrm>
          <a:off x="2074100" y="411437"/>
          <a:ext cx="2044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88" name="Equation" r:id="rId3" imgW="2044440" imgH="533160" progId="Equation.DSMT4">
                  <p:embed/>
                </p:oleObj>
              </mc:Choice>
              <mc:Fallback>
                <p:oleObj name="Equation" r:id="rId3" imgW="2044440" imgH="53316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C654FE41-66D0-4144-81D6-0FF02692E2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4100" y="411437"/>
                        <a:ext cx="2044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055336E-5085-4F79-8A91-00178BB2FE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737015"/>
              </p:ext>
            </p:extLst>
          </p:nvPr>
        </p:nvGraphicFramePr>
        <p:xfrm>
          <a:off x="662416" y="1059980"/>
          <a:ext cx="675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89" name="Equation" r:id="rId5" imgW="6756120" imgH="393480" progId="Equation.DSMT4">
                  <p:embed/>
                </p:oleObj>
              </mc:Choice>
              <mc:Fallback>
                <p:oleObj name="Equation" r:id="rId5" imgW="6756120" imgH="39348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8DFD6B6A-94B9-4272-88BA-94DF26C02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2416" y="1059980"/>
                        <a:ext cx="675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22CB0B-97ED-45F2-845D-0ACFE9414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165336"/>
              </p:ext>
            </p:extLst>
          </p:nvPr>
        </p:nvGraphicFramePr>
        <p:xfrm>
          <a:off x="4067944" y="411510"/>
          <a:ext cx="4051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0" name="Equation" r:id="rId7" imgW="4051080" imgH="520560" progId="Equation.DSMT4">
                  <p:embed/>
                </p:oleObj>
              </mc:Choice>
              <mc:Fallback>
                <p:oleObj name="Equation" r:id="rId7" imgW="4051080" imgH="52056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005A5B9-1E4D-4A16-9A61-64A4D67D5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944" y="411510"/>
                        <a:ext cx="4051300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>
            <a:extLst>
              <a:ext uri="{FF2B5EF4-FFF2-40B4-BE49-F238E27FC236}">
                <a16:creationId xmlns:a16="http://schemas.microsoft.com/office/drawing/2014/main" id="{3A5BE89B-D59A-472A-87B6-BB5A9B3AEC3B}"/>
              </a:ext>
            </a:extLst>
          </p:cNvPr>
          <p:cNvSpPr txBox="1">
            <a:spLocks noChangeArrowheads="1"/>
          </p:cNvSpPr>
          <p:nvPr/>
        </p:nvSpPr>
        <p:spPr>
          <a:xfrm>
            <a:off x="1024912" y="1636045"/>
            <a:ext cx="603411" cy="46166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endParaRPr lang="en-US" altLang="zh-CN" sz="2400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7" name="Text Box 35">
            <a:extLst>
              <a:ext uri="{FF2B5EF4-FFF2-40B4-BE49-F238E27FC236}">
                <a16:creationId xmlns:a16="http://schemas.microsoft.com/office/drawing/2014/main" id="{CD4493B3-1D33-4BD0-A2E2-34FED9664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512" y="1636044"/>
            <a:ext cx="71139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函数为无穷大，必定无界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  <a:r>
              <a:rPr kumimoji="1" lang="zh-CN" altLang="en-US" sz="2400" b="1" dirty="0">
                <a:latin typeface="+mn-ea"/>
                <a:ea typeface="+mn-ea"/>
              </a:rPr>
              <a:t>但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无界变量未必是</a:t>
            </a:r>
            <a:endParaRPr kumimoji="1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758400-443A-4500-8111-69C36386751A}"/>
              </a:ext>
            </a:extLst>
          </p:cNvPr>
          <p:cNvSpPr/>
          <p:nvPr/>
        </p:nvSpPr>
        <p:spPr>
          <a:xfrm>
            <a:off x="590408" y="2215648"/>
            <a:ext cx="26284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无穷大</a:t>
            </a:r>
            <a:r>
              <a:rPr kumimoji="1" lang="zh-CN" altLang="en-US" sz="2400" b="1" dirty="0">
                <a:latin typeface="+mn-ea"/>
              </a:rPr>
              <a:t>．</a:t>
            </a:r>
            <a:endParaRPr lang="zh-CN" altLang="en-US" sz="2400" dirty="0">
              <a:latin typeface="+mn-ea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8C40B40E-5522-4779-B919-37F3E5957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723" y="2860180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例如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11" name="Object 37">
            <a:extLst>
              <a:ext uri="{FF2B5EF4-FFF2-40B4-BE49-F238E27FC236}">
                <a16:creationId xmlns:a16="http://schemas.microsoft.com/office/drawing/2014/main" id="{D2147E66-3D33-4128-B8E0-C54542A37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6185"/>
              </p:ext>
            </p:extLst>
          </p:nvPr>
        </p:nvGraphicFramePr>
        <p:xfrm>
          <a:off x="1874894" y="2979317"/>
          <a:ext cx="358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1" name="Equation" r:id="rId9" imgW="3581280" imgH="342720" progId="Equation.DSMT4">
                  <p:embed/>
                </p:oleObj>
              </mc:Choice>
              <mc:Fallback>
                <p:oleObj name="Equation" r:id="rId9" imgW="3581280" imgH="342720" progId="Equation.DSMT4">
                  <p:embed/>
                  <p:pic>
                    <p:nvPicPr>
                      <p:cNvPr id="7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94" y="2979317"/>
                        <a:ext cx="358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6">
            <a:extLst>
              <a:ext uri="{FF2B5EF4-FFF2-40B4-BE49-F238E27FC236}">
                <a16:creationId xmlns:a16="http://schemas.microsoft.com/office/drawing/2014/main" id="{21782CAE-0A96-4512-B81E-73ADC76663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716416"/>
              </p:ext>
            </p:extLst>
          </p:nvPr>
        </p:nvGraphicFramePr>
        <p:xfrm>
          <a:off x="1841913" y="362268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2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51" name="Object 46">
                        <a:extLst>
                          <a:ext uri="{FF2B5EF4-FFF2-40B4-BE49-F238E27FC236}">
                            <a16:creationId xmlns:a16="http://schemas.microsoft.com/office/drawing/2014/main" id="{D8268ACD-A7E5-4ED4-8B50-B4AB020B8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913" y="3622683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1">
            <a:extLst>
              <a:ext uri="{FF2B5EF4-FFF2-40B4-BE49-F238E27FC236}">
                <a16:creationId xmlns:a16="http://schemas.microsoft.com/office/drawing/2014/main" id="{DE7D3827-7835-42A9-8DCD-7AE11C3AD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730" y="3509828"/>
            <a:ext cx="2044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在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5" name="Object 45">
            <a:extLst>
              <a:ext uri="{FF2B5EF4-FFF2-40B4-BE49-F238E27FC236}">
                <a16:creationId xmlns:a16="http://schemas.microsoft.com/office/drawing/2014/main" id="{55CF7A26-1D1F-4960-9F74-5B694AB85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76995"/>
              </p:ext>
            </p:extLst>
          </p:nvPr>
        </p:nvGraphicFramePr>
        <p:xfrm>
          <a:off x="2924944" y="3604233"/>
          <a:ext cx="11430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3" name="Equation" r:id="rId13" imgW="1143000" imgH="342720" progId="Equation.DSMT4">
                  <p:embed/>
                </p:oleObj>
              </mc:Choice>
              <mc:Fallback>
                <p:oleObj name="Equation" r:id="rId13" imgW="1143000" imgH="342720" progId="Equation.DSMT4">
                  <p:embed/>
                  <p:pic>
                    <p:nvPicPr>
                      <p:cNvPr id="53" name="Object 45">
                        <a:extLst>
                          <a:ext uri="{FF2B5EF4-FFF2-40B4-BE49-F238E27FC236}">
                            <a16:creationId xmlns:a16="http://schemas.microsoft.com/office/drawing/2014/main" id="{8E10FAD8-D9DF-4DF5-817B-12A54DC656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944" y="3604233"/>
                        <a:ext cx="11430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1">
            <a:extLst>
              <a:ext uri="{FF2B5EF4-FFF2-40B4-BE49-F238E27FC236}">
                <a16:creationId xmlns:a16="http://schemas.microsoft.com/office/drawing/2014/main" id="{5967E28B-F0D2-4E18-BBB8-8CF187C33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635" y="3508252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内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无界</a:t>
            </a:r>
            <a:r>
              <a:rPr kumimoji="1" lang="zh-CN" altLang="en-US" sz="2400" b="1" dirty="0">
                <a:latin typeface="+mn-ea"/>
                <a:ea typeface="+mn-ea"/>
              </a:rPr>
              <a:t>；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9785BAB3-9887-4E7C-B7BF-66E46F3DA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4784" y="4126706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不是无穷大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9" name="Object 42">
            <a:extLst>
              <a:ext uri="{FF2B5EF4-FFF2-40B4-BE49-F238E27FC236}">
                <a16:creationId xmlns:a16="http://schemas.microsoft.com/office/drawing/2014/main" id="{0E33C945-5186-4C7A-AEAE-43A6BDC35E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929888"/>
              </p:ext>
            </p:extLst>
          </p:nvPr>
        </p:nvGraphicFramePr>
        <p:xfrm>
          <a:off x="3445424" y="4219956"/>
          <a:ext cx="620713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4" name="Equation" r:id="rId15" imgW="622080" imgH="342720" progId="Equation.DSMT4">
                  <p:embed/>
                </p:oleObj>
              </mc:Choice>
              <mc:Fallback>
                <p:oleObj name="Equation" r:id="rId15" imgW="622080" imgH="342720" progId="Equation.DSMT4">
                  <p:embed/>
                  <p:pic>
                    <p:nvPicPr>
                      <p:cNvPr id="5162" name="Object 42">
                        <a:extLst>
                          <a:ext uri="{FF2B5EF4-FFF2-40B4-BE49-F238E27FC236}">
                            <a16:creationId xmlns:a16="http://schemas.microsoft.com/office/drawing/2014/main" id="{A3D82C76-0888-429E-92F9-BD85D6F46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424" y="4219956"/>
                        <a:ext cx="620713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5">
            <a:extLst>
              <a:ext uri="{FF2B5EF4-FFF2-40B4-BE49-F238E27FC236}">
                <a16:creationId xmlns:a16="http://schemas.microsoft.com/office/drawing/2014/main" id="{1C3D8BD3-4337-4762-8088-4CABDA311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93277"/>
              </p:ext>
            </p:extLst>
          </p:nvPr>
        </p:nvGraphicFramePr>
        <p:xfrm>
          <a:off x="1857316" y="4276312"/>
          <a:ext cx="1016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5" name="Equation" r:id="rId17" imgW="1015920" imgH="228600" progId="Equation.DSMT4">
                  <p:embed/>
                </p:oleObj>
              </mc:Choice>
              <mc:Fallback>
                <p:oleObj name="Equation" r:id="rId17" imgW="1015920" imgH="228600" progId="Equation.DSMT4">
                  <p:embed/>
                  <p:pic>
                    <p:nvPicPr>
                      <p:cNvPr id="60" name="Object 45">
                        <a:extLst>
                          <a:ext uri="{FF2B5EF4-FFF2-40B4-BE49-F238E27FC236}">
                            <a16:creationId xmlns:a16="http://schemas.microsoft.com/office/drawing/2014/main" id="{DFFCEF08-4BE7-4CB2-94B6-BB89523C11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16" y="4276312"/>
                        <a:ext cx="10160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1">
            <a:extLst>
              <a:ext uri="{FF2B5EF4-FFF2-40B4-BE49-F238E27FC236}">
                <a16:creationId xmlns:a16="http://schemas.microsoft.com/office/drawing/2014/main" id="{C1FCD04C-A6EE-4B18-9C9C-E4E93BCD7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3919" y="4126707"/>
            <a:ext cx="6370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BF77A80-0667-43C7-9C5F-B2858BA390F6}"/>
              </a:ext>
            </a:extLst>
          </p:cNvPr>
          <p:cNvGrpSpPr/>
          <p:nvPr/>
        </p:nvGrpSpPr>
        <p:grpSpPr>
          <a:xfrm>
            <a:off x="6135024" y="2519239"/>
            <a:ext cx="2975934" cy="1985673"/>
            <a:chOff x="6084168" y="2734865"/>
            <a:chExt cx="2975934" cy="1985673"/>
          </a:xfrm>
        </p:grpSpPr>
        <p:sp>
          <p:nvSpPr>
            <p:cNvPr id="23" name="Line 40">
              <a:extLst>
                <a:ext uri="{FF2B5EF4-FFF2-40B4-BE49-F238E27FC236}">
                  <a16:creationId xmlns:a16="http://schemas.microsoft.com/office/drawing/2014/main" id="{4AD2F5CD-15ED-4D13-8863-ED69AFD2F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4168" y="3802710"/>
              <a:ext cx="22908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6" name="Line 35">
              <a:extLst>
                <a:ext uri="{FF2B5EF4-FFF2-40B4-BE49-F238E27FC236}">
                  <a16:creationId xmlns:a16="http://schemas.microsoft.com/office/drawing/2014/main" id="{AB13168F-3294-451D-8897-6D7DFBF00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8293" y="2734865"/>
              <a:ext cx="17223" cy="1985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/>
              <a:tailEnd type="none" w="med" len="lg"/>
            </a:ln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27" name="Object 36">
              <a:extLst>
                <a:ext uri="{FF2B5EF4-FFF2-40B4-BE49-F238E27FC236}">
                  <a16:creationId xmlns:a16="http://schemas.microsoft.com/office/drawing/2014/main" id="{FBE5EA45-4AFA-442A-BDDF-64E266DC11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1270422"/>
                </p:ext>
              </p:extLst>
            </p:nvPr>
          </p:nvGraphicFramePr>
          <p:xfrm>
            <a:off x="6921917" y="3757494"/>
            <a:ext cx="3016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096" name="Equation" r:id="rId19" imgW="92880" imgH="103680" progId="Equation.3">
                    <p:embed/>
                  </p:oleObj>
                </mc:Choice>
                <mc:Fallback>
                  <p:oleObj name="Equation" r:id="rId19" imgW="92880" imgH="103680" progId="Equation.3">
                    <p:embed/>
                    <p:pic>
                      <p:nvPicPr>
                        <p:cNvPr id="25" name="Object 36">
                          <a:extLst>
                            <a:ext uri="{FF2B5EF4-FFF2-40B4-BE49-F238E27FC236}">
                              <a16:creationId xmlns:a16="http://schemas.microsoft.com/office/drawing/2014/main" id="{C30498FB-437C-4E57-B49E-CD5F04B5E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917" y="3757494"/>
                          <a:ext cx="301625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7">
              <a:extLst>
                <a:ext uri="{FF2B5EF4-FFF2-40B4-BE49-F238E27FC236}">
                  <a16:creationId xmlns:a16="http://schemas.microsoft.com/office/drawing/2014/main" id="{3D358028-B591-444E-98F9-9067586FD2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981950"/>
                </p:ext>
              </p:extLst>
            </p:nvPr>
          </p:nvGraphicFramePr>
          <p:xfrm>
            <a:off x="8173368" y="3855353"/>
            <a:ext cx="201612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097" name="Equation" r:id="rId21" imgW="92880" imgH="103680" progId="Equation.DSMT4">
                    <p:embed/>
                  </p:oleObj>
                </mc:Choice>
                <mc:Fallback>
                  <p:oleObj name="Equation" r:id="rId21" imgW="92880" imgH="103680" progId="Equation.DSMT4">
                    <p:embed/>
                    <p:pic>
                      <p:nvPicPr>
                        <p:cNvPr id="26" name="Object 37">
                          <a:extLst>
                            <a:ext uri="{FF2B5EF4-FFF2-40B4-BE49-F238E27FC236}">
                              <a16:creationId xmlns:a16="http://schemas.microsoft.com/office/drawing/2014/main" id="{5403B09D-DC49-4311-B95A-1FEA8707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368" y="3855353"/>
                          <a:ext cx="201612" cy="220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8">
              <a:extLst>
                <a:ext uri="{FF2B5EF4-FFF2-40B4-BE49-F238E27FC236}">
                  <a16:creationId xmlns:a16="http://schemas.microsoft.com/office/drawing/2014/main" id="{B611D840-2841-4A3B-95D3-D1E743ABCA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3062323"/>
                </p:ext>
              </p:extLst>
            </p:nvPr>
          </p:nvGraphicFramePr>
          <p:xfrm>
            <a:off x="6950566" y="2742803"/>
            <a:ext cx="2047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098" name="Equation" r:id="rId23" imgW="104400" imgH="126720" progId="Equation.DSMT4">
                    <p:embed/>
                  </p:oleObj>
                </mc:Choice>
                <mc:Fallback>
                  <p:oleObj name="Equation" r:id="rId23" imgW="104400" imgH="126720" progId="Equation.DSMT4">
                    <p:embed/>
                    <p:pic>
                      <p:nvPicPr>
                        <p:cNvPr id="27" name="Object 38">
                          <a:extLst>
                            <a:ext uri="{FF2B5EF4-FFF2-40B4-BE49-F238E27FC236}">
                              <a16:creationId xmlns:a16="http://schemas.microsoft.com/office/drawing/2014/main" id="{0287494C-CB56-4C41-AE74-2C1F95B7A6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0566" y="2742803"/>
                          <a:ext cx="2047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9">
              <a:extLst>
                <a:ext uri="{FF2B5EF4-FFF2-40B4-BE49-F238E27FC236}">
                  <a16:creationId xmlns:a16="http://schemas.microsoft.com/office/drawing/2014/main" id="{6BA4A9DC-49E2-44ED-A0A2-389FB46F25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227898"/>
                </p:ext>
              </p:extLst>
            </p:nvPr>
          </p:nvGraphicFramePr>
          <p:xfrm>
            <a:off x="7917102" y="3267382"/>
            <a:ext cx="1143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099" name="Equation" r:id="rId25" imgW="1143000" imgH="241200" progId="Equation.DSMT4">
                    <p:embed/>
                  </p:oleObj>
                </mc:Choice>
                <mc:Fallback>
                  <p:oleObj name="Equation" r:id="rId25" imgW="1143000" imgH="241200" progId="Equation.DSMT4">
                    <p:embed/>
                    <p:pic>
                      <p:nvPicPr>
                        <p:cNvPr id="28" name="Object 39">
                          <a:extLst>
                            <a:ext uri="{FF2B5EF4-FFF2-40B4-BE49-F238E27FC236}">
                              <a16:creationId xmlns:a16="http://schemas.microsoft.com/office/drawing/2014/main" id="{CBD4271D-E792-43C6-BD04-F644833DF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7102" y="3267382"/>
                          <a:ext cx="1143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" name="Group 96">
              <a:extLst>
                <a:ext uri="{FF2B5EF4-FFF2-40B4-BE49-F238E27FC236}">
                  <a16:creationId xmlns:a16="http://schemas.microsoft.com/office/drawing/2014/main" id="{9AF6F58C-E55E-4CF1-A294-4AE4C9813C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4843" y="3076527"/>
              <a:ext cx="1866900" cy="1466850"/>
              <a:chOff x="3624" y="2436"/>
              <a:chExt cx="1176" cy="924"/>
            </a:xfrm>
          </p:grpSpPr>
          <p:sp>
            <p:nvSpPr>
              <p:cNvPr id="32" name="Freeform 90">
                <a:extLst>
                  <a:ext uri="{FF2B5EF4-FFF2-40B4-BE49-F238E27FC236}">
                    <a16:creationId xmlns:a16="http://schemas.microsoft.com/office/drawing/2014/main" id="{17CD69E4-2AD3-4CDB-AD3B-C2CF4B757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2790"/>
                <a:ext cx="336" cy="294"/>
              </a:xfrm>
              <a:custGeom>
                <a:avLst/>
                <a:gdLst>
                  <a:gd name="T0" fmla="*/ 6 w 336"/>
                  <a:gd name="T1" fmla="*/ 102 h 294"/>
                  <a:gd name="T2" fmla="*/ 12 w 336"/>
                  <a:gd name="T3" fmla="*/ 96 h 294"/>
                  <a:gd name="T4" fmla="*/ 18 w 336"/>
                  <a:gd name="T5" fmla="*/ 90 h 294"/>
                  <a:gd name="T6" fmla="*/ 24 w 336"/>
                  <a:gd name="T7" fmla="*/ 90 h 294"/>
                  <a:gd name="T8" fmla="*/ 30 w 336"/>
                  <a:gd name="T9" fmla="*/ 84 h 294"/>
                  <a:gd name="T10" fmla="*/ 36 w 336"/>
                  <a:gd name="T11" fmla="*/ 78 h 294"/>
                  <a:gd name="T12" fmla="*/ 42 w 336"/>
                  <a:gd name="T13" fmla="*/ 78 h 294"/>
                  <a:gd name="T14" fmla="*/ 54 w 336"/>
                  <a:gd name="T15" fmla="*/ 78 h 294"/>
                  <a:gd name="T16" fmla="*/ 60 w 336"/>
                  <a:gd name="T17" fmla="*/ 78 h 294"/>
                  <a:gd name="T18" fmla="*/ 66 w 336"/>
                  <a:gd name="T19" fmla="*/ 78 h 294"/>
                  <a:gd name="T20" fmla="*/ 72 w 336"/>
                  <a:gd name="T21" fmla="*/ 78 h 294"/>
                  <a:gd name="T22" fmla="*/ 78 w 336"/>
                  <a:gd name="T23" fmla="*/ 84 h 294"/>
                  <a:gd name="T24" fmla="*/ 84 w 336"/>
                  <a:gd name="T25" fmla="*/ 90 h 294"/>
                  <a:gd name="T26" fmla="*/ 90 w 336"/>
                  <a:gd name="T27" fmla="*/ 96 h 294"/>
                  <a:gd name="T28" fmla="*/ 96 w 336"/>
                  <a:gd name="T29" fmla="*/ 102 h 294"/>
                  <a:gd name="T30" fmla="*/ 102 w 336"/>
                  <a:gd name="T31" fmla="*/ 108 h 294"/>
                  <a:gd name="T32" fmla="*/ 108 w 336"/>
                  <a:gd name="T33" fmla="*/ 120 h 294"/>
                  <a:gd name="T34" fmla="*/ 114 w 336"/>
                  <a:gd name="T35" fmla="*/ 126 h 294"/>
                  <a:gd name="T36" fmla="*/ 126 w 336"/>
                  <a:gd name="T37" fmla="*/ 138 h 294"/>
                  <a:gd name="T38" fmla="*/ 132 w 336"/>
                  <a:gd name="T39" fmla="*/ 150 h 294"/>
                  <a:gd name="T40" fmla="*/ 138 w 336"/>
                  <a:gd name="T41" fmla="*/ 162 h 294"/>
                  <a:gd name="T42" fmla="*/ 144 w 336"/>
                  <a:gd name="T43" fmla="*/ 180 h 294"/>
                  <a:gd name="T44" fmla="*/ 150 w 336"/>
                  <a:gd name="T45" fmla="*/ 192 h 294"/>
                  <a:gd name="T46" fmla="*/ 156 w 336"/>
                  <a:gd name="T47" fmla="*/ 204 h 294"/>
                  <a:gd name="T48" fmla="*/ 162 w 336"/>
                  <a:gd name="T49" fmla="*/ 216 h 294"/>
                  <a:gd name="T50" fmla="*/ 168 w 336"/>
                  <a:gd name="T51" fmla="*/ 228 h 294"/>
                  <a:gd name="T52" fmla="*/ 174 w 336"/>
                  <a:gd name="T53" fmla="*/ 240 h 294"/>
                  <a:gd name="T54" fmla="*/ 180 w 336"/>
                  <a:gd name="T55" fmla="*/ 252 h 294"/>
                  <a:gd name="T56" fmla="*/ 186 w 336"/>
                  <a:gd name="T57" fmla="*/ 264 h 294"/>
                  <a:gd name="T58" fmla="*/ 198 w 336"/>
                  <a:gd name="T59" fmla="*/ 270 h 294"/>
                  <a:gd name="T60" fmla="*/ 204 w 336"/>
                  <a:gd name="T61" fmla="*/ 282 h 294"/>
                  <a:gd name="T62" fmla="*/ 210 w 336"/>
                  <a:gd name="T63" fmla="*/ 288 h 294"/>
                  <a:gd name="T64" fmla="*/ 216 w 336"/>
                  <a:gd name="T65" fmla="*/ 288 h 294"/>
                  <a:gd name="T66" fmla="*/ 222 w 336"/>
                  <a:gd name="T67" fmla="*/ 294 h 294"/>
                  <a:gd name="T68" fmla="*/ 228 w 336"/>
                  <a:gd name="T69" fmla="*/ 294 h 294"/>
                  <a:gd name="T70" fmla="*/ 234 w 336"/>
                  <a:gd name="T71" fmla="*/ 288 h 294"/>
                  <a:gd name="T72" fmla="*/ 240 w 336"/>
                  <a:gd name="T73" fmla="*/ 282 h 294"/>
                  <a:gd name="T74" fmla="*/ 246 w 336"/>
                  <a:gd name="T75" fmla="*/ 276 h 294"/>
                  <a:gd name="T76" fmla="*/ 252 w 336"/>
                  <a:gd name="T77" fmla="*/ 270 h 294"/>
                  <a:gd name="T78" fmla="*/ 264 w 336"/>
                  <a:gd name="T79" fmla="*/ 258 h 294"/>
                  <a:gd name="T80" fmla="*/ 270 w 336"/>
                  <a:gd name="T81" fmla="*/ 246 h 294"/>
                  <a:gd name="T82" fmla="*/ 276 w 336"/>
                  <a:gd name="T83" fmla="*/ 228 h 294"/>
                  <a:gd name="T84" fmla="*/ 282 w 336"/>
                  <a:gd name="T85" fmla="*/ 210 h 294"/>
                  <a:gd name="T86" fmla="*/ 288 w 336"/>
                  <a:gd name="T87" fmla="*/ 186 h 294"/>
                  <a:gd name="T88" fmla="*/ 294 w 336"/>
                  <a:gd name="T89" fmla="*/ 168 h 294"/>
                  <a:gd name="T90" fmla="*/ 300 w 336"/>
                  <a:gd name="T91" fmla="*/ 144 h 294"/>
                  <a:gd name="T92" fmla="*/ 306 w 336"/>
                  <a:gd name="T93" fmla="*/ 114 h 294"/>
                  <a:gd name="T94" fmla="*/ 312 w 336"/>
                  <a:gd name="T95" fmla="*/ 90 h 294"/>
                  <a:gd name="T96" fmla="*/ 318 w 336"/>
                  <a:gd name="T97" fmla="*/ 60 h 294"/>
                  <a:gd name="T98" fmla="*/ 324 w 336"/>
                  <a:gd name="T99" fmla="*/ 36 h 294"/>
                  <a:gd name="T100" fmla="*/ 336 w 336"/>
                  <a:gd name="T101" fmla="*/ 6 h 29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36" h="294">
                    <a:moveTo>
                      <a:pt x="0" y="108"/>
                    </a:moveTo>
                    <a:lnTo>
                      <a:pt x="0" y="108"/>
                    </a:lnTo>
                    <a:lnTo>
                      <a:pt x="6" y="102"/>
                    </a:lnTo>
                    <a:lnTo>
                      <a:pt x="12" y="102"/>
                    </a:lnTo>
                    <a:lnTo>
                      <a:pt x="12" y="96"/>
                    </a:lnTo>
                    <a:lnTo>
                      <a:pt x="18" y="96"/>
                    </a:lnTo>
                    <a:lnTo>
                      <a:pt x="18" y="90"/>
                    </a:lnTo>
                    <a:lnTo>
                      <a:pt x="24" y="90"/>
                    </a:lnTo>
                    <a:lnTo>
                      <a:pt x="30" y="84"/>
                    </a:lnTo>
                    <a:lnTo>
                      <a:pt x="36" y="84"/>
                    </a:lnTo>
                    <a:lnTo>
                      <a:pt x="36" y="78"/>
                    </a:lnTo>
                    <a:lnTo>
                      <a:pt x="42" y="78"/>
                    </a:lnTo>
                    <a:lnTo>
                      <a:pt x="48" y="78"/>
                    </a:lnTo>
                    <a:lnTo>
                      <a:pt x="54" y="78"/>
                    </a:lnTo>
                    <a:lnTo>
                      <a:pt x="60" y="78"/>
                    </a:lnTo>
                    <a:lnTo>
                      <a:pt x="66" y="78"/>
                    </a:lnTo>
                    <a:lnTo>
                      <a:pt x="72" y="78"/>
                    </a:lnTo>
                    <a:lnTo>
                      <a:pt x="72" y="84"/>
                    </a:lnTo>
                    <a:lnTo>
                      <a:pt x="78" y="84"/>
                    </a:lnTo>
                    <a:lnTo>
                      <a:pt x="84" y="84"/>
                    </a:lnTo>
                    <a:lnTo>
                      <a:pt x="84" y="90"/>
                    </a:lnTo>
                    <a:lnTo>
                      <a:pt x="90" y="90"/>
                    </a:lnTo>
                    <a:lnTo>
                      <a:pt x="90" y="96"/>
                    </a:lnTo>
                    <a:lnTo>
                      <a:pt x="96" y="96"/>
                    </a:lnTo>
                    <a:lnTo>
                      <a:pt x="96" y="102"/>
                    </a:lnTo>
                    <a:lnTo>
                      <a:pt x="102" y="102"/>
                    </a:lnTo>
                    <a:lnTo>
                      <a:pt x="102" y="108"/>
                    </a:lnTo>
                    <a:lnTo>
                      <a:pt x="108" y="114"/>
                    </a:lnTo>
                    <a:lnTo>
                      <a:pt x="108" y="120"/>
                    </a:lnTo>
                    <a:lnTo>
                      <a:pt x="114" y="120"/>
                    </a:lnTo>
                    <a:lnTo>
                      <a:pt x="114" y="126"/>
                    </a:lnTo>
                    <a:lnTo>
                      <a:pt x="120" y="132"/>
                    </a:lnTo>
                    <a:lnTo>
                      <a:pt x="120" y="138"/>
                    </a:lnTo>
                    <a:lnTo>
                      <a:pt x="126" y="138"/>
                    </a:lnTo>
                    <a:lnTo>
                      <a:pt x="126" y="144"/>
                    </a:lnTo>
                    <a:lnTo>
                      <a:pt x="126" y="150"/>
                    </a:lnTo>
                    <a:lnTo>
                      <a:pt x="132" y="150"/>
                    </a:lnTo>
                    <a:lnTo>
                      <a:pt x="132" y="156"/>
                    </a:lnTo>
                    <a:lnTo>
                      <a:pt x="132" y="162"/>
                    </a:lnTo>
                    <a:lnTo>
                      <a:pt x="138" y="162"/>
                    </a:lnTo>
                    <a:lnTo>
                      <a:pt x="138" y="168"/>
                    </a:lnTo>
                    <a:lnTo>
                      <a:pt x="138" y="174"/>
                    </a:lnTo>
                    <a:lnTo>
                      <a:pt x="144" y="174"/>
                    </a:lnTo>
                    <a:lnTo>
                      <a:pt x="144" y="180"/>
                    </a:lnTo>
                    <a:lnTo>
                      <a:pt x="144" y="186"/>
                    </a:lnTo>
                    <a:lnTo>
                      <a:pt x="150" y="186"/>
                    </a:lnTo>
                    <a:lnTo>
                      <a:pt x="150" y="192"/>
                    </a:lnTo>
                    <a:lnTo>
                      <a:pt x="150" y="198"/>
                    </a:lnTo>
                    <a:lnTo>
                      <a:pt x="156" y="198"/>
                    </a:lnTo>
                    <a:lnTo>
                      <a:pt x="156" y="204"/>
                    </a:lnTo>
                    <a:lnTo>
                      <a:pt x="156" y="210"/>
                    </a:lnTo>
                    <a:lnTo>
                      <a:pt x="162" y="210"/>
                    </a:lnTo>
                    <a:lnTo>
                      <a:pt x="162" y="216"/>
                    </a:lnTo>
                    <a:lnTo>
                      <a:pt x="162" y="222"/>
                    </a:lnTo>
                    <a:lnTo>
                      <a:pt x="168" y="222"/>
                    </a:lnTo>
                    <a:lnTo>
                      <a:pt x="168" y="228"/>
                    </a:lnTo>
                    <a:lnTo>
                      <a:pt x="168" y="234"/>
                    </a:lnTo>
                    <a:lnTo>
                      <a:pt x="174" y="234"/>
                    </a:lnTo>
                    <a:lnTo>
                      <a:pt x="174" y="240"/>
                    </a:lnTo>
                    <a:lnTo>
                      <a:pt x="180" y="246"/>
                    </a:lnTo>
                    <a:lnTo>
                      <a:pt x="180" y="252"/>
                    </a:lnTo>
                    <a:lnTo>
                      <a:pt x="186" y="258"/>
                    </a:lnTo>
                    <a:lnTo>
                      <a:pt x="186" y="264"/>
                    </a:lnTo>
                    <a:lnTo>
                      <a:pt x="192" y="264"/>
                    </a:lnTo>
                    <a:lnTo>
                      <a:pt x="192" y="270"/>
                    </a:lnTo>
                    <a:lnTo>
                      <a:pt x="198" y="270"/>
                    </a:lnTo>
                    <a:lnTo>
                      <a:pt x="198" y="276"/>
                    </a:lnTo>
                    <a:lnTo>
                      <a:pt x="204" y="282"/>
                    </a:lnTo>
                    <a:lnTo>
                      <a:pt x="210" y="282"/>
                    </a:lnTo>
                    <a:lnTo>
                      <a:pt x="210" y="288"/>
                    </a:lnTo>
                    <a:lnTo>
                      <a:pt x="216" y="288"/>
                    </a:lnTo>
                    <a:lnTo>
                      <a:pt x="222" y="294"/>
                    </a:lnTo>
                    <a:lnTo>
                      <a:pt x="228" y="294"/>
                    </a:lnTo>
                    <a:lnTo>
                      <a:pt x="234" y="288"/>
                    </a:lnTo>
                    <a:lnTo>
                      <a:pt x="240" y="288"/>
                    </a:lnTo>
                    <a:lnTo>
                      <a:pt x="240" y="282"/>
                    </a:lnTo>
                    <a:lnTo>
                      <a:pt x="246" y="282"/>
                    </a:lnTo>
                    <a:lnTo>
                      <a:pt x="246" y="276"/>
                    </a:lnTo>
                    <a:lnTo>
                      <a:pt x="252" y="276"/>
                    </a:lnTo>
                    <a:lnTo>
                      <a:pt x="252" y="270"/>
                    </a:lnTo>
                    <a:lnTo>
                      <a:pt x="258" y="264"/>
                    </a:lnTo>
                    <a:lnTo>
                      <a:pt x="258" y="258"/>
                    </a:lnTo>
                    <a:lnTo>
                      <a:pt x="264" y="258"/>
                    </a:lnTo>
                    <a:lnTo>
                      <a:pt x="264" y="252"/>
                    </a:lnTo>
                    <a:lnTo>
                      <a:pt x="264" y="246"/>
                    </a:lnTo>
                    <a:lnTo>
                      <a:pt x="270" y="246"/>
                    </a:lnTo>
                    <a:lnTo>
                      <a:pt x="270" y="240"/>
                    </a:lnTo>
                    <a:lnTo>
                      <a:pt x="270" y="234"/>
                    </a:lnTo>
                    <a:lnTo>
                      <a:pt x="270" y="228"/>
                    </a:lnTo>
                    <a:lnTo>
                      <a:pt x="276" y="228"/>
                    </a:lnTo>
                    <a:lnTo>
                      <a:pt x="276" y="222"/>
                    </a:lnTo>
                    <a:lnTo>
                      <a:pt x="276" y="216"/>
                    </a:lnTo>
                    <a:lnTo>
                      <a:pt x="282" y="210"/>
                    </a:lnTo>
                    <a:lnTo>
                      <a:pt x="282" y="204"/>
                    </a:lnTo>
                    <a:lnTo>
                      <a:pt x="282" y="198"/>
                    </a:lnTo>
                    <a:lnTo>
                      <a:pt x="288" y="192"/>
                    </a:lnTo>
                    <a:lnTo>
                      <a:pt x="288" y="186"/>
                    </a:lnTo>
                    <a:lnTo>
                      <a:pt x="288" y="180"/>
                    </a:lnTo>
                    <a:lnTo>
                      <a:pt x="294" y="174"/>
                    </a:lnTo>
                    <a:lnTo>
                      <a:pt x="294" y="168"/>
                    </a:lnTo>
                    <a:lnTo>
                      <a:pt x="294" y="162"/>
                    </a:lnTo>
                    <a:lnTo>
                      <a:pt x="294" y="156"/>
                    </a:lnTo>
                    <a:lnTo>
                      <a:pt x="300" y="150"/>
                    </a:lnTo>
                    <a:lnTo>
                      <a:pt x="300" y="144"/>
                    </a:lnTo>
                    <a:lnTo>
                      <a:pt x="300" y="138"/>
                    </a:lnTo>
                    <a:lnTo>
                      <a:pt x="306" y="132"/>
                    </a:lnTo>
                    <a:lnTo>
                      <a:pt x="306" y="126"/>
                    </a:lnTo>
                    <a:lnTo>
                      <a:pt x="306" y="120"/>
                    </a:lnTo>
                    <a:lnTo>
                      <a:pt x="306" y="114"/>
                    </a:lnTo>
                    <a:lnTo>
                      <a:pt x="312" y="108"/>
                    </a:lnTo>
                    <a:lnTo>
                      <a:pt x="312" y="102"/>
                    </a:lnTo>
                    <a:lnTo>
                      <a:pt x="312" y="96"/>
                    </a:lnTo>
                    <a:lnTo>
                      <a:pt x="312" y="90"/>
                    </a:lnTo>
                    <a:lnTo>
                      <a:pt x="312" y="84"/>
                    </a:lnTo>
                    <a:lnTo>
                      <a:pt x="318" y="78"/>
                    </a:lnTo>
                    <a:lnTo>
                      <a:pt x="318" y="72"/>
                    </a:lnTo>
                    <a:lnTo>
                      <a:pt x="318" y="66"/>
                    </a:lnTo>
                    <a:lnTo>
                      <a:pt x="318" y="60"/>
                    </a:lnTo>
                    <a:lnTo>
                      <a:pt x="324" y="54"/>
                    </a:lnTo>
                    <a:lnTo>
                      <a:pt x="324" y="48"/>
                    </a:lnTo>
                    <a:lnTo>
                      <a:pt x="324" y="42"/>
                    </a:lnTo>
                    <a:lnTo>
                      <a:pt x="324" y="36"/>
                    </a:lnTo>
                    <a:lnTo>
                      <a:pt x="330" y="30"/>
                    </a:lnTo>
                    <a:lnTo>
                      <a:pt x="330" y="24"/>
                    </a:lnTo>
                    <a:lnTo>
                      <a:pt x="330" y="18"/>
                    </a:lnTo>
                    <a:lnTo>
                      <a:pt x="330" y="12"/>
                    </a:lnTo>
                    <a:lnTo>
                      <a:pt x="336" y="6"/>
                    </a:lnTo>
                    <a:lnTo>
                      <a:pt x="336" y="0"/>
                    </a:lnTo>
                  </a:path>
                </a:pathLst>
              </a:custGeom>
              <a:noFill/>
              <a:ln w="22225">
                <a:solidFill>
                  <a:srgbClr val="0064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33" name="Freeform 91">
                <a:extLst>
                  <a:ext uri="{FF2B5EF4-FFF2-40B4-BE49-F238E27FC236}">
                    <a16:creationId xmlns:a16="http://schemas.microsoft.com/office/drawing/2014/main" id="{66909EB8-F2D3-40AE-B764-55EA0B1EF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2544"/>
                <a:ext cx="252" cy="816"/>
              </a:xfrm>
              <a:custGeom>
                <a:avLst/>
                <a:gdLst>
                  <a:gd name="T0" fmla="*/ 0 w 252"/>
                  <a:gd name="T1" fmla="*/ 228 h 816"/>
                  <a:gd name="T2" fmla="*/ 6 w 252"/>
                  <a:gd name="T3" fmla="*/ 204 h 816"/>
                  <a:gd name="T4" fmla="*/ 12 w 252"/>
                  <a:gd name="T5" fmla="*/ 186 h 816"/>
                  <a:gd name="T6" fmla="*/ 18 w 252"/>
                  <a:gd name="T7" fmla="*/ 162 h 816"/>
                  <a:gd name="T8" fmla="*/ 24 w 252"/>
                  <a:gd name="T9" fmla="*/ 138 h 816"/>
                  <a:gd name="T10" fmla="*/ 30 w 252"/>
                  <a:gd name="T11" fmla="*/ 120 h 816"/>
                  <a:gd name="T12" fmla="*/ 36 w 252"/>
                  <a:gd name="T13" fmla="*/ 102 h 816"/>
                  <a:gd name="T14" fmla="*/ 42 w 252"/>
                  <a:gd name="T15" fmla="*/ 84 h 816"/>
                  <a:gd name="T16" fmla="*/ 42 w 252"/>
                  <a:gd name="T17" fmla="*/ 66 h 816"/>
                  <a:gd name="T18" fmla="*/ 48 w 252"/>
                  <a:gd name="T19" fmla="*/ 54 h 816"/>
                  <a:gd name="T20" fmla="*/ 54 w 252"/>
                  <a:gd name="T21" fmla="*/ 36 h 816"/>
                  <a:gd name="T22" fmla="*/ 60 w 252"/>
                  <a:gd name="T23" fmla="*/ 24 h 816"/>
                  <a:gd name="T24" fmla="*/ 66 w 252"/>
                  <a:gd name="T25" fmla="*/ 18 h 816"/>
                  <a:gd name="T26" fmla="*/ 72 w 252"/>
                  <a:gd name="T27" fmla="*/ 6 h 816"/>
                  <a:gd name="T28" fmla="*/ 78 w 252"/>
                  <a:gd name="T29" fmla="*/ 0 h 816"/>
                  <a:gd name="T30" fmla="*/ 84 w 252"/>
                  <a:gd name="T31" fmla="*/ 0 h 816"/>
                  <a:gd name="T32" fmla="*/ 84 w 252"/>
                  <a:gd name="T33" fmla="*/ 0 h 816"/>
                  <a:gd name="T34" fmla="*/ 90 w 252"/>
                  <a:gd name="T35" fmla="*/ 0 h 816"/>
                  <a:gd name="T36" fmla="*/ 96 w 252"/>
                  <a:gd name="T37" fmla="*/ 0 h 816"/>
                  <a:gd name="T38" fmla="*/ 102 w 252"/>
                  <a:gd name="T39" fmla="*/ 6 h 816"/>
                  <a:gd name="T40" fmla="*/ 108 w 252"/>
                  <a:gd name="T41" fmla="*/ 18 h 816"/>
                  <a:gd name="T42" fmla="*/ 114 w 252"/>
                  <a:gd name="T43" fmla="*/ 30 h 816"/>
                  <a:gd name="T44" fmla="*/ 120 w 252"/>
                  <a:gd name="T45" fmla="*/ 42 h 816"/>
                  <a:gd name="T46" fmla="*/ 126 w 252"/>
                  <a:gd name="T47" fmla="*/ 60 h 816"/>
                  <a:gd name="T48" fmla="*/ 126 w 252"/>
                  <a:gd name="T49" fmla="*/ 78 h 816"/>
                  <a:gd name="T50" fmla="*/ 132 w 252"/>
                  <a:gd name="T51" fmla="*/ 96 h 816"/>
                  <a:gd name="T52" fmla="*/ 138 w 252"/>
                  <a:gd name="T53" fmla="*/ 120 h 816"/>
                  <a:gd name="T54" fmla="*/ 144 w 252"/>
                  <a:gd name="T55" fmla="*/ 144 h 816"/>
                  <a:gd name="T56" fmla="*/ 150 w 252"/>
                  <a:gd name="T57" fmla="*/ 174 h 816"/>
                  <a:gd name="T58" fmla="*/ 156 w 252"/>
                  <a:gd name="T59" fmla="*/ 198 h 816"/>
                  <a:gd name="T60" fmla="*/ 162 w 252"/>
                  <a:gd name="T61" fmla="*/ 234 h 816"/>
                  <a:gd name="T62" fmla="*/ 168 w 252"/>
                  <a:gd name="T63" fmla="*/ 264 h 816"/>
                  <a:gd name="T64" fmla="*/ 168 w 252"/>
                  <a:gd name="T65" fmla="*/ 294 h 816"/>
                  <a:gd name="T66" fmla="*/ 174 w 252"/>
                  <a:gd name="T67" fmla="*/ 330 h 816"/>
                  <a:gd name="T68" fmla="*/ 180 w 252"/>
                  <a:gd name="T69" fmla="*/ 366 h 816"/>
                  <a:gd name="T70" fmla="*/ 186 w 252"/>
                  <a:gd name="T71" fmla="*/ 402 h 816"/>
                  <a:gd name="T72" fmla="*/ 192 w 252"/>
                  <a:gd name="T73" fmla="*/ 438 h 816"/>
                  <a:gd name="T74" fmla="*/ 198 w 252"/>
                  <a:gd name="T75" fmla="*/ 474 h 816"/>
                  <a:gd name="T76" fmla="*/ 204 w 252"/>
                  <a:gd name="T77" fmla="*/ 510 h 816"/>
                  <a:gd name="T78" fmla="*/ 210 w 252"/>
                  <a:gd name="T79" fmla="*/ 546 h 816"/>
                  <a:gd name="T80" fmla="*/ 210 w 252"/>
                  <a:gd name="T81" fmla="*/ 582 h 816"/>
                  <a:gd name="T82" fmla="*/ 216 w 252"/>
                  <a:gd name="T83" fmla="*/ 618 h 816"/>
                  <a:gd name="T84" fmla="*/ 222 w 252"/>
                  <a:gd name="T85" fmla="*/ 648 h 816"/>
                  <a:gd name="T86" fmla="*/ 228 w 252"/>
                  <a:gd name="T87" fmla="*/ 678 h 816"/>
                  <a:gd name="T88" fmla="*/ 234 w 252"/>
                  <a:gd name="T89" fmla="*/ 714 h 816"/>
                  <a:gd name="T90" fmla="*/ 240 w 252"/>
                  <a:gd name="T91" fmla="*/ 738 h 816"/>
                  <a:gd name="T92" fmla="*/ 246 w 252"/>
                  <a:gd name="T93" fmla="*/ 768 h 816"/>
                  <a:gd name="T94" fmla="*/ 252 w 252"/>
                  <a:gd name="T95" fmla="*/ 792 h 816"/>
                  <a:gd name="T96" fmla="*/ 252 w 252"/>
                  <a:gd name="T97" fmla="*/ 816 h 8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52" h="816">
                    <a:moveTo>
                      <a:pt x="0" y="246"/>
                    </a:moveTo>
                    <a:lnTo>
                      <a:pt x="0" y="240"/>
                    </a:lnTo>
                    <a:lnTo>
                      <a:pt x="0" y="234"/>
                    </a:lnTo>
                    <a:lnTo>
                      <a:pt x="0" y="228"/>
                    </a:lnTo>
                    <a:lnTo>
                      <a:pt x="6" y="222"/>
                    </a:lnTo>
                    <a:lnTo>
                      <a:pt x="6" y="216"/>
                    </a:lnTo>
                    <a:lnTo>
                      <a:pt x="6" y="210"/>
                    </a:lnTo>
                    <a:lnTo>
                      <a:pt x="6" y="204"/>
                    </a:lnTo>
                    <a:lnTo>
                      <a:pt x="12" y="198"/>
                    </a:lnTo>
                    <a:lnTo>
                      <a:pt x="12" y="192"/>
                    </a:lnTo>
                    <a:lnTo>
                      <a:pt x="12" y="186"/>
                    </a:lnTo>
                    <a:lnTo>
                      <a:pt x="12" y="180"/>
                    </a:lnTo>
                    <a:lnTo>
                      <a:pt x="18" y="174"/>
                    </a:lnTo>
                    <a:lnTo>
                      <a:pt x="18" y="168"/>
                    </a:lnTo>
                    <a:lnTo>
                      <a:pt x="18" y="162"/>
                    </a:lnTo>
                    <a:lnTo>
                      <a:pt x="18" y="156"/>
                    </a:lnTo>
                    <a:lnTo>
                      <a:pt x="18" y="150"/>
                    </a:lnTo>
                    <a:lnTo>
                      <a:pt x="24" y="144"/>
                    </a:lnTo>
                    <a:lnTo>
                      <a:pt x="24" y="138"/>
                    </a:lnTo>
                    <a:lnTo>
                      <a:pt x="24" y="132"/>
                    </a:lnTo>
                    <a:lnTo>
                      <a:pt x="30" y="126"/>
                    </a:lnTo>
                    <a:lnTo>
                      <a:pt x="30" y="120"/>
                    </a:lnTo>
                    <a:lnTo>
                      <a:pt x="30" y="114"/>
                    </a:lnTo>
                    <a:lnTo>
                      <a:pt x="30" y="108"/>
                    </a:lnTo>
                    <a:lnTo>
                      <a:pt x="36" y="102"/>
                    </a:lnTo>
                    <a:lnTo>
                      <a:pt x="36" y="96"/>
                    </a:lnTo>
                    <a:lnTo>
                      <a:pt x="36" y="90"/>
                    </a:lnTo>
                    <a:lnTo>
                      <a:pt x="42" y="84"/>
                    </a:lnTo>
                    <a:lnTo>
                      <a:pt x="42" y="78"/>
                    </a:lnTo>
                    <a:lnTo>
                      <a:pt x="42" y="72"/>
                    </a:lnTo>
                    <a:lnTo>
                      <a:pt x="42" y="66"/>
                    </a:lnTo>
                    <a:lnTo>
                      <a:pt x="48" y="60"/>
                    </a:lnTo>
                    <a:lnTo>
                      <a:pt x="48" y="54"/>
                    </a:lnTo>
                    <a:lnTo>
                      <a:pt x="54" y="48"/>
                    </a:lnTo>
                    <a:lnTo>
                      <a:pt x="54" y="42"/>
                    </a:lnTo>
                    <a:lnTo>
                      <a:pt x="54" y="36"/>
                    </a:lnTo>
                    <a:lnTo>
                      <a:pt x="60" y="30"/>
                    </a:lnTo>
                    <a:lnTo>
                      <a:pt x="60" y="24"/>
                    </a:lnTo>
                    <a:lnTo>
                      <a:pt x="60" y="18"/>
                    </a:lnTo>
                    <a:lnTo>
                      <a:pt x="66" y="18"/>
                    </a:lnTo>
                    <a:lnTo>
                      <a:pt x="66" y="12"/>
                    </a:lnTo>
                    <a:lnTo>
                      <a:pt x="72" y="12"/>
                    </a:lnTo>
                    <a:lnTo>
                      <a:pt x="72" y="6"/>
                    </a:lnTo>
                    <a:lnTo>
                      <a:pt x="78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6" y="0"/>
                    </a:lnTo>
                    <a:lnTo>
                      <a:pt x="96" y="6"/>
                    </a:lnTo>
                    <a:lnTo>
                      <a:pt x="102" y="6"/>
                    </a:lnTo>
                    <a:lnTo>
                      <a:pt x="102" y="12"/>
                    </a:lnTo>
                    <a:lnTo>
                      <a:pt x="108" y="18"/>
                    </a:lnTo>
                    <a:lnTo>
                      <a:pt x="108" y="24"/>
                    </a:lnTo>
                    <a:lnTo>
                      <a:pt x="114" y="24"/>
                    </a:lnTo>
                    <a:lnTo>
                      <a:pt x="114" y="30"/>
                    </a:lnTo>
                    <a:lnTo>
                      <a:pt x="114" y="36"/>
                    </a:lnTo>
                    <a:lnTo>
                      <a:pt x="120" y="42"/>
                    </a:lnTo>
                    <a:lnTo>
                      <a:pt x="120" y="48"/>
                    </a:lnTo>
                    <a:lnTo>
                      <a:pt x="120" y="54"/>
                    </a:lnTo>
                    <a:lnTo>
                      <a:pt x="126" y="60"/>
                    </a:lnTo>
                    <a:lnTo>
                      <a:pt x="126" y="66"/>
                    </a:lnTo>
                    <a:lnTo>
                      <a:pt x="126" y="72"/>
                    </a:lnTo>
                    <a:lnTo>
                      <a:pt x="126" y="78"/>
                    </a:lnTo>
                    <a:lnTo>
                      <a:pt x="132" y="84"/>
                    </a:lnTo>
                    <a:lnTo>
                      <a:pt x="132" y="90"/>
                    </a:lnTo>
                    <a:lnTo>
                      <a:pt x="132" y="96"/>
                    </a:lnTo>
                    <a:lnTo>
                      <a:pt x="138" y="102"/>
                    </a:lnTo>
                    <a:lnTo>
                      <a:pt x="138" y="108"/>
                    </a:lnTo>
                    <a:lnTo>
                      <a:pt x="138" y="114"/>
                    </a:lnTo>
                    <a:lnTo>
                      <a:pt x="138" y="120"/>
                    </a:lnTo>
                    <a:lnTo>
                      <a:pt x="138" y="126"/>
                    </a:lnTo>
                    <a:lnTo>
                      <a:pt x="144" y="132"/>
                    </a:lnTo>
                    <a:lnTo>
                      <a:pt x="144" y="138"/>
                    </a:lnTo>
                    <a:lnTo>
                      <a:pt x="144" y="144"/>
                    </a:lnTo>
                    <a:lnTo>
                      <a:pt x="144" y="150"/>
                    </a:lnTo>
                    <a:lnTo>
                      <a:pt x="144" y="156"/>
                    </a:lnTo>
                    <a:lnTo>
                      <a:pt x="150" y="168"/>
                    </a:lnTo>
                    <a:lnTo>
                      <a:pt x="150" y="174"/>
                    </a:lnTo>
                    <a:lnTo>
                      <a:pt x="150" y="180"/>
                    </a:lnTo>
                    <a:lnTo>
                      <a:pt x="150" y="186"/>
                    </a:lnTo>
                    <a:lnTo>
                      <a:pt x="156" y="192"/>
                    </a:lnTo>
                    <a:lnTo>
                      <a:pt x="156" y="198"/>
                    </a:lnTo>
                    <a:lnTo>
                      <a:pt x="156" y="210"/>
                    </a:lnTo>
                    <a:lnTo>
                      <a:pt x="156" y="216"/>
                    </a:lnTo>
                    <a:lnTo>
                      <a:pt x="156" y="222"/>
                    </a:lnTo>
                    <a:lnTo>
                      <a:pt x="162" y="234"/>
                    </a:lnTo>
                    <a:lnTo>
                      <a:pt x="162" y="240"/>
                    </a:lnTo>
                    <a:lnTo>
                      <a:pt x="162" y="246"/>
                    </a:lnTo>
                    <a:lnTo>
                      <a:pt x="162" y="258"/>
                    </a:lnTo>
                    <a:lnTo>
                      <a:pt x="168" y="264"/>
                    </a:lnTo>
                    <a:lnTo>
                      <a:pt x="168" y="270"/>
                    </a:lnTo>
                    <a:lnTo>
                      <a:pt x="168" y="282"/>
                    </a:lnTo>
                    <a:lnTo>
                      <a:pt x="168" y="288"/>
                    </a:lnTo>
                    <a:lnTo>
                      <a:pt x="168" y="294"/>
                    </a:lnTo>
                    <a:lnTo>
                      <a:pt x="174" y="306"/>
                    </a:lnTo>
                    <a:lnTo>
                      <a:pt x="174" y="312"/>
                    </a:lnTo>
                    <a:lnTo>
                      <a:pt x="174" y="324"/>
                    </a:lnTo>
                    <a:lnTo>
                      <a:pt x="174" y="330"/>
                    </a:lnTo>
                    <a:lnTo>
                      <a:pt x="174" y="342"/>
                    </a:lnTo>
                    <a:lnTo>
                      <a:pt x="180" y="348"/>
                    </a:lnTo>
                    <a:lnTo>
                      <a:pt x="180" y="354"/>
                    </a:lnTo>
                    <a:lnTo>
                      <a:pt x="180" y="366"/>
                    </a:lnTo>
                    <a:lnTo>
                      <a:pt x="180" y="372"/>
                    </a:lnTo>
                    <a:lnTo>
                      <a:pt x="186" y="384"/>
                    </a:lnTo>
                    <a:lnTo>
                      <a:pt x="186" y="390"/>
                    </a:lnTo>
                    <a:lnTo>
                      <a:pt x="186" y="402"/>
                    </a:lnTo>
                    <a:lnTo>
                      <a:pt x="186" y="408"/>
                    </a:lnTo>
                    <a:lnTo>
                      <a:pt x="186" y="420"/>
                    </a:lnTo>
                    <a:lnTo>
                      <a:pt x="192" y="426"/>
                    </a:lnTo>
                    <a:lnTo>
                      <a:pt x="192" y="438"/>
                    </a:lnTo>
                    <a:lnTo>
                      <a:pt x="192" y="444"/>
                    </a:lnTo>
                    <a:lnTo>
                      <a:pt x="192" y="456"/>
                    </a:lnTo>
                    <a:lnTo>
                      <a:pt x="198" y="462"/>
                    </a:lnTo>
                    <a:lnTo>
                      <a:pt x="198" y="474"/>
                    </a:lnTo>
                    <a:lnTo>
                      <a:pt x="198" y="480"/>
                    </a:lnTo>
                    <a:lnTo>
                      <a:pt x="198" y="492"/>
                    </a:lnTo>
                    <a:lnTo>
                      <a:pt x="198" y="498"/>
                    </a:lnTo>
                    <a:lnTo>
                      <a:pt x="204" y="510"/>
                    </a:lnTo>
                    <a:lnTo>
                      <a:pt x="204" y="516"/>
                    </a:lnTo>
                    <a:lnTo>
                      <a:pt x="204" y="528"/>
                    </a:lnTo>
                    <a:lnTo>
                      <a:pt x="204" y="534"/>
                    </a:lnTo>
                    <a:lnTo>
                      <a:pt x="210" y="546"/>
                    </a:lnTo>
                    <a:lnTo>
                      <a:pt x="210" y="552"/>
                    </a:lnTo>
                    <a:lnTo>
                      <a:pt x="210" y="564"/>
                    </a:lnTo>
                    <a:lnTo>
                      <a:pt x="210" y="570"/>
                    </a:lnTo>
                    <a:lnTo>
                      <a:pt x="210" y="582"/>
                    </a:lnTo>
                    <a:lnTo>
                      <a:pt x="216" y="588"/>
                    </a:lnTo>
                    <a:lnTo>
                      <a:pt x="216" y="600"/>
                    </a:lnTo>
                    <a:lnTo>
                      <a:pt x="216" y="606"/>
                    </a:lnTo>
                    <a:lnTo>
                      <a:pt x="216" y="618"/>
                    </a:lnTo>
                    <a:lnTo>
                      <a:pt x="216" y="624"/>
                    </a:lnTo>
                    <a:lnTo>
                      <a:pt x="222" y="630"/>
                    </a:lnTo>
                    <a:lnTo>
                      <a:pt x="222" y="642"/>
                    </a:lnTo>
                    <a:lnTo>
                      <a:pt x="222" y="648"/>
                    </a:lnTo>
                    <a:lnTo>
                      <a:pt x="222" y="654"/>
                    </a:lnTo>
                    <a:lnTo>
                      <a:pt x="228" y="666"/>
                    </a:lnTo>
                    <a:lnTo>
                      <a:pt x="228" y="672"/>
                    </a:lnTo>
                    <a:lnTo>
                      <a:pt x="228" y="678"/>
                    </a:lnTo>
                    <a:lnTo>
                      <a:pt x="228" y="690"/>
                    </a:lnTo>
                    <a:lnTo>
                      <a:pt x="228" y="696"/>
                    </a:lnTo>
                    <a:lnTo>
                      <a:pt x="234" y="702"/>
                    </a:lnTo>
                    <a:lnTo>
                      <a:pt x="234" y="714"/>
                    </a:lnTo>
                    <a:lnTo>
                      <a:pt x="234" y="720"/>
                    </a:lnTo>
                    <a:lnTo>
                      <a:pt x="234" y="726"/>
                    </a:lnTo>
                    <a:lnTo>
                      <a:pt x="240" y="732"/>
                    </a:lnTo>
                    <a:lnTo>
                      <a:pt x="240" y="738"/>
                    </a:lnTo>
                    <a:lnTo>
                      <a:pt x="240" y="744"/>
                    </a:lnTo>
                    <a:lnTo>
                      <a:pt x="240" y="756"/>
                    </a:lnTo>
                    <a:lnTo>
                      <a:pt x="240" y="762"/>
                    </a:lnTo>
                    <a:lnTo>
                      <a:pt x="246" y="768"/>
                    </a:lnTo>
                    <a:lnTo>
                      <a:pt x="246" y="774"/>
                    </a:lnTo>
                    <a:lnTo>
                      <a:pt x="246" y="780"/>
                    </a:lnTo>
                    <a:lnTo>
                      <a:pt x="246" y="786"/>
                    </a:lnTo>
                    <a:lnTo>
                      <a:pt x="252" y="792"/>
                    </a:lnTo>
                    <a:lnTo>
                      <a:pt x="252" y="798"/>
                    </a:lnTo>
                    <a:lnTo>
                      <a:pt x="252" y="804"/>
                    </a:lnTo>
                    <a:lnTo>
                      <a:pt x="252" y="810"/>
                    </a:lnTo>
                    <a:lnTo>
                      <a:pt x="252" y="816"/>
                    </a:lnTo>
                  </a:path>
                </a:pathLst>
              </a:custGeom>
              <a:noFill/>
              <a:ln w="22225">
                <a:solidFill>
                  <a:srgbClr val="0064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34" name="Freeform 93">
                <a:extLst>
                  <a:ext uri="{FF2B5EF4-FFF2-40B4-BE49-F238E27FC236}">
                    <a16:creationId xmlns:a16="http://schemas.microsoft.com/office/drawing/2014/main" id="{28EEBD71-608D-4A7B-A5B9-157F750BE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2712"/>
                <a:ext cx="336" cy="294"/>
              </a:xfrm>
              <a:custGeom>
                <a:avLst/>
                <a:gdLst>
                  <a:gd name="T0" fmla="*/ 330 w 336"/>
                  <a:gd name="T1" fmla="*/ 192 h 294"/>
                  <a:gd name="T2" fmla="*/ 324 w 336"/>
                  <a:gd name="T3" fmla="*/ 198 h 294"/>
                  <a:gd name="T4" fmla="*/ 318 w 336"/>
                  <a:gd name="T5" fmla="*/ 204 h 294"/>
                  <a:gd name="T6" fmla="*/ 312 w 336"/>
                  <a:gd name="T7" fmla="*/ 204 h 294"/>
                  <a:gd name="T8" fmla="*/ 306 w 336"/>
                  <a:gd name="T9" fmla="*/ 210 h 294"/>
                  <a:gd name="T10" fmla="*/ 300 w 336"/>
                  <a:gd name="T11" fmla="*/ 216 h 294"/>
                  <a:gd name="T12" fmla="*/ 294 w 336"/>
                  <a:gd name="T13" fmla="*/ 216 h 294"/>
                  <a:gd name="T14" fmla="*/ 282 w 336"/>
                  <a:gd name="T15" fmla="*/ 216 h 294"/>
                  <a:gd name="T16" fmla="*/ 276 w 336"/>
                  <a:gd name="T17" fmla="*/ 216 h 294"/>
                  <a:gd name="T18" fmla="*/ 270 w 336"/>
                  <a:gd name="T19" fmla="*/ 216 h 294"/>
                  <a:gd name="T20" fmla="*/ 264 w 336"/>
                  <a:gd name="T21" fmla="*/ 216 h 294"/>
                  <a:gd name="T22" fmla="*/ 258 w 336"/>
                  <a:gd name="T23" fmla="*/ 210 h 294"/>
                  <a:gd name="T24" fmla="*/ 252 w 336"/>
                  <a:gd name="T25" fmla="*/ 204 h 294"/>
                  <a:gd name="T26" fmla="*/ 246 w 336"/>
                  <a:gd name="T27" fmla="*/ 198 h 294"/>
                  <a:gd name="T28" fmla="*/ 240 w 336"/>
                  <a:gd name="T29" fmla="*/ 192 h 294"/>
                  <a:gd name="T30" fmla="*/ 234 w 336"/>
                  <a:gd name="T31" fmla="*/ 186 h 294"/>
                  <a:gd name="T32" fmla="*/ 228 w 336"/>
                  <a:gd name="T33" fmla="*/ 174 h 294"/>
                  <a:gd name="T34" fmla="*/ 222 w 336"/>
                  <a:gd name="T35" fmla="*/ 168 h 294"/>
                  <a:gd name="T36" fmla="*/ 210 w 336"/>
                  <a:gd name="T37" fmla="*/ 156 h 294"/>
                  <a:gd name="T38" fmla="*/ 204 w 336"/>
                  <a:gd name="T39" fmla="*/ 144 h 294"/>
                  <a:gd name="T40" fmla="*/ 198 w 336"/>
                  <a:gd name="T41" fmla="*/ 132 h 294"/>
                  <a:gd name="T42" fmla="*/ 192 w 336"/>
                  <a:gd name="T43" fmla="*/ 114 h 294"/>
                  <a:gd name="T44" fmla="*/ 186 w 336"/>
                  <a:gd name="T45" fmla="*/ 102 h 294"/>
                  <a:gd name="T46" fmla="*/ 180 w 336"/>
                  <a:gd name="T47" fmla="*/ 90 h 294"/>
                  <a:gd name="T48" fmla="*/ 174 w 336"/>
                  <a:gd name="T49" fmla="*/ 78 h 294"/>
                  <a:gd name="T50" fmla="*/ 168 w 336"/>
                  <a:gd name="T51" fmla="*/ 66 h 294"/>
                  <a:gd name="T52" fmla="*/ 162 w 336"/>
                  <a:gd name="T53" fmla="*/ 54 h 294"/>
                  <a:gd name="T54" fmla="*/ 156 w 336"/>
                  <a:gd name="T55" fmla="*/ 42 h 294"/>
                  <a:gd name="T56" fmla="*/ 150 w 336"/>
                  <a:gd name="T57" fmla="*/ 30 h 294"/>
                  <a:gd name="T58" fmla="*/ 138 w 336"/>
                  <a:gd name="T59" fmla="*/ 24 h 294"/>
                  <a:gd name="T60" fmla="*/ 132 w 336"/>
                  <a:gd name="T61" fmla="*/ 12 h 294"/>
                  <a:gd name="T62" fmla="*/ 126 w 336"/>
                  <a:gd name="T63" fmla="*/ 6 h 294"/>
                  <a:gd name="T64" fmla="*/ 120 w 336"/>
                  <a:gd name="T65" fmla="*/ 6 h 294"/>
                  <a:gd name="T66" fmla="*/ 114 w 336"/>
                  <a:gd name="T67" fmla="*/ 0 h 294"/>
                  <a:gd name="T68" fmla="*/ 108 w 336"/>
                  <a:gd name="T69" fmla="*/ 0 h 294"/>
                  <a:gd name="T70" fmla="*/ 102 w 336"/>
                  <a:gd name="T71" fmla="*/ 6 h 294"/>
                  <a:gd name="T72" fmla="*/ 96 w 336"/>
                  <a:gd name="T73" fmla="*/ 12 h 294"/>
                  <a:gd name="T74" fmla="*/ 90 w 336"/>
                  <a:gd name="T75" fmla="*/ 18 h 294"/>
                  <a:gd name="T76" fmla="*/ 84 w 336"/>
                  <a:gd name="T77" fmla="*/ 24 h 294"/>
                  <a:gd name="T78" fmla="*/ 72 w 336"/>
                  <a:gd name="T79" fmla="*/ 36 h 294"/>
                  <a:gd name="T80" fmla="*/ 66 w 336"/>
                  <a:gd name="T81" fmla="*/ 48 h 294"/>
                  <a:gd name="T82" fmla="*/ 60 w 336"/>
                  <a:gd name="T83" fmla="*/ 66 h 294"/>
                  <a:gd name="T84" fmla="*/ 54 w 336"/>
                  <a:gd name="T85" fmla="*/ 84 h 294"/>
                  <a:gd name="T86" fmla="*/ 48 w 336"/>
                  <a:gd name="T87" fmla="*/ 108 h 294"/>
                  <a:gd name="T88" fmla="*/ 42 w 336"/>
                  <a:gd name="T89" fmla="*/ 126 h 294"/>
                  <a:gd name="T90" fmla="*/ 36 w 336"/>
                  <a:gd name="T91" fmla="*/ 150 h 294"/>
                  <a:gd name="T92" fmla="*/ 30 w 336"/>
                  <a:gd name="T93" fmla="*/ 180 h 294"/>
                  <a:gd name="T94" fmla="*/ 24 w 336"/>
                  <a:gd name="T95" fmla="*/ 204 h 294"/>
                  <a:gd name="T96" fmla="*/ 18 w 336"/>
                  <a:gd name="T97" fmla="*/ 234 h 294"/>
                  <a:gd name="T98" fmla="*/ 12 w 336"/>
                  <a:gd name="T99" fmla="*/ 258 h 294"/>
                  <a:gd name="T100" fmla="*/ 0 w 336"/>
                  <a:gd name="T101" fmla="*/ 288 h 29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36" h="294">
                    <a:moveTo>
                      <a:pt x="336" y="186"/>
                    </a:moveTo>
                    <a:lnTo>
                      <a:pt x="336" y="186"/>
                    </a:lnTo>
                    <a:lnTo>
                      <a:pt x="330" y="192"/>
                    </a:lnTo>
                    <a:lnTo>
                      <a:pt x="324" y="192"/>
                    </a:lnTo>
                    <a:lnTo>
                      <a:pt x="324" y="198"/>
                    </a:lnTo>
                    <a:lnTo>
                      <a:pt x="318" y="198"/>
                    </a:lnTo>
                    <a:lnTo>
                      <a:pt x="318" y="204"/>
                    </a:lnTo>
                    <a:lnTo>
                      <a:pt x="312" y="204"/>
                    </a:lnTo>
                    <a:lnTo>
                      <a:pt x="306" y="210"/>
                    </a:lnTo>
                    <a:lnTo>
                      <a:pt x="300" y="210"/>
                    </a:lnTo>
                    <a:lnTo>
                      <a:pt x="300" y="216"/>
                    </a:lnTo>
                    <a:lnTo>
                      <a:pt x="294" y="216"/>
                    </a:lnTo>
                    <a:lnTo>
                      <a:pt x="288" y="216"/>
                    </a:lnTo>
                    <a:lnTo>
                      <a:pt x="282" y="216"/>
                    </a:lnTo>
                    <a:lnTo>
                      <a:pt x="276" y="216"/>
                    </a:lnTo>
                    <a:lnTo>
                      <a:pt x="270" y="216"/>
                    </a:lnTo>
                    <a:lnTo>
                      <a:pt x="264" y="216"/>
                    </a:lnTo>
                    <a:lnTo>
                      <a:pt x="264" y="210"/>
                    </a:lnTo>
                    <a:lnTo>
                      <a:pt x="258" y="210"/>
                    </a:lnTo>
                    <a:lnTo>
                      <a:pt x="252" y="210"/>
                    </a:lnTo>
                    <a:lnTo>
                      <a:pt x="252" y="204"/>
                    </a:lnTo>
                    <a:lnTo>
                      <a:pt x="246" y="204"/>
                    </a:lnTo>
                    <a:lnTo>
                      <a:pt x="246" y="198"/>
                    </a:lnTo>
                    <a:lnTo>
                      <a:pt x="240" y="198"/>
                    </a:lnTo>
                    <a:lnTo>
                      <a:pt x="240" y="192"/>
                    </a:lnTo>
                    <a:lnTo>
                      <a:pt x="234" y="192"/>
                    </a:lnTo>
                    <a:lnTo>
                      <a:pt x="234" y="186"/>
                    </a:lnTo>
                    <a:lnTo>
                      <a:pt x="228" y="180"/>
                    </a:lnTo>
                    <a:lnTo>
                      <a:pt x="228" y="174"/>
                    </a:lnTo>
                    <a:lnTo>
                      <a:pt x="222" y="174"/>
                    </a:lnTo>
                    <a:lnTo>
                      <a:pt x="222" y="168"/>
                    </a:lnTo>
                    <a:lnTo>
                      <a:pt x="216" y="162"/>
                    </a:lnTo>
                    <a:lnTo>
                      <a:pt x="216" y="156"/>
                    </a:lnTo>
                    <a:lnTo>
                      <a:pt x="210" y="156"/>
                    </a:lnTo>
                    <a:lnTo>
                      <a:pt x="210" y="150"/>
                    </a:lnTo>
                    <a:lnTo>
                      <a:pt x="210" y="144"/>
                    </a:lnTo>
                    <a:lnTo>
                      <a:pt x="204" y="144"/>
                    </a:lnTo>
                    <a:lnTo>
                      <a:pt x="204" y="138"/>
                    </a:lnTo>
                    <a:lnTo>
                      <a:pt x="204" y="132"/>
                    </a:lnTo>
                    <a:lnTo>
                      <a:pt x="198" y="132"/>
                    </a:lnTo>
                    <a:lnTo>
                      <a:pt x="198" y="126"/>
                    </a:lnTo>
                    <a:lnTo>
                      <a:pt x="198" y="120"/>
                    </a:lnTo>
                    <a:lnTo>
                      <a:pt x="192" y="120"/>
                    </a:lnTo>
                    <a:lnTo>
                      <a:pt x="192" y="114"/>
                    </a:lnTo>
                    <a:lnTo>
                      <a:pt x="192" y="108"/>
                    </a:lnTo>
                    <a:lnTo>
                      <a:pt x="186" y="108"/>
                    </a:lnTo>
                    <a:lnTo>
                      <a:pt x="186" y="102"/>
                    </a:lnTo>
                    <a:lnTo>
                      <a:pt x="186" y="96"/>
                    </a:lnTo>
                    <a:lnTo>
                      <a:pt x="180" y="96"/>
                    </a:lnTo>
                    <a:lnTo>
                      <a:pt x="180" y="90"/>
                    </a:lnTo>
                    <a:lnTo>
                      <a:pt x="180" y="84"/>
                    </a:lnTo>
                    <a:lnTo>
                      <a:pt x="174" y="84"/>
                    </a:lnTo>
                    <a:lnTo>
                      <a:pt x="174" y="78"/>
                    </a:lnTo>
                    <a:lnTo>
                      <a:pt x="174" y="72"/>
                    </a:lnTo>
                    <a:lnTo>
                      <a:pt x="168" y="72"/>
                    </a:lnTo>
                    <a:lnTo>
                      <a:pt x="168" y="66"/>
                    </a:lnTo>
                    <a:lnTo>
                      <a:pt x="168" y="60"/>
                    </a:lnTo>
                    <a:lnTo>
                      <a:pt x="162" y="60"/>
                    </a:lnTo>
                    <a:lnTo>
                      <a:pt x="162" y="54"/>
                    </a:lnTo>
                    <a:lnTo>
                      <a:pt x="156" y="48"/>
                    </a:lnTo>
                    <a:lnTo>
                      <a:pt x="156" y="42"/>
                    </a:lnTo>
                    <a:lnTo>
                      <a:pt x="150" y="36"/>
                    </a:lnTo>
                    <a:lnTo>
                      <a:pt x="150" y="30"/>
                    </a:lnTo>
                    <a:lnTo>
                      <a:pt x="144" y="30"/>
                    </a:lnTo>
                    <a:lnTo>
                      <a:pt x="144" y="24"/>
                    </a:lnTo>
                    <a:lnTo>
                      <a:pt x="138" y="24"/>
                    </a:lnTo>
                    <a:lnTo>
                      <a:pt x="138" y="18"/>
                    </a:lnTo>
                    <a:lnTo>
                      <a:pt x="132" y="12"/>
                    </a:lnTo>
                    <a:lnTo>
                      <a:pt x="126" y="12"/>
                    </a:lnTo>
                    <a:lnTo>
                      <a:pt x="126" y="6"/>
                    </a:lnTo>
                    <a:lnTo>
                      <a:pt x="120" y="6"/>
                    </a:lnTo>
                    <a:lnTo>
                      <a:pt x="114" y="0"/>
                    </a:lnTo>
                    <a:lnTo>
                      <a:pt x="108" y="0"/>
                    </a:lnTo>
                    <a:lnTo>
                      <a:pt x="102" y="6"/>
                    </a:lnTo>
                    <a:lnTo>
                      <a:pt x="96" y="6"/>
                    </a:lnTo>
                    <a:lnTo>
                      <a:pt x="96" y="12"/>
                    </a:lnTo>
                    <a:lnTo>
                      <a:pt x="90" y="12"/>
                    </a:lnTo>
                    <a:lnTo>
                      <a:pt x="90" y="18"/>
                    </a:lnTo>
                    <a:lnTo>
                      <a:pt x="84" y="18"/>
                    </a:lnTo>
                    <a:lnTo>
                      <a:pt x="84" y="24"/>
                    </a:lnTo>
                    <a:lnTo>
                      <a:pt x="78" y="30"/>
                    </a:lnTo>
                    <a:lnTo>
                      <a:pt x="78" y="36"/>
                    </a:lnTo>
                    <a:lnTo>
                      <a:pt x="72" y="36"/>
                    </a:lnTo>
                    <a:lnTo>
                      <a:pt x="72" y="42"/>
                    </a:lnTo>
                    <a:lnTo>
                      <a:pt x="72" y="48"/>
                    </a:lnTo>
                    <a:lnTo>
                      <a:pt x="66" y="48"/>
                    </a:lnTo>
                    <a:lnTo>
                      <a:pt x="66" y="54"/>
                    </a:lnTo>
                    <a:lnTo>
                      <a:pt x="66" y="60"/>
                    </a:lnTo>
                    <a:lnTo>
                      <a:pt x="66" y="66"/>
                    </a:lnTo>
                    <a:lnTo>
                      <a:pt x="60" y="66"/>
                    </a:lnTo>
                    <a:lnTo>
                      <a:pt x="60" y="72"/>
                    </a:lnTo>
                    <a:lnTo>
                      <a:pt x="60" y="78"/>
                    </a:lnTo>
                    <a:lnTo>
                      <a:pt x="54" y="84"/>
                    </a:lnTo>
                    <a:lnTo>
                      <a:pt x="54" y="90"/>
                    </a:lnTo>
                    <a:lnTo>
                      <a:pt x="54" y="96"/>
                    </a:lnTo>
                    <a:lnTo>
                      <a:pt x="48" y="102"/>
                    </a:lnTo>
                    <a:lnTo>
                      <a:pt x="48" y="108"/>
                    </a:lnTo>
                    <a:lnTo>
                      <a:pt x="48" y="114"/>
                    </a:lnTo>
                    <a:lnTo>
                      <a:pt x="42" y="120"/>
                    </a:lnTo>
                    <a:lnTo>
                      <a:pt x="42" y="126"/>
                    </a:lnTo>
                    <a:lnTo>
                      <a:pt x="42" y="132"/>
                    </a:lnTo>
                    <a:lnTo>
                      <a:pt x="42" y="138"/>
                    </a:lnTo>
                    <a:lnTo>
                      <a:pt x="36" y="144"/>
                    </a:lnTo>
                    <a:lnTo>
                      <a:pt x="36" y="150"/>
                    </a:lnTo>
                    <a:lnTo>
                      <a:pt x="36" y="156"/>
                    </a:lnTo>
                    <a:lnTo>
                      <a:pt x="30" y="162"/>
                    </a:lnTo>
                    <a:lnTo>
                      <a:pt x="30" y="168"/>
                    </a:lnTo>
                    <a:lnTo>
                      <a:pt x="30" y="174"/>
                    </a:lnTo>
                    <a:lnTo>
                      <a:pt x="30" y="180"/>
                    </a:lnTo>
                    <a:lnTo>
                      <a:pt x="24" y="186"/>
                    </a:lnTo>
                    <a:lnTo>
                      <a:pt x="24" y="192"/>
                    </a:lnTo>
                    <a:lnTo>
                      <a:pt x="24" y="198"/>
                    </a:lnTo>
                    <a:lnTo>
                      <a:pt x="24" y="204"/>
                    </a:lnTo>
                    <a:lnTo>
                      <a:pt x="24" y="210"/>
                    </a:lnTo>
                    <a:lnTo>
                      <a:pt x="18" y="216"/>
                    </a:lnTo>
                    <a:lnTo>
                      <a:pt x="18" y="222"/>
                    </a:lnTo>
                    <a:lnTo>
                      <a:pt x="18" y="228"/>
                    </a:lnTo>
                    <a:lnTo>
                      <a:pt x="18" y="234"/>
                    </a:lnTo>
                    <a:lnTo>
                      <a:pt x="12" y="240"/>
                    </a:lnTo>
                    <a:lnTo>
                      <a:pt x="12" y="246"/>
                    </a:lnTo>
                    <a:lnTo>
                      <a:pt x="12" y="252"/>
                    </a:lnTo>
                    <a:lnTo>
                      <a:pt x="12" y="258"/>
                    </a:lnTo>
                    <a:lnTo>
                      <a:pt x="6" y="264"/>
                    </a:lnTo>
                    <a:lnTo>
                      <a:pt x="6" y="270"/>
                    </a:lnTo>
                    <a:lnTo>
                      <a:pt x="6" y="276"/>
                    </a:lnTo>
                    <a:lnTo>
                      <a:pt x="6" y="282"/>
                    </a:lnTo>
                    <a:lnTo>
                      <a:pt x="0" y="288"/>
                    </a:lnTo>
                    <a:lnTo>
                      <a:pt x="0" y="294"/>
                    </a:lnTo>
                  </a:path>
                </a:pathLst>
              </a:custGeom>
              <a:noFill/>
              <a:ln w="22225">
                <a:solidFill>
                  <a:srgbClr val="0064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  <p:sp>
            <p:nvSpPr>
              <p:cNvPr id="35" name="Freeform 94">
                <a:extLst>
                  <a:ext uri="{FF2B5EF4-FFF2-40B4-BE49-F238E27FC236}">
                    <a16:creationId xmlns:a16="http://schemas.microsoft.com/office/drawing/2014/main" id="{576986B3-CF2C-4D1E-BE0E-392B91795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436"/>
                <a:ext cx="252" cy="816"/>
              </a:xfrm>
              <a:custGeom>
                <a:avLst/>
                <a:gdLst>
                  <a:gd name="T0" fmla="*/ 252 w 252"/>
                  <a:gd name="T1" fmla="*/ 588 h 816"/>
                  <a:gd name="T2" fmla="*/ 246 w 252"/>
                  <a:gd name="T3" fmla="*/ 612 h 816"/>
                  <a:gd name="T4" fmla="*/ 240 w 252"/>
                  <a:gd name="T5" fmla="*/ 630 h 816"/>
                  <a:gd name="T6" fmla="*/ 234 w 252"/>
                  <a:gd name="T7" fmla="*/ 654 h 816"/>
                  <a:gd name="T8" fmla="*/ 228 w 252"/>
                  <a:gd name="T9" fmla="*/ 678 h 816"/>
                  <a:gd name="T10" fmla="*/ 222 w 252"/>
                  <a:gd name="T11" fmla="*/ 696 h 816"/>
                  <a:gd name="T12" fmla="*/ 216 w 252"/>
                  <a:gd name="T13" fmla="*/ 714 h 816"/>
                  <a:gd name="T14" fmla="*/ 210 w 252"/>
                  <a:gd name="T15" fmla="*/ 732 h 816"/>
                  <a:gd name="T16" fmla="*/ 210 w 252"/>
                  <a:gd name="T17" fmla="*/ 750 h 816"/>
                  <a:gd name="T18" fmla="*/ 204 w 252"/>
                  <a:gd name="T19" fmla="*/ 762 h 816"/>
                  <a:gd name="T20" fmla="*/ 198 w 252"/>
                  <a:gd name="T21" fmla="*/ 780 h 816"/>
                  <a:gd name="T22" fmla="*/ 192 w 252"/>
                  <a:gd name="T23" fmla="*/ 792 h 816"/>
                  <a:gd name="T24" fmla="*/ 186 w 252"/>
                  <a:gd name="T25" fmla="*/ 798 h 816"/>
                  <a:gd name="T26" fmla="*/ 180 w 252"/>
                  <a:gd name="T27" fmla="*/ 810 h 816"/>
                  <a:gd name="T28" fmla="*/ 174 w 252"/>
                  <a:gd name="T29" fmla="*/ 816 h 816"/>
                  <a:gd name="T30" fmla="*/ 168 w 252"/>
                  <a:gd name="T31" fmla="*/ 816 h 816"/>
                  <a:gd name="T32" fmla="*/ 168 w 252"/>
                  <a:gd name="T33" fmla="*/ 816 h 816"/>
                  <a:gd name="T34" fmla="*/ 162 w 252"/>
                  <a:gd name="T35" fmla="*/ 816 h 816"/>
                  <a:gd name="T36" fmla="*/ 156 w 252"/>
                  <a:gd name="T37" fmla="*/ 816 h 816"/>
                  <a:gd name="T38" fmla="*/ 150 w 252"/>
                  <a:gd name="T39" fmla="*/ 810 h 816"/>
                  <a:gd name="T40" fmla="*/ 144 w 252"/>
                  <a:gd name="T41" fmla="*/ 798 h 816"/>
                  <a:gd name="T42" fmla="*/ 138 w 252"/>
                  <a:gd name="T43" fmla="*/ 786 h 816"/>
                  <a:gd name="T44" fmla="*/ 132 w 252"/>
                  <a:gd name="T45" fmla="*/ 774 h 816"/>
                  <a:gd name="T46" fmla="*/ 126 w 252"/>
                  <a:gd name="T47" fmla="*/ 756 h 816"/>
                  <a:gd name="T48" fmla="*/ 126 w 252"/>
                  <a:gd name="T49" fmla="*/ 738 h 816"/>
                  <a:gd name="T50" fmla="*/ 120 w 252"/>
                  <a:gd name="T51" fmla="*/ 720 h 816"/>
                  <a:gd name="T52" fmla="*/ 114 w 252"/>
                  <a:gd name="T53" fmla="*/ 696 h 816"/>
                  <a:gd name="T54" fmla="*/ 108 w 252"/>
                  <a:gd name="T55" fmla="*/ 672 h 816"/>
                  <a:gd name="T56" fmla="*/ 102 w 252"/>
                  <a:gd name="T57" fmla="*/ 642 h 816"/>
                  <a:gd name="T58" fmla="*/ 96 w 252"/>
                  <a:gd name="T59" fmla="*/ 618 h 816"/>
                  <a:gd name="T60" fmla="*/ 90 w 252"/>
                  <a:gd name="T61" fmla="*/ 582 h 816"/>
                  <a:gd name="T62" fmla="*/ 84 w 252"/>
                  <a:gd name="T63" fmla="*/ 552 h 816"/>
                  <a:gd name="T64" fmla="*/ 84 w 252"/>
                  <a:gd name="T65" fmla="*/ 522 h 816"/>
                  <a:gd name="T66" fmla="*/ 78 w 252"/>
                  <a:gd name="T67" fmla="*/ 486 h 816"/>
                  <a:gd name="T68" fmla="*/ 72 w 252"/>
                  <a:gd name="T69" fmla="*/ 450 h 816"/>
                  <a:gd name="T70" fmla="*/ 66 w 252"/>
                  <a:gd name="T71" fmla="*/ 414 h 816"/>
                  <a:gd name="T72" fmla="*/ 60 w 252"/>
                  <a:gd name="T73" fmla="*/ 378 h 816"/>
                  <a:gd name="T74" fmla="*/ 54 w 252"/>
                  <a:gd name="T75" fmla="*/ 342 h 816"/>
                  <a:gd name="T76" fmla="*/ 48 w 252"/>
                  <a:gd name="T77" fmla="*/ 306 h 816"/>
                  <a:gd name="T78" fmla="*/ 42 w 252"/>
                  <a:gd name="T79" fmla="*/ 270 h 816"/>
                  <a:gd name="T80" fmla="*/ 42 w 252"/>
                  <a:gd name="T81" fmla="*/ 234 h 816"/>
                  <a:gd name="T82" fmla="*/ 36 w 252"/>
                  <a:gd name="T83" fmla="*/ 198 h 816"/>
                  <a:gd name="T84" fmla="*/ 30 w 252"/>
                  <a:gd name="T85" fmla="*/ 168 h 816"/>
                  <a:gd name="T86" fmla="*/ 24 w 252"/>
                  <a:gd name="T87" fmla="*/ 138 h 816"/>
                  <a:gd name="T88" fmla="*/ 18 w 252"/>
                  <a:gd name="T89" fmla="*/ 102 h 816"/>
                  <a:gd name="T90" fmla="*/ 12 w 252"/>
                  <a:gd name="T91" fmla="*/ 78 h 816"/>
                  <a:gd name="T92" fmla="*/ 6 w 252"/>
                  <a:gd name="T93" fmla="*/ 48 h 816"/>
                  <a:gd name="T94" fmla="*/ 0 w 252"/>
                  <a:gd name="T95" fmla="*/ 24 h 816"/>
                  <a:gd name="T96" fmla="*/ 0 w 252"/>
                  <a:gd name="T97" fmla="*/ 0 h 8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52" h="816">
                    <a:moveTo>
                      <a:pt x="252" y="570"/>
                    </a:moveTo>
                    <a:lnTo>
                      <a:pt x="252" y="576"/>
                    </a:lnTo>
                    <a:lnTo>
                      <a:pt x="252" y="582"/>
                    </a:lnTo>
                    <a:lnTo>
                      <a:pt x="252" y="588"/>
                    </a:lnTo>
                    <a:lnTo>
                      <a:pt x="246" y="594"/>
                    </a:lnTo>
                    <a:lnTo>
                      <a:pt x="246" y="600"/>
                    </a:lnTo>
                    <a:lnTo>
                      <a:pt x="246" y="606"/>
                    </a:lnTo>
                    <a:lnTo>
                      <a:pt x="246" y="612"/>
                    </a:lnTo>
                    <a:lnTo>
                      <a:pt x="240" y="618"/>
                    </a:lnTo>
                    <a:lnTo>
                      <a:pt x="240" y="624"/>
                    </a:lnTo>
                    <a:lnTo>
                      <a:pt x="240" y="630"/>
                    </a:lnTo>
                    <a:lnTo>
                      <a:pt x="240" y="636"/>
                    </a:lnTo>
                    <a:lnTo>
                      <a:pt x="234" y="642"/>
                    </a:lnTo>
                    <a:lnTo>
                      <a:pt x="234" y="648"/>
                    </a:lnTo>
                    <a:lnTo>
                      <a:pt x="234" y="654"/>
                    </a:lnTo>
                    <a:lnTo>
                      <a:pt x="234" y="660"/>
                    </a:lnTo>
                    <a:lnTo>
                      <a:pt x="234" y="666"/>
                    </a:lnTo>
                    <a:lnTo>
                      <a:pt x="228" y="672"/>
                    </a:lnTo>
                    <a:lnTo>
                      <a:pt x="228" y="678"/>
                    </a:lnTo>
                    <a:lnTo>
                      <a:pt x="228" y="684"/>
                    </a:lnTo>
                    <a:lnTo>
                      <a:pt x="222" y="690"/>
                    </a:lnTo>
                    <a:lnTo>
                      <a:pt x="222" y="696"/>
                    </a:lnTo>
                    <a:lnTo>
                      <a:pt x="222" y="702"/>
                    </a:lnTo>
                    <a:lnTo>
                      <a:pt x="222" y="708"/>
                    </a:lnTo>
                    <a:lnTo>
                      <a:pt x="216" y="714"/>
                    </a:lnTo>
                    <a:lnTo>
                      <a:pt x="216" y="720"/>
                    </a:lnTo>
                    <a:lnTo>
                      <a:pt x="216" y="726"/>
                    </a:lnTo>
                    <a:lnTo>
                      <a:pt x="210" y="732"/>
                    </a:lnTo>
                    <a:lnTo>
                      <a:pt x="210" y="738"/>
                    </a:lnTo>
                    <a:lnTo>
                      <a:pt x="210" y="744"/>
                    </a:lnTo>
                    <a:lnTo>
                      <a:pt x="210" y="750"/>
                    </a:lnTo>
                    <a:lnTo>
                      <a:pt x="204" y="756"/>
                    </a:lnTo>
                    <a:lnTo>
                      <a:pt x="204" y="762"/>
                    </a:lnTo>
                    <a:lnTo>
                      <a:pt x="198" y="768"/>
                    </a:lnTo>
                    <a:lnTo>
                      <a:pt x="198" y="774"/>
                    </a:lnTo>
                    <a:lnTo>
                      <a:pt x="198" y="780"/>
                    </a:lnTo>
                    <a:lnTo>
                      <a:pt x="192" y="786"/>
                    </a:lnTo>
                    <a:lnTo>
                      <a:pt x="192" y="792"/>
                    </a:lnTo>
                    <a:lnTo>
                      <a:pt x="192" y="798"/>
                    </a:lnTo>
                    <a:lnTo>
                      <a:pt x="186" y="798"/>
                    </a:lnTo>
                    <a:lnTo>
                      <a:pt x="186" y="804"/>
                    </a:lnTo>
                    <a:lnTo>
                      <a:pt x="180" y="804"/>
                    </a:lnTo>
                    <a:lnTo>
                      <a:pt x="180" y="810"/>
                    </a:lnTo>
                    <a:lnTo>
                      <a:pt x="174" y="816"/>
                    </a:lnTo>
                    <a:lnTo>
                      <a:pt x="168" y="816"/>
                    </a:lnTo>
                    <a:lnTo>
                      <a:pt x="162" y="816"/>
                    </a:lnTo>
                    <a:lnTo>
                      <a:pt x="156" y="816"/>
                    </a:lnTo>
                    <a:lnTo>
                      <a:pt x="156" y="810"/>
                    </a:lnTo>
                    <a:lnTo>
                      <a:pt x="150" y="810"/>
                    </a:lnTo>
                    <a:lnTo>
                      <a:pt x="150" y="804"/>
                    </a:lnTo>
                    <a:lnTo>
                      <a:pt x="144" y="798"/>
                    </a:lnTo>
                    <a:lnTo>
                      <a:pt x="144" y="792"/>
                    </a:lnTo>
                    <a:lnTo>
                      <a:pt x="138" y="792"/>
                    </a:lnTo>
                    <a:lnTo>
                      <a:pt x="138" y="786"/>
                    </a:lnTo>
                    <a:lnTo>
                      <a:pt x="138" y="780"/>
                    </a:lnTo>
                    <a:lnTo>
                      <a:pt x="132" y="774"/>
                    </a:lnTo>
                    <a:lnTo>
                      <a:pt x="132" y="768"/>
                    </a:lnTo>
                    <a:lnTo>
                      <a:pt x="132" y="762"/>
                    </a:lnTo>
                    <a:lnTo>
                      <a:pt x="126" y="756"/>
                    </a:lnTo>
                    <a:lnTo>
                      <a:pt x="126" y="750"/>
                    </a:lnTo>
                    <a:lnTo>
                      <a:pt x="126" y="744"/>
                    </a:lnTo>
                    <a:lnTo>
                      <a:pt x="126" y="738"/>
                    </a:lnTo>
                    <a:lnTo>
                      <a:pt x="120" y="732"/>
                    </a:lnTo>
                    <a:lnTo>
                      <a:pt x="120" y="726"/>
                    </a:lnTo>
                    <a:lnTo>
                      <a:pt x="120" y="720"/>
                    </a:lnTo>
                    <a:lnTo>
                      <a:pt x="114" y="714"/>
                    </a:lnTo>
                    <a:lnTo>
                      <a:pt x="114" y="708"/>
                    </a:lnTo>
                    <a:lnTo>
                      <a:pt x="114" y="702"/>
                    </a:lnTo>
                    <a:lnTo>
                      <a:pt x="114" y="696"/>
                    </a:lnTo>
                    <a:lnTo>
                      <a:pt x="114" y="690"/>
                    </a:lnTo>
                    <a:lnTo>
                      <a:pt x="108" y="684"/>
                    </a:lnTo>
                    <a:lnTo>
                      <a:pt x="108" y="678"/>
                    </a:lnTo>
                    <a:lnTo>
                      <a:pt x="108" y="672"/>
                    </a:lnTo>
                    <a:lnTo>
                      <a:pt x="108" y="666"/>
                    </a:lnTo>
                    <a:lnTo>
                      <a:pt x="108" y="660"/>
                    </a:lnTo>
                    <a:lnTo>
                      <a:pt x="102" y="648"/>
                    </a:lnTo>
                    <a:lnTo>
                      <a:pt x="102" y="642"/>
                    </a:lnTo>
                    <a:lnTo>
                      <a:pt x="102" y="636"/>
                    </a:lnTo>
                    <a:lnTo>
                      <a:pt x="102" y="630"/>
                    </a:lnTo>
                    <a:lnTo>
                      <a:pt x="96" y="624"/>
                    </a:lnTo>
                    <a:lnTo>
                      <a:pt x="96" y="618"/>
                    </a:lnTo>
                    <a:lnTo>
                      <a:pt x="96" y="606"/>
                    </a:lnTo>
                    <a:lnTo>
                      <a:pt x="96" y="600"/>
                    </a:lnTo>
                    <a:lnTo>
                      <a:pt x="96" y="594"/>
                    </a:lnTo>
                    <a:lnTo>
                      <a:pt x="90" y="582"/>
                    </a:lnTo>
                    <a:lnTo>
                      <a:pt x="90" y="576"/>
                    </a:lnTo>
                    <a:lnTo>
                      <a:pt x="90" y="570"/>
                    </a:lnTo>
                    <a:lnTo>
                      <a:pt x="90" y="558"/>
                    </a:lnTo>
                    <a:lnTo>
                      <a:pt x="84" y="552"/>
                    </a:lnTo>
                    <a:lnTo>
                      <a:pt x="84" y="546"/>
                    </a:lnTo>
                    <a:lnTo>
                      <a:pt x="84" y="534"/>
                    </a:lnTo>
                    <a:lnTo>
                      <a:pt x="84" y="528"/>
                    </a:lnTo>
                    <a:lnTo>
                      <a:pt x="84" y="522"/>
                    </a:lnTo>
                    <a:lnTo>
                      <a:pt x="78" y="510"/>
                    </a:lnTo>
                    <a:lnTo>
                      <a:pt x="78" y="504"/>
                    </a:lnTo>
                    <a:lnTo>
                      <a:pt x="78" y="492"/>
                    </a:lnTo>
                    <a:lnTo>
                      <a:pt x="78" y="486"/>
                    </a:lnTo>
                    <a:lnTo>
                      <a:pt x="78" y="474"/>
                    </a:lnTo>
                    <a:lnTo>
                      <a:pt x="72" y="468"/>
                    </a:lnTo>
                    <a:lnTo>
                      <a:pt x="72" y="462"/>
                    </a:lnTo>
                    <a:lnTo>
                      <a:pt x="72" y="450"/>
                    </a:lnTo>
                    <a:lnTo>
                      <a:pt x="72" y="444"/>
                    </a:lnTo>
                    <a:lnTo>
                      <a:pt x="66" y="432"/>
                    </a:lnTo>
                    <a:lnTo>
                      <a:pt x="66" y="426"/>
                    </a:lnTo>
                    <a:lnTo>
                      <a:pt x="66" y="414"/>
                    </a:lnTo>
                    <a:lnTo>
                      <a:pt x="66" y="408"/>
                    </a:lnTo>
                    <a:lnTo>
                      <a:pt x="66" y="396"/>
                    </a:lnTo>
                    <a:lnTo>
                      <a:pt x="60" y="390"/>
                    </a:lnTo>
                    <a:lnTo>
                      <a:pt x="60" y="378"/>
                    </a:lnTo>
                    <a:lnTo>
                      <a:pt x="60" y="372"/>
                    </a:lnTo>
                    <a:lnTo>
                      <a:pt x="60" y="360"/>
                    </a:lnTo>
                    <a:lnTo>
                      <a:pt x="54" y="354"/>
                    </a:lnTo>
                    <a:lnTo>
                      <a:pt x="54" y="342"/>
                    </a:lnTo>
                    <a:lnTo>
                      <a:pt x="54" y="336"/>
                    </a:lnTo>
                    <a:lnTo>
                      <a:pt x="54" y="324"/>
                    </a:lnTo>
                    <a:lnTo>
                      <a:pt x="54" y="318"/>
                    </a:lnTo>
                    <a:lnTo>
                      <a:pt x="48" y="306"/>
                    </a:lnTo>
                    <a:lnTo>
                      <a:pt x="48" y="300"/>
                    </a:lnTo>
                    <a:lnTo>
                      <a:pt x="48" y="288"/>
                    </a:lnTo>
                    <a:lnTo>
                      <a:pt x="48" y="282"/>
                    </a:lnTo>
                    <a:lnTo>
                      <a:pt x="42" y="270"/>
                    </a:lnTo>
                    <a:lnTo>
                      <a:pt x="42" y="264"/>
                    </a:lnTo>
                    <a:lnTo>
                      <a:pt x="42" y="252"/>
                    </a:lnTo>
                    <a:lnTo>
                      <a:pt x="42" y="246"/>
                    </a:lnTo>
                    <a:lnTo>
                      <a:pt x="42" y="234"/>
                    </a:lnTo>
                    <a:lnTo>
                      <a:pt x="36" y="228"/>
                    </a:lnTo>
                    <a:lnTo>
                      <a:pt x="36" y="216"/>
                    </a:lnTo>
                    <a:lnTo>
                      <a:pt x="36" y="210"/>
                    </a:lnTo>
                    <a:lnTo>
                      <a:pt x="36" y="198"/>
                    </a:lnTo>
                    <a:lnTo>
                      <a:pt x="36" y="192"/>
                    </a:lnTo>
                    <a:lnTo>
                      <a:pt x="30" y="186"/>
                    </a:lnTo>
                    <a:lnTo>
                      <a:pt x="30" y="174"/>
                    </a:lnTo>
                    <a:lnTo>
                      <a:pt x="30" y="168"/>
                    </a:lnTo>
                    <a:lnTo>
                      <a:pt x="30" y="162"/>
                    </a:lnTo>
                    <a:lnTo>
                      <a:pt x="24" y="150"/>
                    </a:lnTo>
                    <a:lnTo>
                      <a:pt x="24" y="144"/>
                    </a:lnTo>
                    <a:lnTo>
                      <a:pt x="24" y="138"/>
                    </a:lnTo>
                    <a:lnTo>
                      <a:pt x="24" y="126"/>
                    </a:lnTo>
                    <a:lnTo>
                      <a:pt x="24" y="120"/>
                    </a:lnTo>
                    <a:lnTo>
                      <a:pt x="18" y="114"/>
                    </a:lnTo>
                    <a:lnTo>
                      <a:pt x="18" y="102"/>
                    </a:lnTo>
                    <a:lnTo>
                      <a:pt x="18" y="96"/>
                    </a:lnTo>
                    <a:lnTo>
                      <a:pt x="18" y="90"/>
                    </a:lnTo>
                    <a:lnTo>
                      <a:pt x="12" y="84"/>
                    </a:lnTo>
                    <a:lnTo>
                      <a:pt x="12" y="78"/>
                    </a:lnTo>
                    <a:lnTo>
                      <a:pt x="12" y="72"/>
                    </a:lnTo>
                    <a:lnTo>
                      <a:pt x="12" y="60"/>
                    </a:lnTo>
                    <a:lnTo>
                      <a:pt x="12" y="54"/>
                    </a:lnTo>
                    <a:lnTo>
                      <a:pt x="6" y="48"/>
                    </a:lnTo>
                    <a:lnTo>
                      <a:pt x="6" y="42"/>
                    </a:lnTo>
                    <a:lnTo>
                      <a:pt x="6" y="36"/>
                    </a:lnTo>
                    <a:lnTo>
                      <a:pt x="6" y="30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64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 b="1">
                  <a:latin typeface="+mn-ea"/>
                </a:endParaRPr>
              </a:p>
            </p:txBody>
          </p:sp>
        </p:grpSp>
      </p:grpSp>
      <p:sp>
        <p:nvSpPr>
          <p:cNvPr id="36" name="Line 127">
            <a:extLst>
              <a:ext uri="{FF2B5EF4-FFF2-40B4-BE49-F238E27FC236}">
                <a16:creationId xmlns:a16="http://schemas.microsoft.com/office/drawing/2014/main" id="{5F54CFF9-1502-4F3E-AA65-A73C02851D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4129" y="2860180"/>
            <a:ext cx="1699679" cy="1467572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2800" b="1">
              <a:latin typeface="+mn-ea"/>
            </a:endParaRPr>
          </a:p>
        </p:txBody>
      </p:sp>
      <p:sp>
        <p:nvSpPr>
          <p:cNvPr id="37" name="Line 128">
            <a:extLst>
              <a:ext uri="{FF2B5EF4-FFF2-40B4-BE49-F238E27FC236}">
                <a16:creationId xmlns:a16="http://schemas.microsoft.com/office/drawing/2014/main" id="{D70EBFC0-C076-4AB1-8B83-FBA6A7D26422}"/>
              </a:ext>
            </a:extLst>
          </p:cNvPr>
          <p:cNvSpPr>
            <a:spLocks noChangeShapeType="1"/>
          </p:cNvSpPr>
          <p:nvPr/>
        </p:nvSpPr>
        <p:spPr bwMode="auto">
          <a:xfrm rot="5012452" flipH="1">
            <a:off x="6337949" y="2830854"/>
            <a:ext cx="1752039" cy="151218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28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622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/>
      <p:bldP spid="7" grpId="0" autoUpdateAnimBg="0"/>
      <p:bldP spid="8" grpId="0"/>
      <p:bldP spid="9" grpId="0" autoUpdateAnimBg="0"/>
      <p:bldP spid="14" grpId="0" build="p" autoUpdateAnimBg="0" advAuto="0"/>
      <p:bldP spid="16" grpId="0" build="p" autoUpdateAnimBg="0" advAuto="0"/>
      <p:bldP spid="18" grpId="0" build="p" autoUpdateAnimBg="0" advAuto="0"/>
      <p:bldP spid="21" grpId="0" build="p" autoUpdateAnimBg="0" advAuto="0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5FC40C0-7AA9-4105-8331-7CF31EE97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054" y="411509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1C95E91-099A-457A-AD6B-BBCB6E7600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850610"/>
              </p:ext>
            </p:extLst>
          </p:nvPr>
        </p:nvGraphicFramePr>
        <p:xfrm>
          <a:off x="6270896" y="530454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182F1E3E-9391-4ECD-A799-C198C8E56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896" y="530454"/>
                        <a:ext cx="622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E70FBD52-8B1D-4A6B-84BF-8C08E4DDB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350" y="411508"/>
            <a:ext cx="17311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为无穷大，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9D560DF2-65A0-428A-BE2B-904651CBC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977611"/>
              </p:ext>
            </p:extLst>
          </p:nvPr>
        </p:nvGraphicFramePr>
        <p:xfrm>
          <a:off x="898452" y="944439"/>
          <a:ext cx="67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2" name="Equation" r:id="rId5" imgW="672840" imgH="787320" progId="Equation.DSMT4">
                  <p:embed/>
                </p:oleObj>
              </mc:Choice>
              <mc:Fallback>
                <p:oleObj name="Equation" r:id="rId5" imgW="672840" imgH="787320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66204D91-E8A8-4E6C-9899-2E223F69C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452" y="944439"/>
                        <a:ext cx="673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7D0ABC0B-10F4-4626-B93B-D2CA9E339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476" y="1106908"/>
            <a:ext cx="17164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为无穷小；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F99A49C-B26E-4FE5-8795-F7AE3375B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078" y="1106908"/>
            <a:ext cx="119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反之若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F6697E19-D249-4E4D-90DA-468AB8A26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766" y="1122598"/>
            <a:ext cx="2050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为无穷小，且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72FC254F-27B6-42F5-BCC7-9CDD303FF5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790374"/>
              </p:ext>
            </p:extLst>
          </p:nvPr>
        </p:nvGraphicFramePr>
        <p:xfrm>
          <a:off x="6700690" y="1228720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3" name="Equation" r:id="rId7" imgW="1193760" imgH="342720" progId="Equation.DSMT4">
                  <p:embed/>
                </p:oleObj>
              </mc:Choice>
              <mc:Fallback>
                <p:oleObj name="Equation" r:id="rId7" imgW="1193760" imgH="342720" progId="Equation.DSMT4">
                  <p:embed/>
                  <p:pic>
                    <p:nvPicPr>
                      <p:cNvPr id="8203" name="Object 11">
                        <a:extLst>
                          <a:ext uri="{FF2B5EF4-FFF2-40B4-BE49-F238E27FC236}">
                            <a16:creationId xmlns:a16="http://schemas.microsoft.com/office/drawing/2014/main" id="{60F64EE3-A2CD-4A42-A8B1-D3B13DFC40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690" y="1228720"/>
                        <a:ext cx="119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>
            <a:extLst>
              <a:ext uri="{FF2B5EF4-FFF2-40B4-BE49-F238E27FC236}">
                <a16:creationId xmlns:a16="http://schemas.microsoft.com/office/drawing/2014/main" id="{526D1F28-3B9E-44F6-B0D7-A8689FE0E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68" y="189079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7AA96BF8-360C-4BFD-BE14-A713AD618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959" y="1857902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为无穷大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2" name="Text Box 32">
            <a:extLst>
              <a:ext uri="{FF2B5EF4-FFF2-40B4-BE49-F238E27FC236}">
                <a16:creationId xmlns:a16="http://schemas.microsoft.com/office/drawing/2014/main" id="{1EE0F150-ACD6-4570-BBB9-1DD3769F8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46" y="1129142"/>
            <a:ext cx="6450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id="{CB63B91C-F1E7-4447-8155-794CC2A17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11510"/>
            <a:ext cx="51363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在自变量的同一变化过程中，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D176B234-63B7-4128-B277-80F9754CB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672528"/>
              </p:ext>
            </p:extLst>
          </p:nvPr>
        </p:nvGraphicFramePr>
        <p:xfrm>
          <a:off x="4092846" y="1225852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4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B382ECFD-1CC5-4700-ACB2-250EEE01C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846" y="1225852"/>
                        <a:ext cx="622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F5D6BA81-3E95-4187-A558-393D91040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014240"/>
              </p:ext>
            </p:extLst>
          </p:nvPr>
        </p:nvGraphicFramePr>
        <p:xfrm>
          <a:off x="894232" y="1716870"/>
          <a:ext cx="67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5" name="Equation" r:id="rId11" imgW="672840" imgH="787320" progId="Equation.DSMT4">
                  <p:embed/>
                </p:oleObj>
              </mc:Choice>
              <mc:Fallback>
                <p:oleObj name="Equation" r:id="rId11" imgW="672840" imgH="78732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04999372-3789-49CE-8137-0E44AAE85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232" y="1716870"/>
                        <a:ext cx="673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3F18A3E-213F-4A59-84F8-55DFF6E77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320375"/>
              </p:ext>
            </p:extLst>
          </p:nvPr>
        </p:nvGraphicFramePr>
        <p:xfrm>
          <a:off x="1516894" y="2705007"/>
          <a:ext cx="2120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6" name="Equation" r:id="rId13" imgW="2120760" imgH="533160" progId="Equation.DSMT4">
                  <p:embed/>
                </p:oleObj>
              </mc:Choice>
              <mc:Fallback>
                <p:oleObj name="Equation" r:id="rId13" imgW="21207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16894" y="2705007"/>
                        <a:ext cx="21209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>
            <a:extLst>
              <a:ext uri="{FF2B5EF4-FFF2-40B4-BE49-F238E27FC236}">
                <a16:creationId xmlns:a16="http://schemas.microsoft.com/office/drawing/2014/main" id="{08B94174-06F7-463F-90CD-5262EDE74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510" y="2613743"/>
            <a:ext cx="5441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i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0" name="Object 52">
            <a:extLst>
              <a:ext uri="{FF2B5EF4-FFF2-40B4-BE49-F238E27FC236}">
                <a16:creationId xmlns:a16="http://schemas.microsoft.com/office/drawing/2014/main" id="{19735237-0DAE-481F-B946-6F749F6F9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933622"/>
              </p:ext>
            </p:extLst>
          </p:nvPr>
        </p:nvGraphicFramePr>
        <p:xfrm>
          <a:off x="4921734" y="2527318"/>
          <a:ext cx="17526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7" name="Equation" r:id="rId15" imgW="1752480" imgH="736560" progId="Equation.DSMT4">
                  <p:embed/>
                </p:oleObj>
              </mc:Choice>
              <mc:Fallback>
                <p:oleObj name="Equation" r:id="rId15" imgW="1752480" imgH="736560" progId="Equation.DSMT4">
                  <p:embed/>
                  <p:pic>
                    <p:nvPicPr>
                      <p:cNvPr id="10" name="Object 52">
                        <a:extLst>
                          <a:ext uri="{FF2B5EF4-FFF2-40B4-BE49-F238E27FC236}">
                            <a16:creationId xmlns:a16="http://schemas.microsoft.com/office/drawing/2014/main" id="{F2796782-0558-48EA-B4BE-7C03D3A14F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734" y="2527318"/>
                        <a:ext cx="175260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2">
            <a:extLst>
              <a:ext uri="{FF2B5EF4-FFF2-40B4-BE49-F238E27FC236}">
                <a16:creationId xmlns:a16="http://schemas.microsoft.com/office/drawing/2014/main" id="{EB05A6DA-430F-4235-B5AC-09B670787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017670"/>
              </p:ext>
            </p:extLst>
          </p:nvPr>
        </p:nvGraphicFramePr>
        <p:xfrm>
          <a:off x="505959" y="3424442"/>
          <a:ext cx="2628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8" name="Equation" r:id="rId17" imgW="2628720" imgH="393480" progId="Equation.DSMT4">
                  <p:embed/>
                </p:oleObj>
              </mc:Choice>
              <mc:Fallback>
                <p:oleObj name="Equation" r:id="rId17" imgW="2628720" imgH="393480" progId="Equation.DSMT4">
                  <p:embed/>
                  <p:pic>
                    <p:nvPicPr>
                      <p:cNvPr id="11" name="Object 32">
                        <a:extLst>
                          <a:ext uri="{FF2B5EF4-FFF2-40B4-BE49-F238E27FC236}">
                            <a16:creationId xmlns:a16="http://schemas.microsoft.com/office/drawing/2014/main" id="{D44ACD0C-2B9D-4A00-980B-0738902E0C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59" y="3424442"/>
                        <a:ext cx="2628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FFCF0EB-D3B9-47A2-A160-A916022F4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934426"/>
              </p:ext>
            </p:extLst>
          </p:nvPr>
        </p:nvGraphicFramePr>
        <p:xfrm>
          <a:off x="6823956" y="2741238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9" name="Equation" r:id="rId19" imgW="965160" imgH="342720" progId="Equation.DSMT4">
                  <p:embed/>
                </p:oleObj>
              </mc:Choice>
              <mc:Fallback>
                <p:oleObj name="Equation" r:id="rId19" imgW="96516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CE45FF1-9D96-49BD-8BA4-D64C77D04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23956" y="2741238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FF66AD4-71C3-41FB-BD88-E6194EFE4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080678"/>
              </p:ext>
            </p:extLst>
          </p:nvPr>
        </p:nvGraphicFramePr>
        <p:xfrm>
          <a:off x="3810906" y="2741238"/>
          <a:ext cx="100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0" name="Equation" r:id="rId21" imgW="1002960" imgH="279360" progId="Equation.DSMT4">
                  <p:embed/>
                </p:oleObj>
              </mc:Choice>
              <mc:Fallback>
                <p:oleObj name="Equation" r:id="rId21" imgW="10029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10906" y="2741238"/>
                        <a:ext cx="1003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2">
            <a:extLst>
              <a:ext uri="{FF2B5EF4-FFF2-40B4-BE49-F238E27FC236}">
                <a16:creationId xmlns:a16="http://schemas.microsoft.com/office/drawing/2014/main" id="{CD259DD6-0D11-4E9C-945A-16A706CCA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46052"/>
              </p:ext>
            </p:extLst>
          </p:nvPr>
        </p:nvGraphicFramePr>
        <p:xfrm>
          <a:off x="3255889" y="3263058"/>
          <a:ext cx="238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1" name="Equation" r:id="rId23" imgW="2387520" imgH="736560" progId="Equation.DSMT4">
                  <p:embed/>
                </p:oleObj>
              </mc:Choice>
              <mc:Fallback>
                <p:oleObj name="Equation" r:id="rId23" imgW="2387520" imgH="736560" progId="Equation.DSMT4">
                  <p:embed/>
                  <p:pic>
                    <p:nvPicPr>
                      <p:cNvPr id="11" name="Object 32">
                        <a:extLst>
                          <a:ext uri="{FF2B5EF4-FFF2-40B4-BE49-F238E27FC236}">
                            <a16:creationId xmlns:a16="http://schemas.microsoft.com/office/drawing/2014/main" id="{D44ACD0C-2B9D-4A00-980B-0738902E0C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889" y="3263058"/>
                        <a:ext cx="2387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CEC14A1-CB31-49E5-9C5F-EA02D7EDA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230552"/>
              </p:ext>
            </p:extLst>
          </p:nvPr>
        </p:nvGraphicFramePr>
        <p:xfrm>
          <a:off x="5822604" y="3238407"/>
          <a:ext cx="1841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2" name="Equation" r:id="rId25" imgW="1841400" imgH="863280" progId="Equation.DSMT4">
                  <p:embed/>
                </p:oleObj>
              </mc:Choice>
              <mc:Fallback>
                <p:oleObj name="Equation" r:id="rId25" imgW="18414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22604" y="3238407"/>
                        <a:ext cx="1841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BFC84492-08FC-4D18-9827-C60EB580C0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239868"/>
              </p:ext>
            </p:extLst>
          </p:nvPr>
        </p:nvGraphicFramePr>
        <p:xfrm>
          <a:off x="505959" y="4037089"/>
          <a:ext cx="444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3" name="Equation" r:id="rId27" imgW="4444920" imgH="787320" progId="Equation.DSMT4">
                  <p:embed/>
                </p:oleObj>
              </mc:Choice>
              <mc:Fallback>
                <p:oleObj name="Equation" r:id="rId27" imgW="4444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5959" y="4037089"/>
                        <a:ext cx="4445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E7046F3B-5E11-4614-973F-B878177C6305}"/>
              </a:ext>
            </a:extLst>
          </p:cNvPr>
          <p:cNvSpPr txBox="1"/>
          <p:nvPr/>
        </p:nvSpPr>
        <p:spPr>
          <a:xfrm>
            <a:off x="5146974" y="4167424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反之亦可证明．</a:t>
            </a:r>
          </a:p>
        </p:txBody>
      </p:sp>
    </p:spTree>
    <p:extLst>
      <p:ext uri="{BB962C8B-B14F-4D97-AF65-F5344CB8AC3E}">
        <p14:creationId xmlns:p14="http://schemas.microsoft.com/office/powerpoint/2010/main" val="348746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25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6" grpId="0" autoUpdateAnimBg="0"/>
      <p:bldP spid="7" grpId="0" autoUpdateAnimBg="0"/>
      <p:bldP spid="8" grpId="0" autoUpdateAnimBg="0"/>
      <p:bldP spid="10" grpId="0" autoUpdateAnimBg="0"/>
      <p:bldP spid="11" grpId="0" autoUpdateAnimBg="0"/>
      <p:bldP spid="12" grpId="0" autoUpdateAnimBg="0"/>
      <p:bldP spid="14" grpId="0" build="p" autoUpdateAnimBg="0"/>
      <p:bldP spid="18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CF1066-DDE4-4938-A5BA-B72DAA3E6779}"/>
              </a:ext>
            </a:extLst>
          </p:cNvPr>
          <p:cNvGrpSpPr/>
          <p:nvPr/>
        </p:nvGrpSpPr>
        <p:grpSpPr>
          <a:xfrm>
            <a:off x="539552" y="139794"/>
            <a:ext cx="5904656" cy="461665"/>
            <a:chOff x="611560" y="339502"/>
            <a:chExt cx="5904656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F347DD3-738E-4DB4-99E1-DBB48B5F2E60}"/>
                </a:ext>
              </a:extLst>
            </p:cNvPr>
            <p:cNvSpPr/>
            <p:nvPr/>
          </p:nvSpPr>
          <p:spPr>
            <a:xfrm>
              <a:off x="611560" y="339502"/>
              <a:ext cx="64953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6FF"/>
                  </a:solidFill>
                  <a:latin typeface="+mn-ea"/>
                </a:rPr>
                <a:t>1</a:t>
              </a:r>
              <a:endParaRPr lang="zh-CN" altLang="en-US" sz="240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8DAB378-3789-45AA-8581-4EA32B4EF63D}"/>
                </a:ext>
              </a:extLst>
            </p:cNvPr>
            <p:cNvSpPr/>
            <p:nvPr/>
          </p:nvSpPr>
          <p:spPr>
            <a:xfrm>
              <a:off x="1261097" y="339502"/>
              <a:ext cx="52551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无穷大的问题可转化为无穷小问题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E9011F0-66B9-47E5-8519-169F648075BE}"/>
              </a:ext>
            </a:extLst>
          </p:cNvPr>
          <p:cNvSpPr/>
          <p:nvPr/>
        </p:nvSpPr>
        <p:spPr>
          <a:xfrm>
            <a:off x="526205" y="654447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2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4B4B12-660D-4BA7-A837-CFF421BAD7AE}"/>
              </a:ext>
            </a:extLst>
          </p:cNvPr>
          <p:cNvSpPr/>
          <p:nvPr/>
        </p:nvSpPr>
        <p:spPr>
          <a:xfrm>
            <a:off x="1246285" y="649568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关于无穷大的一些性质</a:t>
            </a:r>
            <a:r>
              <a:rPr kumimoji="1" lang="en-US" altLang="zh-CN" sz="2400" b="1" dirty="0">
                <a:latin typeface="+mn-ea"/>
              </a:rPr>
              <a:t>:</a:t>
            </a:r>
            <a:endParaRPr lang="zh-CN" alt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34B1DCB-CB92-4B1C-BA08-E6263D3D859F}"/>
              </a:ext>
            </a:extLst>
          </p:cNvPr>
          <p:cNvGrpSpPr/>
          <p:nvPr/>
        </p:nvGrpSpPr>
        <p:grpSpPr>
          <a:xfrm>
            <a:off x="526205" y="1156483"/>
            <a:ext cx="4935246" cy="471423"/>
            <a:chOff x="644866" y="1625888"/>
            <a:chExt cx="4935246" cy="47142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11C1F55-450D-46FB-A188-ADBE850D719B}"/>
                </a:ext>
              </a:extLst>
            </p:cNvPr>
            <p:cNvSpPr/>
            <p:nvPr/>
          </p:nvSpPr>
          <p:spPr>
            <a:xfrm>
              <a:off x="644866" y="1635646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①</a:t>
              </a:r>
              <a:endParaRPr lang="zh-CN" altLang="en-US" sz="2400" b="1" dirty="0">
                <a:solidFill>
                  <a:srgbClr val="0064FF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83555FC-9935-49EA-9211-961DFAC78DCE}"/>
                </a:ext>
              </a:extLst>
            </p:cNvPr>
            <p:cNvSpPr/>
            <p:nvPr/>
          </p:nvSpPr>
          <p:spPr>
            <a:xfrm>
              <a:off x="1137309" y="1625888"/>
              <a:ext cx="44428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无穷大与有界量之和是无穷大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70735AC-7D6C-4093-850A-BE06C7F4D3E6}"/>
              </a:ext>
            </a:extLst>
          </p:cNvPr>
          <p:cNvGrpSpPr/>
          <p:nvPr/>
        </p:nvGrpSpPr>
        <p:grpSpPr>
          <a:xfrm>
            <a:off x="524298" y="1726658"/>
            <a:ext cx="5481187" cy="471423"/>
            <a:chOff x="524298" y="1726658"/>
            <a:chExt cx="5481187" cy="47142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7E107D9-22DD-4625-A666-9C152A521EA3}"/>
                </a:ext>
              </a:extLst>
            </p:cNvPr>
            <p:cNvSpPr/>
            <p:nvPr/>
          </p:nvSpPr>
          <p:spPr>
            <a:xfrm>
              <a:off x="524298" y="1726658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②</a:t>
              </a:r>
              <a:endParaRPr lang="zh-CN" altLang="en-US" sz="2400" b="1" dirty="0">
                <a:solidFill>
                  <a:srgbClr val="0064FF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DF860D3-82EF-4CD1-B665-892E9628B82C}"/>
                </a:ext>
              </a:extLst>
            </p:cNvPr>
            <p:cNvSpPr/>
            <p:nvPr/>
          </p:nvSpPr>
          <p:spPr>
            <a:xfrm>
              <a:off x="1018648" y="1736416"/>
              <a:ext cx="49868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非零常数与无穷大的乘积是无穷大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44019C5-0B79-47E6-BAE1-B91D03CF44CD}"/>
              </a:ext>
            </a:extLst>
          </p:cNvPr>
          <p:cNvGrpSpPr/>
          <p:nvPr/>
        </p:nvGrpSpPr>
        <p:grpSpPr>
          <a:xfrm>
            <a:off x="539552" y="2291440"/>
            <a:ext cx="6035649" cy="476816"/>
            <a:chOff x="539552" y="2291440"/>
            <a:chExt cx="6035649" cy="47681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8A2FF8C-24D1-4375-B27B-E2DEE8DFACB2}"/>
                </a:ext>
              </a:extLst>
            </p:cNvPr>
            <p:cNvSpPr/>
            <p:nvPr/>
          </p:nvSpPr>
          <p:spPr>
            <a:xfrm>
              <a:off x="539552" y="2306591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③</a:t>
              </a:r>
              <a:endParaRPr lang="zh-CN" altLang="en-US" sz="2400" b="1" dirty="0">
                <a:solidFill>
                  <a:srgbClr val="0064FF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202D1EC-1243-42D4-A27B-7CB916B17399}"/>
                </a:ext>
              </a:extLst>
            </p:cNvPr>
            <p:cNvSpPr/>
            <p:nvPr/>
          </p:nvSpPr>
          <p:spPr>
            <a:xfrm>
              <a:off x="1052278" y="2291440"/>
              <a:ext cx="55229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正</a:t>
              </a:r>
              <a:r>
                <a:rPr kumimoji="1" lang="en-US" altLang="zh-CN" sz="2400" b="1" dirty="0">
                  <a:latin typeface="+mn-ea"/>
                </a:rPr>
                <a:t>(</a:t>
              </a:r>
              <a:r>
                <a:rPr kumimoji="1" lang="zh-CN" altLang="en-US" sz="2400" b="1" dirty="0">
                  <a:latin typeface="+mn-ea"/>
                </a:rPr>
                <a:t>负</a:t>
              </a:r>
              <a:r>
                <a:rPr kumimoji="1" lang="en-US" altLang="zh-CN" sz="2400" b="1" dirty="0">
                  <a:latin typeface="+mn-ea"/>
                </a:rPr>
                <a:t>)</a:t>
              </a:r>
              <a:r>
                <a:rPr kumimoji="1" lang="zh-CN" altLang="en-US" sz="2400" b="1" dirty="0">
                  <a:latin typeface="+mn-ea"/>
                </a:rPr>
                <a:t>无穷大之和仍是正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负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)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无穷大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3B7EFB6-DEF6-4253-88A5-F03C0F7BEE99}"/>
              </a:ext>
            </a:extLst>
          </p:cNvPr>
          <p:cNvGrpSpPr/>
          <p:nvPr/>
        </p:nvGrpSpPr>
        <p:grpSpPr>
          <a:xfrm>
            <a:off x="603950" y="4018617"/>
            <a:ext cx="8072506" cy="576248"/>
            <a:chOff x="603950" y="4018617"/>
            <a:chExt cx="8072506" cy="57624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D68F6C4-20B9-4114-9999-1FD3B581C1BF}"/>
                </a:ext>
              </a:extLst>
            </p:cNvPr>
            <p:cNvSpPr/>
            <p:nvPr/>
          </p:nvSpPr>
          <p:spPr>
            <a:xfrm>
              <a:off x="1052278" y="4083918"/>
              <a:ext cx="76241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无穷大与满足            的    的乘积仍旧是无穷大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C0897BA-3BC7-4724-A84C-EA14E41CB4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8601"/>
                </p:ext>
              </p:extLst>
            </p:nvPr>
          </p:nvGraphicFramePr>
          <p:xfrm>
            <a:off x="3030585" y="4155944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813" name="Equation" r:id="rId3" imgW="1815840" imgH="342720" progId="Equation.DSMT4">
                    <p:embed/>
                  </p:oleObj>
                </mc:Choice>
                <mc:Fallback>
                  <p:oleObj name="Equation" r:id="rId3" imgW="1815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30585" y="4155944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A0D84A7-D9A2-4C08-9E7A-1CAC9CA62C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2717094"/>
                </p:ext>
              </p:extLst>
            </p:nvPr>
          </p:nvGraphicFramePr>
          <p:xfrm>
            <a:off x="5156651" y="4155944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814" name="Equation" r:id="rId5" imgW="609480" imgH="342720" progId="Equation.DSMT4">
                    <p:embed/>
                  </p:oleObj>
                </mc:Choice>
                <mc:Fallback>
                  <p:oleObj name="Equation" r:id="rId5" imgW="609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56651" y="4155944"/>
                          <a:ext cx="609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B81ECF4-0EBD-4BDB-AB0C-21DD06179E5E}"/>
                </a:ext>
              </a:extLst>
            </p:cNvPr>
            <p:cNvSpPr/>
            <p:nvPr/>
          </p:nvSpPr>
          <p:spPr>
            <a:xfrm>
              <a:off x="603950" y="4018617"/>
              <a:ext cx="494046" cy="576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400" b="1" kern="1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⑥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3D2AE8-167B-4139-8537-D0C1755BC472}"/>
              </a:ext>
            </a:extLst>
          </p:cNvPr>
          <p:cNvGrpSpPr/>
          <p:nvPr/>
        </p:nvGrpSpPr>
        <p:grpSpPr>
          <a:xfrm>
            <a:off x="522695" y="2871373"/>
            <a:ext cx="6052506" cy="500459"/>
            <a:chOff x="522695" y="2871373"/>
            <a:chExt cx="6052506" cy="50045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E5A763F-9A59-4397-ADC1-CFE8A1179E53}"/>
                </a:ext>
              </a:extLst>
            </p:cNvPr>
            <p:cNvSpPr/>
            <p:nvPr/>
          </p:nvSpPr>
          <p:spPr>
            <a:xfrm>
              <a:off x="1052278" y="2871373"/>
              <a:ext cx="55229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正无穷大与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负无穷之和不一定是无穷大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5167F2C-72A5-4D53-9796-6B832F214E00}"/>
                </a:ext>
              </a:extLst>
            </p:cNvPr>
            <p:cNvSpPr/>
            <p:nvPr/>
          </p:nvSpPr>
          <p:spPr>
            <a:xfrm>
              <a:off x="522695" y="291016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kern="1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④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9088041-B7F2-4011-9E89-7F4276711A81}"/>
              </a:ext>
            </a:extLst>
          </p:cNvPr>
          <p:cNvGrpSpPr/>
          <p:nvPr/>
        </p:nvGrpSpPr>
        <p:grpSpPr>
          <a:xfrm>
            <a:off x="558232" y="3525352"/>
            <a:ext cx="5885976" cy="461665"/>
            <a:chOff x="558232" y="3525352"/>
            <a:chExt cx="5885976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6FEA0A6-9B0D-43BC-9B3C-C8C90E13C64D}"/>
                </a:ext>
              </a:extLst>
            </p:cNvPr>
            <p:cNvSpPr/>
            <p:nvPr/>
          </p:nvSpPr>
          <p:spPr>
            <a:xfrm>
              <a:off x="1052278" y="3525352"/>
              <a:ext cx="53919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任意个无穷大乘积一定是无穷大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A48A53F-8AB2-499F-8C9B-AD79CB32B7F0}"/>
                </a:ext>
              </a:extLst>
            </p:cNvPr>
            <p:cNvSpPr/>
            <p:nvPr/>
          </p:nvSpPr>
          <p:spPr>
            <a:xfrm>
              <a:off x="558232" y="352535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kern="1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⑤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71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3">
            <a:extLst>
              <a:ext uri="{FF2B5EF4-FFF2-40B4-BE49-F238E27FC236}">
                <a16:creationId xmlns:a16="http://schemas.microsoft.com/office/drawing/2014/main" id="{5A2C53D3-1FEC-4D58-B470-5BA5F8BEE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747" y="1373748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52487D17-86FE-402B-80CE-143A69B0A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70657"/>
              </p:ext>
            </p:extLst>
          </p:nvPr>
        </p:nvGraphicFramePr>
        <p:xfrm>
          <a:off x="1575071" y="1432128"/>
          <a:ext cx="2527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6" name="Equation" r:id="rId3" imgW="2527200" imgH="520560" progId="Equation.DSMT4">
                  <p:embed/>
                </p:oleObj>
              </mc:Choice>
              <mc:Fallback>
                <p:oleObj name="Equation" r:id="rId3" imgW="2527200" imgH="520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38BED9F7-F469-423F-A0EB-123D8D2A7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071" y="1432128"/>
                        <a:ext cx="2527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7">
            <a:extLst>
              <a:ext uri="{FF2B5EF4-FFF2-40B4-BE49-F238E27FC236}">
                <a16:creationId xmlns:a16="http://schemas.microsoft.com/office/drawing/2014/main" id="{1369330D-2ACB-42F9-AD9D-EEB95B4AE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277001"/>
              </p:ext>
            </p:extLst>
          </p:nvPr>
        </p:nvGraphicFramePr>
        <p:xfrm>
          <a:off x="4239367" y="1458688"/>
          <a:ext cx="196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7" name="Equation" r:id="rId5" imgW="1968480" imgH="482400" progId="Equation.DSMT4">
                  <p:embed/>
                </p:oleObj>
              </mc:Choice>
              <mc:Fallback>
                <p:oleObj name="Equation" r:id="rId5" imgW="1968480" imgH="482400" progId="Equation.DSMT4">
                  <p:embed/>
                  <p:pic>
                    <p:nvPicPr>
                      <p:cNvPr id="4" name="Object 27">
                        <a:extLst>
                          <a:ext uri="{FF2B5EF4-FFF2-40B4-BE49-F238E27FC236}">
                            <a16:creationId xmlns:a16="http://schemas.microsoft.com/office/drawing/2014/main" id="{0C03A54B-A4C9-46FD-AFAB-D18DCFD41D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367" y="1458688"/>
                        <a:ext cx="1968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8">
            <a:extLst>
              <a:ext uri="{FF2B5EF4-FFF2-40B4-BE49-F238E27FC236}">
                <a16:creationId xmlns:a16="http://schemas.microsoft.com/office/drawing/2014/main" id="{BD7A5AB0-F426-47C3-BD5A-8688A6B80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11444"/>
              </p:ext>
            </p:extLst>
          </p:nvPr>
        </p:nvGraphicFramePr>
        <p:xfrm>
          <a:off x="6228184" y="1464880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8" name="Equation" r:id="rId7" imgW="558720" imgH="279360" progId="Equation.DSMT4">
                  <p:embed/>
                </p:oleObj>
              </mc:Choice>
              <mc:Fallback>
                <p:oleObj name="Equation" r:id="rId7" imgW="558720" imgH="279360" progId="Equation.DSMT4">
                  <p:embed/>
                  <p:pic>
                    <p:nvPicPr>
                      <p:cNvPr id="5" name="Object 28">
                        <a:extLst>
                          <a:ext uri="{FF2B5EF4-FFF2-40B4-BE49-F238E27FC236}">
                            <a16:creationId xmlns:a16="http://schemas.microsoft.com/office/drawing/2014/main" id="{5A3046D8-BF05-4A37-A386-685DA64C4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464880"/>
                        <a:ext cx="558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9">
            <a:extLst>
              <a:ext uri="{FF2B5EF4-FFF2-40B4-BE49-F238E27FC236}">
                <a16:creationId xmlns:a16="http://schemas.microsoft.com/office/drawing/2014/main" id="{17373F6D-FDA0-49B2-B4E4-FEED5BFC3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696536"/>
              </p:ext>
            </p:extLst>
          </p:nvPr>
        </p:nvGraphicFramePr>
        <p:xfrm>
          <a:off x="933778" y="2317626"/>
          <a:ext cx="2451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19" name="Equation" r:id="rId9" imgW="2450880" imgH="774360" progId="Equation.DSMT4">
                  <p:embed/>
                </p:oleObj>
              </mc:Choice>
              <mc:Fallback>
                <p:oleObj name="Equation" r:id="rId9" imgW="2450880" imgH="774360" progId="Equation.DSMT4">
                  <p:embed/>
                  <p:pic>
                    <p:nvPicPr>
                      <p:cNvPr id="6" name="Object 29">
                        <a:extLst>
                          <a:ext uri="{FF2B5EF4-FFF2-40B4-BE49-F238E27FC236}">
                            <a16:creationId xmlns:a16="http://schemas.microsoft.com/office/drawing/2014/main" id="{4436D0AC-8063-468B-B0FD-D9AEC7D4C1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778" y="2317626"/>
                        <a:ext cx="24511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0">
            <a:extLst>
              <a:ext uri="{FF2B5EF4-FFF2-40B4-BE49-F238E27FC236}">
                <a16:creationId xmlns:a16="http://schemas.microsoft.com/office/drawing/2014/main" id="{DF8BFF63-30BE-462B-9D88-5ECBF3DED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431992"/>
              </p:ext>
            </p:extLst>
          </p:nvPr>
        </p:nvGraphicFramePr>
        <p:xfrm>
          <a:off x="3455472" y="2345143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0" name="Equation" r:id="rId11" imgW="1206360" imgH="723600" progId="Equation.DSMT4">
                  <p:embed/>
                </p:oleObj>
              </mc:Choice>
              <mc:Fallback>
                <p:oleObj name="Equation" r:id="rId11" imgW="1206360" imgH="723600" progId="Equation.DSMT4">
                  <p:embed/>
                  <p:pic>
                    <p:nvPicPr>
                      <p:cNvPr id="7" name="Object 30">
                        <a:extLst>
                          <a:ext uri="{FF2B5EF4-FFF2-40B4-BE49-F238E27FC236}">
                            <a16:creationId xmlns:a16="http://schemas.microsoft.com/office/drawing/2014/main" id="{E998C7EA-EE3C-4AA6-8161-EFAE641C10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472" y="2345143"/>
                        <a:ext cx="1206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2">
            <a:extLst>
              <a:ext uri="{FF2B5EF4-FFF2-40B4-BE49-F238E27FC236}">
                <a16:creationId xmlns:a16="http://schemas.microsoft.com/office/drawing/2014/main" id="{F1602B74-66A3-458D-B6C5-281C2C822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39502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</a:t>
            </a:r>
          </a:p>
        </p:txBody>
      </p:sp>
      <p:graphicFrame>
        <p:nvGraphicFramePr>
          <p:cNvPr id="9" name="Object 33">
            <a:extLst>
              <a:ext uri="{FF2B5EF4-FFF2-40B4-BE49-F238E27FC236}">
                <a16:creationId xmlns:a16="http://schemas.microsoft.com/office/drawing/2014/main" id="{602E00FB-F783-4B8C-B8CA-C7BF3432A0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964297"/>
              </p:ext>
            </p:extLst>
          </p:nvPr>
        </p:nvGraphicFramePr>
        <p:xfrm>
          <a:off x="1763688" y="241528"/>
          <a:ext cx="231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1" name="Equation" r:id="rId13" imgW="2311200" imgH="736560" progId="Equation.DSMT4">
                  <p:embed/>
                </p:oleObj>
              </mc:Choice>
              <mc:Fallback>
                <p:oleObj name="Equation" r:id="rId13" imgW="2311200" imgH="736560" progId="Equation.DSMT4">
                  <p:embed/>
                  <p:pic>
                    <p:nvPicPr>
                      <p:cNvPr id="9" name="Object 33">
                        <a:extLst>
                          <a:ext uri="{FF2B5EF4-FFF2-40B4-BE49-F238E27FC236}">
                            <a16:creationId xmlns:a16="http://schemas.microsoft.com/office/drawing/2014/main" id="{1AA821E1-518D-4D2B-8AFE-CBA6F6F6A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41528"/>
                        <a:ext cx="231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>
            <a:extLst>
              <a:ext uri="{FF2B5EF4-FFF2-40B4-BE49-F238E27FC236}">
                <a16:creationId xmlns:a16="http://schemas.microsoft.com/office/drawing/2014/main" id="{C292715A-0E66-4A67-B689-FDCFC4571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159542"/>
              </p:ext>
            </p:extLst>
          </p:nvPr>
        </p:nvGraphicFramePr>
        <p:xfrm>
          <a:off x="4861818" y="2355726"/>
          <a:ext cx="278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2" name="Equation" r:id="rId15" imgW="2781000" imgH="736560" progId="Equation.DSMT4">
                  <p:embed/>
                </p:oleObj>
              </mc:Choice>
              <mc:Fallback>
                <p:oleObj name="Equation" r:id="rId15" imgW="2781000" imgH="736560" progId="Equation.DSMT4">
                  <p:embed/>
                  <p:pic>
                    <p:nvPicPr>
                      <p:cNvPr id="10" name="Object 34">
                        <a:extLst>
                          <a:ext uri="{FF2B5EF4-FFF2-40B4-BE49-F238E27FC236}">
                            <a16:creationId xmlns:a16="http://schemas.microsoft.com/office/drawing/2014/main" id="{9A0CFC40-600B-46CA-BE02-F89BDDC7A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818" y="2355726"/>
                        <a:ext cx="2781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015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2C7675B-5B1A-402A-8036-DD05DAA70481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339502"/>
            <a:ext cx="1721420" cy="48338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7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20591A2-2FA8-45F5-B08A-A2E22A88C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73" y="1130254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8A99CBA4-6001-448A-89E9-5A2EBB75B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063" y="1133736"/>
            <a:ext cx="24410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分子分母同除以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37952AF9-6A97-4962-A69A-CDDEC64E4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479" y="1130254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" name="Object 35">
            <a:extLst>
              <a:ext uri="{FF2B5EF4-FFF2-40B4-BE49-F238E27FC236}">
                <a16:creationId xmlns:a16="http://schemas.microsoft.com/office/drawing/2014/main" id="{A9CB8948-A804-4E5C-81EB-A47C320425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081239"/>
              </p:ext>
            </p:extLst>
          </p:nvPr>
        </p:nvGraphicFramePr>
        <p:xfrm>
          <a:off x="1974414" y="194639"/>
          <a:ext cx="20701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7" name="Equation" r:id="rId3" imgW="2070000" imgH="774360" progId="Equation.DSMT4">
                  <p:embed/>
                </p:oleObj>
              </mc:Choice>
              <mc:Fallback>
                <p:oleObj name="Equation" r:id="rId3" imgW="2070000" imgH="774360" progId="Equation.DSMT4">
                  <p:embed/>
                  <p:pic>
                    <p:nvPicPr>
                      <p:cNvPr id="6" name="Object 35">
                        <a:extLst>
                          <a:ext uri="{FF2B5EF4-FFF2-40B4-BE49-F238E27FC236}">
                            <a16:creationId xmlns:a16="http://schemas.microsoft.com/office/drawing/2014/main" id="{AB31A300-B84E-4B58-B869-033FE0CA2E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414" y="194639"/>
                        <a:ext cx="20701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CBF18856-220E-470E-86C8-CDD2738A0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607836"/>
              </p:ext>
            </p:extLst>
          </p:nvPr>
        </p:nvGraphicFramePr>
        <p:xfrm>
          <a:off x="3758319" y="1189636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8" name="Equation" r:id="rId5" imgW="457200" imgH="342720" progId="Equation.DSMT4">
                  <p:embed/>
                </p:oleObj>
              </mc:Choice>
              <mc:Fallback>
                <p:oleObj name="Equation" r:id="rId5" imgW="457200" imgH="342720" progId="Equation.DSMT4">
                  <p:embed/>
                  <p:pic>
                    <p:nvPicPr>
                      <p:cNvPr id="7" name="Object 35">
                        <a:extLst>
                          <a:ext uri="{FF2B5EF4-FFF2-40B4-BE49-F238E27FC236}">
                            <a16:creationId xmlns:a16="http://schemas.microsoft.com/office/drawing/2014/main" id="{2CB6A3C9-ADD3-4858-9265-5E5DF390B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319" y="1189636"/>
                        <a:ext cx="4572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5">
            <a:extLst>
              <a:ext uri="{FF2B5EF4-FFF2-40B4-BE49-F238E27FC236}">
                <a16:creationId xmlns:a16="http://schemas.microsoft.com/office/drawing/2014/main" id="{7EE6CC8B-B5DE-44B6-A42C-02D1EE437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981909"/>
              </p:ext>
            </p:extLst>
          </p:nvPr>
        </p:nvGraphicFramePr>
        <p:xfrm>
          <a:off x="641279" y="1864992"/>
          <a:ext cx="43180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9" name="Equation" r:id="rId7" imgW="4317840" imgH="1447560" progId="Equation.DSMT4">
                  <p:embed/>
                </p:oleObj>
              </mc:Choice>
              <mc:Fallback>
                <p:oleObj name="Equation" r:id="rId7" imgW="4317840" imgH="1447560" progId="Equation.DSMT4">
                  <p:embed/>
                  <p:pic>
                    <p:nvPicPr>
                      <p:cNvPr id="8" name="Object 35">
                        <a:extLst>
                          <a:ext uri="{FF2B5EF4-FFF2-40B4-BE49-F238E27FC236}">
                            <a16:creationId xmlns:a16="http://schemas.microsoft.com/office/drawing/2014/main" id="{4CBFDC29-581F-4D8F-BF26-92406579C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279" y="1864992"/>
                        <a:ext cx="4318000" cy="144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A3394BB-33D6-43AB-A588-AFF36814F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355791"/>
              </p:ext>
            </p:extLst>
          </p:nvPr>
        </p:nvGraphicFramePr>
        <p:xfrm>
          <a:off x="4423230" y="215442"/>
          <a:ext cx="156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0" name="Equation" r:id="rId9" imgW="1562040" imgH="723600" progId="Equation.DSMT4">
                  <p:embed/>
                </p:oleObj>
              </mc:Choice>
              <mc:Fallback>
                <p:oleObj name="Equation" r:id="rId9" imgW="156204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265C965-3DC6-419F-9582-32CEA2B39C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23230" y="215442"/>
                        <a:ext cx="156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49F6369-F4B4-44D6-BFDD-E85334174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827538"/>
              </p:ext>
            </p:extLst>
          </p:nvPr>
        </p:nvGraphicFramePr>
        <p:xfrm>
          <a:off x="2621012" y="3577251"/>
          <a:ext cx="59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1" name="Equation" r:id="rId11" imgW="596880" imgH="736560" progId="Equation.DSMT4">
                  <p:embed/>
                </p:oleObj>
              </mc:Choice>
              <mc:Fallback>
                <p:oleObj name="Equation" r:id="rId11" imgW="5968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28148C9-AFA9-4C14-9460-C50C2532D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21012" y="3577251"/>
                        <a:ext cx="59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483E5F-EB3C-43EE-A9A6-AD26888EA003}"/>
              </a:ext>
            </a:extLst>
          </p:cNvPr>
          <p:cNvSpPr/>
          <p:nvPr/>
        </p:nvSpPr>
        <p:spPr>
          <a:xfrm>
            <a:off x="5676098" y="2370291"/>
            <a:ext cx="1796095" cy="434025"/>
          </a:xfrm>
          <a:prstGeom prst="roundRect">
            <a:avLst/>
          </a:prstGeom>
          <a:gradFill>
            <a:gsLst>
              <a:gs pos="80000">
                <a:srgbClr val="0064FF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zh-CN" sz="2400" b="1" dirty="0">
                <a:latin typeface="楷体" pitchFamily="49" charset="-122"/>
                <a:ea typeface="楷体" pitchFamily="49" charset="-122"/>
              </a:rPr>
              <a:t>无穷小分出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DBE0A6C9-5AF5-4BC3-A55B-C04C809C2C60}"/>
              </a:ext>
            </a:extLst>
          </p:cNvPr>
          <p:cNvSpPr/>
          <p:nvPr/>
        </p:nvSpPr>
        <p:spPr>
          <a:xfrm>
            <a:off x="7596336" y="2340917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78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4">
            <a:extLst>
              <a:ext uri="{FF2B5EF4-FFF2-40B4-BE49-F238E27FC236}">
                <a16:creationId xmlns:a16="http://schemas.microsoft.com/office/drawing/2014/main" id="{0BEF00FF-E488-4037-80BA-672F19576F14}"/>
              </a:ext>
            </a:extLst>
          </p:cNvPr>
          <p:cNvSpPr txBox="1"/>
          <p:nvPr/>
        </p:nvSpPr>
        <p:spPr>
          <a:xfrm>
            <a:off x="539552" y="195486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无穷小的比较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E084D8-6C2F-4D29-BAC4-59CA70CB4CBE}"/>
              </a:ext>
            </a:extLst>
          </p:cNvPr>
          <p:cNvSpPr txBox="1"/>
          <p:nvPr/>
        </p:nvSpPr>
        <p:spPr>
          <a:xfrm>
            <a:off x="550078" y="1548099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两个无穷小的和、差、积均是无穷小；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F8D8B6-C9FD-4B27-A5CE-6278224CEED6}"/>
              </a:ext>
            </a:extLst>
          </p:cNvPr>
          <p:cNvSpPr txBox="1"/>
          <p:nvPr/>
        </p:nvSpPr>
        <p:spPr>
          <a:xfrm>
            <a:off x="539552" y="843558"/>
            <a:ext cx="281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问题的提出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3E77F5-EFA8-46B8-82BC-2D829A26A53A}"/>
              </a:ext>
            </a:extLst>
          </p:cNvPr>
          <p:cNvSpPr txBox="1"/>
          <p:nvPr/>
        </p:nvSpPr>
        <p:spPr>
          <a:xfrm>
            <a:off x="570934" y="271576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思考</a:t>
            </a:r>
            <a:endParaRPr lang="zh-CN" altLang="en-US" sz="2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F77C52-8B2F-4ED9-B288-0129793C5364}"/>
              </a:ext>
            </a:extLst>
          </p:cNvPr>
          <p:cNvSpPr txBox="1"/>
          <p:nvPr/>
        </p:nvSpPr>
        <p:spPr>
          <a:xfrm>
            <a:off x="1579046" y="2731694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两个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无穷小的商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如何呢</a:t>
            </a:r>
            <a:r>
              <a:rPr lang="zh-CN" altLang="en-US" sz="2400" b="1" dirty="0">
                <a:latin typeface="+mn-ea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49087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E484E447-8C81-470F-A233-449EDA0B5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23478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例如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54DABF86-7354-40AD-82DE-01DA20692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33" y="4053857"/>
            <a:ext cx="7146508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通过无穷小的比较描述不同无穷小趋于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0</a:t>
            </a: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的快慢程度</a:t>
            </a:r>
            <a:endParaRPr lang="en-US" altLang="zh-CN" sz="2400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4" name="Line 29">
            <a:extLst>
              <a:ext uri="{FF2B5EF4-FFF2-40B4-BE49-F238E27FC236}">
                <a16:creationId xmlns:a16="http://schemas.microsoft.com/office/drawing/2014/main" id="{3E651134-13EE-44C9-82FC-2268CAF7C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373" y="3437855"/>
            <a:ext cx="8101999" cy="23072"/>
          </a:xfrm>
          <a:prstGeom prst="line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350" dirty="0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7F75D544-01A6-482E-8B07-F8FBBC7CC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73" y="3568234"/>
            <a:ext cx="78899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无穷小的商的极限反映了不同的无穷小趋于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的速度不一样</a:t>
            </a:r>
            <a:endParaRPr lang="en-US" altLang="zh-CN" sz="2400" dirty="0"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E00259-5E57-4C68-B228-1F3730CE7661}"/>
              </a:ext>
            </a:extLst>
          </p:cNvPr>
          <p:cNvGrpSpPr/>
          <p:nvPr/>
        </p:nvGrpSpPr>
        <p:grpSpPr>
          <a:xfrm>
            <a:off x="1403648" y="123478"/>
            <a:ext cx="1728192" cy="461665"/>
            <a:chOff x="1763688" y="771550"/>
            <a:chExt cx="1728192" cy="461665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98E03E81-0156-4849-889F-E59F917C21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1762883"/>
                </p:ext>
              </p:extLst>
            </p:nvPr>
          </p:nvGraphicFramePr>
          <p:xfrm>
            <a:off x="2208686" y="886037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0" name="Equation" r:id="rId3" imgW="787320" imgH="342720" progId="">
                    <p:embed/>
                  </p:oleObj>
                </mc:Choice>
                <mc:Fallback>
                  <p:oleObj name="Equation" r:id="rId3" imgW="787320" imgH="342720" progId="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E69A615E-C59C-47C5-ADD5-1433CF204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686" y="886037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FF8ED28E-187B-4A90-8C34-206D05101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77155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9CE20A6C-A617-4AA1-9FF2-E07FAE7E9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816" y="77155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873C3C4D-5303-4F72-9362-5602898B4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241064"/>
              </p:ext>
            </p:extLst>
          </p:nvPr>
        </p:nvGraphicFramePr>
        <p:xfrm>
          <a:off x="1873250" y="851886"/>
          <a:ext cx="838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1" name="Equation" r:id="rId5" imgW="838080" imgH="774360" progId="">
                  <p:embed/>
                </p:oleObj>
              </mc:Choice>
              <mc:Fallback>
                <p:oleObj name="Equation" r:id="rId5" imgW="838080" imgH="774360" progId="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7F73A4A7-6E23-4FCA-BFE5-C92BA4301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851886"/>
                        <a:ext cx="838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B7743F3B-7104-436D-99C3-8F96FB878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956599"/>
              </p:ext>
            </p:extLst>
          </p:nvPr>
        </p:nvGraphicFramePr>
        <p:xfrm>
          <a:off x="2749738" y="1092969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2" name="Equation" r:id="rId7" imgW="520560" imgH="342720" progId="">
                  <p:embed/>
                </p:oleObj>
              </mc:Choice>
              <mc:Fallback>
                <p:oleObj name="Equation" r:id="rId7" imgW="520560" imgH="342720" progId="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C49635D2-76D5-4829-A30A-9D8A33DEF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738" y="1092969"/>
                        <a:ext cx="520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8BD0C2-5361-42A0-BEB3-6A7DA63ABCD8}"/>
              </a:ext>
            </a:extLst>
          </p:cNvPr>
          <p:cNvGrpSpPr/>
          <p:nvPr/>
        </p:nvGrpSpPr>
        <p:grpSpPr>
          <a:xfrm>
            <a:off x="3263900" y="134495"/>
            <a:ext cx="3324324" cy="461665"/>
            <a:chOff x="3623940" y="782567"/>
            <a:chExt cx="3324324" cy="461665"/>
          </a:xfrm>
        </p:grpSpPr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893E952C-6170-4567-9D4C-2FB4617EF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64" y="782567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都是无穷小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BB266387-5E11-4D12-8590-3D729BF6F6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5365676"/>
                </p:ext>
              </p:extLst>
            </p:nvPr>
          </p:nvGraphicFramePr>
          <p:xfrm>
            <a:off x="3623940" y="813813"/>
            <a:ext cx="1574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3" name="Equation" r:id="rId9" imgW="1574640" imgH="406080" progId="">
                    <p:embed/>
                  </p:oleObj>
                </mc:Choice>
                <mc:Fallback>
                  <p:oleObj name="Equation" r:id="rId9" imgW="1574640" imgH="406080" progId="">
                    <p:embed/>
                    <p:pic>
                      <p:nvPicPr>
                        <p:cNvPr id="43" name="Object 24">
                          <a:extLst>
                            <a:ext uri="{FF2B5EF4-FFF2-40B4-BE49-F238E27FC236}">
                              <a16:creationId xmlns:a16="http://schemas.microsoft.com/office/drawing/2014/main" id="{BFE09C7E-43E6-4500-BF80-5457859B6E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3940" y="813813"/>
                          <a:ext cx="15748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31E119A8-05DC-4AD4-961B-99BEB8F6CE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195273"/>
              </p:ext>
            </p:extLst>
          </p:nvPr>
        </p:nvGraphicFramePr>
        <p:xfrm>
          <a:off x="1851025" y="1802582"/>
          <a:ext cx="109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4" name="Equation" r:id="rId11" imgW="1091880" imgH="736560" progId="">
                  <p:embed/>
                </p:oleObj>
              </mc:Choice>
              <mc:Fallback>
                <p:oleObj name="Equation" r:id="rId11" imgW="1091880" imgH="736560" progId="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228D7154-327C-44C9-905B-28800A68B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1802582"/>
                        <a:ext cx="1092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53A5E830-AC71-43EF-9D89-D1B27C05F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313770"/>
              </p:ext>
            </p:extLst>
          </p:nvPr>
        </p:nvGraphicFramePr>
        <p:xfrm>
          <a:off x="2917825" y="1807344"/>
          <a:ext cx="58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5" name="Equation" r:id="rId13" imgW="583920" imgH="723600" progId="">
                  <p:embed/>
                </p:oleObj>
              </mc:Choice>
              <mc:Fallback>
                <p:oleObj name="Equation" r:id="rId13" imgW="583920" imgH="723600" progId="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C00A66EE-EF44-4C7E-A486-EE54C4C67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1807344"/>
                        <a:ext cx="584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A3BA7D08-3192-4897-8586-FFB8DF09F6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955876"/>
              </p:ext>
            </p:extLst>
          </p:nvPr>
        </p:nvGraphicFramePr>
        <p:xfrm>
          <a:off x="1873250" y="2666182"/>
          <a:ext cx="83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6" name="Equation" r:id="rId15" imgW="838080" imgH="736560" progId="">
                  <p:embed/>
                </p:oleObj>
              </mc:Choice>
              <mc:Fallback>
                <p:oleObj name="Equation" r:id="rId15" imgW="838080" imgH="736560" progId="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5CCB52FD-2704-4766-A48A-592CC4BDD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2666182"/>
                        <a:ext cx="83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A0B0B604-93D2-4D2B-9DA4-435CEDEAD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1236"/>
              </p:ext>
            </p:extLst>
          </p:nvPr>
        </p:nvGraphicFramePr>
        <p:xfrm>
          <a:off x="2761174" y="2949867"/>
          <a:ext cx="609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7" name="Equation" r:id="rId17" imgW="609480" imgH="279360" progId="">
                  <p:embed/>
                </p:oleObj>
              </mc:Choice>
              <mc:Fallback>
                <p:oleObj name="Equation" r:id="rId17" imgW="609480" imgH="279360" progId="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D5D78539-933A-4051-926B-EE233B9700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174" y="2949867"/>
                        <a:ext cx="609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F256980C-35F5-4636-854C-B27C3D8A4335}"/>
              </a:ext>
            </a:extLst>
          </p:cNvPr>
          <p:cNvGrpSpPr/>
          <p:nvPr/>
        </p:nvGrpSpPr>
        <p:grpSpPr>
          <a:xfrm>
            <a:off x="3862937" y="987574"/>
            <a:ext cx="2985379" cy="461665"/>
            <a:chOff x="4150969" y="1491630"/>
            <a:chExt cx="2985379" cy="461665"/>
          </a:xfrm>
        </p:grpSpPr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93E60565-AF04-489F-8AE3-A851822E2B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731944"/>
                </p:ext>
              </p:extLst>
            </p:nvPr>
          </p:nvGraphicFramePr>
          <p:xfrm>
            <a:off x="4150969" y="1552621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8" name="Equation" r:id="rId19" imgW="901440" imgH="342720" progId="">
                    <p:embed/>
                  </p:oleObj>
                </mc:Choice>
                <mc:Fallback>
                  <p:oleObj name="Equation" r:id="rId19" imgW="901440" imgH="342720" progId="">
                    <p:embed/>
                    <p:pic>
                      <p:nvPicPr>
                        <p:cNvPr id="49" name="Object 24">
                          <a:extLst>
                            <a:ext uri="{FF2B5EF4-FFF2-40B4-BE49-F238E27FC236}">
                              <a16:creationId xmlns:a16="http://schemas.microsoft.com/office/drawing/2014/main" id="{7279E240-FC2D-4692-9D7B-3A6E257DAD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969" y="1552621"/>
                          <a:ext cx="901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CCC8B7C5-3C98-40F5-8F2B-A30743583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48" y="149163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比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3BC234DA-BEEB-4728-BE08-A78CB3A1DE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859514"/>
                </p:ext>
              </p:extLst>
            </p:nvPr>
          </p:nvGraphicFramePr>
          <p:xfrm>
            <a:off x="5601395" y="1597025"/>
            <a:ext cx="927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89" name="Equation" r:id="rId21" imgW="927000" imgH="279360" progId="">
                    <p:embed/>
                  </p:oleObj>
                </mc:Choice>
                <mc:Fallback>
                  <p:oleObj name="Equation" r:id="rId21" imgW="927000" imgH="279360" progId="">
                    <p:embed/>
                    <p:pic>
                      <p:nvPicPr>
                        <p:cNvPr id="51" name="Object 24">
                          <a:extLst>
                            <a:ext uri="{FF2B5EF4-FFF2-40B4-BE49-F238E27FC236}">
                              <a16:creationId xmlns:a16="http://schemas.microsoft.com/office/drawing/2014/main" id="{B9DE4E16-223F-4D95-8AB1-25132044DE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1395" y="1597025"/>
                          <a:ext cx="9271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1EEEB7A8-0B93-49EE-B6F5-921544098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0284" y="149163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快</a:t>
              </a:r>
              <a:endParaRPr lang="en-US" altLang="zh-CN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503729A-C1D1-4CE5-9AF0-B8C9C859C057}"/>
              </a:ext>
            </a:extLst>
          </p:cNvPr>
          <p:cNvGrpSpPr/>
          <p:nvPr/>
        </p:nvGrpSpPr>
        <p:grpSpPr>
          <a:xfrm>
            <a:off x="3851920" y="1896533"/>
            <a:ext cx="3960440" cy="472682"/>
            <a:chOff x="4016850" y="1469596"/>
            <a:chExt cx="3960440" cy="472682"/>
          </a:xfrm>
        </p:grpSpPr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3576B5FC-E464-4539-B0E5-2E3624B66D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5232698"/>
                </p:ext>
              </p:extLst>
            </p:nvPr>
          </p:nvGraphicFramePr>
          <p:xfrm>
            <a:off x="4016850" y="1584276"/>
            <a:ext cx="1168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90" name="Equation" r:id="rId23" imgW="1168200" imgH="279360" progId="">
                    <p:embed/>
                  </p:oleObj>
                </mc:Choice>
                <mc:Fallback>
                  <p:oleObj name="Equation" r:id="rId23" imgW="1168200" imgH="279360" progId="">
                    <p:embed/>
                    <p:pic>
                      <p:nvPicPr>
                        <p:cNvPr id="55" name="Object 24">
                          <a:extLst>
                            <a:ext uri="{FF2B5EF4-FFF2-40B4-BE49-F238E27FC236}">
                              <a16:creationId xmlns:a16="http://schemas.microsoft.com/office/drawing/2014/main" id="{9801F66E-0225-40A4-AC1B-98CFF238A3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850" y="1584276"/>
                          <a:ext cx="11684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5DE1B322-9ED8-484A-A6E5-253F15269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201" y="1480613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与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D5CA0B07-A64F-4D74-87EB-59B4E67049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87582"/>
                </p:ext>
              </p:extLst>
            </p:nvPr>
          </p:nvGraphicFramePr>
          <p:xfrm>
            <a:off x="5600530" y="1585195"/>
            <a:ext cx="927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91" name="Equation" r:id="rId25" imgW="927000" imgH="279360" progId="">
                    <p:embed/>
                  </p:oleObj>
                </mc:Choice>
                <mc:Fallback>
                  <p:oleObj name="Equation" r:id="rId25" imgW="927000" imgH="279360" progId="">
                    <p:embed/>
                    <p:pic>
                      <p:nvPicPr>
                        <p:cNvPr id="57" name="Object 24">
                          <a:extLst>
                            <a:ext uri="{FF2B5EF4-FFF2-40B4-BE49-F238E27FC236}">
                              <a16:creationId xmlns:a16="http://schemas.microsoft.com/office/drawing/2014/main" id="{7C4DABD0-E27C-484C-9F6B-E992F0F03B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0530" y="1585195"/>
                          <a:ext cx="9271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0E11A751-BA95-4218-AE32-C67F97E39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4181" y="1469596"/>
              <a:ext cx="14831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快慢相仿</a:t>
              </a:r>
              <a:endParaRPr lang="en-US" altLang="zh-CN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CC99067-AE85-4C9D-9D3E-FB19CB896FEA}"/>
              </a:ext>
            </a:extLst>
          </p:cNvPr>
          <p:cNvGrpSpPr/>
          <p:nvPr/>
        </p:nvGrpSpPr>
        <p:grpSpPr>
          <a:xfrm>
            <a:off x="3905453" y="2782449"/>
            <a:ext cx="3060294" cy="472682"/>
            <a:chOff x="4236992" y="1469596"/>
            <a:chExt cx="3060294" cy="472682"/>
          </a:xfrm>
        </p:grpSpPr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ADE411A4-2A45-4909-9017-E1E2394D1C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490021"/>
                </p:ext>
              </p:extLst>
            </p:nvPr>
          </p:nvGraphicFramePr>
          <p:xfrm>
            <a:off x="4236992" y="1584541"/>
            <a:ext cx="927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92" name="Equation" r:id="rId27" imgW="927000" imgH="279360" progId="">
                    <p:embed/>
                  </p:oleObj>
                </mc:Choice>
                <mc:Fallback>
                  <p:oleObj name="Equation" r:id="rId27" imgW="927000" imgH="279360" progId="">
                    <p:embed/>
                    <p:pic>
                      <p:nvPicPr>
                        <p:cNvPr id="60" name="Object 24">
                          <a:extLst>
                            <a:ext uri="{FF2B5EF4-FFF2-40B4-BE49-F238E27FC236}">
                              <a16:creationId xmlns:a16="http://schemas.microsoft.com/office/drawing/2014/main" id="{68B7FEDD-39E2-4B2B-A96D-17CC2B89FB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992" y="1584541"/>
                          <a:ext cx="9271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5">
              <a:extLst>
                <a:ext uri="{FF2B5EF4-FFF2-40B4-BE49-F238E27FC236}">
                  <a16:creationId xmlns:a16="http://schemas.microsoft.com/office/drawing/2014/main" id="{6F7118E6-A164-4BF9-A0B9-E542A6A55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4218" y="1480613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比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81C788BB-19C0-4ECD-B9E1-2E2FDE66A3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524534"/>
                </p:ext>
              </p:extLst>
            </p:nvPr>
          </p:nvGraphicFramePr>
          <p:xfrm>
            <a:off x="5581196" y="1543362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93" name="Equation" r:id="rId29" imgW="901440" imgH="342720" progId="">
                    <p:embed/>
                  </p:oleObj>
                </mc:Choice>
                <mc:Fallback>
                  <p:oleObj name="Equation" r:id="rId29" imgW="901440" imgH="342720" progId="">
                    <p:embed/>
                    <p:pic>
                      <p:nvPicPr>
                        <p:cNvPr id="62" name="Object 24">
                          <a:extLst>
                            <a:ext uri="{FF2B5EF4-FFF2-40B4-BE49-F238E27FC236}">
                              <a16:creationId xmlns:a16="http://schemas.microsoft.com/office/drawing/2014/main" id="{154DBB0F-1F21-48AD-94F7-1D44B23606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1196" y="1543362"/>
                          <a:ext cx="901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5">
              <a:extLst>
                <a:ext uri="{FF2B5EF4-FFF2-40B4-BE49-F238E27FC236}">
                  <a16:creationId xmlns:a16="http://schemas.microsoft.com/office/drawing/2014/main" id="{06EBD413-7615-42C7-AB3B-A7192AC64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4181" y="1469596"/>
              <a:ext cx="8031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慢</a:t>
              </a:r>
              <a:endParaRPr lang="en-US" altLang="zh-CN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542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49F0F564-55AB-47F8-8FE1-A4B083542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940" y="1021972"/>
            <a:ext cx="386714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称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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是比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高阶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的无穷小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Text Box 23">
            <a:extLst>
              <a:ext uri="{FF2B5EF4-FFF2-40B4-BE49-F238E27FC236}">
                <a16:creationId xmlns:a16="http://schemas.microsoft.com/office/drawing/2014/main" id="{C74F0084-4740-4B62-9FD3-6D4CB7D89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574" y="1689941"/>
            <a:ext cx="4586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称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 是比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低阶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的无穷小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;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D02028C-606A-4614-AD84-86A0FD587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44" y="336416"/>
            <a:ext cx="11941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en-US" altLang="zh-CN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AutoShape 17">
            <a:extLst>
              <a:ext uri="{FF2B5EF4-FFF2-40B4-BE49-F238E27FC236}">
                <a16:creationId xmlns:a16="http://schemas.microsoft.com/office/drawing/2014/main" id="{BC48A910-1448-4E9A-A568-2870A242B19A}"/>
              </a:ext>
            </a:extLst>
          </p:cNvPr>
          <p:cNvSpPr>
            <a:spLocks/>
          </p:cNvSpPr>
          <p:nvPr/>
        </p:nvSpPr>
        <p:spPr bwMode="auto">
          <a:xfrm>
            <a:off x="2478751" y="1185522"/>
            <a:ext cx="109482" cy="2190220"/>
          </a:xfrm>
          <a:prstGeom prst="leftBrace">
            <a:avLst>
              <a:gd name="adj1" fmla="val 13919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2400" b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B2D24A34-A8BA-4D9D-81F8-A95F573AE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759" y="2295622"/>
            <a:ext cx="37770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称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 与</a:t>
            </a:r>
            <a:r>
              <a:rPr lang="en-US" altLang="zh-CN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同阶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无穷小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;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FA2B0282-37F6-4983-9C0F-79E181BE2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393" y="3729748"/>
            <a:ext cx="4104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称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 是关于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无穷小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31A05D-D731-4CFF-BCDA-0C29C009FB07}"/>
              </a:ext>
            </a:extLst>
          </p:cNvPr>
          <p:cNvGrpSpPr/>
          <p:nvPr/>
        </p:nvGrpSpPr>
        <p:grpSpPr>
          <a:xfrm>
            <a:off x="1547664" y="339502"/>
            <a:ext cx="7089241" cy="472679"/>
            <a:chOff x="1546759" y="687638"/>
            <a:chExt cx="7089241" cy="4726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745AB77-6A7C-46CB-ABEA-55EDF9A84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6759" y="687638"/>
              <a:ext cx="6863510" cy="472679"/>
              <a:chOff x="521" y="1026"/>
              <a:chExt cx="5504" cy="397"/>
            </a:xfrm>
          </p:grpSpPr>
          <p:sp>
            <p:nvSpPr>
              <p:cNvPr id="12" name="Text Box 20">
                <a:extLst>
                  <a:ext uri="{FF2B5EF4-FFF2-40B4-BE49-F238E27FC236}">
                    <a16:creationId xmlns:a16="http://schemas.microsoft.com/office/drawing/2014/main" id="{860489DA-36A8-450F-A2DC-06D7E1EFCC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026"/>
                <a:ext cx="395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设</a:t>
                </a:r>
              </a:p>
            </p:txBody>
          </p:sp>
          <p:sp>
            <p:nvSpPr>
              <p:cNvPr id="13" name="Text Box 21">
                <a:extLst>
                  <a:ext uri="{FF2B5EF4-FFF2-40B4-BE49-F238E27FC236}">
                    <a16:creationId xmlns:a16="http://schemas.microsoft.com/office/drawing/2014/main" id="{705A71F6-3ED9-402B-8B08-DB5C88E76E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7" y="1035"/>
                <a:ext cx="470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是自变量同一变化过程中的无穷小，且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517971A5-4A20-46B1-A0AE-FDC9A5AACC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379962"/>
                </p:ext>
              </p:extLst>
            </p:nvPr>
          </p:nvGraphicFramePr>
          <p:xfrm>
            <a:off x="2001292" y="794035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08" name="Equation" r:id="rId3" imgW="596880" imgH="342720" progId="">
                    <p:embed/>
                  </p:oleObj>
                </mc:Choice>
                <mc:Fallback>
                  <p:oleObj name="Equation" r:id="rId3" imgW="596880" imgH="342720" progId="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BF3808EB-D84A-4451-96E1-A4F68CCB1A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292" y="794035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0081E7C9-E6E5-4D74-9BDB-F8BC291D9F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9922190"/>
                </p:ext>
              </p:extLst>
            </p:nvPr>
          </p:nvGraphicFramePr>
          <p:xfrm>
            <a:off x="7874000" y="801688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09" name="Equation" r:id="rId5" imgW="761760" imgH="279360" progId="Equation.DSMT4">
                    <p:embed/>
                  </p:oleObj>
                </mc:Choice>
                <mc:Fallback>
                  <p:oleObj name="Equation" r:id="rId5" imgW="761760" imgH="27936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AF2DCD29-B4E6-4254-A852-15FEC2CA05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4000" y="801688"/>
                          <a:ext cx="7620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BCC89BC-D8E0-43B3-8235-70282C3998D7}"/>
              </a:ext>
            </a:extLst>
          </p:cNvPr>
          <p:cNvGrpSpPr/>
          <p:nvPr/>
        </p:nvGrpSpPr>
        <p:grpSpPr>
          <a:xfrm>
            <a:off x="701035" y="1927807"/>
            <a:ext cx="1651174" cy="736600"/>
            <a:chOff x="812594" y="2275943"/>
            <a:chExt cx="1651174" cy="73660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52A15EA2-2D6A-4D07-B952-DC87DFE57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594" y="2376167"/>
              <a:ext cx="6286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09468390-A3C6-4F79-B7FF-1938F6BA56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162003"/>
                </p:ext>
              </p:extLst>
            </p:nvPr>
          </p:nvGraphicFramePr>
          <p:xfrm>
            <a:off x="1485868" y="2275943"/>
            <a:ext cx="977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10" name="Equation" r:id="rId7" imgW="977760" imgH="736560" progId="">
                    <p:embed/>
                  </p:oleObj>
                </mc:Choice>
                <mc:Fallback>
                  <p:oleObj name="Equation" r:id="rId7" imgW="977760" imgH="736560" progId="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CB0356DA-6141-4AF4-9B98-D61452E272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868" y="2275943"/>
                          <a:ext cx="977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AF1B7392-CD0F-473C-B4F5-6C854EBB4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535159"/>
              </p:ext>
            </p:extLst>
          </p:nvPr>
        </p:nvGraphicFramePr>
        <p:xfrm>
          <a:off x="2690613" y="1096047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11" name="Equation" r:id="rId9" imgW="279360" imgH="342720" progId="">
                  <p:embed/>
                </p:oleObj>
              </mc:Choice>
              <mc:Fallback>
                <p:oleObj name="Equation" r:id="rId9" imgW="279360" imgH="342720" progId="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AE0E4974-DFD5-4014-AC4F-DF3DE891C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613" y="1096047"/>
                        <a:ext cx="27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B75FC265-02F2-4766-A3CC-FEDA522C2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500403"/>
              </p:ext>
            </p:extLst>
          </p:nvPr>
        </p:nvGraphicFramePr>
        <p:xfrm>
          <a:off x="2682726" y="1842457"/>
          <a:ext cx="355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12" name="Equation" r:id="rId11" imgW="355320" imgH="279360" progId="">
                  <p:embed/>
                </p:oleObj>
              </mc:Choice>
              <mc:Fallback>
                <p:oleObj name="Equation" r:id="rId11" imgW="355320" imgH="279360" progId="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4D299E52-4D6B-4187-92E2-E918BAA29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726" y="1842457"/>
                        <a:ext cx="355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2882B0C4-F032-43F6-BFA9-AEA4FF558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743610"/>
              </p:ext>
            </p:extLst>
          </p:nvPr>
        </p:nvGraphicFramePr>
        <p:xfrm>
          <a:off x="2653296" y="2412208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13" name="Equation" r:id="rId13" imgW="888840" imgH="342720" progId="">
                  <p:embed/>
                </p:oleObj>
              </mc:Choice>
              <mc:Fallback>
                <p:oleObj name="Equation" r:id="rId13" imgW="888840" imgH="342720" progId="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AE07219D-4E3E-4E23-A80D-CF2BB7D2C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296" y="2412208"/>
                        <a:ext cx="889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A7A4133D-C7A8-4D7C-B99B-7418AA269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779480"/>
              </p:ext>
            </p:extLst>
          </p:nvPr>
        </p:nvGraphicFramePr>
        <p:xfrm>
          <a:off x="2743747" y="3100121"/>
          <a:ext cx="20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14" name="Equation" r:id="rId15" imgW="203040" imgH="330120" progId="">
                  <p:embed/>
                </p:oleObj>
              </mc:Choice>
              <mc:Fallback>
                <p:oleObj name="Equation" r:id="rId15" imgW="203040" imgH="330120" progId="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D1CD3580-A455-4704-8F8C-C28BDDE10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747" y="3100121"/>
                        <a:ext cx="203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4">
            <a:extLst>
              <a:ext uri="{FF2B5EF4-FFF2-40B4-BE49-F238E27FC236}">
                <a16:creationId xmlns:a16="http://schemas.microsoft.com/office/drawing/2014/main" id="{9E668701-88FA-4DA3-B0BB-F93FAD5DB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638" y="3012685"/>
            <a:ext cx="352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称</a:t>
            </a:r>
            <a:r>
              <a:rPr lang="zh-CN" altLang="en-US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 与</a:t>
            </a:r>
            <a:r>
              <a:rPr lang="en-US" altLang="zh-CN" sz="2400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等价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无穷小，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267C4F5-6CC1-4B77-8028-97B95A4C6C60}"/>
              </a:ext>
            </a:extLst>
          </p:cNvPr>
          <p:cNvGrpSpPr/>
          <p:nvPr/>
        </p:nvGrpSpPr>
        <p:grpSpPr>
          <a:xfrm>
            <a:off x="686045" y="3605226"/>
            <a:ext cx="3307671" cy="736600"/>
            <a:chOff x="797604" y="3953362"/>
            <a:chExt cx="3307671" cy="736600"/>
          </a:xfrm>
        </p:grpSpPr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7F1650E2-6B54-4E23-A17C-CF1DF3A78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604" y="4045793"/>
              <a:ext cx="6286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A3B2B446-FF26-4C60-A728-79ED487B60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3390716"/>
                </p:ext>
              </p:extLst>
            </p:nvPr>
          </p:nvGraphicFramePr>
          <p:xfrm>
            <a:off x="1438275" y="3953362"/>
            <a:ext cx="2667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15" name="Equation" r:id="rId17" imgW="2666880" imgH="736560" progId="">
                    <p:embed/>
                  </p:oleObj>
                </mc:Choice>
                <mc:Fallback>
                  <p:oleObj name="Equation" r:id="rId17" imgW="2666880" imgH="736560" progId="">
                    <p:embed/>
                    <p:pic>
                      <p:nvPicPr>
                        <p:cNvPr id="40" name="Object 24">
                          <a:extLst>
                            <a:ext uri="{FF2B5EF4-FFF2-40B4-BE49-F238E27FC236}">
                              <a16:creationId xmlns:a16="http://schemas.microsoft.com/office/drawing/2014/main" id="{18AC1AAC-B592-46DD-9CA3-BC787A8124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275" y="3953362"/>
                          <a:ext cx="26670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59B6BA5-C13B-4586-B312-E55857701825}"/>
              </a:ext>
            </a:extLst>
          </p:cNvPr>
          <p:cNvGrpSpPr/>
          <p:nvPr/>
        </p:nvGrpSpPr>
        <p:grpSpPr>
          <a:xfrm>
            <a:off x="6728439" y="1019590"/>
            <a:ext cx="1926880" cy="461962"/>
            <a:chOff x="6839998" y="1367726"/>
            <a:chExt cx="1926880" cy="461962"/>
          </a:xfrm>
        </p:grpSpPr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C6BA53DD-8595-4DEB-8A70-80C30800AC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957719"/>
                </p:ext>
              </p:extLst>
            </p:nvPr>
          </p:nvGraphicFramePr>
          <p:xfrm>
            <a:off x="7547678" y="1460943"/>
            <a:ext cx="121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16" name="Equation" r:id="rId19" imgW="1218960" imgH="342720" progId="Equation.DSMT4">
                    <p:embed/>
                  </p:oleObj>
                </mc:Choice>
                <mc:Fallback>
                  <p:oleObj name="Equation" r:id="rId19" imgW="1218960" imgH="342720" progId="Equation.DSMT4">
                    <p:embed/>
                    <p:pic>
                      <p:nvPicPr>
                        <p:cNvPr id="36" name="Object 24">
                          <a:extLst>
                            <a:ext uri="{FF2B5EF4-FFF2-40B4-BE49-F238E27FC236}">
                              <a16:creationId xmlns:a16="http://schemas.microsoft.com/office/drawing/2014/main" id="{1D007E4E-8A4F-486C-B575-50E3E4AC79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7678" y="1460943"/>
                          <a:ext cx="1219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22">
              <a:extLst>
                <a:ext uri="{FF2B5EF4-FFF2-40B4-BE49-F238E27FC236}">
                  <a16:creationId xmlns:a16="http://schemas.microsoft.com/office/drawing/2014/main" id="{0A830B29-28CA-4D48-B963-58C02B4ED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9998" y="1367726"/>
              <a:ext cx="8001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记作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E396BE3-4C39-4AFA-A90F-AFB50C5C3E34}"/>
              </a:ext>
            </a:extLst>
          </p:cNvPr>
          <p:cNvGrpSpPr/>
          <p:nvPr/>
        </p:nvGrpSpPr>
        <p:grpSpPr>
          <a:xfrm>
            <a:off x="6530003" y="3002598"/>
            <a:ext cx="1515716" cy="461962"/>
            <a:chOff x="6839998" y="1367726"/>
            <a:chExt cx="1515716" cy="461962"/>
          </a:xfrm>
        </p:grpSpPr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E45B967E-FEAE-4AE5-9AB6-3348115DEA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880115"/>
                </p:ext>
              </p:extLst>
            </p:nvPr>
          </p:nvGraphicFramePr>
          <p:xfrm>
            <a:off x="7555614" y="1466536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217" name="Equation" r:id="rId21" imgW="799920" imgH="342720" progId="Equation.DSMT4">
                    <p:embed/>
                  </p:oleObj>
                </mc:Choice>
                <mc:Fallback>
                  <p:oleObj name="Equation" r:id="rId21" imgW="799920" imgH="34272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67CFC412-31A2-4792-BED7-5C1CBAE093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614" y="1466536"/>
                          <a:ext cx="800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4304E7D5-CA49-42F0-9D42-91E861214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9998" y="1367726"/>
              <a:ext cx="8001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记作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27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5" grpId="0" animBg="1" autoUpdateAnimBg="0"/>
      <p:bldP spid="6" grpId="0" build="p" autoUpdateAnimBg="0"/>
      <p:bldP spid="7" grpId="0" build="p" autoUpdateAnimBg="0"/>
      <p:bldP spid="2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FEF385DE-A0FC-4A93-BC2C-ED732BABF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38" y="308261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例如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F7403889-08CF-416A-815F-77B26A826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98599"/>
              </p:ext>
            </p:extLst>
          </p:nvPr>
        </p:nvGraphicFramePr>
        <p:xfrm>
          <a:off x="1195003" y="188078"/>
          <a:ext cx="1079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70" name="Equation" r:id="rId3" imgW="1079280" imgH="774360" progId="">
                  <p:embed/>
                </p:oleObj>
              </mc:Choice>
              <mc:Fallback>
                <p:oleObj name="Equation" r:id="rId3" imgW="1079280" imgH="774360" progId="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7F73A4A7-6E23-4FCA-BFE5-C92BA4301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003" y="188078"/>
                        <a:ext cx="10795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F9C225E0-595A-49A0-9881-2F0B00035A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9908"/>
              </p:ext>
            </p:extLst>
          </p:nvPr>
        </p:nvGraphicFramePr>
        <p:xfrm>
          <a:off x="2362683" y="446942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71" name="Equation" r:id="rId5" imgW="520560" imgH="342720" progId="">
                  <p:embed/>
                </p:oleObj>
              </mc:Choice>
              <mc:Fallback>
                <p:oleObj name="Equation" r:id="rId5" imgW="520560" imgH="342720" progId="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C49635D2-76D5-4829-A30A-9D8A33DEF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683" y="446942"/>
                        <a:ext cx="520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EBA45DD-E0DC-428D-9D25-68E48B8E9AEC}"/>
              </a:ext>
            </a:extLst>
          </p:cNvPr>
          <p:cNvGrpSpPr/>
          <p:nvPr/>
        </p:nvGrpSpPr>
        <p:grpSpPr>
          <a:xfrm>
            <a:off x="3609087" y="336908"/>
            <a:ext cx="3345952" cy="461665"/>
            <a:chOff x="3599607" y="771550"/>
            <a:chExt cx="3345952" cy="46166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671A396-5FDC-4162-8D7A-8FD39F2CE91C}"/>
                </a:ext>
              </a:extLst>
            </p:cNvPr>
            <p:cNvGrpSpPr/>
            <p:nvPr/>
          </p:nvGrpSpPr>
          <p:grpSpPr>
            <a:xfrm>
              <a:off x="3599607" y="771550"/>
              <a:ext cx="1807557" cy="461665"/>
              <a:chOff x="1799407" y="771550"/>
              <a:chExt cx="1807557" cy="461665"/>
            </a:xfrm>
          </p:grpSpPr>
          <p:graphicFrame>
            <p:nvGraphicFramePr>
              <p:cNvPr id="8" name="Object 24">
                <a:extLst>
                  <a:ext uri="{FF2B5EF4-FFF2-40B4-BE49-F238E27FC236}">
                    <a16:creationId xmlns:a16="http://schemas.microsoft.com/office/drawing/2014/main" id="{DA125951-4CD0-4629-8589-46810A1B8D8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08686" y="886037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372" name="Equation" r:id="rId7" imgW="787320" imgH="342720" progId="">
                      <p:embed/>
                    </p:oleObj>
                  </mc:Choice>
                  <mc:Fallback>
                    <p:oleObj name="Equation" r:id="rId7" imgW="787320" imgH="342720" progId="">
                      <p:embed/>
                      <p:pic>
                        <p:nvPicPr>
                          <p:cNvPr id="34" name="Object 24">
                            <a:extLst>
                              <a:ext uri="{FF2B5EF4-FFF2-40B4-BE49-F238E27FC236}">
                                <a16:creationId xmlns:a16="http://schemas.microsoft.com/office/drawing/2014/main" id="{E69A615E-C59C-47C5-ADD5-1433CF2044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686" y="886037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Text Box 5">
                <a:extLst>
                  <a:ext uri="{FF2B5EF4-FFF2-40B4-BE49-F238E27FC236}">
                    <a16:creationId xmlns:a16="http://schemas.microsoft.com/office/drawing/2014/main" id="{C7352626-57F2-41BE-93B4-1E25460AE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9407" y="771550"/>
                <a:ext cx="1807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B9C7A6B3-BD49-499D-BF75-06494268C2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1500429"/>
                </p:ext>
              </p:extLst>
            </p:nvPr>
          </p:nvGraphicFramePr>
          <p:xfrm>
            <a:off x="5332659" y="812801"/>
            <a:ext cx="1612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73" name="Equation" r:id="rId9" imgW="1612800" imgH="406080" progId="Equation.DSMT4">
                    <p:embed/>
                  </p:oleObj>
                </mc:Choice>
                <mc:Fallback>
                  <p:oleObj name="Equation" r:id="rId9" imgW="1612800" imgH="406080" progId="Equation.DSMT4">
                    <p:embed/>
                    <p:pic>
                      <p:nvPicPr>
                        <p:cNvPr id="49" name="Object 24">
                          <a:extLst>
                            <a:ext uri="{FF2B5EF4-FFF2-40B4-BE49-F238E27FC236}">
                              <a16:creationId xmlns:a16="http://schemas.microsoft.com/office/drawing/2014/main" id="{7279E240-FC2D-4692-9D7B-3A6E257DAD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2659" y="812801"/>
                          <a:ext cx="16129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0B5893-08ED-4242-AA7F-0559BC0D63C4}"/>
              </a:ext>
            </a:extLst>
          </p:cNvPr>
          <p:cNvGrpSpPr/>
          <p:nvPr/>
        </p:nvGrpSpPr>
        <p:grpSpPr>
          <a:xfrm>
            <a:off x="3077829" y="1311948"/>
            <a:ext cx="5043194" cy="744018"/>
            <a:chOff x="3664144" y="636302"/>
            <a:chExt cx="5043194" cy="74401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CC84C2E-4797-49E0-B46B-500D4D4B68C2}"/>
                </a:ext>
              </a:extLst>
            </p:cNvPr>
            <p:cNvGrpSpPr/>
            <p:nvPr/>
          </p:nvGrpSpPr>
          <p:grpSpPr>
            <a:xfrm>
              <a:off x="3664144" y="750701"/>
              <a:ext cx="5043194" cy="488512"/>
              <a:chOff x="1863944" y="750701"/>
              <a:chExt cx="5043194" cy="488512"/>
            </a:xfrm>
          </p:grpSpPr>
          <p:graphicFrame>
            <p:nvGraphicFramePr>
              <p:cNvPr id="16" name="Object 24">
                <a:extLst>
                  <a:ext uri="{FF2B5EF4-FFF2-40B4-BE49-F238E27FC236}">
                    <a16:creationId xmlns:a16="http://schemas.microsoft.com/office/drawing/2014/main" id="{424AE165-2723-4933-8F94-4A3D21046E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8864937"/>
                  </p:ext>
                </p:extLst>
              </p:nvPr>
            </p:nvGraphicFramePr>
            <p:xfrm>
              <a:off x="2297140" y="925670"/>
              <a:ext cx="8509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374" name="Equation" r:id="rId11" imgW="850680" imgH="279360" progId="">
                      <p:embed/>
                    </p:oleObj>
                  </mc:Choice>
                  <mc:Fallback>
                    <p:oleObj name="Equation" r:id="rId11" imgW="850680" imgH="279360" progId="">
                      <p:embed/>
                      <p:pic>
                        <p:nvPicPr>
                          <p:cNvPr id="74" name="Object 24">
                            <a:extLst>
                              <a:ext uri="{FF2B5EF4-FFF2-40B4-BE49-F238E27FC236}">
                                <a16:creationId xmlns:a16="http://schemas.microsoft.com/office/drawing/2014/main" id="{D3B907C9-0BFD-4ED2-9D6E-351F205704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7140" y="925670"/>
                            <a:ext cx="850900" cy="279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29F6B96C-436E-4E74-9ECD-E4ECB618D0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3944" y="750701"/>
                <a:ext cx="172819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 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6CC8DB0D-251B-4AFE-9083-7F0AC9495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7920" y="777548"/>
                <a:ext cx="93610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是比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" name="Text Box 5">
                <a:extLst>
                  <a:ext uri="{FF2B5EF4-FFF2-40B4-BE49-F238E27FC236}">
                    <a16:creationId xmlns:a16="http://schemas.microsoft.com/office/drawing/2014/main" id="{D78D3808-3003-4FFB-99A0-FE5B600D1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0953" y="764055"/>
                <a:ext cx="20761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低阶的无穷小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.</a:t>
                </a:r>
              </a:p>
            </p:txBody>
          </p:sp>
        </p:grp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2F667BD0-97C4-4574-8A44-C125BF29E7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432647"/>
                </p:ext>
              </p:extLst>
            </p:nvPr>
          </p:nvGraphicFramePr>
          <p:xfrm>
            <a:off x="5511076" y="643720"/>
            <a:ext cx="241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75" name="Equation" r:id="rId13" imgW="241200" imgH="736560" progId="">
                    <p:embed/>
                  </p:oleObj>
                </mc:Choice>
                <mc:Fallback>
                  <p:oleObj name="Equation" r:id="rId13" imgW="241200" imgH="736560" progId="">
                    <p:embed/>
                    <p:pic>
                      <p:nvPicPr>
                        <p:cNvPr id="72" name="Object 24">
                          <a:extLst>
                            <a:ext uri="{FF2B5EF4-FFF2-40B4-BE49-F238E27FC236}">
                              <a16:creationId xmlns:a16="http://schemas.microsoft.com/office/drawing/2014/main" id="{D9AEA0AA-553D-4EE8-A403-EB11787627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1076" y="643720"/>
                          <a:ext cx="2413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9A7D4E44-86AF-4402-8270-150CA578388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45608" y="636302"/>
            <a:ext cx="368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76" name="Equation" r:id="rId15" imgW="368280" imgH="736560" progId="">
                    <p:embed/>
                  </p:oleObj>
                </mc:Choice>
                <mc:Fallback>
                  <p:oleObj name="Equation" r:id="rId15" imgW="368280" imgH="736560" progId="">
                    <p:embed/>
                    <p:pic>
                      <p:nvPicPr>
                        <p:cNvPr id="73" name="Object 24">
                          <a:extLst>
                            <a:ext uri="{FF2B5EF4-FFF2-40B4-BE49-F238E27FC236}">
                              <a16:creationId xmlns:a16="http://schemas.microsoft.com/office/drawing/2014/main" id="{62F0772B-1917-449A-B485-ECBA82FA16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5608" y="636302"/>
                          <a:ext cx="3683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94F446CE-0AA2-4B40-BFE7-C4143155CB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098226"/>
              </p:ext>
            </p:extLst>
          </p:nvPr>
        </p:nvGraphicFramePr>
        <p:xfrm>
          <a:off x="1134230" y="1322007"/>
          <a:ext cx="186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77" name="Equation" r:id="rId17" imgW="1866600" imgH="723600" progId="">
                  <p:embed/>
                </p:oleObj>
              </mc:Choice>
              <mc:Fallback>
                <p:oleObj name="Equation" r:id="rId17" imgW="1866600" imgH="723600" progId="">
                  <p:embed/>
                  <p:pic>
                    <p:nvPicPr>
                      <p:cNvPr id="89" name="Object 24">
                        <a:extLst>
                          <a:ext uri="{FF2B5EF4-FFF2-40B4-BE49-F238E27FC236}">
                            <a16:creationId xmlns:a16="http://schemas.microsoft.com/office/drawing/2014/main" id="{8F057E88-C915-4723-8A4F-D684D9828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230" y="1322007"/>
                        <a:ext cx="1866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">
            <a:extLst>
              <a:ext uri="{FF2B5EF4-FFF2-40B4-BE49-F238E27FC236}">
                <a16:creationId xmlns:a16="http://schemas.microsoft.com/office/drawing/2014/main" id="{109343CC-FD71-486D-B545-E7B490E5E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563" y="344596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</a:t>
            </a:r>
          </a:p>
        </p:txBody>
      </p: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6ADF2A33-DE05-41D9-B6E2-50AF639A3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782809"/>
              </p:ext>
            </p:extLst>
          </p:nvPr>
        </p:nvGraphicFramePr>
        <p:xfrm>
          <a:off x="1121949" y="2642333"/>
          <a:ext cx="1231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78" name="Equation" r:id="rId19" imgW="1231560" imgH="774360" progId="">
                  <p:embed/>
                </p:oleObj>
              </mc:Choice>
              <mc:Fallback>
                <p:oleObj name="Equation" r:id="rId19" imgW="1231560" imgH="774360" progId="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A018A2E2-B109-4E36-829D-2957EC04EC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949" y="2642333"/>
                        <a:ext cx="1231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FAFD08DE-F7DD-447A-91A2-3E8B7FDE2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75348"/>
              </p:ext>
            </p:extLst>
          </p:nvPr>
        </p:nvGraphicFramePr>
        <p:xfrm>
          <a:off x="2393153" y="2935100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79" name="Equation" r:id="rId21" imgW="533160" imgH="342720" progId="">
                  <p:embed/>
                </p:oleObj>
              </mc:Choice>
              <mc:Fallback>
                <p:oleObj name="Equation" r:id="rId21" imgW="533160" imgH="342720" progId="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DED7A9A5-A9C7-485B-A0A8-FC484E2E7B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153" y="2935100"/>
                        <a:ext cx="533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6A19E73A-F441-44CA-969D-49AC6D384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387623"/>
              </p:ext>
            </p:extLst>
          </p:nvPr>
        </p:nvGraphicFramePr>
        <p:xfrm>
          <a:off x="1121949" y="3859900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80" name="Equation" r:id="rId23" imgW="1549080" imgH="736560" progId="">
                  <p:embed/>
                </p:oleObj>
              </mc:Choice>
              <mc:Fallback>
                <p:oleObj name="Equation" r:id="rId23" imgW="1549080" imgH="736560" progId="">
                  <p:embed/>
                  <p:pic>
                    <p:nvPicPr>
                      <p:cNvPr id="79" name="Object 24">
                        <a:extLst>
                          <a:ext uri="{FF2B5EF4-FFF2-40B4-BE49-F238E27FC236}">
                            <a16:creationId xmlns:a16="http://schemas.microsoft.com/office/drawing/2014/main" id="{1AD933B3-3A1B-4D51-853E-F7CA4E424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949" y="3859900"/>
                        <a:ext cx="1549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42917B96-BC62-4888-9016-8B684CBBF6BC}"/>
              </a:ext>
            </a:extLst>
          </p:cNvPr>
          <p:cNvGrpSpPr/>
          <p:nvPr/>
        </p:nvGrpSpPr>
        <p:grpSpPr>
          <a:xfrm>
            <a:off x="3028229" y="3917681"/>
            <a:ext cx="2681579" cy="461665"/>
            <a:chOff x="3609365" y="771550"/>
            <a:chExt cx="2681579" cy="46166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7462AF9B-9774-46E5-8696-AAE657054DC8}"/>
                </a:ext>
              </a:extLst>
            </p:cNvPr>
            <p:cNvGrpSpPr/>
            <p:nvPr/>
          </p:nvGrpSpPr>
          <p:grpSpPr>
            <a:xfrm>
              <a:off x="3609365" y="771550"/>
              <a:ext cx="1656184" cy="461665"/>
              <a:chOff x="1809165" y="771550"/>
              <a:chExt cx="1656184" cy="461665"/>
            </a:xfrm>
          </p:grpSpPr>
          <p:graphicFrame>
            <p:nvGraphicFramePr>
              <p:cNvPr id="34" name="Object 24">
                <a:extLst>
                  <a:ext uri="{FF2B5EF4-FFF2-40B4-BE49-F238E27FC236}">
                    <a16:creationId xmlns:a16="http://schemas.microsoft.com/office/drawing/2014/main" id="{3FA9C9B6-ED44-46E7-94F8-9CC36DEE8022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09314" y="886208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381" name="Equation" r:id="rId25" imgW="787320" imgH="342720" progId="">
                      <p:embed/>
                    </p:oleObj>
                  </mc:Choice>
                  <mc:Fallback>
                    <p:oleObj name="Equation" r:id="rId25" imgW="787320" imgH="342720" progId="">
                      <p:embed/>
                      <p:pic>
                        <p:nvPicPr>
                          <p:cNvPr id="85" name="Object 24">
                            <a:extLst>
                              <a:ext uri="{FF2B5EF4-FFF2-40B4-BE49-F238E27FC236}">
                                <a16:creationId xmlns:a16="http://schemas.microsoft.com/office/drawing/2014/main" id="{C56E90EE-CE10-4FEC-9DA9-94D8999787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86208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Text Box 5">
                <a:extLst>
                  <a:ext uri="{FF2B5EF4-FFF2-40B4-BE49-F238E27FC236}">
                    <a16:creationId xmlns:a16="http://schemas.microsoft.com/office/drawing/2014/main" id="{CB618B73-AA5A-4681-8BB9-51097C9EC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9165" y="771550"/>
                <a:ext cx="16561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33" name="Object 24">
              <a:extLst>
                <a:ext uri="{FF2B5EF4-FFF2-40B4-BE49-F238E27FC236}">
                  <a16:creationId xmlns:a16="http://schemas.microsoft.com/office/drawing/2014/main" id="{E9B5575B-800E-422A-9581-8BF9BACB86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372884"/>
                </p:ext>
              </p:extLst>
            </p:nvPr>
          </p:nvGraphicFramePr>
          <p:xfrm>
            <a:off x="5338444" y="886036"/>
            <a:ext cx="952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82" name="Equation" r:id="rId27" imgW="952200" imgH="279360" progId="Equation.DSMT4">
                    <p:embed/>
                  </p:oleObj>
                </mc:Choice>
                <mc:Fallback>
                  <p:oleObj name="Equation" r:id="rId27" imgW="952200" imgH="279360" progId="Equation.DSMT4">
                    <p:embed/>
                    <p:pic>
                      <p:nvPicPr>
                        <p:cNvPr id="83" name="Object 24">
                          <a:extLst>
                            <a:ext uri="{FF2B5EF4-FFF2-40B4-BE49-F238E27FC236}">
                              <a16:creationId xmlns:a16="http://schemas.microsoft.com/office/drawing/2014/main" id="{610DE14A-4288-42EF-ACA3-AD9C92B7B7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8444" y="886036"/>
                          <a:ext cx="9525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8AB52F2-2FA0-49E1-8EFE-BD32F8639560}"/>
              </a:ext>
            </a:extLst>
          </p:cNvPr>
          <p:cNvGrpSpPr/>
          <p:nvPr/>
        </p:nvGrpSpPr>
        <p:grpSpPr>
          <a:xfrm>
            <a:off x="3058993" y="2788556"/>
            <a:ext cx="5400600" cy="482253"/>
            <a:chOff x="3097307" y="1491630"/>
            <a:chExt cx="5400600" cy="482253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C6EC66F6-76D6-470F-960C-A2B2F928B489}"/>
                </a:ext>
              </a:extLst>
            </p:cNvPr>
            <p:cNvGrpSpPr/>
            <p:nvPr/>
          </p:nvGrpSpPr>
          <p:grpSpPr>
            <a:xfrm>
              <a:off x="3097307" y="1491630"/>
              <a:ext cx="5400600" cy="482253"/>
              <a:chOff x="1809561" y="774242"/>
              <a:chExt cx="5400600" cy="482253"/>
            </a:xfrm>
          </p:grpSpPr>
          <p:graphicFrame>
            <p:nvGraphicFramePr>
              <p:cNvPr id="40" name="Object 24">
                <a:extLst>
                  <a:ext uri="{FF2B5EF4-FFF2-40B4-BE49-F238E27FC236}">
                    <a16:creationId xmlns:a16="http://schemas.microsoft.com/office/drawing/2014/main" id="{F0D55816-F7EB-43F2-B962-76DF8739F53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08686" y="886037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383" name="Equation" r:id="rId29" imgW="787320" imgH="342720" progId="">
                      <p:embed/>
                    </p:oleObj>
                  </mc:Choice>
                  <mc:Fallback>
                    <p:oleObj name="Equation" r:id="rId29" imgW="787320" imgH="342720" progId="">
                      <p:embed/>
                      <p:pic>
                        <p:nvPicPr>
                          <p:cNvPr id="53" name="Object 24">
                            <a:extLst>
                              <a:ext uri="{FF2B5EF4-FFF2-40B4-BE49-F238E27FC236}">
                                <a16:creationId xmlns:a16="http://schemas.microsoft.com/office/drawing/2014/main" id="{3FEBB3E7-247A-4A7E-B04E-5FE63712529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686" y="886037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DDF169FD-84DD-4388-9777-FD364A2F9C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9561" y="774242"/>
                <a:ext cx="16561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2" name="Text Box 5">
                <a:extLst>
                  <a:ext uri="{FF2B5EF4-FFF2-40B4-BE49-F238E27FC236}">
                    <a16:creationId xmlns:a16="http://schemas.microsoft.com/office/drawing/2014/main" id="{DDDB28DD-7A72-4A13-B982-8BAAFA830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3299" y="78654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与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3" name="Text Box 5">
                <a:extLst>
                  <a:ext uri="{FF2B5EF4-FFF2-40B4-BE49-F238E27FC236}">
                    <a16:creationId xmlns:a16="http://schemas.microsoft.com/office/drawing/2014/main" id="{78F78D30-BA41-4768-A531-F700C37B69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3976" y="794830"/>
                <a:ext cx="20761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是同阶无穷小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.</a:t>
                </a:r>
              </a:p>
            </p:txBody>
          </p:sp>
        </p:grpSp>
        <p:graphicFrame>
          <p:nvGraphicFramePr>
            <p:cNvPr id="38" name="Object 24">
              <a:extLst>
                <a:ext uri="{FF2B5EF4-FFF2-40B4-BE49-F238E27FC236}">
                  <a16:creationId xmlns:a16="http://schemas.microsoft.com/office/drawing/2014/main" id="{A8243DEE-BE70-4E36-8ADE-F586165470B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858807" y="1554246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84" name="Equation" r:id="rId31" imgW="749160" imgH="342720" progId="">
                    <p:embed/>
                  </p:oleObj>
                </mc:Choice>
                <mc:Fallback>
                  <p:oleObj name="Equation" r:id="rId31" imgW="749160" imgH="342720" progId="">
                    <p:embed/>
                    <p:pic>
                      <p:nvPicPr>
                        <p:cNvPr id="45" name="Object 24">
                          <a:extLst>
                            <a:ext uri="{FF2B5EF4-FFF2-40B4-BE49-F238E27FC236}">
                              <a16:creationId xmlns:a16="http://schemas.microsoft.com/office/drawing/2014/main" id="{5110DE4F-604F-4780-8FB1-F39D173DD7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8807" y="1554246"/>
                          <a:ext cx="749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D65D3CA8-4DBD-4BA7-ABE4-5C429CB7048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14111" y="1600912"/>
            <a:ext cx="60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85" name="Equation" r:id="rId33" imgW="609480" imgH="279360" progId="">
                    <p:embed/>
                  </p:oleObj>
                </mc:Choice>
                <mc:Fallback>
                  <p:oleObj name="Equation" r:id="rId33" imgW="609480" imgH="279360" progId="">
                    <p:embed/>
                    <p:pic>
                      <p:nvPicPr>
                        <p:cNvPr id="90" name="Object 24">
                          <a:extLst>
                            <a:ext uri="{FF2B5EF4-FFF2-40B4-BE49-F238E27FC236}">
                              <a16:creationId xmlns:a16="http://schemas.microsoft.com/office/drawing/2014/main" id="{BD7FAA69-F666-4267-9A6C-CD007BA2F4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4111" y="1600912"/>
                          <a:ext cx="6096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6350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710A1FAC-E898-48D4-97A6-F6615BEDD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597517"/>
              </p:ext>
            </p:extLst>
          </p:nvPr>
        </p:nvGraphicFramePr>
        <p:xfrm>
          <a:off x="1187624" y="339502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36" name="Equation" r:id="rId3" imgW="2082600" imgH="736560" progId="">
                  <p:embed/>
                </p:oleObj>
              </mc:Choice>
              <mc:Fallback>
                <p:oleObj name="Equation" r:id="rId3" imgW="2082600" imgH="736560" progId="">
                  <p:embed/>
                  <p:pic>
                    <p:nvPicPr>
                      <p:cNvPr id="101" name="Object 24">
                        <a:extLst>
                          <a:ext uri="{FF2B5EF4-FFF2-40B4-BE49-F238E27FC236}">
                            <a16:creationId xmlns:a16="http://schemas.microsoft.com/office/drawing/2014/main" id="{6EC8B61A-DECB-4880-897C-A01A57899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39502"/>
                        <a:ext cx="2082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1EE40CD-C31B-4670-B91C-B3D1FC01BA11}"/>
              </a:ext>
            </a:extLst>
          </p:cNvPr>
          <p:cNvGrpSpPr/>
          <p:nvPr/>
        </p:nvGrpSpPr>
        <p:grpSpPr>
          <a:xfrm>
            <a:off x="3379627" y="429331"/>
            <a:ext cx="5220440" cy="538868"/>
            <a:chOff x="3615925" y="776898"/>
            <a:chExt cx="5220440" cy="49914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1BEE32C-4ABA-46F6-AEEF-A5448D1CD1F0}"/>
                </a:ext>
              </a:extLst>
            </p:cNvPr>
            <p:cNvGrpSpPr/>
            <p:nvPr/>
          </p:nvGrpSpPr>
          <p:grpSpPr>
            <a:xfrm>
              <a:off x="3615925" y="776898"/>
              <a:ext cx="5220440" cy="499140"/>
              <a:chOff x="1815725" y="776898"/>
              <a:chExt cx="5220440" cy="499140"/>
            </a:xfrm>
          </p:grpSpPr>
          <p:graphicFrame>
            <p:nvGraphicFramePr>
              <p:cNvPr id="13" name="Object 24">
                <a:extLst>
                  <a:ext uri="{FF2B5EF4-FFF2-40B4-BE49-F238E27FC236}">
                    <a16:creationId xmlns:a16="http://schemas.microsoft.com/office/drawing/2014/main" id="{D4F5E13E-66BE-4FF5-8FAC-C35F9DBE432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09314" y="886208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37" name="Equation" r:id="rId5" imgW="787320" imgH="342720" progId="">
                      <p:embed/>
                    </p:oleObj>
                  </mc:Choice>
                  <mc:Fallback>
                    <p:oleObj name="Equation" r:id="rId5" imgW="787320" imgH="342720" progId="">
                      <p:embed/>
                      <p:pic>
                        <p:nvPicPr>
                          <p:cNvPr id="106" name="Object 24">
                            <a:extLst>
                              <a:ext uri="{FF2B5EF4-FFF2-40B4-BE49-F238E27FC236}">
                                <a16:creationId xmlns:a16="http://schemas.microsoft.com/office/drawing/2014/main" id="{313ADEAB-112C-4576-A308-C9E417EA73A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86208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591C31D5-6A2E-49D1-8367-357BE23CA0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5725" y="792377"/>
                <a:ext cx="172819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   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" name="Text Box 5">
                <a:extLst>
                  <a:ext uri="{FF2B5EF4-FFF2-40B4-BE49-F238E27FC236}">
                    <a16:creationId xmlns:a16="http://schemas.microsoft.com/office/drawing/2014/main" id="{20A61F4C-19F8-423A-B37C-A3260A327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3916" y="814373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6" name="Text Box 5">
                <a:extLst>
                  <a:ext uri="{FF2B5EF4-FFF2-40B4-BE49-F238E27FC236}">
                    <a16:creationId xmlns:a16="http://schemas.microsoft.com/office/drawing/2014/main" id="{8F7E3EE0-1580-41B8-B13F-71E1E5217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9980" y="776898"/>
                <a:ext cx="2076185" cy="4276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的二阶无穷小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,</a:t>
                </a:r>
              </a:p>
            </p:txBody>
          </p:sp>
        </p:grp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16B94BFF-E1E5-48F8-AF46-D09FEEFAD39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20020" y="886381"/>
            <a:ext cx="990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38" name="Equation" r:id="rId7" imgW="990360" imgH="279360" progId="">
                    <p:embed/>
                  </p:oleObj>
                </mc:Choice>
                <mc:Fallback>
                  <p:oleObj name="Equation" r:id="rId7" imgW="990360" imgH="279360" progId="">
                    <p:embed/>
                    <p:pic>
                      <p:nvPicPr>
                        <p:cNvPr id="104" name="Object 24">
                          <a:extLst>
                            <a:ext uri="{FF2B5EF4-FFF2-40B4-BE49-F238E27FC236}">
                              <a16:creationId xmlns:a16="http://schemas.microsoft.com/office/drawing/2014/main" id="{163A11B6-9DE3-4804-B973-10458BFDB2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0020" y="886381"/>
                          <a:ext cx="9906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9EFD8D70-F860-43E1-A0AF-53AC1808DA6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91464" y="95595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39" name="Equation" r:id="rId9" imgW="190440" imgH="203040" progId="">
                    <p:embed/>
                  </p:oleObj>
                </mc:Choice>
                <mc:Fallback>
                  <p:oleObj name="Equation" r:id="rId9" imgW="190440" imgH="203040" progId="">
                    <p:embed/>
                    <p:pic>
                      <p:nvPicPr>
                        <p:cNvPr id="105" name="Object 24">
                          <a:extLst>
                            <a:ext uri="{FF2B5EF4-FFF2-40B4-BE49-F238E27FC236}">
                              <a16:creationId xmlns:a16="http://schemas.microsoft.com/office/drawing/2014/main" id="{229B8701-2B26-4652-BEAF-9EA6B61782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1464" y="955953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6">
            <a:extLst>
              <a:ext uri="{FF2B5EF4-FFF2-40B4-BE49-F238E27FC236}">
                <a16:creationId xmlns:a16="http://schemas.microsoft.com/office/drawing/2014/main" id="{4A632927-4978-45D9-A009-99A4C266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51" y="453538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因为</a:t>
            </a: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65A98F19-85B6-4BAF-88FD-9B021B7EF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257320"/>
              </p:ext>
            </p:extLst>
          </p:nvPr>
        </p:nvGraphicFramePr>
        <p:xfrm>
          <a:off x="1709737" y="2010721"/>
          <a:ext cx="196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40" name="Equation" r:id="rId11" imgW="1968480" imgH="736560" progId="">
                  <p:embed/>
                </p:oleObj>
              </mc:Choice>
              <mc:Fallback>
                <p:oleObj name="Equation" r:id="rId11" imgW="1968480" imgH="736560" progId="">
                  <p:embed/>
                  <p:pic>
                    <p:nvPicPr>
                      <p:cNvPr id="79" name="Object 24">
                        <a:extLst>
                          <a:ext uri="{FF2B5EF4-FFF2-40B4-BE49-F238E27FC236}">
                            <a16:creationId xmlns:a16="http://schemas.microsoft.com/office/drawing/2014/main" id="{1AD933B3-3A1B-4D51-853E-F7CA4E424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7" y="2010721"/>
                        <a:ext cx="1968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B985B694-C7CE-405E-856B-03C062A54309}"/>
              </a:ext>
            </a:extLst>
          </p:cNvPr>
          <p:cNvGrpSpPr/>
          <p:nvPr/>
        </p:nvGrpSpPr>
        <p:grpSpPr>
          <a:xfrm>
            <a:off x="5232554" y="2101196"/>
            <a:ext cx="2769512" cy="461665"/>
            <a:chOff x="4009514" y="771550"/>
            <a:chExt cx="2769512" cy="461665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8CC2BAC-3A1E-40F5-9D9A-C4860A0C76F0}"/>
                </a:ext>
              </a:extLst>
            </p:cNvPr>
            <p:cNvGrpSpPr/>
            <p:nvPr/>
          </p:nvGrpSpPr>
          <p:grpSpPr>
            <a:xfrm>
              <a:off x="4009514" y="771550"/>
              <a:ext cx="1282566" cy="461665"/>
              <a:chOff x="2209314" y="771550"/>
              <a:chExt cx="1282566" cy="461665"/>
            </a:xfrm>
          </p:grpSpPr>
          <p:graphicFrame>
            <p:nvGraphicFramePr>
              <p:cNvPr id="38" name="Object 24">
                <a:extLst>
                  <a:ext uri="{FF2B5EF4-FFF2-40B4-BE49-F238E27FC236}">
                    <a16:creationId xmlns:a16="http://schemas.microsoft.com/office/drawing/2014/main" id="{C06F6D2A-413A-4609-A162-87CBA69382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2567338"/>
                  </p:ext>
                </p:extLst>
              </p:nvPr>
            </p:nvGraphicFramePr>
            <p:xfrm>
              <a:off x="2209314" y="886208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41" name="Equation" r:id="rId13" imgW="787320" imgH="342720" progId="">
                      <p:embed/>
                    </p:oleObj>
                  </mc:Choice>
                  <mc:Fallback>
                    <p:oleObj name="Equation" r:id="rId13" imgW="787320" imgH="342720" progId="">
                      <p:embed/>
                      <p:pic>
                        <p:nvPicPr>
                          <p:cNvPr id="85" name="Object 24">
                            <a:extLst>
                              <a:ext uri="{FF2B5EF4-FFF2-40B4-BE49-F238E27FC236}">
                                <a16:creationId xmlns:a16="http://schemas.microsoft.com/office/drawing/2014/main" id="{C56E90EE-CE10-4FEC-9DA9-94D8999787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86208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Text Box 5">
                <a:extLst>
                  <a:ext uri="{FF2B5EF4-FFF2-40B4-BE49-F238E27FC236}">
                    <a16:creationId xmlns:a16="http://schemas.microsoft.com/office/drawing/2014/main" id="{028613B1-B5D5-4A31-B1FE-3D43B0A9AD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816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065F95CD-0BA5-4302-B9DE-D2865C5FA2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1377965"/>
                </p:ext>
              </p:extLst>
            </p:nvPr>
          </p:nvGraphicFramePr>
          <p:xfrm>
            <a:off x="5420126" y="872490"/>
            <a:ext cx="1358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42" name="Equation" r:id="rId14" imgW="1358640" imgH="279360" progId="">
                    <p:embed/>
                  </p:oleObj>
                </mc:Choice>
                <mc:Fallback>
                  <p:oleObj name="Equation" r:id="rId14" imgW="1358640" imgH="279360" progId="">
                    <p:embed/>
                    <p:pic>
                      <p:nvPicPr>
                        <p:cNvPr id="83" name="Object 24">
                          <a:extLst>
                            <a:ext uri="{FF2B5EF4-FFF2-40B4-BE49-F238E27FC236}">
                              <a16:creationId xmlns:a16="http://schemas.microsoft.com/office/drawing/2014/main" id="{610DE14A-4288-42EF-ACA3-AD9C92B7B7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126" y="872490"/>
                          <a:ext cx="13589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C37CB51D-DF79-48EB-BAAE-FDFD4ACE06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640604"/>
              </p:ext>
            </p:extLst>
          </p:nvPr>
        </p:nvGraphicFramePr>
        <p:xfrm>
          <a:off x="1713313" y="2990253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43" name="Equation" r:id="rId16" imgW="1587240" imgH="736560" progId="">
                  <p:embed/>
                </p:oleObj>
              </mc:Choice>
              <mc:Fallback>
                <p:oleObj name="Equation" r:id="rId16" imgW="1587240" imgH="736560" progId="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E2072D21-2BDD-411A-AD8F-8E996FCD9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313" y="2990253"/>
                        <a:ext cx="1587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56F8BB9F-0DE1-4925-A15E-BF071113AA45}"/>
              </a:ext>
            </a:extLst>
          </p:cNvPr>
          <p:cNvGrpSpPr/>
          <p:nvPr/>
        </p:nvGrpSpPr>
        <p:grpSpPr>
          <a:xfrm>
            <a:off x="5282972" y="2985422"/>
            <a:ext cx="2299994" cy="465053"/>
            <a:chOff x="4009514" y="771550"/>
            <a:chExt cx="2299994" cy="465053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C5404B7-9F01-49A6-940C-3BD568C52DE0}"/>
                </a:ext>
              </a:extLst>
            </p:cNvPr>
            <p:cNvGrpSpPr/>
            <p:nvPr/>
          </p:nvGrpSpPr>
          <p:grpSpPr>
            <a:xfrm>
              <a:off x="4009514" y="771550"/>
              <a:ext cx="1282566" cy="465053"/>
              <a:chOff x="2209314" y="771550"/>
              <a:chExt cx="1282566" cy="465053"/>
            </a:xfrm>
          </p:grpSpPr>
          <p:graphicFrame>
            <p:nvGraphicFramePr>
              <p:cNvPr id="44" name="Object 24">
                <a:extLst>
                  <a:ext uri="{FF2B5EF4-FFF2-40B4-BE49-F238E27FC236}">
                    <a16:creationId xmlns:a16="http://schemas.microsoft.com/office/drawing/2014/main" id="{40BC30F7-2E89-4C15-8419-57EF046872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3472707"/>
                  </p:ext>
                </p:extLst>
              </p:nvPr>
            </p:nvGraphicFramePr>
            <p:xfrm>
              <a:off x="2209314" y="893703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44" name="Equation" r:id="rId18" imgW="787320" imgH="342720" progId="">
                      <p:embed/>
                    </p:oleObj>
                  </mc:Choice>
                  <mc:Fallback>
                    <p:oleObj name="Equation" r:id="rId18" imgW="787320" imgH="342720" progId="">
                      <p:embed/>
                      <p:pic>
                        <p:nvPicPr>
                          <p:cNvPr id="32" name="Object 24">
                            <a:extLst>
                              <a:ext uri="{FF2B5EF4-FFF2-40B4-BE49-F238E27FC236}">
                                <a16:creationId xmlns:a16="http://schemas.microsoft.com/office/drawing/2014/main" id="{7CB82DFD-A9D3-4294-9ABF-A65766D78A9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93703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Text Box 5">
                <a:extLst>
                  <a:ext uri="{FF2B5EF4-FFF2-40B4-BE49-F238E27FC236}">
                    <a16:creationId xmlns:a16="http://schemas.microsoft.com/office/drawing/2014/main" id="{1182636C-CC63-41C4-9CE7-1F870481F6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816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43" name="Object 24">
              <a:extLst>
                <a:ext uri="{FF2B5EF4-FFF2-40B4-BE49-F238E27FC236}">
                  <a16:creationId xmlns:a16="http://schemas.microsoft.com/office/drawing/2014/main" id="{03276FD9-32B3-4B51-A93B-EF7AD726AE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6779328"/>
                </p:ext>
              </p:extLst>
            </p:nvPr>
          </p:nvGraphicFramePr>
          <p:xfrm>
            <a:off x="5318908" y="899489"/>
            <a:ext cx="9906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45" name="Equation" r:id="rId19" imgW="990360" imgH="253800" progId="">
                    <p:embed/>
                  </p:oleObj>
                </mc:Choice>
                <mc:Fallback>
                  <p:oleObj name="Equation" r:id="rId19" imgW="990360" imgH="253800" progId="">
                    <p:embed/>
                    <p:pic>
                      <p:nvPicPr>
                        <p:cNvPr id="31" name="Object 24">
                          <a:extLst>
                            <a:ext uri="{FF2B5EF4-FFF2-40B4-BE49-F238E27FC236}">
                              <a16:creationId xmlns:a16="http://schemas.microsoft.com/office/drawing/2014/main" id="{54B2FB96-113D-478A-B54A-6C9F48A8C7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8908" y="899489"/>
                          <a:ext cx="9906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D8D4205-82B2-4599-B206-030E289E6F6E}"/>
              </a:ext>
            </a:extLst>
          </p:cNvPr>
          <p:cNvGrpSpPr/>
          <p:nvPr/>
        </p:nvGrpSpPr>
        <p:grpSpPr>
          <a:xfrm>
            <a:off x="1187624" y="1121048"/>
            <a:ext cx="3218755" cy="723900"/>
            <a:chOff x="4114389" y="651520"/>
            <a:chExt cx="3218755" cy="723900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E5BE61B2-6898-4B18-8B1F-092302351B76}"/>
                </a:ext>
              </a:extLst>
            </p:cNvPr>
            <p:cNvGrpSpPr/>
            <p:nvPr/>
          </p:nvGrpSpPr>
          <p:grpSpPr>
            <a:xfrm>
              <a:off x="4114389" y="780302"/>
              <a:ext cx="1291554" cy="461665"/>
              <a:chOff x="2314189" y="780302"/>
              <a:chExt cx="1291554" cy="461665"/>
            </a:xfrm>
          </p:grpSpPr>
          <p:graphicFrame>
            <p:nvGraphicFramePr>
              <p:cNvPr id="49" name="Object 24">
                <a:extLst>
                  <a:ext uri="{FF2B5EF4-FFF2-40B4-BE49-F238E27FC236}">
                    <a16:creationId xmlns:a16="http://schemas.microsoft.com/office/drawing/2014/main" id="{3331423D-F450-4CA9-9D92-2E6E6A0D80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7967273"/>
                  </p:ext>
                </p:extLst>
              </p:nvPr>
            </p:nvGraphicFramePr>
            <p:xfrm>
              <a:off x="2314189" y="886722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46" name="Equation" r:id="rId21" imgW="787320" imgH="342720" progId="">
                      <p:embed/>
                    </p:oleObj>
                  </mc:Choice>
                  <mc:Fallback>
                    <p:oleObj name="Equation" r:id="rId21" imgW="787320" imgH="342720" progId="">
                      <p:embed/>
                      <p:pic>
                        <p:nvPicPr>
                          <p:cNvPr id="37" name="Object 24">
                            <a:extLst>
                              <a:ext uri="{FF2B5EF4-FFF2-40B4-BE49-F238E27FC236}">
                                <a16:creationId xmlns:a16="http://schemas.microsoft.com/office/drawing/2014/main" id="{2F56E9D5-CE4B-4790-835B-86F93C20C5D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4189" y="886722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6889CFB2-6914-4871-813C-A4FB861EF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9679" y="780302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D3825302-177F-41D5-8B21-5BD92DA2CC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0535719"/>
                </p:ext>
              </p:extLst>
            </p:nvPr>
          </p:nvGraphicFramePr>
          <p:xfrm>
            <a:off x="5542444" y="651520"/>
            <a:ext cx="1790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47" name="Equation" r:id="rId22" imgW="1790640" imgH="723600" progId="">
                    <p:embed/>
                  </p:oleObj>
                </mc:Choice>
                <mc:Fallback>
                  <p:oleObj name="Equation" r:id="rId22" imgW="1790640" imgH="723600" progId="">
                    <p:embed/>
                    <p:pic>
                      <p:nvPicPr>
                        <p:cNvPr id="36" name="Object 24">
                          <a:extLst>
                            <a:ext uri="{FF2B5EF4-FFF2-40B4-BE49-F238E27FC236}">
                              <a16:creationId xmlns:a16="http://schemas.microsoft.com/office/drawing/2014/main" id="{F3D67787-12A7-4148-8CEF-275B8E0A50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2444" y="651520"/>
                          <a:ext cx="17907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6">
            <a:extLst>
              <a:ext uri="{FF2B5EF4-FFF2-40B4-BE49-F238E27FC236}">
                <a16:creationId xmlns:a16="http://schemas.microsoft.com/office/drawing/2014/main" id="{C681F2C1-966C-4E63-9724-4DA7FE79B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14" y="1236971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当然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52" name="Object 24">
            <a:extLst>
              <a:ext uri="{FF2B5EF4-FFF2-40B4-BE49-F238E27FC236}">
                <a16:creationId xmlns:a16="http://schemas.microsoft.com/office/drawing/2014/main" id="{ED1C02AD-E15A-4BF1-8183-4956BD6C6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410266"/>
              </p:ext>
            </p:extLst>
          </p:nvPr>
        </p:nvGraphicFramePr>
        <p:xfrm>
          <a:off x="1713313" y="3907502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48" name="Equation" r:id="rId24" imgW="1879560" imgH="736560" progId="">
                  <p:embed/>
                </p:oleObj>
              </mc:Choice>
              <mc:Fallback>
                <p:oleObj name="Equation" r:id="rId24" imgW="1879560" imgH="736560" progId="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A1B8CB64-3EB8-4A8C-8059-20B5B8027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313" y="3907502"/>
                        <a:ext cx="1879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E39FAD72-E36A-4809-A9EC-5D7AAAF380F7}"/>
              </a:ext>
            </a:extLst>
          </p:cNvPr>
          <p:cNvGrpSpPr/>
          <p:nvPr/>
        </p:nvGrpSpPr>
        <p:grpSpPr>
          <a:xfrm>
            <a:off x="5282972" y="3998162"/>
            <a:ext cx="2630194" cy="465053"/>
            <a:chOff x="4009514" y="771550"/>
            <a:chExt cx="2630194" cy="465053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B9E7683E-2441-4726-AD96-F437DA9E6261}"/>
                </a:ext>
              </a:extLst>
            </p:cNvPr>
            <p:cNvGrpSpPr/>
            <p:nvPr/>
          </p:nvGrpSpPr>
          <p:grpSpPr>
            <a:xfrm>
              <a:off x="4009514" y="771550"/>
              <a:ext cx="1282566" cy="465053"/>
              <a:chOff x="2209314" y="771550"/>
              <a:chExt cx="1282566" cy="465053"/>
            </a:xfrm>
          </p:grpSpPr>
          <p:graphicFrame>
            <p:nvGraphicFramePr>
              <p:cNvPr id="56" name="Object 24">
                <a:extLst>
                  <a:ext uri="{FF2B5EF4-FFF2-40B4-BE49-F238E27FC236}">
                    <a16:creationId xmlns:a16="http://schemas.microsoft.com/office/drawing/2014/main" id="{63E7C918-63D0-4738-AAA9-C1C13CF948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9189083"/>
                  </p:ext>
                </p:extLst>
              </p:nvPr>
            </p:nvGraphicFramePr>
            <p:xfrm>
              <a:off x="2209314" y="893703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349" name="Equation" r:id="rId26" imgW="787320" imgH="342720" progId="">
                      <p:embed/>
                    </p:oleObj>
                  </mc:Choice>
                  <mc:Fallback>
                    <p:oleObj name="Equation" r:id="rId26" imgW="787320" imgH="342720" progId="">
                      <p:embed/>
                      <p:pic>
                        <p:nvPicPr>
                          <p:cNvPr id="47" name="Object 24">
                            <a:extLst>
                              <a:ext uri="{FF2B5EF4-FFF2-40B4-BE49-F238E27FC236}">
                                <a16:creationId xmlns:a16="http://schemas.microsoft.com/office/drawing/2014/main" id="{19800903-CD56-42AE-92DE-439A8F7058F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93703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Text Box 5">
                <a:extLst>
                  <a:ext uri="{FF2B5EF4-FFF2-40B4-BE49-F238E27FC236}">
                    <a16:creationId xmlns:a16="http://schemas.microsoft.com/office/drawing/2014/main" id="{4E7BE4FF-3095-4F02-B738-97D915CB33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816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33E0F45D-4FAF-4AA3-BEDB-2E07582B6C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1291072"/>
                </p:ext>
              </p:extLst>
            </p:nvPr>
          </p:nvGraphicFramePr>
          <p:xfrm>
            <a:off x="5357008" y="899574"/>
            <a:ext cx="1282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50" name="Equation" r:id="rId27" imgW="1282680" imgH="253800" progId="">
                    <p:embed/>
                  </p:oleObj>
                </mc:Choice>
                <mc:Fallback>
                  <p:oleObj name="Equation" r:id="rId27" imgW="1282680" imgH="253800" progId="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D62FC477-F9C0-4B76-9EF2-7CFCA2ED38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7008" y="899574"/>
                          <a:ext cx="12827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3405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FB58B76-DA9F-4AC8-82DA-77A6C3391E42}"/>
              </a:ext>
            </a:extLst>
          </p:cNvPr>
          <p:cNvSpPr txBox="1">
            <a:spLocks noChangeArrowheads="1"/>
          </p:cNvSpPr>
          <p:nvPr/>
        </p:nvSpPr>
        <p:spPr>
          <a:xfrm>
            <a:off x="484408" y="290496"/>
            <a:ext cx="1351288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</a:rPr>
              <a:t>思考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Text Box 20">
            <a:extLst>
              <a:ext uri="{FF2B5EF4-FFF2-40B4-BE49-F238E27FC236}">
                <a16:creationId xmlns:a16="http://schemas.microsoft.com/office/drawing/2014/main" id="{052DA99B-7296-4200-9B31-931A97A5A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84" y="3652353"/>
            <a:ext cx="1440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不存在，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F8A635B2-C631-4394-8D54-74CBC767C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576" y="1325511"/>
            <a:ext cx="10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例如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AD0B7D77-1DE9-413A-B1D8-F0AE2EA86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339502"/>
            <a:ext cx="5972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任意两个无穷小是否都可以进行比较？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6C6EAEEB-E149-423B-8879-33A77D992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903839"/>
              </p:ext>
            </p:extLst>
          </p:nvPr>
        </p:nvGraphicFramePr>
        <p:xfrm>
          <a:off x="2936277" y="2054620"/>
          <a:ext cx="1460160" cy="107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95" name="Equation" r:id="rId3" imgW="1460160" imgH="1079280" progId="Equation.DSMT4">
                  <p:embed/>
                </p:oleObj>
              </mc:Choice>
              <mc:Fallback>
                <p:oleObj name="Equation" r:id="rId3" imgW="1460160" imgH="107928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9AB15FAC-F387-4B2B-BFEC-2C91F1C44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277" y="2054620"/>
                        <a:ext cx="1460160" cy="1079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>
            <a:extLst>
              <a:ext uri="{FF2B5EF4-FFF2-40B4-BE49-F238E27FC236}">
                <a16:creationId xmlns:a16="http://schemas.microsoft.com/office/drawing/2014/main" id="{A5DBF54C-DA1D-490D-A405-5ED82331A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737" y="1302663"/>
            <a:ext cx="122413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但极限          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122B8B4-B76B-4748-A78C-3E533635BB27}"/>
              </a:ext>
            </a:extLst>
          </p:cNvPr>
          <p:cNvSpPr txBox="1">
            <a:spLocks noChangeArrowheads="1"/>
          </p:cNvSpPr>
          <p:nvPr/>
        </p:nvSpPr>
        <p:spPr>
          <a:xfrm>
            <a:off x="679104" y="1290087"/>
            <a:ext cx="1224136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不一定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.</a:t>
            </a:r>
            <a:endParaRPr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48761CD-7FC4-4339-A7D2-453D40DD1111}"/>
              </a:ext>
            </a:extLst>
          </p:cNvPr>
          <p:cNvGrpSpPr/>
          <p:nvPr/>
        </p:nvGrpSpPr>
        <p:grpSpPr>
          <a:xfrm>
            <a:off x="4088802" y="1191727"/>
            <a:ext cx="3633882" cy="736600"/>
            <a:chOff x="5317147" y="665167"/>
            <a:chExt cx="3633882" cy="73660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38871C3-0B40-436B-B7B4-CB3333813ED6}"/>
                </a:ext>
              </a:extLst>
            </p:cNvPr>
            <p:cNvGrpSpPr/>
            <p:nvPr/>
          </p:nvGrpSpPr>
          <p:grpSpPr>
            <a:xfrm>
              <a:off x="6184116" y="784393"/>
              <a:ext cx="2766913" cy="468365"/>
              <a:chOff x="4383916" y="784393"/>
              <a:chExt cx="2766913" cy="468365"/>
            </a:xfrm>
          </p:grpSpPr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FC43FA16-D0DF-445C-B5F9-0663A3761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3916" y="784393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与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9DAE6452-FED7-4556-80EC-F08F592BC3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4644" y="791093"/>
                <a:ext cx="20761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都是无穷小，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5E3173C4-9510-496F-B55C-7664FF93AE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2142241"/>
                </p:ext>
              </p:extLst>
            </p:nvPr>
          </p:nvGraphicFramePr>
          <p:xfrm>
            <a:off x="5317147" y="665167"/>
            <a:ext cx="96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6" name="Equation" r:id="rId5" imgW="965160" imgH="736560" progId="">
                    <p:embed/>
                  </p:oleObj>
                </mc:Choice>
                <mc:Fallback>
                  <p:oleObj name="Equation" r:id="rId5" imgW="965160" imgH="736560" progId="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60A0DD8F-9955-4480-8CF3-A296BBC2BF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7147" y="665167"/>
                          <a:ext cx="965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7FB9CBB5-67F0-4BEE-929D-0630670272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188885"/>
                </p:ext>
              </p:extLst>
            </p:nvPr>
          </p:nvGraphicFramePr>
          <p:xfrm>
            <a:off x="6621345" y="828568"/>
            <a:ext cx="29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7" name="Equation" r:id="rId7" imgW="291960" imgH="342720" progId="">
                    <p:embed/>
                  </p:oleObj>
                </mc:Choice>
                <mc:Fallback>
                  <p:oleObj name="Equation" r:id="rId7" imgW="291960" imgH="342720" progId="">
                    <p:embed/>
                    <p:pic>
                      <p:nvPicPr>
                        <p:cNvPr id="39" name="Object 24">
                          <a:extLst>
                            <a:ext uri="{FF2B5EF4-FFF2-40B4-BE49-F238E27FC236}">
                              <a16:creationId xmlns:a16="http://schemas.microsoft.com/office/drawing/2014/main" id="{9AC84EDE-DEB1-47F4-941B-7FEBB2CF7F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1345" y="828568"/>
                          <a:ext cx="292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20">
            <a:extLst>
              <a:ext uri="{FF2B5EF4-FFF2-40B4-BE49-F238E27FC236}">
                <a16:creationId xmlns:a16="http://schemas.microsoft.com/office/drawing/2014/main" id="{0E92220A-BEF5-48D6-AC59-C82D4497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520" y="3655361"/>
            <a:ext cx="4752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所以这两个无穷小不能做比较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2C9D17E-2C11-4FFE-8CA8-0283BB3C0C61}"/>
              </a:ext>
            </a:extLst>
          </p:cNvPr>
          <p:cNvGrpSpPr/>
          <p:nvPr/>
        </p:nvGrpSpPr>
        <p:grpSpPr>
          <a:xfrm>
            <a:off x="2781169" y="1320595"/>
            <a:ext cx="1282566" cy="461665"/>
            <a:chOff x="2692297" y="1806856"/>
            <a:chExt cx="1282566" cy="461665"/>
          </a:xfrm>
        </p:grpSpPr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16509039-DB3E-44F5-A977-0530D7FE2B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9668629"/>
                </p:ext>
              </p:extLst>
            </p:nvPr>
          </p:nvGraphicFramePr>
          <p:xfrm>
            <a:off x="2692297" y="1914019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8" name="Equation" r:id="rId9" imgW="787320" imgH="342720" progId="">
                    <p:embed/>
                  </p:oleObj>
                </mc:Choice>
                <mc:Fallback>
                  <p:oleObj name="Equation" r:id="rId9" imgW="787320" imgH="342720" progId="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5C7C70F1-EBC8-4CF6-BC15-5B5B56967D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2297" y="1914019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FFFB64F3-F60B-49EF-A4D2-D6B56F720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799" y="1806856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7E241F44-3245-4F34-8BC4-87E1D6E25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261831"/>
              </p:ext>
            </p:extLst>
          </p:nvPr>
        </p:nvGraphicFramePr>
        <p:xfrm>
          <a:off x="4503099" y="2409244"/>
          <a:ext cx="14094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99" name="Equation" r:id="rId11" imgW="1409400" imgH="736560" progId="Equation.DSMT4">
                  <p:embed/>
                </p:oleObj>
              </mc:Choice>
              <mc:Fallback>
                <p:oleObj name="Equation" r:id="rId11" imgW="1409400" imgH="73656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3C8DEF21-65B7-4816-BD21-335CDE71FF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099" y="2409244"/>
                        <a:ext cx="140940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110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/>
      <p:bldP spid="7" grpId="0"/>
      <p:bldP spid="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4">
            <a:extLst>
              <a:ext uri="{FF2B5EF4-FFF2-40B4-BE49-F238E27FC236}">
                <a16:creationId xmlns:a16="http://schemas.microsoft.com/office/drawing/2014/main" id="{8352D68C-0B87-4859-B4CE-15ED81CD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49" y="365620"/>
            <a:ext cx="72008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</a:p>
        </p:txBody>
      </p:sp>
      <p:sp>
        <p:nvSpPr>
          <p:cNvPr id="3" name="Rectangle 124">
            <a:extLst>
              <a:ext uri="{FF2B5EF4-FFF2-40B4-BE49-F238E27FC236}">
                <a16:creationId xmlns:a16="http://schemas.microsoft.com/office/drawing/2014/main" id="{C5627E9D-22A9-4BB8-A601-25040E8D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666" y="365620"/>
            <a:ext cx="440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Rectangle 124">
            <a:extLst>
              <a:ext uri="{FF2B5EF4-FFF2-40B4-BE49-F238E27FC236}">
                <a16:creationId xmlns:a16="http://schemas.microsoft.com/office/drawing/2014/main" id="{F17AC8FD-F483-44DF-A8DD-7E299E6A8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666" y="1191337"/>
            <a:ext cx="568863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等价无穷小是同阶无穷小的特殊情况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9FD878DE-CED0-4723-8219-D29A53C5C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770023"/>
              </p:ext>
            </p:extLst>
          </p:nvPr>
        </p:nvGraphicFramePr>
        <p:xfrm>
          <a:off x="3729806" y="221316"/>
          <a:ext cx="161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4" name="Equation" r:id="rId3" imgW="1612800" imgH="736560" progId="Equation.DSMT4">
                  <p:embed/>
                </p:oleObj>
              </mc:Choice>
              <mc:Fallback>
                <p:oleObj name="Equation" r:id="rId3" imgW="1612800" imgH="7365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6A7D2B0D-C93F-425A-90EF-630670536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806" y="221316"/>
                        <a:ext cx="1612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AD5B843F-8BA9-4A7C-BFC5-CC47FBB82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288837"/>
              </p:ext>
            </p:extLst>
          </p:nvPr>
        </p:nvGraphicFramePr>
        <p:xfrm>
          <a:off x="1835696" y="411510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5" name="Equation" r:id="rId5" imgW="1574640" imgH="342720" progId="">
                  <p:embed/>
                </p:oleObj>
              </mc:Choice>
              <mc:Fallback>
                <p:oleObj name="Equation" r:id="rId5" imgW="1574640" imgH="342720" progId="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BB042B0D-339F-4989-9AB0-F82821203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11510"/>
                        <a:ext cx="1574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24">
            <a:extLst>
              <a:ext uri="{FF2B5EF4-FFF2-40B4-BE49-F238E27FC236}">
                <a16:creationId xmlns:a16="http://schemas.microsoft.com/office/drawing/2014/main" id="{FB814636-00D2-4F24-B106-BFB7DEA2B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666" y="1937319"/>
            <a:ext cx="508146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无穷小的等价关系具有下列性质</a:t>
            </a:r>
          </a:p>
        </p:txBody>
      </p:sp>
      <p:sp>
        <p:nvSpPr>
          <p:cNvPr id="8" name="Rectangle 124">
            <a:extLst>
              <a:ext uri="{FF2B5EF4-FFF2-40B4-BE49-F238E27FC236}">
                <a16:creationId xmlns:a16="http://schemas.microsoft.com/office/drawing/2014/main" id="{D2137398-5046-4898-BF0B-287AC8E63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423" y="2577380"/>
            <a:ext cx="194421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(1)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自反性：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D55AC495-05D7-4329-9752-822158C85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018398"/>
              </p:ext>
            </p:extLst>
          </p:nvPr>
        </p:nvGraphicFramePr>
        <p:xfrm>
          <a:off x="4163877" y="2720899"/>
          <a:ext cx="762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6" name="Equation" r:id="rId7" imgW="761760" imgH="215640" progId="">
                  <p:embed/>
                </p:oleObj>
              </mc:Choice>
              <mc:Fallback>
                <p:oleObj name="Equation" r:id="rId7" imgW="761760" imgH="215640" progId="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141D1DA0-4A2A-4577-95EF-242E624CB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3877" y="2720899"/>
                        <a:ext cx="7620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4">
            <a:extLst>
              <a:ext uri="{FF2B5EF4-FFF2-40B4-BE49-F238E27FC236}">
                <a16:creationId xmlns:a16="http://schemas.microsoft.com/office/drawing/2014/main" id="{969767DB-AB9D-4D52-97A1-EFBFCA783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423" y="3217441"/>
            <a:ext cx="194421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(2)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对称性：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DF4274FD-056F-42A6-BBCD-FAC68C45C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723095"/>
              </p:ext>
            </p:extLst>
          </p:nvPr>
        </p:nvGraphicFramePr>
        <p:xfrm>
          <a:off x="4207653" y="3287291"/>
          <a:ext cx="191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7" name="Equation" r:id="rId9" imgW="1917360" imgH="330120" progId="Equation.DSMT4">
                  <p:embed/>
                </p:oleObj>
              </mc:Choice>
              <mc:Fallback>
                <p:oleObj name="Equation" r:id="rId9" imgW="1917360" imgH="33012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DD9BCF95-831E-47FC-8E86-B24D091286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653" y="3287291"/>
                        <a:ext cx="1917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4">
            <a:extLst>
              <a:ext uri="{FF2B5EF4-FFF2-40B4-BE49-F238E27FC236}">
                <a16:creationId xmlns:a16="http://schemas.microsoft.com/office/drawing/2014/main" id="{A32E800B-35AE-4F06-9412-C274F9BD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423" y="3825526"/>
            <a:ext cx="194421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(3)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传递性：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739C937D-DC72-4472-8D4E-5B2E5CAFBC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306515"/>
              </p:ext>
            </p:extLst>
          </p:nvPr>
        </p:nvGraphicFramePr>
        <p:xfrm>
          <a:off x="4174614" y="3895376"/>
          <a:ext cx="275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8" name="Equation" r:id="rId11" imgW="2755800" imgH="330120" progId="">
                  <p:embed/>
                </p:oleObj>
              </mc:Choice>
              <mc:Fallback>
                <p:oleObj name="Equation" r:id="rId11" imgW="2755800" imgH="330120" progId="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EE34DB34-EE27-4FA6-ACC0-6DE8503AA7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4614" y="3895376"/>
                        <a:ext cx="2755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448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10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1317D3-3F50-47B2-80D0-D2C4BBCEC08F}"/>
              </a:ext>
            </a:extLst>
          </p:cNvPr>
          <p:cNvSpPr txBox="1"/>
          <p:nvPr/>
        </p:nvSpPr>
        <p:spPr>
          <a:xfrm>
            <a:off x="611560" y="33950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、常用的几个等价无穷小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EC2606-C7D1-4996-AC02-CDE87BF91A59}"/>
              </a:ext>
            </a:extLst>
          </p:cNvPr>
          <p:cNvGrpSpPr/>
          <p:nvPr/>
        </p:nvGrpSpPr>
        <p:grpSpPr>
          <a:xfrm>
            <a:off x="823799" y="1073264"/>
            <a:ext cx="1779463" cy="461665"/>
            <a:chOff x="4513570" y="771550"/>
            <a:chExt cx="1779463" cy="46166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FE9D787-A1E6-453C-B023-7A76576355AE}"/>
                </a:ext>
              </a:extLst>
            </p:cNvPr>
            <p:cNvGrpSpPr/>
            <p:nvPr/>
          </p:nvGrpSpPr>
          <p:grpSpPr>
            <a:xfrm>
              <a:off x="4513570" y="771550"/>
              <a:ext cx="1779463" cy="461665"/>
              <a:chOff x="2713370" y="771550"/>
              <a:chExt cx="1779463" cy="461665"/>
            </a:xfrm>
          </p:grpSpPr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1AC4AC1B-B0C6-4E70-8532-1295D2922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3370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2C284A1E-7689-4000-93D2-0DDA8D72F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777" y="771550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C91F373D-2681-42D8-B263-8AB58BA5A2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3118934"/>
                </p:ext>
              </p:extLst>
            </p:nvPr>
          </p:nvGraphicFramePr>
          <p:xfrm>
            <a:off x="5015517" y="889769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82" name="Equation" r:id="rId3" imgW="774360" imgH="279360" progId="Equation.DSMT4">
                    <p:embed/>
                  </p:oleObj>
                </mc:Choice>
                <mc:Fallback>
                  <p:oleObj name="Equation" r:id="rId3" imgW="774360" imgH="27936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9D1E876A-567D-4DF2-A358-217B1C6E32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517" y="889769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97BFB38A-5072-4F11-A878-ACBDBFB99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678521"/>
              </p:ext>
            </p:extLst>
          </p:nvPr>
        </p:nvGraphicFramePr>
        <p:xfrm>
          <a:off x="979703" y="1978178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3" name="Equation" r:id="rId5" imgW="1218960" imgH="342720" progId="">
                  <p:embed/>
                </p:oleObj>
              </mc:Choice>
              <mc:Fallback>
                <p:oleObj name="Equation" r:id="rId5" imgW="1218960" imgH="342720" progId="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FFF8046B-3E40-43C2-A3F3-DBB902C1A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703" y="1978178"/>
                        <a:ext cx="121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89E9E5C-4345-4909-8FE9-E367B9088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465603"/>
              </p:ext>
            </p:extLst>
          </p:nvPr>
        </p:nvGraphicFramePr>
        <p:xfrm>
          <a:off x="2818747" y="2006488"/>
          <a:ext cx="1257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4" name="Equation" r:id="rId7" imgW="1257120" imgH="317160" progId="">
                  <p:embed/>
                </p:oleObj>
              </mc:Choice>
              <mc:Fallback>
                <p:oleObj name="Equation" r:id="rId7" imgW="1257120" imgH="317160" progId="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4FA52CDE-C76C-45FC-A962-11DC39FB5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8747" y="2006488"/>
                        <a:ext cx="12573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7D283D63-2249-4CEA-99AF-45D13988B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717074"/>
              </p:ext>
            </p:extLst>
          </p:nvPr>
        </p:nvGraphicFramePr>
        <p:xfrm>
          <a:off x="4517471" y="1971319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5" name="Equation" r:id="rId9" imgW="1574640" imgH="342720" progId="">
                  <p:embed/>
                </p:oleObj>
              </mc:Choice>
              <mc:Fallback>
                <p:oleObj name="Equation" r:id="rId9" imgW="1574640" imgH="342720" progId="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46073060-59B8-4585-99FA-40F92E369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471" y="1971319"/>
                        <a:ext cx="1574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DE0C724A-BC5A-4D17-BFEB-70B821E9F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58127"/>
              </p:ext>
            </p:extLst>
          </p:nvPr>
        </p:nvGraphicFramePr>
        <p:xfrm>
          <a:off x="6461687" y="1994765"/>
          <a:ext cx="1574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6" name="Equation" r:id="rId11" imgW="1574640" imgH="317160" progId="">
                  <p:embed/>
                </p:oleObj>
              </mc:Choice>
              <mc:Fallback>
                <p:oleObj name="Equation" r:id="rId11" imgW="1574640" imgH="317160" progId="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C16236C4-36CA-42E3-95D7-1FF9195FF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687" y="1994765"/>
                        <a:ext cx="1574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9DDDE9FD-5514-45A3-896E-512561B35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441202"/>
              </p:ext>
            </p:extLst>
          </p:nvPr>
        </p:nvGraphicFramePr>
        <p:xfrm>
          <a:off x="5067543" y="2984171"/>
          <a:ext cx="162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7" name="Equation" r:id="rId13" imgW="1625400" imgH="342720" progId="">
                  <p:embed/>
                </p:oleObj>
              </mc:Choice>
              <mc:Fallback>
                <p:oleObj name="Equation" r:id="rId13" imgW="1625400" imgH="342720" progId="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8F604D56-2519-4B94-869B-C2234C07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543" y="2984171"/>
                        <a:ext cx="1625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B73E6805-CFAE-40BE-A650-71D86BE1A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601426"/>
              </p:ext>
            </p:extLst>
          </p:nvPr>
        </p:nvGraphicFramePr>
        <p:xfrm>
          <a:off x="6862102" y="2920671"/>
          <a:ext cx="125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8" name="Equation" r:id="rId15" imgW="1257120" imgH="406080" progId="">
                  <p:embed/>
                </p:oleObj>
              </mc:Choice>
              <mc:Fallback>
                <p:oleObj name="Equation" r:id="rId15" imgW="1257120" imgH="406080" progId="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9FFBEA15-7A23-49DA-8D2C-E1D9DFD7A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102" y="2920671"/>
                        <a:ext cx="1257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20DA0DD8-9E0F-47CA-9940-8B6900A2A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790534"/>
              </p:ext>
            </p:extLst>
          </p:nvPr>
        </p:nvGraphicFramePr>
        <p:xfrm>
          <a:off x="930340" y="3931476"/>
          <a:ext cx="345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89" name="Equation" r:id="rId17" imgW="3454200" imgH="406080" progId="">
                  <p:embed/>
                </p:oleObj>
              </mc:Choice>
              <mc:Fallback>
                <p:oleObj name="Equation" r:id="rId17" imgW="3454200" imgH="406080" progId="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6CAF0B7A-0C4B-4F4C-90E9-D08F15CC1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340" y="3931476"/>
                        <a:ext cx="3454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6FA25A43-2ABD-4CEF-A84A-6DD9ACDCF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130397"/>
              </p:ext>
            </p:extLst>
          </p:nvPr>
        </p:nvGraphicFramePr>
        <p:xfrm>
          <a:off x="952553" y="2764327"/>
          <a:ext cx="1930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90" name="Equation" r:id="rId19" imgW="1930320" imgH="723600" progId="">
                  <p:embed/>
                </p:oleObj>
              </mc:Choice>
              <mc:Fallback>
                <p:oleObj name="Equation" r:id="rId19" imgW="1930320" imgH="723600" progId="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5638E2B4-CED0-4A86-89AD-D4B778378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53" y="2764327"/>
                        <a:ext cx="1930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6E355179-6675-437D-8FC3-EAB15EF0BA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9203"/>
              </p:ext>
            </p:extLst>
          </p:nvPr>
        </p:nvGraphicFramePr>
        <p:xfrm>
          <a:off x="2929244" y="2787321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91" name="Equation" r:id="rId21" imgW="2019240" imgH="736560" progId="">
                  <p:embed/>
                </p:oleObj>
              </mc:Choice>
              <mc:Fallback>
                <p:oleObj name="Equation" r:id="rId21" imgW="2019240" imgH="736560" progId="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DD7BBD6-6976-4CC1-81AA-A53A730C8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244" y="2787321"/>
                        <a:ext cx="2019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B18A361D-8B99-4E89-B1A9-5B22291EC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432050"/>
              </p:ext>
            </p:extLst>
          </p:nvPr>
        </p:nvGraphicFramePr>
        <p:xfrm>
          <a:off x="4800666" y="3905552"/>
          <a:ext cx="377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92" name="Equation" r:id="rId23" imgW="3771720" imgH="406080" progId="Equation.DSMT4">
                  <p:embed/>
                </p:oleObj>
              </mc:Choice>
              <mc:Fallback>
                <p:oleObj name="Equation" r:id="rId23" imgW="3771720" imgH="40608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728AD04D-24A0-4EFC-8345-0D4FA8BE6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66" y="3905552"/>
                        <a:ext cx="3771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00008E9-1F22-4ADF-9F0D-796CFF4AFA5F}"/>
              </a:ext>
            </a:extLst>
          </p:cNvPr>
          <p:cNvCxnSpPr>
            <a:cxnSpLocks/>
          </p:cNvCxnSpPr>
          <p:nvPr/>
        </p:nvCxnSpPr>
        <p:spPr>
          <a:xfrm flipV="1">
            <a:off x="990834" y="4498590"/>
            <a:ext cx="1612428" cy="681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D37A459-A45E-4E1F-8C45-36E3CD0EAE20}"/>
              </a:ext>
            </a:extLst>
          </p:cNvPr>
          <p:cNvCxnSpPr/>
          <p:nvPr/>
        </p:nvCxnSpPr>
        <p:spPr>
          <a:xfrm>
            <a:off x="5083383" y="3468450"/>
            <a:ext cx="1447655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B4859CB-DAA4-467D-B996-765C0E4F78D1}"/>
              </a:ext>
            </a:extLst>
          </p:cNvPr>
          <p:cNvCxnSpPr/>
          <p:nvPr/>
        </p:nvCxnSpPr>
        <p:spPr>
          <a:xfrm>
            <a:off x="6863188" y="3468450"/>
            <a:ext cx="1167750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B56B1E8-3EB5-4E44-B5BA-3B7513D62878}"/>
              </a:ext>
            </a:extLst>
          </p:cNvPr>
          <p:cNvCxnSpPr/>
          <p:nvPr/>
        </p:nvCxnSpPr>
        <p:spPr>
          <a:xfrm>
            <a:off x="4943651" y="4500133"/>
            <a:ext cx="1872208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0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8E07E6-B419-4040-9588-24F8586027D1}"/>
              </a:ext>
            </a:extLst>
          </p:cNvPr>
          <p:cNvSpPr/>
          <p:nvPr/>
        </p:nvSpPr>
        <p:spPr>
          <a:xfrm>
            <a:off x="2930641" y="2076531"/>
            <a:ext cx="5125317" cy="43468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24222F8-D70C-4CAF-BF84-7F573F9895BC}"/>
              </a:ext>
            </a:extLst>
          </p:cNvPr>
          <p:cNvGrpSpPr/>
          <p:nvPr/>
        </p:nvGrpSpPr>
        <p:grpSpPr>
          <a:xfrm>
            <a:off x="1187624" y="267494"/>
            <a:ext cx="3859262" cy="736600"/>
            <a:chOff x="1785888" y="532179"/>
            <a:chExt cx="3859262" cy="7366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BDC4782-9A84-44C6-B6B0-AE368DB347B4}"/>
                </a:ext>
              </a:extLst>
            </p:cNvPr>
            <p:cNvGrpSpPr/>
            <p:nvPr/>
          </p:nvGrpSpPr>
          <p:grpSpPr>
            <a:xfrm>
              <a:off x="1785888" y="628066"/>
              <a:ext cx="1720848" cy="473388"/>
              <a:chOff x="4513570" y="771550"/>
              <a:chExt cx="1720848" cy="473388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5D60AB9E-E9CB-43EE-9EE1-2B7A5DF397F2}"/>
                  </a:ext>
                </a:extLst>
              </p:cNvPr>
              <p:cNvGrpSpPr/>
              <p:nvPr/>
            </p:nvGrpSpPr>
            <p:grpSpPr>
              <a:xfrm>
                <a:off x="4513570" y="771550"/>
                <a:ext cx="1720848" cy="473388"/>
                <a:chOff x="2713370" y="771550"/>
                <a:chExt cx="1720848" cy="473388"/>
              </a:xfrm>
            </p:grpSpPr>
            <p:sp>
              <p:nvSpPr>
                <p:cNvPr id="8" name="Text Box 5">
                  <a:extLst>
                    <a:ext uri="{FF2B5EF4-FFF2-40B4-BE49-F238E27FC236}">
                      <a16:creationId xmlns:a16="http://schemas.microsoft.com/office/drawing/2014/main" id="{D538A699-72E9-4CEC-AB27-DFD79DF32E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3370" y="771550"/>
                  <a:ext cx="57606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</a:pPr>
                  <a:r>
                    <a:rPr lang="zh-CN" altLang="en-US" sz="24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当</a:t>
                  </a:r>
                  <a:endPara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" name="Text Box 5">
                  <a:extLst>
                    <a:ext uri="{FF2B5EF4-FFF2-40B4-BE49-F238E27FC236}">
                      <a16:creationId xmlns:a16="http://schemas.microsoft.com/office/drawing/2014/main" id="{0D435907-545A-4E57-875E-66C32FBA8F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30162" y="783273"/>
                  <a:ext cx="5040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</a:pPr>
                  <a:r>
                    <a:rPr lang="zh-CN" altLang="en-US" sz="24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时，</a:t>
                  </a:r>
                  <a:endPara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</p:grpSp>
          <p:graphicFrame>
            <p:nvGraphicFramePr>
              <p:cNvPr id="7" name="Object 24">
                <a:extLst>
                  <a:ext uri="{FF2B5EF4-FFF2-40B4-BE49-F238E27FC236}">
                    <a16:creationId xmlns:a16="http://schemas.microsoft.com/office/drawing/2014/main" id="{F2AEA213-F1E6-4E8D-AD36-3C89948B9EC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55040" y="880397"/>
              <a:ext cx="7747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341" name="Equation" r:id="rId3" imgW="774360" imgH="279360" progId="">
                      <p:embed/>
                    </p:oleObj>
                  </mc:Choice>
                  <mc:Fallback>
                    <p:oleObj name="Equation" r:id="rId3" imgW="774360" imgH="279360" progId="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9D1E876A-567D-4DF2-A358-217B1C6E32C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5040" y="880397"/>
                            <a:ext cx="774700" cy="279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C612ADEB-8BF7-49D5-8D64-D6260FE8D3E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651250" y="532179"/>
            <a:ext cx="1993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42" name="Equation" r:id="rId5" imgW="1993680" imgH="736560" progId="">
                    <p:embed/>
                  </p:oleObj>
                </mc:Choice>
                <mc:Fallback>
                  <p:oleObj name="Equation" r:id="rId5" imgW="1993680" imgH="736560" progId="">
                    <p:embed/>
                    <p:pic>
                      <p:nvPicPr>
                        <p:cNvPr id="19" name="Object 24">
                          <a:extLst>
                            <a:ext uri="{FF2B5EF4-FFF2-40B4-BE49-F238E27FC236}">
                              <a16:creationId xmlns:a16="http://schemas.microsoft.com/office/drawing/2014/main" id="{66BCC7A0-AB38-4DBB-A0EA-097E3FCFE2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250" y="532179"/>
                          <a:ext cx="1993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9A3FC0F-0443-4B1B-8718-8927B1E5E956}"/>
              </a:ext>
            </a:extLst>
          </p:cNvPr>
          <p:cNvSpPr txBox="1"/>
          <p:nvPr/>
        </p:nvSpPr>
        <p:spPr>
          <a:xfrm>
            <a:off x="518809" y="375103"/>
            <a:ext cx="139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4A36C074-E702-42EA-A64C-2C84F8BC8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74138"/>
              </p:ext>
            </p:extLst>
          </p:nvPr>
        </p:nvGraphicFramePr>
        <p:xfrm>
          <a:off x="1228228" y="1116314"/>
          <a:ext cx="1638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3" name="Equation" r:id="rId7" imgW="1638000" imgH="876240" progId="">
                  <p:embed/>
                </p:oleObj>
              </mc:Choice>
              <mc:Fallback>
                <p:oleObj name="Equation" r:id="rId7" imgW="1638000" imgH="876240" progId="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565312B7-6208-404E-BCC9-1212DE8A06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28" y="1116314"/>
                        <a:ext cx="16383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66C7DD-62C6-44E2-A37C-328D2E461ABD}"/>
              </a:ext>
            </a:extLst>
          </p:cNvPr>
          <p:cNvGrpSpPr/>
          <p:nvPr/>
        </p:nvGrpSpPr>
        <p:grpSpPr>
          <a:xfrm>
            <a:off x="1021779" y="3878826"/>
            <a:ext cx="2660923" cy="473388"/>
            <a:chOff x="4081522" y="771550"/>
            <a:chExt cx="2660923" cy="47338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B17843E-C95E-4189-AB36-518E2FCA44EB}"/>
                </a:ext>
              </a:extLst>
            </p:cNvPr>
            <p:cNvGrpSpPr/>
            <p:nvPr/>
          </p:nvGrpSpPr>
          <p:grpSpPr>
            <a:xfrm>
              <a:off x="4081522" y="771550"/>
              <a:ext cx="2660923" cy="473388"/>
              <a:chOff x="2281322" y="771550"/>
              <a:chExt cx="2660923" cy="473388"/>
            </a:xfrm>
          </p:grpSpPr>
          <p:sp>
            <p:nvSpPr>
              <p:cNvPr id="15" name="Text Box 5">
                <a:extLst>
                  <a:ext uri="{FF2B5EF4-FFF2-40B4-BE49-F238E27FC236}">
                    <a16:creationId xmlns:a16="http://schemas.microsoft.com/office/drawing/2014/main" id="{937AE578-D8D7-4A6A-ABFF-F31C50638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1322" y="771550"/>
                <a:ext cx="187220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所以，当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6" name="Text Box 5">
                <a:extLst>
                  <a:ext uri="{FF2B5EF4-FFF2-40B4-BE49-F238E27FC236}">
                    <a16:creationId xmlns:a16="http://schemas.microsoft.com/office/drawing/2014/main" id="{06161101-9770-4397-9DDB-C5A9BFC44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8189" y="783273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6ED4E318-007E-4145-9A67-0E1E786B400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21682" y="890450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44" name="Equation" r:id="rId9" imgW="774360" imgH="279360" progId="">
                    <p:embed/>
                  </p:oleObj>
                </mc:Choice>
                <mc:Fallback>
                  <p:oleObj name="Equation" r:id="rId9" imgW="774360" imgH="279360" progId="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709E8679-18F0-492D-A26B-CBBE8E3BE1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1682" y="890450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51583F42-A966-4371-B8F9-A246B478A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773323"/>
              </p:ext>
            </p:extLst>
          </p:nvPr>
        </p:nvGraphicFramePr>
        <p:xfrm>
          <a:off x="3683910" y="3816879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5" name="Equation" r:id="rId10" imgW="2019240" imgH="736560" progId="">
                  <p:embed/>
                </p:oleObj>
              </mc:Choice>
              <mc:Fallback>
                <p:oleObj name="Equation" r:id="rId10" imgW="2019240" imgH="736560" progId="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A26AB09E-19DB-4527-8E3F-E39AF3F02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910" y="3816879"/>
                        <a:ext cx="2019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8">
            <a:extLst>
              <a:ext uri="{FF2B5EF4-FFF2-40B4-BE49-F238E27FC236}">
                <a16:creationId xmlns:a16="http://schemas.microsoft.com/office/drawing/2014/main" id="{4EC710AA-7C46-405F-B9A0-E35B07CF72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4999" y="3027384"/>
            <a:ext cx="3208080" cy="13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9" name="Group 34">
            <a:extLst>
              <a:ext uri="{FF2B5EF4-FFF2-40B4-BE49-F238E27FC236}">
                <a16:creationId xmlns:a16="http://schemas.microsoft.com/office/drawing/2014/main" id="{5ECB2ADF-0BF0-4908-B072-6D558AC3FEE7}"/>
              </a:ext>
            </a:extLst>
          </p:cNvPr>
          <p:cNvGrpSpPr>
            <a:grpSpLocks/>
          </p:cNvGrpSpPr>
          <p:nvPr/>
        </p:nvGrpSpPr>
        <p:grpSpPr bwMode="auto">
          <a:xfrm>
            <a:off x="3077978" y="2075262"/>
            <a:ext cx="4854179" cy="445295"/>
            <a:chOff x="632" y="367"/>
            <a:chExt cx="4077" cy="374"/>
          </a:xfrm>
          <a:solidFill>
            <a:srgbClr val="FFFF00"/>
          </a:solidFill>
        </p:grpSpPr>
        <p:graphicFrame>
          <p:nvGraphicFramePr>
            <p:cNvPr id="20" name="Object 21">
              <a:extLst>
                <a:ext uri="{FF2B5EF4-FFF2-40B4-BE49-F238E27FC236}">
                  <a16:creationId xmlns:a16="http://schemas.microsoft.com/office/drawing/2014/main" id="{907FB295-9006-419D-877E-20070F1F73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6113071"/>
                </p:ext>
              </p:extLst>
            </p:nvPr>
          </p:nvGraphicFramePr>
          <p:xfrm>
            <a:off x="632" y="400"/>
            <a:ext cx="981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46" name="Equation" r:id="rId12" imgW="1168200" imgH="406080" progId="Equation.DSMT4">
                    <p:embed/>
                  </p:oleObj>
                </mc:Choice>
                <mc:Fallback>
                  <p:oleObj name="Equation" r:id="rId12" imgW="1168200" imgH="406080" progId="Equation.DSMT4">
                    <p:embed/>
                    <p:pic>
                      <p:nvPicPr>
                        <p:cNvPr id="37" name="Object 21">
                          <a:extLst>
                            <a:ext uri="{FF2B5EF4-FFF2-40B4-BE49-F238E27FC236}">
                              <a16:creationId xmlns:a16="http://schemas.microsoft.com/office/drawing/2014/main" id="{F574C1BA-380D-41D7-9CB1-114E1755EF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" y="400"/>
                          <a:ext cx="981" cy="3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>
              <a:extLst>
                <a:ext uri="{FF2B5EF4-FFF2-40B4-BE49-F238E27FC236}">
                  <a16:creationId xmlns:a16="http://schemas.microsoft.com/office/drawing/2014/main" id="{74F90F40-8BFB-4816-AD8B-0D1CB6E929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3997595"/>
                </p:ext>
              </p:extLst>
            </p:nvPr>
          </p:nvGraphicFramePr>
          <p:xfrm>
            <a:off x="1690" y="367"/>
            <a:ext cx="3019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47" name="Equation" r:id="rId14" imgW="3593880" imgH="406080" progId="Equation.DSMT4">
                    <p:embed/>
                  </p:oleObj>
                </mc:Choice>
                <mc:Fallback>
                  <p:oleObj name="Equation" r:id="rId14" imgW="3593880" imgH="406080" progId="Equation.DSMT4">
                    <p:embed/>
                    <p:pic>
                      <p:nvPicPr>
                        <p:cNvPr id="62" name="Object 21">
                          <a:extLst>
                            <a:ext uri="{FF2B5EF4-FFF2-40B4-BE49-F238E27FC236}">
                              <a16:creationId xmlns:a16="http://schemas.microsoft.com/office/drawing/2014/main" id="{445D2BAD-ABAA-4E99-921B-C7B30A838B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" y="367"/>
                          <a:ext cx="3019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Line 33">
            <a:extLst>
              <a:ext uri="{FF2B5EF4-FFF2-40B4-BE49-F238E27FC236}">
                <a16:creationId xmlns:a16="http://schemas.microsoft.com/office/drawing/2014/main" id="{34141DA1-D0B0-4E7F-8E26-D5364E4A4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6473" y="2774233"/>
            <a:ext cx="792088" cy="18228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3" name="Line 34">
            <a:extLst>
              <a:ext uri="{FF2B5EF4-FFF2-40B4-BE49-F238E27FC236}">
                <a16:creationId xmlns:a16="http://schemas.microsoft.com/office/drawing/2014/main" id="{66D67F82-1499-49B5-82BA-275336C102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6937" y="3169533"/>
            <a:ext cx="431621" cy="28474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36C51025-538E-4A68-8B4A-06602BA49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317"/>
              </p:ext>
            </p:extLst>
          </p:nvPr>
        </p:nvGraphicFramePr>
        <p:xfrm>
          <a:off x="3068699" y="2865374"/>
          <a:ext cx="876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8" name="Equation" r:id="rId16" imgW="876240" imgH="482400" progId="">
                  <p:embed/>
                </p:oleObj>
              </mc:Choice>
              <mc:Fallback>
                <p:oleObj name="Equation" r:id="rId16" imgW="876240" imgH="482400" progId="">
                  <p:embed/>
                  <p:pic>
                    <p:nvPicPr>
                      <p:cNvPr id="56" name="Object 24">
                        <a:extLst>
                          <a:ext uri="{FF2B5EF4-FFF2-40B4-BE49-F238E27FC236}">
                            <a16:creationId xmlns:a16="http://schemas.microsoft.com/office/drawing/2014/main" id="{6DE0F30F-8A4F-4057-8509-CA47F10713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99" y="2865374"/>
                        <a:ext cx="876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2C7D292A-C79E-4ACA-9267-74262B4DA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206724"/>
              </p:ext>
            </p:extLst>
          </p:nvPr>
        </p:nvGraphicFramePr>
        <p:xfrm>
          <a:off x="4122811" y="3090991"/>
          <a:ext cx="2906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9" name="Equation" r:id="rId18" imgW="2908080" imgH="406080" progId="">
                  <p:embed/>
                </p:oleObj>
              </mc:Choice>
              <mc:Fallback>
                <p:oleObj name="Equation" r:id="rId18" imgW="2908080" imgH="406080" progId="">
                  <p:embed/>
                  <p:pic>
                    <p:nvPicPr>
                      <p:cNvPr id="57" name="Object 24">
                        <a:extLst>
                          <a:ext uri="{FF2B5EF4-FFF2-40B4-BE49-F238E27FC236}">
                            <a16:creationId xmlns:a16="http://schemas.microsoft.com/office/drawing/2014/main" id="{85B214CF-E7D3-44BE-948D-168908854E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811" y="3090991"/>
                        <a:ext cx="29067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C9733A04-DDD1-4E84-8408-13358DAD6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290523"/>
              </p:ext>
            </p:extLst>
          </p:nvPr>
        </p:nvGraphicFramePr>
        <p:xfrm>
          <a:off x="5141975" y="2669482"/>
          <a:ext cx="4950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0" name="Equation" r:id="rId20" imgW="495000" imgH="279360" progId="">
                  <p:embed/>
                </p:oleObj>
              </mc:Choice>
              <mc:Fallback>
                <p:oleObj name="Equation" r:id="rId20" imgW="495000" imgH="279360" progId="">
                  <p:embed/>
                  <p:pic>
                    <p:nvPicPr>
                      <p:cNvPr id="59" name="Object 24">
                        <a:extLst>
                          <a:ext uri="{FF2B5EF4-FFF2-40B4-BE49-F238E27FC236}">
                            <a16:creationId xmlns:a16="http://schemas.microsoft.com/office/drawing/2014/main" id="{52751512-BD4F-40ED-9376-EBF26F2D0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75" y="2669482"/>
                        <a:ext cx="49500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D031BC52-3EB3-4B68-B9B3-7E3C38871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244799"/>
              </p:ext>
            </p:extLst>
          </p:nvPr>
        </p:nvGraphicFramePr>
        <p:xfrm>
          <a:off x="7175026" y="2685987"/>
          <a:ext cx="1058862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1" name="Equation" r:id="rId22" imgW="1180800" imgH="736560" progId="">
                  <p:embed/>
                </p:oleObj>
              </mc:Choice>
              <mc:Fallback>
                <p:oleObj name="Equation" r:id="rId22" imgW="1180800" imgH="736560" progId="">
                  <p:embed/>
                  <p:pic>
                    <p:nvPicPr>
                      <p:cNvPr id="60" name="Object 24">
                        <a:extLst>
                          <a:ext uri="{FF2B5EF4-FFF2-40B4-BE49-F238E27FC236}">
                            <a16:creationId xmlns:a16="http://schemas.microsoft.com/office/drawing/2014/main" id="{AA441ACC-990F-4A69-BC0A-B697A58E3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026" y="2685987"/>
                        <a:ext cx="1058862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BCD93D63-9219-4B3F-95A4-3DDD483DC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383128"/>
              </p:ext>
            </p:extLst>
          </p:nvPr>
        </p:nvGraphicFramePr>
        <p:xfrm>
          <a:off x="5106202" y="1169093"/>
          <a:ext cx="1549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2" name="Equation" r:id="rId24" imgW="1549080" imgH="812520" progId="">
                  <p:embed/>
                </p:oleObj>
              </mc:Choice>
              <mc:Fallback>
                <p:oleObj name="Equation" r:id="rId24" imgW="1549080" imgH="812520" progId="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C9F551D6-7E69-474F-BAAA-5BE448631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202" y="1169093"/>
                        <a:ext cx="1549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D59B2105-4CC5-457C-AECB-AF7EC25B5DAB}"/>
              </a:ext>
            </a:extLst>
          </p:cNvPr>
          <p:cNvGrpSpPr/>
          <p:nvPr/>
        </p:nvGrpSpPr>
        <p:grpSpPr>
          <a:xfrm>
            <a:off x="3077978" y="1118030"/>
            <a:ext cx="1778562" cy="514814"/>
            <a:chOff x="2684958" y="2138840"/>
            <a:chExt cx="1778562" cy="514814"/>
          </a:xfrm>
        </p:grpSpPr>
        <p:sp>
          <p:nvSpPr>
            <p:cNvPr id="30" name="Line 18">
              <a:extLst>
                <a:ext uri="{FF2B5EF4-FFF2-40B4-BE49-F238E27FC236}">
                  <a16:creationId xmlns:a16="http://schemas.microsoft.com/office/drawing/2014/main" id="{75B7248C-E298-40B6-B644-D99BEFB45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0907" y="2557383"/>
              <a:ext cx="1692613" cy="137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9D51819-FAE7-4CA7-88C0-8D75E5A4CD7A}"/>
                </a:ext>
              </a:extLst>
            </p:cNvPr>
            <p:cNvSpPr txBox="1"/>
            <p:nvPr/>
          </p:nvSpPr>
          <p:spPr>
            <a:xfrm>
              <a:off x="2684958" y="2138840"/>
              <a:ext cx="4572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令</a:t>
              </a: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8C6164DE-F583-4D41-BEDF-53126800F8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5635103"/>
                </p:ext>
              </p:extLst>
            </p:nvPr>
          </p:nvGraphicFramePr>
          <p:xfrm>
            <a:off x="3205961" y="2175655"/>
            <a:ext cx="1193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53" name="Equation" r:id="rId26" imgW="1193760" imgH="393480" progId="Equation.DSMT4">
                    <p:embed/>
                  </p:oleObj>
                </mc:Choice>
                <mc:Fallback>
                  <p:oleObj name="Equation" r:id="rId26" imgW="1193760" imgH="39348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8287E568-E019-4F78-AA3E-2F4FF7F01E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5961" y="2175655"/>
                          <a:ext cx="11938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18">
              <a:extLst>
                <a:ext uri="{FF2B5EF4-FFF2-40B4-BE49-F238E27FC236}">
                  <a16:creationId xmlns:a16="http://schemas.microsoft.com/office/drawing/2014/main" id="{1C591B7C-962B-4441-9118-7735094B5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0906" y="2639858"/>
              <a:ext cx="1692613" cy="137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15872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0846AA-FE62-42DE-BCFB-3294825083C9}"/>
              </a:ext>
            </a:extLst>
          </p:cNvPr>
          <p:cNvSpPr txBox="1"/>
          <p:nvPr/>
        </p:nvSpPr>
        <p:spPr>
          <a:xfrm>
            <a:off x="381208" y="212263"/>
            <a:ext cx="165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推广形式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31FEC20-9E99-48A9-98DB-8BCE297598C6}"/>
              </a:ext>
            </a:extLst>
          </p:cNvPr>
          <p:cNvGrpSpPr/>
          <p:nvPr/>
        </p:nvGrpSpPr>
        <p:grpSpPr>
          <a:xfrm>
            <a:off x="1907704" y="195486"/>
            <a:ext cx="4141599" cy="473841"/>
            <a:chOff x="4186397" y="759374"/>
            <a:chExt cx="4141599" cy="47384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F5C111F-9FF7-4BEE-9724-D76BAE410410}"/>
                </a:ext>
              </a:extLst>
            </p:cNvPr>
            <p:cNvGrpSpPr/>
            <p:nvPr/>
          </p:nvGrpSpPr>
          <p:grpSpPr>
            <a:xfrm>
              <a:off x="4186397" y="759374"/>
              <a:ext cx="4141599" cy="473841"/>
              <a:chOff x="2386197" y="759374"/>
              <a:chExt cx="4141599" cy="473841"/>
            </a:xfrm>
          </p:grpSpPr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5F97D475-7989-4608-B86D-18E3A597D1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6197" y="771550"/>
                <a:ext cx="227266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在自变量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0B941FA1-FD73-40C9-91DF-F62D42BF5C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4850" y="759374"/>
                <a:ext cx="26929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的某种变化过程中，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F3A8149D-1146-41E3-BAEB-A0323CDAE7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7834582"/>
                </p:ext>
              </p:extLst>
            </p:nvPr>
          </p:nvGraphicFramePr>
          <p:xfrm>
            <a:off x="5496498" y="92113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57" name="Equation" r:id="rId3" imgW="190440" imgH="203040" progId="">
                    <p:embed/>
                  </p:oleObj>
                </mc:Choice>
                <mc:Fallback>
                  <p:oleObj name="Equation" r:id="rId3" imgW="190440" imgH="203040" progId="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9E000B45-8EF2-42C6-8181-1AC49549A3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6498" y="92113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FA28673D-C60D-44A5-9416-0CD4C9723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36274"/>
              </p:ext>
            </p:extLst>
          </p:nvPr>
        </p:nvGraphicFramePr>
        <p:xfrm>
          <a:off x="3380969" y="920419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8" name="Equation" r:id="rId5" imgW="2082600" imgH="342720" progId="Equation.DSMT4">
                  <p:embed/>
                </p:oleObj>
              </mc:Choice>
              <mc:Fallback>
                <p:oleObj name="Equation" r:id="rId5" imgW="2082600" imgH="3427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FFF8046B-3E40-43C2-A3F3-DBB902C1A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969" y="920419"/>
                        <a:ext cx="20828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25F63C4C-6E64-4F06-A699-97D814182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833516"/>
              </p:ext>
            </p:extLst>
          </p:nvPr>
        </p:nvGraphicFramePr>
        <p:xfrm>
          <a:off x="526307" y="1763236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9" name="Equation" r:id="rId7" imgW="2120760" imgH="342720" progId="Equation.DSMT4">
                  <p:embed/>
                </p:oleObj>
              </mc:Choice>
              <mc:Fallback>
                <p:oleObj name="Equation" r:id="rId7" imgW="212076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4FA52CDE-C76C-45FC-A962-11DC39FB5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307" y="1763236"/>
                        <a:ext cx="212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0C4CA7D-95EB-4F3C-994C-A4640BB78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267721"/>
              </p:ext>
            </p:extLst>
          </p:nvPr>
        </p:nvGraphicFramePr>
        <p:xfrm>
          <a:off x="532994" y="2639639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0" name="Equation" r:id="rId9" imgW="2463480" imgH="342720" progId="Equation.DSMT4">
                  <p:embed/>
                </p:oleObj>
              </mc:Choice>
              <mc:Fallback>
                <p:oleObj name="Equation" r:id="rId9" imgW="2463480" imgH="3427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8F604D56-2519-4B94-869B-C2234C07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94" y="2639639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1787C48D-04EF-4903-9CBF-75492EE1E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406068"/>
              </p:ext>
            </p:extLst>
          </p:nvPr>
        </p:nvGraphicFramePr>
        <p:xfrm>
          <a:off x="532994" y="3386853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1" name="Equation" r:id="rId11" imgW="1955520" imgH="406080" progId="Equation.DSMT4">
                  <p:embed/>
                </p:oleObj>
              </mc:Choice>
              <mc:Fallback>
                <p:oleObj name="Equation" r:id="rId11" imgW="1955520" imgH="4060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9FFBEA15-7A23-49DA-8D2C-E1D9DFD7A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94" y="3386853"/>
                        <a:ext cx="1955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6D2974EA-730D-4274-B2F8-942022DF4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6863"/>
              </p:ext>
            </p:extLst>
          </p:nvPr>
        </p:nvGraphicFramePr>
        <p:xfrm>
          <a:off x="2718982" y="1557006"/>
          <a:ext cx="311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2" name="Equation" r:id="rId13" imgW="3111480" imgH="723600" progId="Equation.DSMT4">
                  <p:embed/>
                </p:oleObj>
              </mc:Choice>
              <mc:Fallback>
                <p:oleObj name="Equation" r:id="rId13" imgW="3111480" imgH="72360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5638E2B4-CED0-4A86-89AD-D4B778378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982" y="1557006"/>
                        <a:ext cx="3111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0F015142-B2B5-457B-B56B-E6CEB65D6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098008"/>
              </p:ext>
            </p:extLst>
          </p:nvPr>
        </p:nvGraphicFramePr>
        <p:xfrm>
          <a:off x="5872374" y="1551050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3" name="Equation" r:id="rId15" imgW="2819160" imgH="736560" progId="Equation.DSMT4">
                  <p:embed/>
                </p:oleObj>
              </mc:Choice>
              <mc:Fallback>
                <p:oleObj name="Equation" r:id="rId15" imgW="2819160" imgH="73656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DD7BBD6-6976-4CC1-81AA-A53A730C8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374" y="1551050"/>
                        <a:ext cx="2819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407CE2D-E3E3-4161-8A26-36A6CD6F2D1B}"/>
              </a:ext>
            </a:extLst>
          </p:cNvPr>
          <p:cNvSpPr txBox="1"/>
          <p:nvPr/>
        </p:nvSpPr>
        <p:spPr>
          <a:xfrm>
            <a:off x="389466" y="4083097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E2B217F-342F-4AA0-BEF3-4450830D9CAB}"/>
              </a:ext>
            </a:extLst>
          </p:cNvPr>
          <p:cNvGrpSpPr/>
          <p:nvPr/>
        </p:nvGrpSpPr>
        <p:grpSpPr>
          <a:xfrm>
            <a:off x="1586757" y="4086567"/>
            <a:ext cx="1254682" cy="461665"/>
            <a:chOff x="5038351" y="771550"/>
            <a:chExt cx="1254682" cy="461665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EFC04FB0-6629-4E8F-8A47-F85652B0E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8977" y="77155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EAF211E4-43E1-428F-85EC-EDAA1617F51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38351" y="866933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64" name="Equation" r:id="rId17" imgW="774360" imgH="279360" progId="">
                    <p:embed/>
                  </p:oleObj>
                </mc:Choice>
                <mc:Fallback>
                  <p:oleObj name="Equation" r:id="rId17" imgW="774360" imgH="279360" progId="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8151A7E0-7F91-4C7B-9069-74F3355CE9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8351" y="866933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CF11225-C2DF-421A-8EE3-945634E2741E}"/>
              </a:ext>
            </a:extLst>
          </p:cNvPr>
          <p:cNvGrpSpPr/>
          <p:nvPr/>
        </p:nvGrpSpPr>
        <p:grpSpPr>
          <a:xfrm>
            <a:off x="4042587" y="4062289"/>
            <a:ext cx="1992460" cy="461665"/>
            <a:chOff x="3198929" y="798640"/>
            <a:chExt cx="1992460" cy="461665"/>
          </a:xfrm>
        </p:grpSpPr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D507E490-DB9D-407E-95E5-25D44C0B6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929" y="798640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，则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70D78CEB-4901-4654-868F-0A3097DFD57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46789" y="900628"/>
            <a:ext cx="1244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65" name="Equation" r:id="rId19" imgW="1244520" imgH="342720" progId="">
                    <p:embed/>
                  </p:oleObj>
                </mc:Choice>
                <mc:Fallback>
                  <p:oleObj name="Equation" r:id="rId19" imgW="1244520" imgH="342720" progId="">
                    <p:embed/>
                    <p:pic>
                      <p:nvPicPr>
                        <p:cNvPr id="48" name="Object 24">
                          <a:extLst>
                            <a:ext uri="{FF2B5EF4-FFF2-40B4-BE49-F238E27FC236}">
                              <a16:creationId xmlns:a16="http://schemas.microsoft.com/office/drawing/2014/main" id="{B98CBA3A-7639-4C2D-8448-6F17C17AFC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6789" y="900628"/>
                          <a:ext cx="1244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7853B307-82CE-477C-A8F1-07DD77A03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75141"/>
              </p:ext>
            </p:extLst>
          </p:nvPr>
        </p:nvGraphicFramePr>
        <p:xfrm>
          <a:off x="2908691" y="4177700"/>
          <a:ext cx="1193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6" name="Equation" r:id="rId21" imgW="1193760" imgH="279360" progId="">
                  <p:embed/>
                </p:oleObj>
              </mc:Choice>
              <mc:Fallback>
                <p:oleObj name="Equation" r:id="rId21" imgW="1193760" imgH="279360" progId="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CD6EFFFC-4B6C-49A4-94D4-1BD2B70123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691" y="4177700"/>
                        <a:ext cx="1193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9093F7F9-1A2D-46C2-B3DF-5DF41671E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245479"/>
              </p:ext>
            </p:extLst>
          </p:nvPr>
        </p:nvGraphicFramePr>
        <p:xfrm>
          <a:off x="6019394" y="4181144"/>
          <a:ext cx="256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7" name="Equation" r:id="rId23" imgW="2565360" imgH="342720" progId="Equation.DSMT4">
                  <p:embed/>
                </p:oleObj>
              </mc:Choice>
              <mc:Fallback>
                <p:oleObj name="Equation" r:id="rId23" imgW="2565360" imgH="34272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C18C148F-7CF7-4976-8D1A-FB795B7BC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394" y="4181144"/>
                        <a:ext cx="2565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CE03C56D-E9D6-4B40-A8ED-1C768463E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846001"/>
              </p:ext>
            </p:extLst>
          </p:nvPr>
        </p:nvGraphicFramePr>
        <p:xfrm>
          <a:off x="532994" y="920755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8" name="Equation" r:id="rId25" imgW="2450880" imgH="342720" progId="Equation.DSMT4">
                  <p:embed/>
                </p:oleObj>
              </mc:Choice>
              <mc:Fallback>
                <p:oleObj name="Equation" r:id="rId25" imgW="2450880" imgH="34272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81CCE37F-D6F6-4BC8-AFFE-94A9EF273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94" y="920755"/>
                        <a:ext cx="2451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C637F955-F0E6-4BE3-913D-BAD88ED1E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101564"/>
              </p:ext>
            </p:extLst>
          </p:nvPr>
        </p:nvGraphicFramePr>
        <p:xfrm>
          <a:off x="5823512" y="920755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9" name="Equation" r:id="rId27" imgW="2463480" imgH="342720" progId="Equation.DSMT4">
                  <p:embed/>
                </p:oleObj>
              </mc:Choice>
              <mc:Fallback>
                <p:oleObj name="Equation" r:id="rId27" imgW="2463480" imgH="34272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20FC7B5E-8045-4A21-9257-EA3045011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512" y="920755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4CCC98DE-8B6C-47E0-B156-C0085500A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652291"/>
              </p:ext>
            </p:extLst>
          </p:nvPr>
        </p:nvGraphicFramePr>
        <p:xfrm>
          <a:off x="4235044" y="2560306"/>
          <a:ext cx="416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70" name="Equation" r:id="rId29" imgW="4165560" imgH="406080" progId="Equation.DSMT4">
                  <p:embed/>
                </p:oleObj>
              </mc:Choice>
              <mc:Fallback>
                <p:oleObj name="Equation" r:id="rId29" imgW="4165560" imgH="40608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29C1EBB5-4A51-454D-B5B4-5987402D66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044" y="2560306"/>
                        <a:ext cx="416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FB3EFE28-B323-4071-9C60-694DAEDF00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458226"/>
              </p:ext>
            </p:extLst>
          </p:nvPr>
        </p:nvGraphicFramePr>
        <p:xfrm>
          <a:off x="3900082" y="3373106"/>
          <a:ext cx="469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71" name="Equation" r:id="rId31" imgW="4698720" imgH="406080" progId="Equation.DSMT4">
                  <p:embed/>
                </p:oleObj>
              </mc:Choice>
              <mc:Fallback>
                <p:oleObj name="Equation" r:id="rId31" imgW="4698720" imgH="40608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DB1FAAF2-F018-4455-B10D-6A5A46731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082" y="3373106"/>
                        <a:ext cx="4699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BB96D7F9-7A24-49DB-9EE6-FBB2BD4B1C35}"/>
              </a:ext>
            </a:extLst>
          </p:cNvPr>
          <p:cNvGrpSpPr/>
          <p:nvPr/>
        </p:nvGrpSpPr>
        <p:grpSpPr>
          <a:xfrm>
            <a:off x="6219419" y="186086"/>
            <a:ext cx="2715283" cy="461665"/>
            <a:chOff x="6188075" y="445180"/>
            <a:chExt cx="2715283" cy="461665"/>
          </a:xfrm>
        </p:grpSpPr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3EA7FBB9-375C-46FE-BF04-AE6343D22D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4441865"/>
                </p:ext>
              </p:extLst>
            </p:nvPr>
          </p:nvGraphicFramePr>
          <p:xfrm>
            <a:off x="6188075" y="534988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72" name="Equation" r:id="rId33" imgW="1206360" imgH="342720" progId="Equation.DSMT4">
                    <p:embed/>
                  </p:oleObj>
                </mc:Choice>
                <mc:Fallback>
                  <p:oleObj name="Equation" r:id="rId33" imgW="1206360" imgH="3427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484EE118-4A67-4C9A-A0D8-6ACD70837F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8075" y="534988"/>
                          <a:ext cx="1206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27C5DCC5-6F49-458F-9F76-287DED32D5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7202886"/>
                </p:ext>
              </p:extLst>
            </p:nvPr>
          </p:nvGraphicFramePr>
          <p:xfrm>
            <a:off x="7747658" y="528997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73" name="Equation" r:id="rId35" imgW="1155600" imgH="342720" progId="Equation.DSMT4">
                    <p:embed/>
                  </p:oleObj>
                </mc:Choice>
                <mc:Fallback>
                  <p:oleObj name="Equation" r:id="rId35" imgW="1155600" imgH="34272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CB7B4942-1D68-47AD-9908-9C1FC92EEB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7658" y="528997"/>
                          <a:ext cx="1155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75ABCB18-2EDF-44C7-B599-259F0B4A0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9073" y="445180"/>
              <a:ext cx="5332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且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00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5DEE21-6CD1-4179-AADB-5E26C087ECCB}"/>
              </a:ext>
            </a:extLst>
          </p:cNvPr>
          <p:cNvSpPr txBox="1"/>
          <p:nvPr/>
        </p:nvSpPr>
        <p:spPr>
          <a:xfrm>
            <a:off x="683568" y="195486"/>
            <a:ext cx="3677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等价无穷小的性质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D9255A-AC0B-4C97-A58E-CE491629918C}"/>
              </a:ext>
            </a:extLst>
          </p:cNvPr>
          <p:cNvSpPr txBox="1"/>
          <p:nvPr/>
        </p:nvSpPr>
        <p:spPr>
          <a:xfrm>
            <a:off x="655270" y="89899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9B7EB1-9FBB-4848-8ACB-5CCC3CB9A85B}"/>
              </a:ext>
            </a:extLst>
          </p:cNvPr>
          <p:cNvSpPr txBox="1"/>
          <p:nvPr/>
        </p:nvSpPr>
        <p:spPr>
          <a:xfrm>
            <a:off x="738354" y="21156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BC64B7-EB0C-44A8-8379-B259AB3C5689}"/>
              </a:ext>
            </a:extLst>
          </p:cNvPr>
          <p:cNvSpPr txBox="1"/>
          <p:nvPr/>
        </p:nvSpPr>
        <p:spPr>
          <a:xfrm>
            <a:off x="1480919" y="2115640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必要性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A1CF8B8-214B-478C-A3F4-DE784C0353F0}"/>
              </a:ext>
            </a:extLst>
          </p:cNvPr>
          <p:cNvGrpSpPr/>
          <p:nvPr/>
        </p:nvGrpSpPr>
        <p:grpSpPr>
          <a:xfrm>
            <a:off x="1781762" y="891504"/>
            <a:ext cx="5565353" cy="469160"/>
            <a:chOff x="4276809" y="771550"/>
            <a:chExt cx="5565353" cy="46916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87BDC30-A7C2-49BB-892B-E0C9A42A21DB}"/>
                </a:ext>
              </a:extLst>
            </p:cNvPr>
            <p:cNvGrpSpPr/>
            <p:nvPr/>
          </p:nvGrpSpPr>
          <p:grpSpPr>
            <a:xfrm>
              <a:off x="4276809" y="771550"/>
              <a:ext cx="5565353" cy="469160"/>
              <a:chOff x="2476609" y="771550"/>
              <a:chExt cx="5565353" cy="469160"/>
            </a:xfrm>
          </p:grpSpPr>
          <p:graphicFrame>
            <p:nvGraphicFramePr>
              <p:cNvPr id="9" name="Object 24">
                <a:extLst>
                  <a:ext uri="{FF2B5EF4-FFF2-40B4-BE49-F238E27FC236}">
                    <a16:creationId xmlns:a16="http://schemas.microsoft.com/office/drawing/2014/main" id="{C28C0FF2-E16D-437B-8328-E65B3F769A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0112761"/>
                  </p:ext>
                </p:extLst>
              </p:nvPr>
            </p:nvGraphicFramePr>
            <p:xfrm>
              <a:off x="2476609" y="892374"/>
              <a:ext cx="254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258" name="Equation" r:id="rId3" imgW="253800" imgH="330120" progId="">
                      <p:embed/>
                    </p:oleObj>
                  </mc:Choice>
                  <mc:Fallback>
                    <p:oleObj name="Equation" r:id="rId3" imgW="253800" imgH="330120" progId="">
                      <p:embed/>
                      <p:pic>
                        <p:nvPicPr>
                          <p:cNvPr id="12" name="Object 24">
                            <a:extLst>
                              <a:ext uri="{FF2B5EF4-FFF2-40B4-BE49-F238E27FC236}">
                                <a16:creationId xmlns:a16="http://schemas.microsoft.com/office/drawing/2014/main" id="{4C94AD78-F5A5-4AA5-8E23-42D18C43B0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6609" y="892374"/>
                            <a:ext cx="2540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 Box 5">
                <a:extLst>
                  <a:ext uri="{FF2B5EF4-FFF2-40B4-BE49-F238E27FC236}">
                    <a16:creationId xmlns:a16="http://schemas.microsoft.com/office/drawing/2014/main" id="{A5F4151E-AA9D-41B8-836E-9CC006E53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3370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与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AE245A34-5811-4AEA-B830-AFBD05D58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947" y="779045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3C54CC37-67AF-4D8A-BC14-B3EB5EFAB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1482" y="771550"/>
                <a:ext cx="43204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等价无穷小的充分必要条件是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D52B387E-97E1-4605-9218-57E80FDA1D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903404"/>
                </p:ext>
              </p:extLst>
            </p:nvPr>
          </p:nvGraphicFramePr>
          <p:xfrm>
            <a:off x="4978820" y="932946"/>
            <a:ext cx="241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59" name="Equation" r:id="rId5" imgW="241200" imgH="215640" progId="">
                    <p:embed/>
                  </p:oleObj>
                </mc:Choice>
                <mc:Fallback>
                  <p:oleObj name="Equation" r:id="rId5" imgW="241200" imgH="215640" progId="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9D1E876A-567D-4DF2-A358-217B1C6E32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8820" y="932946"/>
                          <a:ext cx="2413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34AD2B72-51FA-48FD-8628-9AB11A87A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097392"/>
              </p:ext>
            </p:extLst>
          </p:nvPr>
        </p:nvGraphicFramePr>
        <p:xfrm>
          <a:off x="2686427" y="1584546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0" name="Equation" r:id="rId7" imgW="1600200" imgH="342720" progId="Equation.DSMT4">
                  <p:embed/>
                </p:oleObj>
              </mc:Choice>
              <mc:Fallback>
                <p:oleObj name="Equation" r:id="rId7" imgW="160020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5B30CB26-3BB1-45C0-A8B8-7CD736DA1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427" y="1584546"/>
                        <a:ext cx="160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367D4E-3AB6-4281-80C3-FC41E214F489}"/>
              </a:ext>
            </a:extLst>
          </p:cNvPr>
          <p:cNvGrpSpPr/>
          <p:nvPr/>
        </p:nvGrpSpPr>
        <p:grpSpPr>
          <a:xfrm>
            <a:off x="2921079" y="2115640"/>
            <a:ext cx="1265834" cy="461665"/>
            <a:chOff x="2789732" y="2601730"/>
            <a:chExt cx="1265834" cy="46166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6E64FA-8E75-4A7E-A1C2-845FC2B1BE20}"/>
                </a:ext>
              </a:extLst>
            </p:cNvPr>
            <p:cNvSpPr txBox="1"/>
            <p:nvPr/>
          </p:nvSpPr>
          <p:spPr>
            <a:xfrm>
              <a:off x="2789732" y="2601730"/>
              <a:ext cx="459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</a:t>
              </a: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2696CF71-A90C-4417-BECA-AE50BAC510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8050262"/>
                </p:ext>
              </p:extLst>
            </p:nvPr>
          </p:nvGraphicFramePr>
          <p:xfrm>
            <a:off x="3204666" y="2687378"/>
            <a:ext cx="850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1" name="Equation" r:id="rId9" imgW="850680" imgH="342720" progId="">
                    <p:embed/>
                  </p:oleObj>
                </mc:Choice>
                <mc:Fallback>
                  <p:oleObj name="Equation" r:id="rId9" imgW="850680" imgH="342720" progId="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AC08A6F0-7B42-4D59-B239-FAB9940A17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4666" y="2687378"/>
                          <a:ext cx="850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F345C368-E78B-4C1C-BA04-F15C674015CD}"/>
              </a:ext>
            </a:extLst>
          </p:cNvPr>
          <p:cNvSpPr txBox="1"/>
          <p:nvPr/>
        </p:nvSpPr>
        <p:spPr>
          <a:xfrm>
            <a:off x="4361239" y="2115640"/>
            <a:ext cx="45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E5BC7921-2158-4C9D-94BD-FD83B64F5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606188"/>
              </p:ext>
            </p:extLst>
          </p:nvPr>
        </p:nvGraphicFramePr>
        <p:xfrm>
          <a:off x="1813921" y="2783255"/>
          <a:ext cx="287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2" name="Equation" r:id="rId11" imgW="2869920" imgH="812520" progId="">
                  <p:embed/>
                </p:oleObj>
              </mc:Choice>
              <mc:Fallback>
                <p:oleObj name="Equation" r:id="rId11" imgW="2869920" imgH="812520" progId="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9BA331FA-3615-45B9-A526-7B9ABAA56F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921" y="2783255"/>
                        <a:ext cx="28702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C7DB6C83-3A70-4EDC-A47C-9B274AED2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979718"/>
              </p:ext>
            </p:extLst>
          </p:nvPr>
        </p:nvGraphicFramePr>
        <p:xfrm>
          <a:off x="4701736" y="2798245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3" name="Equation" r:id="rId13" imgW="1790640" imgH="736560" progId="">
                  <p:embed/>
                </p:oleObj>
              </mc:Choice>
              <mc:Fallback>
                <p:oleObj name="Equation" r:id="rId13" imgW="1790640" imgH="736560" progId="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22CE00AB-18D9-425C-BD61-3EC0AA811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736" y="2798245"/>
                        <a:ext cx="1790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E27905-D40B-431C-985C-F8A50E2EE588}"/>
              </a:ext>
            </a:extLst>
          </p:cNvPr>
          <p:cNvGrpSpPr/>
          <p:nvPr/>
        </p:nvGrpSpPr>
        <p:grpSpPr>
          <a:xfrm>
            <a:off x="695680" y="3718145"/>
            <a:ext cx="2513431" cy="461665"/>
            <a:chOff x="755576" y="4155926"/>
            <a:chExt cx="2513431" cy="461665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E7E1466-8351-40D9-AB41-E2605BD715BE}"/>
                </a:ext>
              </a:extLst>
            </p:cNvPr>
            <p:cNvSpPr txBox="1"/>
            <p:nvPr/>
          </p:nvSpPr>
          <p:spPr>
            <a:xfrm>
              <a:off x="755576" y="4155926"/>
              <a:ext cx="1063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</a:t>
              </a: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4A78A259-5AD8-47F5-96D5-4C7A187C8F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6726235"/>
                </p:ext>
              </p:extLst>
            </p:nvPr>
          </p:nvGraphicFramePr>
          <p:xfrm>
            <a:off x="1567207" y="4265409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4" name="Equation" r:id="rId15" imgW="1701720" imgH="342720" progId="">
                    <p:embed/>
                  </p:oleObj>
                </mc:Choice>
                <mc:Fallback>
                  <p:oleObj name="Equation" r:id="rId15" imgW="1701720" imgH="342720" progId="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399A88D6-FA18-40C1-B590-BBEBDA9CA7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7207" y="4265409"/>
                          <a:ext cx="1701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7ED5BD4-A93C-4F7E-864A-059F36FB0667}"/>
              </a:ext>
            </a:extLst>
          </p:cNvPr>
          <p:cNvGrpSpPr/>
          <p:nvPr/>
        </p:nvGrpSpPr>
        <p:grpSpPr>
          <a:xfrm>
            <a:off x="3209111" y="3749339"/>
            <a:ext cx="2193528" cy="461665"/>
            <a:chOff x="755576" y="4155926"/>
            <a:chExt cx="2193528" cy="4616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F61D73E-8CCD-4FF0-BF11-A14888ED2AC3}"/>
                </a:ext>
              </a:extLst>
            </p:cNvPr>
            <p:cNvSpPr txBox="1"/>
            <p:nvPr/>
          </p:nvSpPr>
          <p:spPr>
            <a:xfrm>
              <a:off x="755576" y="4155926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即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C51570A1-34B4-4E17-903C-B13BD47AC8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662546"/>
                </p:ext>
              </p:extLst>
            </p:nvPr>
          </p:nvGraphicFramePr>
          <p:xfrm>
            <a:off x="1272704" y="4243648"/>
            <a:ext cx="167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5" name="Equation" r:id="rId17" imgW="1676160" imgH="342720" progId="">
                    <p:embed/>
                  </p:oleObj>
                </mc:Choice>
                <mc:Fallback>
                  <p:oleObj name="Equation" r:id="rId17" imgW="1676160" imgH="342720" progId="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404353DC-F2F1-4E8D-A6AC-4BA9AB7CE5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704" y="4243648"/>
                          <a:ext cx="1676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509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E57FEA-B261-4552-B88E-F1283F027AAC}"/>
              </a:ext>
            </a:extLst>
          </p:cNvPr>
          <p:cNvSpPr txBox="1"/>
          <p:nvPr/>
        </p:nvSpPr>
        <p:spPr>
          <a:xfrm>
            <a:off x="917267" y="267494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充分性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576E588-4D7D-4B18-8C20-11DCD075C677}"/>
              </a:ext>
            </a:extLst>
          </p:cNvPr>
          <p:cNvGrpSpPr/>
          <p:nvPr/>
        </p:nvGrpSpPr>
        <p:grpSpPr>
          <a:xfrm>
            <a:off x="2267744" y="267494"/>
            <a:ext cx="2080737" cy="461665"/>
            <a:chOff x="2789732" y="2601730"/>
            <a:chExt cx="2080737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55908F5-474C-44B5-B2CB-A9C35CA13EB7}"/>
                </a:ext>
              </a:extLst>
            </p:cNvPr>
            <p:cNvSpPr txBox="1"/>
            <p:nvPr/>
          </p:nvSpPr>
          <p:spPr>
            <a:xfrm>
              <a:off x="2789732" y="2601730"/>
              <a:ext cx="459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069D7CFE-4EEB-4831-BB2E-60C31B8ACA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727837"/>
                </p:ext>
              </p:extLst>
            </p:nvPr>
          </p:nvGraphicFramePr>
          <p:xfrm>
            <a:off x="3232169" y="2694488"/>
            <a:ext cx="163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74" name="Equation" r:id="rId3" imgW="1638000" imgH="342720" progId="">
                    <p:embed/>
                  </p:oleObj>
                </mc:Choice>
                <mc:Fallback>
                  <p:oleObj name="Equation" r:id="rId3" imgW="1638000" imgH="342720" progId="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AC08A6F0-7B42-4D59-B239-FAB9940A17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2169" y="2694488"/>
                          <a:ext cx="1638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F3115AD-CE4C-4744-B5BC-601973A5711F}"/>
              </a:ext>
            </a:extLst>
          </p:cNvPr>
          <p:cNvSpPr txBox="1"/>
          <p:nvPr/>
        </p:nvSpPr>
        <p:spPr>
          <a:xfrm>
            <a:off x="4522879" y="242568"/>
            <a:ext cx="45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904FB7BF-F15E-468F-87E1-6C9E0A5819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366959"/>
              </p:ext>
            </p:extLst>
          </p:nvPr>
        </p:nvGraphicFramePr>
        <p:xfrm>
          <a:off x="999401" y="972322"/>
          <a:ext cx="257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75" name="Equation" r:id="rId5" imgW="2577960" imgH="736560" progId="">
                  <p:embed/>
                </p:oleObj>
              </mc:Choice>
              <mc:Fallback>
                <p:oleObj name="Equation" r:id="rId5" imgW="2577960" imgH="736560" progId="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399A88D6-FA18-40C1-B590-BBEBDA9CA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401" y="972322"/>
                        <a:ext cx="2578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1230A6F-34FC-4F92-A6AC-7FE1A7255993}"/>
              </a:ext>
            </a:extLst>
          </p:cNvPr>
          <p:cNvGrpSpPr/>
          <p:nvPr/>
        </p:nvGrpSpPr>
        <p:grpSpPr>
          <a:xfrm>
            <a:off x="6434021" y="1109789"/>
            <a:ext cx="1841734" cy="461665"/>
            <a:chOff x="323528" y="4203838"/>
            <a:chExt cx="1841734" cy="46166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F910E7-BBC0-49FC-AA81-8D8F64F71D83}"/>
                </a:ext>
              </a:extLst>
            </p:cNvPr>
            <p:cNvSpPr txBox="1"/>
            <p:nvPr/>
          </p:nvSpPr>
          <p:spPr>
            <a:xfrm>
              <a:off x="323528" y="4203838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因此，</a:t>
              </a:r>
            </a:p>
          </p:txBody>
        </p: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13E3EE1A-528B-4A0A-B123-6EFCEA8DDB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061012"/>
                </p:ext>
              </p:extLst>
            </p:nvPr>
          </p:nvGraphicFramePr>
          <p:xfrm>
            <a:off x="1327062" y="4299322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76" name="Equation" r:id="rId7" imgW="838080" imgH="342720" progId="">
                    <p:embed/>
                  </p:oleObj>
                </mc:Choice>
                <mc:Fallback>
                  <p:oleObj name="Equation" r:id="rId7" imgW="838080" imgH="342720" progId="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FCB98593-1C39-43D3-ACE6-00CA2CC010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7062" y="4299322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1B146B83-B581-44E7-8578-225D28CD6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957608"/>
              </p:ext>
            </p:extLst>
          </p:nvPr>
        </p:nvGraphicFramePr>
        <p:xfrm>
          <a:off x="3625850" y="971609"/>
          <a:ext cx="234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77" name="Equation" r:id="rId9" imgW="2349360" imgH="736560" progId="">
                  <p:embed/>
                </p:oleObj>
              </mc:Choice>
              <mc:Fallback>
                <p:oleObj name="Equation" r:id="rId9" imgW="2349360" imgH="736560" progId="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A5A34CA1-50C2-49D7-BBA7-FC9A61978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971609"/>
                        <a:ext cx="2349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4">
            <a:extLst>
              <a:ext uri="{FF2B5EF4-FFF2-40B4-BE49-F238E27FC236}">
                <a16:creationId xmlns:a16="http://schemas.microsoft.com/office/drawing/2014/main" id="{95435B15-7AF5-44B4-B0C3-69A7C7EC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267" y="1925696"/>
            <a:ext cx="72008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</a:p>
        </p:txBody>
      </p:sp>
      <p:sp>
        <p:nvSpPr>
          <p:cNvPr id="13" name="Rectangle 124">
            <a:extLst>
              <a:ext uri="{FF2B5EF4-FFF2-40B4-BE49-F238E27FC236}">
                <a16:creationId xmlns:a16="http://schemas.microsoft.com/office/drawing/2014/main" id="{F3C7404E-1CD0-466D-833F-A2390AC6E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156" y="1940783"/>
            <a:ext cx="5386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等价无穷小可给出函数的近似表达式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4" name="Rectangle 124">
            <a:extLst>
              <a:ext uri="{FF2B5EF4-FFF2-40B4-BE49-F238E27FC236}">
                <a16:creationId xmlns:a16="http://schemas.microsoft.com/office/drawing/2014/main" id="{4CF26FEA-769A-4ECB-9FFD-98154244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267" y="2609060"/>
            <a:ext cx="82809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例如</a:t>
            </a:r>
          </a:p>
        </p:txBody>
      </p:sp>
      <p:sp>
        <p:nvSpPr>
          <p:cNvPr id="15" name="Rectangle 124">
            <a:extLst>
              <a:ext uri="{FF2B5EF4-FFF2-40B4-BE49-F238E27FC236}">
                <a16:creationId xmlns:a16="http://schemas.microsoft.com/office/drawing/2014/main" id="{8DBCD4FD-D7DF-4E3F-8D83-292A48CE8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891" y="2609060"/>
            <a:ext cx="490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当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3442ECB3-3EA7-4E2C-A569-5E80886C5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22818"/>
              </p:ext>
            </p:extLst>
          </p:nvPr>
        </p:nvGraphicFramePr>
        <p:xfrm>
          <a:off x="2399428" y="2679243"/>
          <a:ext cx="78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78" name="Equation" r:id="rId11" imgW="787320" imgH="342720" progId="">
                  <p:embed/>
                </p:oleObj>
              </mc:Choice>
              <mc:Fallback>
                <p:oleObj name="Equation" r:id="rId11" imgW="787320" imgH="342720" progId="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B6C63C94-AB48-4026-A401-2A0898E81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428" y="2679243"/>
                        <a:ext cx="787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4">
            <a:extLst>
              <a:ext uri="{FF2B5EF4-FFF2-40B4-BE49-F238E27FC236}">
                <a16:creationId xmlns:a16="http://schemas.microsoft.com/office/drawing/2014/main" id="{E07A878C-683F-4CDE-BE07-8901E829A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163" y="2620912"/>
            <a:ext cx="490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时，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878A13A5-8DC4-46C6-9716-BA2FF5552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27681"/>
              </p:ext>
            </p:extLst>
          </p:nvPr>
        </p:nvGraphicFramePr>
        <p:xfrm>
          <a:off x="3686097" y="2663887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79" name="Equation" r:id="rId13" imgW="1117440" imgH="342720" progId="">
                  <p:embed/>
                </p:oleObj>
              </mc:Choice>
              <mc:Fallback>
                <p:oleObj name="Equation" r:id="rId13" imgW="1117440" imgH="342720" progId="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BA7726D8-5C96-4137-ABDA-22F5A6D46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097" y="2663887"/>
                        <a:ext cx="1117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E8DD8094-9310-412A-9647-9CC84666E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304971"/>
              </p:ext>
            </p:extLst>
          </p:nvPr>
        </p:nvGraphicFramePr>
        <p:xfrm>
          <a:off x="5089077" y="2468862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0" name="Equation" r:id="rId15" imgW="1892160" imgH="723600" progId="">
                  <p:embed/>
                </p:oleObj>
              </mc:Choice>
              <mc:Fallback>
                <p:oleObj name="Equation" r:id="rId15" imgW="1892160" imgH="723600" progId="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232FF304-4758-40E2-B571-D2C44338FB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077" y="2468862"/>
                        <a:ext cx="1892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24">
            <a:extLst>
              <a:ext uri="{FF2B5EF4-FFF2-40B4-BE49-F238E27FC236}">
                <a16:creationId xmlns:a16="http://schemas.microsoft.com/office/drawing/2014/main" id="{5D4282BD-6E5B-481F-8500-20593F9F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8" y="3391472"/>
            <a:ext cx="94962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故当</a:t>
            </a: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F943BB92-8119-4621-A948-2A0322B8F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741472"/>
              </p:ext>
            </p:extLst>
          </p:nvPr>
        </p:nvGraphicFramePr>
        <p:xfrm>
          <a:off x="1235725" y="3460182"/>
          <a:ext cx="78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1" name="Equation" r:id="rId17" imgW="787320" imgH="342720" progId="">
                  <p:embed/>
                </p:oleObj>
              </mc:Choice>
              <mc:Fallback>
                <p:oleObj name="Equation" r:id="rId17" imgW="787320" imgH="342720" progId="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F02FB1DA-E2A1-46B0-8A8E-A77F4179CD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725" y="3460182"/>
                        <a:ext cx="787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24">
            <a:extLst>
              <a:ext uri="{FF2B5EF4-FFF2-40B4-BE49-F238E27FC236}">
                <a16:creationId xmlns:a16="http://schemas.microsoft.com/office/drawing/2014/main" id="{16B6BCF1-8119-4B19-91A0-A6010DB1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704" y="3391472"/>
            <a:ext cx="490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时，</a:t>
            </a: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DF146D73-784A-4420-8EF4-BA1908395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91357"/>
              </p:ext>
            </p:extLst>
          </p:nvPr>
        </p:nvGraphicFramePr>
        <p:xfrm>
          <a:off x="2607531" y="3460182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2" name="Equation" r:id="rId19" imgW="1866600" imgH="342720" progId="">
                  <p:embed/>
                </p:oleObj>
              </mc:Choice>
              <mc:Fallback>
                <p:oleObj name="Equation" r:id="rId19" imgW="1866600" imgH="342720" progId="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2FCE4227-8127-4385-A30D-7702B4633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531" y="3460182"/>
                        <a:ext cx="1866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5DE49AFB-45E7-4A7A-B516-3CA64D519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820657"/>
              </p:ext>
            </p:extLst>
          </p:nvPr>
        </p:nvGraphicFramePr>
        <p:xfrm>
          <a:off x="4752422" y="3269682"/>
          <a:ext cx="2755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3" name="Equation" r:id="rId21" imgW="2755800" imgH="723600" progId="">
                  <p:embed/>
                </p:oleObj>
              </mc:Choice>
              <mc:Fallback>
                <p:oleObj name="Equation" r:id="rId21" imgW="2755800" imgH="723600" progId="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E9C847CD-9156-4FD1-B09A-4CC79242E7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422" y="3269682"/>
                        <a:ext cx="2755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18568961-7A29-4A56-9AA2-83D797E92405}"/>
              </a:ext>
            </a:extLst>
          </p:cNvPr>
          <p:cNvGrpSpPr/>
          <p:nvPr/>
        </p:nvGrpSpPr>
        <p:grpSpPr>
          <a:xfrm>
            <a:off x="481166" y="4094438"/>
            <a:ext cx="1809659" cy="423908"/>
            <a:chOff x="473478" y="4206830"/>
            <a:chExt cx="1809659" cy="423908"/>
          </a:xfrm>
        </p:grpSpPr>
        <p:sp>
          <p:nvSpPr>
            <p:cNvPr id="26" name="Rectangle 124">
              <a:extLst>
                <a:ext uri="{FF2B5EF4-FFF2-40B4-BE49-F238E27FC236}">
                  <a16:creationId xmlns:a16="http://schemas.microsoft.com/office/drawing/2014/main" id="{EAA76BAC-2D49-45FB-80D7-35DB6603B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78" y="4229952"/>
              <a:ext cx="52592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</a:t>
              </a: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06E82887-0113-4633-945A-F7C61141EB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005672"/>
                </p:ext>
              </p:extLst>
            </p:nvPr>
          </p:nvGraphicFramePr>
          <p:xfrm>
            <a:off x="974725" y="4287838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84" name="Equation" r:id="rId23" imgW="838080" imgH="342720" progId="">
                    <p:embed/>
                  </p:oleObj>
                </mc:Choice>
                <mc:Fallback>
                  <p:oleObj name="Equation" r:id="rId23" imgW="838080" imgH="342720" progId="">
                    <p:embed/>
                    <p:pic>
                      <p:nvPicPr>
                        <p:cNvPr id="48" name="Object 24">
                          <a:extLst>
                            <a:ext uri="{FF2B5EF4-FFF2-40B4-BE49-F238E27FC236}">
                              <a16:creationId xmlns:a16="http://schemas.microsoft.com/office/drawing/2014/main" id="{7F1BEC18-A2AD-44AC-A491-327B5C0079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725" y="4287838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124">
              <a:extLst>
                <a:ext uri="{FF2B5EF4-FFF2-40B4-BE49-F238E27FC236}">
                  <a16:creationId xmlns:a16="http://schemas.microsoft.com/office/drawing/2014/main" id="{E82277E5-D2AE-4A81-8FDC-40C69BC98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600" y="4206830"/>
              <a:ext cx="4905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</a:p>
          </p:txBody>
        </p:sp>
      </p:grpSp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EF6A0AC0-A47B-4082-8BC2-970BAE4C5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936472"/>
              </p:ext>
            </p:extLst>
          </p:nvPr>
        </p:nvGraphicFramePr>
        <p:xfrm>
          <a:off x="2508250" y="4151588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5" name="Equation" r:id="rId25" imgW="1117440" imgH="342720" progId="">
                  <p:embed/>
                </p:oleObj>
              </mc:Choice>
              <mc:Fallback>
                <p:oleObj name="Equation" r:id="rId25" imgW="1117440" imgH="342720" progId="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693DD61E-EDB0-485F-B93E-0690AC7ED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4151588"/>
                        <a:ext cx="1117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3D05A7B3-313E-4C49-BD60-60E9B08A8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93510"/>
              </p:ext>
            </p:extLst>
          </p:nvPr>
        </p:nvGraphicFramePr>
        <p:xfrm>
          <a:off x="4010809" y="3961088"/>
          <a:ext cx="1866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6" name="Equation" r:id="rId27" imgW="1866600" imgH="723600" progId="">
                  <p:embed/>
                </p:oleObj>
              </mc:Choice>
              <mc:Fallback>
                <p:oleObj name="Equation" r:id="rId27" imgW="1866600" imgH="723600" progId="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679F4F1E-4DE1-4BF4-B3DE-83D21DA88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809" y="3961088"/>
                        <a:ext cx="1866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13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5" grpId="0"/>
      <p:bldP spid="17" grpId="0"/>
      <p:bldP spid="20" grpId="0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73F9AD57-EE43-4802-A6CE-6AD7E7D96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11510"/>
            <a:ext cx="14237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8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已知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F0B72900-C5A6-4AE9-97CE-475B550DA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22" y="1235942"/>
            <a:ext cx="958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分析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39F721F-4397-4776-93DE-DA35BF9C7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184" y="2102976"/>
            <a:ext cx="958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FCF1B-7D13-4485-B542-243C08A91E27}"/>
              </a:ext>
            </a:extLst>
          </p:cNvPr>
          <p:cNvSpPr/>
          <p:nvPr/>
        </p:nvSpPr>
        <p:spPr>
          <a:xfrm>
            <a:off x="582760" y="1179020"/>
            <a:ext cx="861670" cy="461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A8234F-BCCF-4D49-92F9-F139A6E7F00E}"/>
              </a:ext>
            </a:extLst>
          </p:cNvPr>
          <p:cNvSpPr/>
          <p:nvPr/>
        </p:nvSpPr>
        <p:spPr>
          <a:xfrm>
            <a:off x="1462276" y="2887569"/>
            <a:ext cx="4452368" cy="56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740405D4-4FDB-4C05-8D01-2D2B632B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28" y="121412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C9CD093A-8BD5-45BF-B07E-C57432C84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376488"/>
              </p:ext>
            </p:extLst>
          </p:nvPr>
        </p:nvGraphicFramePr>
        <p:xfrm>
          <a:off x="1822853" y="2023151"/>
          <a:ext cx="22590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8" name="Equation" r:id="rId3" imgW="2184120" imgH="736560" progId="">
                  <p:embed/>
                </p:oleObj>
              </mc:Choice>
              <mc:Fallback>
                <p:oleObj name="Equation" r:id="rId3" imgW="2184120" imgH="736560" progId="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61409974-95B5-4349-9C7A-3C7A3D2C5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853" y="2023151"/>
                        <a:ext cx="2259012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F2F2E9A-3BF4-4E53-AE6B-0826A1BA3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990006"/>
              </p:ext>
            </p:extLst>
          </p:nvPr>
        </p:nvGraphicFramePr>
        <p:xfrm>
          <a:off x="2145515" y="343598"/>
          <a:ext cx="28606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19" name="Equation" r:id="rId5" imgW="2768400" imgH="736560" progId="">
                  <p:embed/>
                </p:oleObj>
              </mc:Choice>
              <mc:Fallback>
                <p:oleObj name="Equation" r:id="rId5" imgW="2768400" imgH="736560" progId="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D26B6399-62F2-4E83-88F8-8F9C38615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15" y="343598"/>
                        <a:ext cx="2860675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0F03910D-023B-4328-A305-4AEED1B2E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038" y="411510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求极限</a:t>
            </a: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FAFFC696-1294-4746-ABEF-9394240CE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824005"/>
              </p:ext>
            </p:extLst>
          </p:nvPr>
        </p:nvGraphicFramePr>
        <p:xfrm>
          <a:off x="6029581" y="479379"/>
          <a:ext cx="11985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0" name="Equation" r:id="rId7" imgW="1155600" imgH="482400" progId="">
                  <p:embed/>
                </p:oleObj>
              </mc:Choice>
              <mc:Fallback>
                <p:oleObj name="Equation" r:id="rId7" imgW="1155600" imgH="482400" progId="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865BC6FF-12CB-47F2-B86D-9ED641948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581" y="479379"/>
                        <a:ext cx="119856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41AF19-7ED5-4749-8AC1-BE8F617DEA0C}"/>
              </a:ext>
            </a:extLst>
          </p:cNvPr>
          <p:cNvGrpSpPr/>
          <p:nvPr/>
        </p:nvGrpSpPr>
        <p:grpSpPr>
          <a:xfrm>
            <a:off x="1645158" y="1198719"/>
            <a:ext cx="2735557" cy="461665"/>
            <a:chOff x="4009514" y="771550"/>
            <a:chExt cx="2735557" cy="46166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770077A-8D88-4E08-899A-BD5496C69BF3}"/>
                </a:ext>
              </a:extLst>
            </p:cNvPr>
            <p:cNvGrpSpPr/>
            <p:nvPr/>
          </p:nvGrpSpPr>
          <p:grpSpPr>
            <a:xfrm>
              <a:off x="4009514" y="771550"/>
              <a:ext cx="1282566" cy="461665"/>
              <a:chOff x="2209314" y="771550"/>
              <a:chExt cx="1282566" cy="461665"/>
            </a:xfrm>
          </p:grpSpPr>
          <p:graphicFrame>
            <p:nvGraphicFramePr>
              <p:cNvPr id="15" name="Object 24">
                <a:extLst>
                  <a:ext uri="{FF2B5EF4-FFF2-40B4-BE49-F238E27FC236}">
                    <a16:creationId xmlns:a16="http://schemas.microsoft.com/office/drawing/2014/main" id="{55943EDD-EA76-409E-8D06-389B1968E6D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09314" y="886208"/>
              <a:ext cx="787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321" name="Equation" r:id="rId9" imgW="787320" imgH="342720" progId="">
                      <p:embed/>
                    </p:oleObj>
                  </mc:Choice>
                  <mc:Fallback>
                    <p:oleObj name="Equation" r:id="rId9" imgW="787320" imgH="342720" progId="">
                      <p:embed/>
                      <p:pic>
                        <p:nvPicPr>
                          <p:cNvPr id="66" name="Object 24">
                            <a:extLst>
                              <a:ext uri="{FF2B5EF4-FFF2-40B4-BE49-F238E27FC236}">
                                <a16:creationId xmlns:a16="http://schemas.microsoft.com/office/drawing/2014/main" id="{65240E43-5942-48B3-88E7-8E7179CBFC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314" y="886208"/>
                            <a:ext cx="7874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 Box 5">
                <a:extLst>
                  <a:ext uri="{FF2B5EF4-FFF2-40B4-BE49-F238E27FC236}">
                    <a16:creationId xmlns:a16="http://schemas.microsoft.com/office/drawing/2014/main" id="{611EEA32-2F44-4C6B-8000-0A38E0ED74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816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时，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1DAB1386-8466-4AFB-B454-78756B41E6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9306086"/>
                </p:ext>
              </p:extLst>
            </p:nvPr>
          </p:nvGraphicFramePr>
          <p:xfrm>
            <a:off x="5351246" y="884804"/>
            <a:ext cx="1393825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322" name="Equation" r:id="rId11" imgW="1460160" imgH="342720" progId="">
                    <p:embed/>
                  </p:oleObj>
                </mc:Choice>
                <mc:Fallback>
                  <p:oleObj name="Equation" r:id="rId11" imgW="1460160" imgH="342720" progId="">
                    <p:embed/>
                    <p:pic>
                      <p:nvPicPr>
                        <p:cNvPr id="64" name="Object 24">
                          <a:extLst>
                            <a:ext uri="{FF2B5EF4-FFF2-40B4-BE49-F238E27FC236}">
                              <a16:creationId xmlns:a16="http://schemas.microsoft.com/office/drawing/2014/main" id="{BA205022-CD46-43EC-9479-57881718B3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1246" y="884804"/>
                          <a:ext cx="1393825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7BEC5CC-9376-4F8E-8916-4D36463E76A0}"/>
              </a:ext>
            </a:extLst>
          </p:cNvPr>
          <p:cNvGrpSpPr/>
          <p:nvPr/>
        </p:nvGrpSpPr>
        <p:grpSpPr>
          <a:xfrm>
            <a:off x="4534584" y="1191068"/>
            <a:ext cx="2721879" cy="461665"/>
            <a:chOff x="4437090" y="1431670"/>
            <a:chExt cx="2721879" cy="461665"/>
          </a:xfrm>
        </p:grpSpPr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9FBF055A-A1F0-42A9-A46A-60694DAD0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090" y="143167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7A605FC2-878A-4BCD-94AC-066EA33B81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904341"/>
                </p:ext>
              </p:extLst>
            </p:nvPr>
          </p:nvGraphicFramePr>
          <p:xfrm>
            <a:off x="4852331" y="1555052"/>
            <a:ext cx="2306638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323" name="Equation" r:id="rId13" imgW="2222280" imgH="342720" progId="Equation.DSMT4">
                    <p:embed/>
                  </p:oleObj>
                </mc:Choice>
                <mc:Fallback>
                  <p:oleObj name="Equation" r:id="rId13" imgW="2222280" imgH="342720" progId="Equation.DSMT4">
                    <p:embed/>
                    <p:pic>
                      <p:nvPicPr>
                        <p:cNvPr id="72" name="Object 24">
                          <a:extLst>
                            <a:ext uri="{FF2B5EF4-FFF2-40B4-BE49-F238E27FC236}">
                              <a16:creationId xmlns:a16="http://schemas.microsoft.com/office/drawing/2014/main" id="{83BC8E53-9F8A-439F-A0E4-E5C7D144F1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2331" y="1555052"/>
                          <a:ext cx="2306638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10C6C459-1F86-4113-BC2F-DE59D7E17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819525"/>
              </p:ext>
            </p:extLst>
          </p:nvPr>
        </p:nvGraphicFramePr>
        <p:xfrm>
          <a:off x="4280303" y="2023151"/>
          <a:ext cx="29146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4" name="Equation" r:id="rId15" imgW="2819160" imgH="736560" progId="">
                  <p:embed/>
                </p:oleObj>
              </mc:Choice>
              <mc:Fallback>
                <p:oleObj name="Equation" r:id="rId15" imgW="2819160" imgH="736560" progId="">
                  <p:embed/>
                  <p:pic>
                    <p:nvPicPr>
                      <p:cNvPr id="73" name="Object 24">
                        <a:extLst>
                          <a:ext uri="{FF2B5EF4-FFF2-40B4-BE49-F238E27FC236}">
                            <a16:creationId xmlns:a16="http://schemas.microsoft.com/office/drawing/2014/main" id="{2E89210A-4604-4807-89F7-EA2C692670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0303" y="2023151"/>
                        <a:ext cx="2914650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05C4CB9B-675E-431C-AADC-C74F90F2B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196093"/>
              </p:ext>
            </p:extLst>
          </p:nvPr>
        </p:nvGraphicFramePr>
        <p:xfrm>
          <a:off x="4297765" y="2958188"/>
          <a:ext cx="32702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5" name="Equation" r:id="rId17" imgW="3162240" imgH="736560" progId="">
                  <p:embed/>
                </p:oleObj>
              </mc:Choice>
              <mc:Fallback>
                <p:oleObj name="Equation" r:id="rId17" imgW="3162240" imgH="736560" progId="">
                  <p:embed/>
                  <p:pic>
                    <p:nvPicPr>
                      <p:cNvPr id="74" name="Object 24">
                        <a:extLst>
                          <a:ext uri="{FF2B5EF4-FFF2-40B4-BE49-F238E27FC236}">
                            <a16:creationId xmlns:a16="http://schemas.microsoft.com/office/drawing/2014/main" id="{9906E7C6-68E7-42C0-B4B9-BDBFA35451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765" y="2958188"/>
                        <a:ext cx="3270250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>
            <a:extLst>
              <a:ext uri="{FF2B5EF4-FFF2-40B4-BE49-F238E27FC236}">
                <a16:creationId xmlns:a16="http://schemas.microsoft.com/office/drawing/2014/main" id="{901596CD-D2F2-432F-AA3E-C681549D8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12" y="3839208"/>
            <a:ext cx="958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求出</a:t>
            </a: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66D07EA3-C38C-4FEE-A4BA-B964B6751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201462"/>
              </p:ext>
            </p:extLst>
          </p:nvPr>
        </p:nvGraphicFramePr>
        <p:xfrm>
          <a:off x="1683079" y="3918166"/>
          <a:ext cx="18113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6" name="Equation" r:id="rId19" imgW="1752480" imgH="482400" progId="">
                  <p:embed/>
                </p:oleObj>
              </mc:Choice>
              <mc:Fallback>
                <p:oleObj name="Equation" r:id="rId19" imgW="1752480" imgH="482400" progId="">
                  <p:embed/>
                  <p:pic>
                    <p:nvPicPr>
                      <p:cNvPr id="78" name="Object 24">
                        <a:extLst>
                          <a:ext uri="{FF2B5EF4-FFF2-40B4-BE49-F238E27FC236}">
                            <a16:creationId xmlns:a16="http://schemas.microsoft.com/office/drawing/2014/main" id="{8EF5239A-EB47-471D-ADE2-887794AA2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079" y="3918166"/>
                        <a:ext cx="1811338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69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555CE1-EDCC-4901-91D1-4F39656ED085}"/>
              </a:ext>
            </a:extLst>
          </p:cNvPr>
          <p:cNvSpPr txBox="1"/>
          <p:nvPr/>
        </p:nvSpPr>
        <p:spPr>
          <a:xfrm>
            <a:off x="575048" y="324512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72D6EA-2EC0-40EC-894D-18EA3B915E3D}"/>
              </a:ext>
            </a:extLst>
          </p:cNvPr>
          <p:cNvSpPr txBox="1"/>
          <p:nvPr/>
        </p:nvSpPr>
        <p:spPr>
          <a:xfrm>
            <a:off x="588971" y="192646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A251488-7167-430B-B861-94725FC12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49479"/>
              </p:ext>
            </p:extLst>
          </p:nvPr>
        </p:nvGraphicFramePr>
        <p:xfrm>
          <a:off x="1661998" y="1773646"/>
          <a:ext cx="2552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6" name="Equation" r:id="rId3" imgW="2552400" imgH="838080" progId="">
                  <p:embed/>
                </p:oleObj>
              </mc:Choice>
              <mc:Fallback>
                <p:oleObj name="Equation" r:id="rId3" imgW="2552400" imgH="838080" progId="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9BA331FA-3615-45B9-A526-7B9ABAA56F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998" y="1773646"/>
                        <a:ext cx="2552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669C66EA-F469-4E9C-BA36-2DAF8C51419B}"/>
              </a:ext>
            </a:extLst>
          </p:cNvPr>
          <p:cNvGrpSpPr/>
          <p:nvPr/>
        </p:nvGrpSpPr>
        <p:grpSpPr>
          <a:xfrm>
            <a:off x="1547664" y="195486"/>
            <a:ext cx="7343800" cy="787400"/>
            <a:chOff x="1453622" y="541516"/>
            <a:chExt cx="7343800" cy="78740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071A5FC-C3FC-4328-A1ED-F8047BC5DCE2}"/>
                </a:ext>
              </a:extLst>
            </p:cNvPr>
            <p:cNvGrpSpPr/>
            <p:nvPr/>
          </p:nvGrpSpPr>
          <p:grpSpPr>
            <a:xfrm>
              <a:off x="1453622" y="685532"/>
              <a:ext cx="3240360" cy="461665"/>
              <a:chOff x="1619672" y="1275606"/>
              <a:chExt cx="3240360" cy="461665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9C18D87-7258-48BA-AFD1-F65543AA09D1}"/>
                  </a:ext>
                </a:extLst>
              </p:cNvPr>
              <p:cNvGrpSpPr/>
              <p:nvPr/>
            </p:nvGrpSpPr>
            <p:grpSpPr>
              <a:xfrm>
                <a:off x="1619672" y="1275606"/>
                <a:ext cx="1673645" cy="461665"/>
                <a:chOff x="3916769" y="771550"/>
                <a:chExt cx="1673645" cy="461665"/>
              </a:xfrm>
            </p:grpSpPr>
            <p:sp>
              <p:nvSpPr>
                <p:cNvPr id="13" name="Text Box 5">
                  <a:extLst>
                    <a:ext uri="{FF2B5EF4-FFF2-40B4-BE49-F238E27FC236}">
                      <a16:creationId xmlns:a16="http://schemas.microsoft.com/office/drawing/2014/main" id="{15D80AF0-7CEA-406D-898D-FD0FC6795F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6769" y="771550"/>
                  <a:ext cx="57606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hlink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</a:pPr>
                  <a:r>
                    <a:rPr lang="zh-CN" altLang="en-US" sz="24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设</a:t>
                  </a:r>
                  <a:endPara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graphicFrame>
              <p:nvGraphicFramePr>
                <p:cNvPr id="14" name="Object 24">
                  <a:extLst>
                    <a:ext uri="{FF2B5EF4-FFF2-40B4-BE49-F238E27FC236}">
                      <a16:creationId xmlns:a16="http://schemas.microsoft.com/office/drawing/2014/main" id="{5B1E1E63-860D-4F98-89E0-1B97510C531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25229643"/>
                    </p:ext>
                  </p:extLst>
                </p:nvPr>
              </p:nvGraphicFramePr>
              <p:xfrm>
                <a:off x="4396614" y="793601"/>
                <a:ext cx="1193800" cy="4064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0397" name="Equation" r:id="rId5" imgW="1193760" imgH="406080" progId="">
                        <p:embed/>
                      </p:oleObj>
                    </mc:Choice>
                    <mc:Fallback>
                      <p:oleObj name="Equation" r:id="rId5" imgW="1193760" imgH="406080" progId="">
                        <p:embed/>
                        <p:pic>
                          <p:nvPicPr>
                            <p:cNvPr id="10" name="Object 24">
                              <a:extLst>
                                <a:ext uri="{FF2B5EF4-FFF2-40B4-BE49-F238E27FC236}">
                                  <a16:creationId xmlns:a16="http://schemas.microsoft.com/office/drawing/2014/main" id="{9D1E876A-567D-4DF2-A358-217B1C6E32C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6614" y="793601"/>
                              <a:ext cx="1193800" cy="4064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7BC0F76B-8B0C-499B-BBAF-3949037AA9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4585" y="1275606"/>
                <a:ext cx="163544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是无穷小，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18FD8AF0-BBAA-48CF-AB31-1A477CAB90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1297651"/>
                </p:ext>
              </p:extLst>
            </p:nvPr>
          </p:nvGraphicFramePr>
          <p:xfrm>
            <a:off x="4599154" y="724489"/>
            <a:ext cx="1714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98" name="Equation" r:id="rId7" imgW="1714320" imgH="419040" progId="">
                    <p:embed/>
                  </p:oleObj>
                </mc:Choice>
                <mc:Fallback>
                  <p:oleObj name="Equation" r:id="rId7" imgW="1714320" imgH="419040" progId="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A08945D1-BC85-467A-83CA-2BE39F4142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9154" y="724489"/>
                          <a:ext cx="17145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7F1603EC-5136-40F5-957D-A12907CDD1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8842823"/>
                </p:ext>
              </p:extLst>
            </p:nvPr>
          </p:nvGraphicFramePr>
          <p:xfrm>
            <a:off x="6673694" y="541516"/>
            <a:ext cx="7366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99" name="Equation" r:id="rId9" imgW="736560" imgH="787320" progId="">
                    <p:embed/>
                  </p:oleObj>
                </mc:Choice>
                <mc:Fallback>
                  <p:oleObj name="Equation" r:id="rId9" imgW="736560" imgH="787320" progId="">
                    <p:embed/>
                    <p:pic>
                      <p:nvPicPr>
                        <p:cNvPr id="40" name="Object 24">
                          <a:extLst>
                            <a:ext uri="{FF2B5EF4-FFF2-40B4-BE49-F238E27FC236}">
                              <a16:creationId xmlns:a16="http://schemas.microsoft.com/office/drawing/2014/main" id="{1ACFF254-FDA3-4CC0-A0A7-822E014DE3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3694" y="541516"/>
                          <a:ext cx="73660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0C20660F-B773-46B9-835D-99435CEE1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3774" y="685532"/>
              <a:ext cx="14036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存在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6A6C463E-720E-4EDC-98DE-B74603791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646" y="685532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且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0AEDF93A-0C37-432C-A62D-4E99F01995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851334"/>
              </p:ext>
            </p:extLst>
          </p:nvPr>
        </p:nvGraphicFramePr>
        <p:xfrm>
          <a:off x="3227636" y="771550"/>
          <a:ext cx="1739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0" name="Equation" r:id="rId11" imgW="1739880" imgH="787320" progId="">
                  <p:embed/>
                </p:oleObj>
              </mc:Choice>
              <mc:Fallback>
                <p:oleObj name="Equation" r:id="rId11" imgW="1739880" imgH="787320" progId="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25114EC0-75AD-46FC-9CFD-9D6FC900A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636" y="771550"/>
                        <a:ext cx="1739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9EF91971-4B72-4346-BF6D-5A08360C8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608638"/>
              </p:ext>
            </p:extLst>
          </p:nvPr>
        </p:nvGraphicFramePr>
        <p:xfrm>
          <a:off x="4275525" y="1783073"/>
          <a:ext cx="266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1" name="Equation" r:id="rId13" imgW="2666880" imgH="838080" progId="">
                  <p:embed/>
                </p:oleObj>
              </mc:Choice>
              <mc:Fallback>
                <p:oleObj name="Equation" r:id="rId13" imgW="2666880" imgH="838080" progId="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E9E3266B-7EF1-4D25-B23A-5A22D54B31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525" y="1783073"/>
                        <a:ext cx="26670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DAF5FEF0-C79D-41B9-A200-BA063E800C8E}"/>
              </a:ext>
            </a:extLst>
          </p:cNvPr>
          <p:cNvSpPr txBox="1"/>
          <p:nvPr/>
        </p:nvSpPr>
        <p:spPr>
          <a:xfrm>
            <a:off x="595145" y="295556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2A8B1209-28AE-463E-B6F1-8829D85F9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949218"/>
              </p:ext>
            </p:extLst>
          </p:nvPr>
        </p:nvGraphicFramePr>
        <p:xfrm>
          <a:off x="7053625" y="1763593"/>
          <a:ext cx="97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2" name="Equation" r:id="rId15" imgW="977760" imgH="787320" progId="">
                  <p:embed/>
                </p:oleObj>
              </mc:Choice>
              <mc:Fallback>
                <p:oleObj name="Equation" r:id="rId15" imgW="977760" imgH="787320" progId="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CDDFE736-C135-45B4-B545-85F65014F6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625" y="1763593"/>
                        <a:ext cx="977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8385C9D9-59BD-4D69-9B2B-E3BAF7977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812257"/>
              </p:ext>
            </p:extLst>
          </p:nvPr>
        </p:nvGraphicFramePr>
        <p:xfrm>
          <a:off x="1655193" y="3620393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3" name="Equation" r:id="rId17" imgW="1282680" imgH="736560" progId="">
                  <p:embed/>
                </p:oleObj>
              </mc:Choice>
              <mc:Fallback>
                <p:oleObj name="Equation" r:id="rId17" imgW="1282680" imgH="736560" progId="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21F45F13-F348-4C4A-8857-377C71680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193" y="3620393"/>
                        <a:ext cx="1282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8BBDC7B5-8C39-4BA0-B39F-4EE65F2B7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881266"/>
              </p:ext>
            </p:extLst>
          </p:nvPr>
        </p:nvGraphicFramePr>
        <p:xfrm>
          <a:off x="2936686" y="3619385"/>
          <a:ext cx="109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4" name="Equation" r:id="rId19" imgW="1091880" imgH="736560" progId="">
                  <p:embed/>
                </p:oleObj>
              </mc:Choice>
              <mc:Fallback>
                <p:oleObj name="Equation" r:id="rId19" imgW="1091880" imgH="736560" progId="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FFC433BD-2E3B-4757-882C-4597F47A5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686" y="3619385"/>
                        <a:ext cx="1092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B424C09B-8EAA-466F-8BC4-1508D8405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808058"/>
              </p:ext>
            </p:extLst>
          </p:nvPr>
        </p:nvGraphicFramePr>
        <p:xfrm>
          <a:off x="4129635" y="3599407"/>
          <a:ext cx="55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5" name="Equation" r:id="rId21" imgW="558720" imgH="736560" progId="">
                  <p:embed/>
                </p:oleObj>
              </mc:Choice>
              <mc:Fallback>
                <p:oleObj name="Equation" r:id="rId21" imgW="558720" imgH="736560" progId="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C8F2C98D-EA42-4B53-AD6C-5C84DDA58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635" y="3599407"/>
                        <a:ext cx="558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9FA7ED26-A5F8-421B-A58E-D8446D6F2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204254"/>
              </p:ext>
            </p:extLst>
          </p:nvPr>
        </p:nvGraphicFramePr>
        <p:xfrm>
          <a:off x="4614293" y="2998093"/>
          <a:ext cx="1346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6" name="Equation" r:id="rId23" imgW="1346040" imgH="279360" progId="Equation.DSMT4">
                  <p:embed/>
                </p:oleObj>
              </mc:Choice>
              <mc:Fallback>
                <p:oleObj name="Equation" r:id="rId23" imgW="1346040" imgH="27936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FB170CC3-3062-4FFC-AFC6-6735DB3735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293" y="2998093"/>
                        <a:ext cx="1346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3747DF53-AF74-4D1F-B702-2F8C2778A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712284"/>
              </p:ext>
            </p:extLst>
          </p:nvPr>
        </p:nvGraphicFramePr>
        <p:xfrm>
          <a:off x="2998218" y="3012381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7" name="Equation" r:id="rId25" imgW="1536480" imgH="342720" progId="Equation.DSMT4">
                  <p:embed/>
                </p:oleObj>
              </mc:Choice>
              <mc:Fallback>
                <p:oleObj name="Equation" r:id="rId25" imgW="1536480" imgH="3427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3044E918-D27D-4B43-85D3-64C478366A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218" y="3012381"/>
                        <a:ext cx="1536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">
            <a:extLst>
              <a:ext uri="{FF2B5EF4-FFF2-40B4-BE49-F238E27FC236}">
                <a16:creationId xmlns:a16="http://schemas.microsoft.com/office/drawing/2014/main" id="{2851177A-E84B-4543-9602-FDA432EA5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375" y="2925950"/>
            <a:ext cx="9361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时，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7EC758A3-F73C-4346-A425-B06353741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887873"/>
              </p:ext>
            </p:extLst>
          </p:nvPr>
        </p:nvGraphicFramePr>
        <p:xfrm>
          <a:off x="1630295" y="3035433"/>
          <a:ext cx="80010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8" name="Equation" r:id="rId27" imgW="774360" imgH="279360" progId="">
                  <p:embed/>
                </p:oleObj>
              </mc:Choice>
              <mc:Fallback>
                <p:oleObj name="Equation" r:id="rId27" imgW="774360" imgH="279360" progId="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56691172-F418-40A0-A2B1-5F914AB4D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295" y="3035433"/>
                        <a:ext cx="800100" cy="26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36204BA9-DDD9-4511-9A66-B0C5610243D4}"/>
              </a:ext>
            </a:extLst>
          </p:cNvPr>
          <p:cNvSpPr txBox="1"/>
          <p:nvPr/>
        </p:nvSpPr>
        <p:spPr>
          <a:xfrm>
            <a:off x="5863777" y="2940577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，所以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891C97-99ED-43B3-B27E-387869450F97}"/>
              </a:ext>
            </a:extLst>
          </p:cNvPr>
          <p:cNvSpPr/>
          <p:nvPr/>
        </p:nvSpPr>
        <p:spPr>
          <a:xfrm>
            <a:off x="5183560" y="982886"/>
            <a:ext cx="2989009" cy="461665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等价无穷小替换定理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AC020D9-118A-4569-946D-4A3C8F6E0657}"/>
              </a:ext>
            </a:extLst>
          </p:cNvPr>
          <p:cNvCxnSpPr/>
          <p:nvPr/>
        </p:nvCxnSpPr>
        <p:spPr>
          <a:xfrm>
            <a:off x="3815408" y="3746389"/>
            <a:ext cx="213478" cy="1440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F3D7E6C-06CD-4758-8E20-0D738674F1F9}"/>
              </a:ext>
            </a:extLst>
          </p:cNvPr>
          <p:cNvCxnSpPr/>
          <p:nvPr/>
        </p:nvCxnSpPr>
        <p:spPr>
          <a:xfrm>
            <a:off x="3815408" y="4181139"/>
            <a:ext cx="213478" cy="1440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23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4" grpId="0"/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6">
            <a:extLst>
              <a:ext uri="{FF2B5EF4-FFF2-40B4-BE49-F238E27FC236}">
                <a16:creationId xmlns:a16="http://schemas.microsoft.com/office/drawing/2014/main" id="{95B09F83-C74B-45C7-B60F-318CAAB8F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39502"/>
            <a:ext cx="78488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注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求乘积或商的极限时，等价无穷小替换可简化计算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7A1926-ECCE-4452-A5A4-7D099CDC2011}"/>
              </a:ext>
            </a:extLst>
          </p:cNvPr>
          <p:cNvSpPr/>
          <p:nvPr/>
        </p:nvSpPr>
        <p:spPr>
          <a:xfrm>
            <a:off x="1167978" y="928020"/>
            <a:ext cx="6992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但和差（即代数和）中的各无穷小不要分别替换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 </a:t>
            </a:r>
            <a:endParaRPr lang="zh-CN" altLang="en-US" sz="2400" b="1" dirty="0"/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066543D1-0614-4401-B2F0-E1566553A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566562"/>
            <a:ext cx="3944172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应用等价无穷小替换的原则</a:t>
            </a:r>
            <a:endParaRPr lang="en-US" altLang="zh-CN" sz="2400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B3D27EAE-64AE-4C26-B062-1BDAFFC8C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203" y="2239873"/>
            <a:ext cx="792088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2400" b="1" dirty="0">
                <a:latin typeface="+mn-ea"/>
              </a:rPr>
              <a:t>(1) </a:t>
            </a:r>
            <a:r>
              <a:rPr lang="zh-CN" altLang="en-US" sz="2400" b="1" dirty="0">
                <a:latin typeface="+mn-ea"/>
              </a:rPr>
              <a:t>当分子和（或）分母中的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乘积因子</a:t>
            </a:r>
            <a:r>
              <a:rPr lang="zh-CN" altLang="en-US" sz="2400" b="1" dirty="0">
                <a:latin typeface="+mn-ea"/>
              </a:rPr>
              <a:t>是无穷小时，可用</a:t>
            </a:r>
            <a:endParaRPr lang="en-US" altLang="zh-CN" sz="24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7F5168A3-D0F1-46CF-A8A4-50E9F15DA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203" y="3519182"/>
            <a:ext cx="78778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(2)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求极限时，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若能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用等价无穷小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替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换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，先替换，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再结合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53CC6C1B-9437-4C0C-A47A-70A8F2575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10" y="4238453"/>
            <a:ext cx="4464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其它</a:t>
            </a:r>
            <a:r>
              <a:rPr lang="zh-CN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方法求极限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，可简化计算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8D797D-889C-495C-9600-D4C7B9133A0E}"/>
              </a:ext>
            </a:extLst>
          </p:cNvPr>
          <p:cNvSpPr/>
          <p:nvPr/>
        </p:nvSpPr>
        <p:spPr>
          <a:xfrm>
            <a:off x="399036" y="2906459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等价无穷小代换；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978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3" grpId="0" animBg="1"/>
      <p:bldP spid="24" grpId="0"/>
      <p:bldP spid="25" grpId="0" build="p" autoUpdateAnimBg="0"/>
      <p:bldP spid="26" grpId="0"/>
      <p:bldP spid="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898D87-58B4-4490-8CD1-7D76C0EE9186}"/>
              </a:ext>
            </a:extLst>
          </p:cNvPr>
          <p:cNvGrpSpPr/>
          <p:nvPr/>
        </p:nvGrpSpPr>
        <p:grpSpPr>
          <a:xfrm>
            <a:off x="827585" y="267494"/>
            <a:ext cx="3240360" cy="463739"/>
            <a:chOff x="657858" y="1143313"/>
            <a:chExt cx="3323015" cy="46373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78B1DBE-F25E-4E7F-A16A-A315C25CDEC9}"/>
                </a:ext>
              </a:extLst>
            </p:cNvPr>
            <p:cNvSpPr txBox="1"/>
            <p:nvPr/>
          </p:nvSpPr>
          <p:spPr>
            <a:xfrm>
              <a:off x="1409171" y="1145387"/>
              <a:ext cx="2571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计算下列各极限：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80B3CB8-29C3-48E7-9821-54C9BA49703F}"/>
                </a:ext>
              </a:extLst>
            </p:cNvPr>
            <p:cNvSpPr txBox="1"/>
            <p:nvPr/>
          </p:nvSpPr>
          <p:spPr>
            <a:xfrm>
              <a:off x="657858" y="1143313"/>
              <a:ext cx="938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10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E7D1557-7CCC-42BF-9073-1DE34478A1D6}"/>
              </a:ext>
            </a:extLst>
          </p:cNvPr>
          <p:cNvGrpSpPr/>
          <p:nvPr/>
        </p:nvGrpSpPr>
        <p:grpSpPr>
          <a:xfrm>
            <a:off x="1070394" y="1075701"/>
            <a:ext cx="2081750" cy="774360"/>
            <a:chOff x="944748" y="1707654"/>
            <a:chExt cx="2081750" cy="77436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5D9361B-73DC-453D-982E-6E40E218620E}"/>
                </a:ext>
              </a:extLst>
            </p:cNvPr>
            <p:cNvSpPr txBox="1"/>
            <p:nvPr/>
          </p:nvSpPr>
          <p:spPr>
            <a:xfrm>
              <a:off x="944748" y="1898041"/>
              <a:ext cx="696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(1)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A4752E95-D987-4914-96F4-53A9D52F45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1640287"/>
                </p:ext>
              </p:extLst>
            </p:nvPr>
          </p:nvGraphicFramePr>
          <p:xfrm>
            <a:off x="1502618" y="1707654"/>
            <a:ext cx="1523880" cy="774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66" name="Equation" r:id="rId3" imgW="1523880" imgH="774360" progId="">
                    <p:embed/>
                  </p:oleObj>
                </mc:Choice>
                <mc:Fallback>
                  <p:oleObj name="Equation" r:id="rId3" imgW="1523880" imgH="774360" progId="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A90B1115-1ACD-4B8F-9A5D-9F6462FD7B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618" y="1707654"/>
                          <a:ext cx="1523880" cy="774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C7BCEAD-9822-4898-B1F6-3969DB779E6E}"/>
              </a:ext>
            </a:extLst>
          </p:cNvPr>
          <p:cNvSpPr txBox="1"/>
          <p:nvPr/>
        </p:nvSpPr>
        <p:spPr>
          <a:xfrm>
            <a:off x="854436" y="2177495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1FE4C54-D96E-4F15-A604-F1C3652AFA90}"/>
              </a:ext>
            </a:extLst>
          </p:cNvPr>
          <p:cNvGrpSpPr/>
          <p:nvPr/>
        </p:nvGrpSpPr>
        <p:grpSpPr>
          <a:xfrm>
            <a:off x="1586239" y="2154049"/>
            <a:ext cx="1218552" cy="461665"/>
            <a:chOff x="5015866" y="771550"/>
            <a:chExt cx="1218552" cy="461665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C6451378-888F-4437-9327-48673365B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362" y="77155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D12FBC49-2725-45D0-B9A1-1039E599A3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2156050"/>
                </p:ext>
              </p:extLst>
            </p:nvPr>
          </p:nvGraphicFramePr>
          <p:xfrm>
            <a:off x="5015866" y="878656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67" name="Equation" r:id="rId5" imgW="774360" imgH="279360" progId="">
                    <p:embed/>
                  </p:oleObj>
                </mc:Choice>
                <mc:Fallback>
                  <p:oleObj name="Equation" r:id="rId5" imgW="774360" imgH="279360" progId="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5AEAB2C2-FCC5-4D3F-A6B5-601618878D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866" y="878656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5">
            <a:extLst>
              <a:ext uri="{FF2B5EF4-FFF2-40B4-BE49-F238E27FC236}">
                <a16:creationId xmlns:a16="http://schemas.microsoft.com/office/drawing/2014/main" id="{D803FEF4-8376-4D34-89EB-0A28EB88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702" y="2095536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1B1C1EB4-515F-4E83-A69D-2F465064C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187214"/>
              </p:ext>
            </p:extLst>
          </p:nvPr>
        </p:nvGraphicFramePr>
        <p:xfrm>
          <a:off x="1621451" y="3158222"/>
          <a:ext cx="528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68" name="Equation" r:id="rId7" imgW="5283000" imgH="1143000" progId="">
                  <p:embed/>
                </p:oleObj>
              </mc:Choice>
              <mc:Fallback>
                <p:oleObj name="Equation" r:id="rId7" imgW="5283000" imgH="1143000" progId="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D63E985C-7D67-4EAF-A9E8-92EE893AE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451" y="3158222"/>
                        <a:ext cx="5283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4137A666-1100-4A33-B75B-AFA5E44D62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16990"/>
              </p:ext>
            </p:extLst>
          </p:nvPr>
        </p:nvGraphicFramePr>
        <p:xfrm>
          <a:off x="6923268" y="3415147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69" name="Equation" r:id="rId9" imgW="507960" imgH="342720" progId="">
                  <p:embed/>
                </p:oleObj>
              </mc:Choice>
              <mc:Fallback>
                <p:oleObj name="Equation" r:id="rId9" imgW="507960" imgH="342720" progId="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7D78C8F4-B4D2-4D1F-ADE5-E76ACDC3EF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268" y="3415147"/>
                        <a:ext cx="50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D7CE0AD1-CAD0-4495-B4FD-896AF6CB4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583140"/>
              </p:ext>
            </p:extLst>
          </p:nvPr>
        </p:nvGraphicFramePr>
        <p:xfrm>
          <a:off x="2961417" y="2023528"/>
          <a:ext cx="223488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70" name="Equation" r:id="rId11" imgW="2234880" imgH="723600" progId="">
                  <p:embed/>
                </p:oleObj>
              </mc:Choice>
              <mc:Fallback>
                <p:oleObj name="Equation" r:id="rId11" imgW="2234880" imgH="723600" progId="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43FF8938-F5B1-4710-9AFF-708CA7434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417" y="2023528"/>
                        <a:ext cx="223488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0A4A982-5781-4A1E-A977-5469ED54F383}"/>
              </a:ext>
            </a:extLst>
          </p:cNvPr>
          <p:cNvCxnSpPr>
            <a:cxnSpLocks/>
          </p:cNvCxnSpPr>
          <p:nvPr/>
        </p:nvCxnSpPr>
        <p:spPr>
          <a:xfrm>
            <a:off x="5660372" y="3327732"/>
            <a:ext cx="216024" cy="1071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930702-7C28-4EE2-8859-D7B7B1C4A61E}"/>
              </a:ext>
            </a:extLst>
          </p:cNvPr>
          <p:cNvCxnSpPr>
            <a:cxnSpLocks/>
          </p:cNvCxnSpPr>
          <p:nvPr/>
        </p:nvCxnSpPr>
        <p:spPr>
          <a:xfrm>
            <a:off x="6326978" y="3884013"/>
            <a:ext cx="216024" cy="1071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9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DE82EA-0278-457E-A2EE-991458918195}"/>
              </a:ext>
            </a:extLst>
          </p:cNvPr>
          <p:cNvSpPr txBox="1"/>
          <p:nvPr/>
        </p:nvSpPr>
        <p:spPr>
          <a:xfrm>
            <a:off x="865671" y="524377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(2)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4E89CC75-91B8-4AAE-AA93-6A2C74211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19290"/>
              </p:ext>
            </p:extLst>
          </p:nvPr>
        </p:nvGraphicFramePr>
        <p:xfrm>
          <a:off x="1403648" y="267494"/>
          <a:ext cx="203184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4" name="Equation" r:id="rId3" imgW="2031840" imgH="888840" progId="">
                  <p:embed/>
                </p:oleObj>
              </mc:Choice>
              <mc:Fallback>
                <p:oleObj name="Equation" r:id="rId3" imgW="2031840" imgH="888840" progId="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A90B1115-1ACD-4B8F-9A5D-9F6462FD7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67494"/>
                        <a:ext cx="2031840" cy="888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D44D886-4C38-4DF5-8E6B-734FCC1C37A3}"/>
              </a:ext>
            </a:extLst>
          </p:cNvPr>
          <p:cNvSpPr txBox="1"/>
          <p:nvPr/>
        </p:nvSpPr>
        <p:spPr>
          <a:xfrm>
            <a:off x="793663" y="1499145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E9F75ED-4B72-406E-8236-76D03A92AD50}"/>
              </a:ext>
            </a:extLst>
          </p:cNvPr>
          <p:cNvGrpSpPr/>
          <p:nvPr/>
        </p:nvGrpSpPr>
        <p:grpSpPr>
          <a:xfrm>
            <a:off x="1366387" y="1498184"/>
            <a:ext cx="1218552" cy="461665"/>
            <a:chOff x="5015866" y="771550"/>
            <a:chExt cx="1218552" cy="46166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E14FBEDE-4D30-479B-9E27-C423DDEB3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362" y="77155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0B018680-E7B1-434F-9C7A-4FCD71D2F88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15866" y="878656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25" name="Equation" r:id="rId5" imgW="774360" imgH="279360" progId="">
                    <p:embed/>
                  </p:oleObj>
                </mc:Choice>
                <mc:Fallback>
                  <p:oleObj name="Equation" r:id="rId5" imgW="774360" imgH="279360" progId="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5AEAB2C2-FCC5-4D3F-A6B5-601618878D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866" y="878656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BA621F1D-A7F8-4F7E-B626-C28905B24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719528"/>
              </p:ext>
            </p:extLst>
          </p:nvPr>
        </p:nvGraphicFramePr>
        <p:xfrm>
          <a:off x="3745991" y="3312903"/>
          <a:ext cx="154908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6" name="Equation" r:id="rId7" imgW="1549080" imgH="774360" progId="">
                  <p:embed/>
                </p:oleObj>
              </mc:Choice>
              <mc:Fallback>
                <p:oleObj name="Equation" r:id="rId7" imgW="1549080" imgH="774360" progId="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D63E985C-7D67-4EAF-A9E8-92EE893AE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5991" y="3312903"/>
                        <a:ext cx="1549080" cy="77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134110C3-AF8D-49C7-AF0C-02A32737E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070904"/>
              </p:ext>
            </p:extLst>
          </p:nvPr>
        </p:nvGraphicFramePr>
        <p:xfrm>
          <a:off x="1585751" y="3217628"/>
          <a:ext cx="203184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7" name="Equation" r:id="rId9" imgW="2031840" imgH="888840" progId="">
                  <p:embed/>
                </p:oleObj>
              </mc:Choice>
              <mc:Fallback>
                <p:oleObj name="Equation" r:id="rId9" imgW="2031840" imgH="888840" progId="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849F68D7-E03D-41D8-9ECA-1A14B48C0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751" y="3217628"/>
                        <a:ext cx="2031840" cy="888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EC22D858-210C-49B5-8682-F5B63FF15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31" y="3460590"/>
            <a:ext cx="10505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3F27974A-4F5B-4519-8F9D-564E1BE0B3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999442"/>
              </p:ext>
            </p:extLst>
          </p:nvPr>
        </p:nvGraphicFramePr>
        <p:xfrm>
          <a:off x="2824950" y="1372358"/>
          <a:ext cx="32130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8" name="Equation" r:id="rId11" imgW="3213000" imgH="736560" progId="">
                  <p:embed/>
                </p:oleObj>
              </mc:Choice>
              <mc:Fallback>
                <p:oleObj name="Equation" r:id="rId11" imgW="3213000" imgH="736560" progId="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FCEE2A51-A16B-48F3-88BC-5541DF4E2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950" y="1372358"/>
                        <a:ext cx="321300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183D7AE3-9B30-42D9-A364-A06D13FDE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389824"/>
              </p:ext>
            </p:extLst>
          </p:nvPr>
        </p:nvGraphicFramePr>
        <p:xfrm>
          <a:off x="2737879" y="2413038"/>
          <a:ext cx="31874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9" name="Equation" r:id="rId13" imgW="3187440" imgH="406080" progId="">
                  <p:embed/>
                </p:oleObj>
              </mc:Choice>
              <mc:Fallback>
                <p:oleObj name="Equation" r:id="rId13" imgW="3187440" imgH="406080" progId="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01C8C7C5-89F2-4C22-BAA7-F7A83681A7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7879" y="2413038"/>
                        <a:ext cx="318744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557ED8B-249B-401D-AF5C-F299E6BE70F6}"/>
              </a:ext>
            </a:extLst>
          </p:cNvPr>
          <p:cNvCxnSpPr/>
          <p:nvPr/>
        </p:nvCxnSpPr>
        <p:spPr>
          <a:xfrm>
            <a:off x="4489534" y="3459391"/>
            <a:ext cx="216000" cy="216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1D3B1EF-3A69-42BF-B038-E71022E466FD}"/>
              </a:ext>
            </a:extLst>
          </p:cNvPr>
          <p:cNvCxnSpPr/>
          <p:nvPr/>
        </p:nvCxnSpPr>
        <p:spPr>
          <a:xfrm>
            <a:off x="4515047" y="3850247"/>
            <a:ext cx="216000" cy="216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6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561A70-4877-4C3F-9FB2-3FF015925A2C}"/>
              </a:ext>
            </a:extLst>
          </p:cNvPr>
          <p:cNvSpPr txBox="1"/>
          <p:nvPr/>
        </p:nvSpPr>
        <p:spPr>
          <a:xfrm>
            <a:off x="910691" y="384677"/>
            <a:ext cx="69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(3)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B9204B62-04FB-4C82-BC5E-41B7E1004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98604"/>
              </p:ext>
            </p:extLst>
          </p:nvPr>
        </p:nvGraphicFramePr>
        <p:xfrm>
          <a:off x="1475656" y="267494"/>
          <a:ext cx="195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6" name="Equation" r:id="rId3" imgW="1955520" imgH="774360" progId="">
                  <p:embed/>
                </p:oleObj>
              </mc:Choice>
              <mc:Fallback>
                <p:oleObj name="Equation" r:id="rId3" imgW="1955520" imgH="774360" progId="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A90B1115-1ACD-4B8F-9A5D-9F6462FD7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67494"/>
                        <a:ext cx="1955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9158F83-DE11-4FD9-9CBE-185B66FA66A9}"/>
              </a:ext>
            </a:extLst>
          </p:cNvPr>
          <p:cNvSpPr txBox="1"/>
          <p:nvPr/>
        </p:nvSpPr>
        <p:spPr>
          <a:xfrm>
            <a:off x="902988" y="1342738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37029DF-8F11-400C-8AA9-ED88BDABC622}"/>
              </a:ext>
            </a:extLst>
          </p:cNvPr>
          <p:cNvGrpSpPr/>
          <p:nvPr/>
        </p:nvGrpSpPr>
        <p:grpSpPr>
          <a:xfrm>
            <a:off x="1595064" y="1332494"/>
            <a:ext cx="1235330" cy="461665"/>
            <a:chOff x="4999088" y="771550"/>
            <a:chExt cx="1235330" cy="46166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C1A3646-9930-47C3-8CEF-186C2AA0D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362" y="77155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C8F4D9E3-E29C-4268-8285-C705738B76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596398"/>
                </p:ext>
              </p:extLst>
            </p:nvPr>
          </p:nvGraphicFramePr>
          <p:xfrm>
            <a:off x="4999088" y="861878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57" name="Equation" r:id="rId5" imgW="774360" imgH="279360" progId="">
                    <p:embed/>
                  </p:oleObj>
                </mc:Choice>
                <mc:Fallback>
                  <p:oleObj name="Equation" r:id="rId5" imgW="774360" imgH="279360" progId="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5AEAB2C2-FCC5-4D3F-A6B5-601618878D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9088" y="861878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F09D5E4A-BF4F-45C3-831E-893C56BC9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526" y="1355739"/>
            <a:ext cx="10505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B45A2D9A-572A-4CB7-8940-2DDCF890E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811628"/>
              </p:ext>
            </p:extLst>
          </p:nvPr>
        </p:nvGraphicFramePr>
        <p:xfrm>
          <a:off x="1437556" y="2194719"/>
          <a:ext cx="195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8" name="Equation" r:id="rId7" imgW="1955520" imgH="774360" progId="">
                  <p:embed/>
                </p:oleObj>
              </mc:Choice>
              <mc:Fallback>
                <p:oleObj name="Equation" r:id="rId7" imgW="1955520" imgH="774360" progId="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EE36E520-D42F-4B10-9B8F-8F267A85F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556" y="2194719"/>
                        <a:ext cx="1955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F5DAF03C-D0BE-458D-AD35-A2A8F835D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63336"/>
              </p:ext>
            </p:extLst>
          </p:nvPr>
        </p:nvGraphicFramePr>
        <p:xfrm>
          <a:off x="3586655" y="2194719"/>
          <a:ext cx="26794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9" name="Equation" r:id="rId9" imgW="2679480" imgH="736560" progId="">
                  <p:embed/>
                </p:oleObj>
              </mc:Choice>
              <mc:Fallback>
                <p:oleObj name="Equation" r:id="rId9" imgW="2679480" imgH="736560" progId="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B66D6EAE-2528-40DF-84E5-2CBFC5839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655" y="2194719"/>
                        <a:ext cx="26794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1625EF37-14A2-4746-9A79-4B7D77B90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032137"/>
              </p:ext>
            </p:extLst>
          </p:nvPr>
        </p:nvGraphicFramePr>
        <p:xfrm>
          <a:off x="3002831" y="1361282"/>
          <a:ext cx="14462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0" name="Equation" r:id="rId11" imgW="1447560" imgH="444240" progId="">
                  <p:embed/>
                </p:oleObj>
              </mc:Choice>
              <mc:Fallback>
                <p:oleObj name="Equation" r:id="rId11" imgW="1447560" imgH="444240" progId="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375BA4D5-F766-402B-B734-1DCE06F39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831" y="1361282"/>
                        <a:ext cx="1446212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13758345-3035-4F12-9902-F56AC4100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796636"/>
              </p:ext>
            </p:extLst>
          </p:nvPr>
        </p:nvGraphicFramePr>
        <p:xfrm>
          <a:off x="3529831" y="3058815"/>
          <a:ext cx="1587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1" name="Equation" r:id="rId13" imgW="1587240" imgH="1079280" progId="">
                  <p:embed/>
                </p:oleObj>
              </mc:Choice>
              <mc:Fallback>
                <p:oleObj name="Equation" r:id="rId13" imgW="1587240" imgH="1079280" progId="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3F1C0968-5F2A-42C4-A7FC-8658C16CE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831" y="3058815"/>
                        <a:ext cx="15875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982BFEEE-642A-44D2-99FA-D0B6A7D5D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198402"/>
              </p:ext>
            </p:extLst>
          </p:nvPr>
        </p:nvGraphicFramePr>
        <p:xfrm>
          <a:off x="5237752" y="3402077"/>
          <a:ext cx="5587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2" name="Equation" r:id="rId15" imgW="558720" imgH="723600" progId="">
                  <p:embed/>
                </p:oleObj>
              </mc:Choice>
              <mc:Fallback>
                <p:oleObj name="Equation" r:id="rId15" imgW="558720" imgH="723600" progId="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D3C5B8C6-ECB9-4E2C-8ECA-D050D1752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752" y="3402077"/>
                        <a:ext cx="55872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2376F8D-3F58-4BEB-96B5-D8AE16CE82A1}"/>
              </a:ext>
            </a:extLst>
          </p:cNvPr>
          <p:cNvCxnSpPr/>
          <p:nvPr/>
        </p:nvCxnSpPr>
        <p:spPr>
          <a:xfrm>
            <a:off x="4249911" y="3346847"/>
            <a:ext cx="144016" cy="1440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299ED9-5F0A-46B0-8F75-5C4F1C7B04FB}"/>
              </a:ext>
            </a:extLst>
          </p:cNvPr>
          <p:cNvCxnSpPr/>
          <p:nvPr/>
        </p:nvCxnSpPr>
        <p:spPr>
          <a:xfrm>
            <a:off x="4813376" y="3346847"/>
            <a:ext cx="144016" cy="1440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18EAC01-F9B9-4DC5-81A5-48BADA8B0479}"/>
              </a:ext>
            </a:extLst>
          </p:cNvPr>
          <p:cNvCxnSpPr/>
          <p:nvPr/>
        </p:nvCxnSpPr>
        <p:spPr>
          <a:xfrm>
            <a:off x="4567510" y="3922911"/>
            <a:ext cx="144016" cy="1440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AE1C0B-A310-4221-BC91-72C6131A59BB}"/>
              </a:ext>
            </a:extLst>
          </p:cNvPr>
          <p:cNvSpPr txBox="1">
            <a:spLocks noChangeArrowheads="1"/>
          </p:cNvSpPr>
          <p:nvPr/>
        </p:nvSpPr>
        <p:spPr>
          <a:xfrm>
            <a:off x="534999" y="426500"/>
            <a:ext cx="1351288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</a:rPr>
              <a:t>思考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Text Box 20">
            <a:extLst>
              <a:ext uri="{FF2B5EF4-FFF2-40B4-BE49-F238E27FC236}">
                <a16:creationId xmlns:a16="http://schemas.microsoft.com/office/drawing/2014/main" id="{D17ECF87-EC5F-41A8-8DBC-CB2AFD5A5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015" y="3545608"/>
            <a:ext cx="1440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不对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A1806801-6024-497E-BFB1-105DF27D5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83518"/>
            <a:ext cx="2443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下面解法对吗？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002A813D-D366-4CC5-B1F8-BB904CC2A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151878"/>
              </p:ext>
            </p:extLst>
          </p:nvPr>
        </p:nvGraphicFramePr>
        <p:xfrm>
          <a:off x="2326468" y="2266140"/>
          <a:ext cx="195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2" name="Equation" r:id="rId3" imgW="1955520" imgH="774360" progId="">
                  <p:embed/>
                </p:oleObj>
              </mc:Choice>
              <mc:Fallback>
                <p:oleObj name="Equation" r:id="rId3" imgW="1955520" imgH="774360" progId="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9AB15FAC-F387-4B2B-BFEC-2C91F1C44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468" y="2266140"/>
                        <a:ext cx="1955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5">
            <a:extLst>
              <a:ext uri="{FF2B5EF4-FFF2-40B4-BE49-F238E27FC236}">
                <a16:creationId xmlns:a16="http://schemas.microsoft.com/office/drawing/2014/main" id="{588AAE10-63D4-48DB-9B10-839A6A014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892" y="2397227"/>
            <a:ext cx="122413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所以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7CC4EC-4E9F-49D5-BCF5-3BE17347E3ED}"/>
              </a:ext>
            </a:extLst>
          </p:cNvPr>
          <p:cNvSpPr txBox="1">
            <a:spLocks noChangeArrowheads="1"/>
          </p:cNvSpPr>
          <p:nvPr/>
        </p:nvSpPr>
        <p:spPr>
          <a:xfrm>
            <a:off x="1234707" y="1250635"/>
            <a:ext cx="1224136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因为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0CA573C-34AB-4BAC-AF49-23C939226E9C}"/>
              </a:ext>
            </a:extLst>
          </p:cNvPr>
          <p:cNvGrpSpPr/>
          <p:nvPr/>
        </p:nvGrpSpPr>
        <p:grpSpPr>
          <a:xfrm>
            <a:off x="2369875" y="1315784"/>
            <a:ext cx="1282566" cy="461665"/>
            <a:chOff x="2209314" y="771550"/>
            <a:chExt cx="1282566" cy="461665"/>
          </a:xfrm>
        </p:grpSpPr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EB4137B8-5B55-42AC-9FA0-0F646859D9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9314" y="886208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53" name="Equation" r:id="rId5" imgW="787320" imgH="342720" progId="">
                    <p:embed/>
                  </p:oleObj>
                </mc:Choice>
                <mc:Fallback>
                  <p:oleObj name="Equation" r:id="rId5" imgW="787320" imgH="342720" progId="">
                    <p:embed/>
                    <p:pic>
                      <p:nvPicPr>
                        <p:cNvPr id="41" name="Object 24">
                          <a:extLst>
                            <a:ext uri="{FF2B5EF4-FFF2-40B4-BE49-F238E27FC236}">
                              <a16:creationId xmlns:a16="http://schemas.microsoft.com/office/drawing/2014/main" id="{D9293C6A-D8D5-46B4-AA75-33E84EC8FA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314" y="886208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FE8514D6-004B-47D8-816F-FBDEF8A08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816" y="77155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" name="Text Box 20">
            <a:extLst>
              <a:ext uri="{FF2B5EF4-FFF2-40B4-BE49-F238E27FC236}">
                <a16:creationId xmlns:a16="http://schemas.microsoft.com/office/drawing/2014/main" id="{491D5735-BFE0-47DE-90B3-1EAE427CA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103" y="3545608"/>
            <a:ext cx="7488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分子是代数和形式，不要用等价无穷小替换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63549126-05C3-4098-9A0C-0452635B1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143591"/>
              </p:ext>
            </p:extLst>
          </p:nvPr>
        </p:nvGraphicFramePr>
        <p:xfrm>
          <a:off x="3810035" y="1403262"/>
          <a:ext cx="23619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4" name="Equation" r:id="rId7" imgW="2361960" imgH="342720" progId="">
                  <p:embed/>
                </p:oleObj>
              </mc:Choice>
              <mc:Fallback>
                <p:oleObj name="Equation" r:id="rId7" imgW="2361960" imgH="342720" progId="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78FCBCBC-4800-42DF-A42E-3828012138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35" y="1403262"/>
                        <a:ext cx="236196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456AA094-33A1-4E10-817C-AAADF05E70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99645"/>
              </p:ext>
            </p:extLst>
          </p:nvPr>
        </p:nvGraphicFramePr>
        <p:xfrm>
          <a:off x="4490717" y="2283309"/>
          <a:ext cx="13334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5" name="Equation" r:id="rId9" imgW="1333440" imgH="736560" progId="">
                  <p:embed/>
                </p:oleObj>
              </mc:Choice>
              <mc:Fallback>
                <p:oleObj name="Equation" r:id="rId9" imgW="1333440" imgH="736560" progId="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E02CB99A-7382-4CDD-8028-006DE896F4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0717" y="2283309"/>
                        <a:ext cx="133344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730E5438-D1FF-431C-8F73-FFD8A391F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670525"/>
              </p:ext>
            </p:extLst>
          </p:nvPr>
        </p:nvGraphicFramePr>
        <p:xfrm>
          <a:off x="6102618" y="2506663"/>
          <a:ext cx="4950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6" name="Equation" r:id="rId11" imgW="495000" imgH="342720" progId="">
                  <p:embed/>
                </p:oleObj>
              </mc:Choice>
              <mc:Fallback>
                <p:oleObj name="Equation" r:id="rId11" imgW="495000" imgH="342720" progId="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F97112E8-8A36-4E76-9AA2-864E2A12D1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618" y="2506663"/>
                        <a:ext cx="49500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4BDE99E-A0AE-4EEB-B155-DA469FA90F98}"/>
              </a:ext>
            </a:extLst>
          </p:cNvPr>
          <p:cNvSpPr/>
          <p:nvPr/>
        </p:nvSpPr>
        <p:spPr>
          <a:xfrm>
            <a:off x="4262637" y="236525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dirty="0">
                <a:solidFill>
                  <a:srgbClr val="FF0000"/>
                </a:solidFill>
                <a:cs typeface="Times New Roman" panose="02020603050405020304" pitchFamily="18" charset="0"/>
              </a:rPr>
              <a:t>×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67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/>
      <p:bldP spid="11" grpId="0" autoUpdateAnimBg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0A5812-F53B-49D8-97A9-B6353255B780}"/>
              </a:ext>
            </a:extLst>
          </p:cNvPr>
          <p:cNvSpPr txBox="1"/>
          <p:nvPr/>
        </p:nvSpPr>
        <p:spPr>
          <a:xfrm>
            <a:off x="1541429" y="4237591"/>
            <a:ext cx="157972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非零极限因子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74C3A5E3-7610-4A8A-8ECB-F463C4AFC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687986"/>
              </p:ext>
            </p:extLst>
          </p:nvPr>
        </p:nvGraphicFramePr>
        <p:xfrm>
          <a:off x="2274888" y="-17463"/>
          <a:ext cx="27813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6" name="Equation" r:id="rId3" imgW="2781000" imgH="1130040" progId="Equation.DSMT4">
                  <p:embed/>
                </p:oleObj>
              </mc:Choice>
              <mc:Fallback>
                <p:oleObj name="Equation" r:id="rId3" imgW="2781000" imgH="113004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C23F6B34-B5B0-4C7F-9136-967C49FA7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-17463"/>
                        <a:ext cx="2781300" cy="112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68843E4-E43F-4A95-80A8-8E31514FAD07}"/>
              </a:ext>
            </a:extLst>
          </p:cNvPr>
          <p:cNvSpPr txBox="1"/>
          <p:nvPr/>
        </p:nvSpPr>
        <p:spPr>
          <a:xfrm>
            <a:off x="864518" y="1297378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34B3D49-55A1-4216-9E3C-BF0D32C911C6}"/>
              </a:ext>
            </a:extLst>
          </p:cNvPr>
          <p:cNvGrpSpPr/>
          <p:nvPr/>
        </p:nvGrpSpPr>
        <p:grpSpPr>
          <a:xfrm>
            <a:off x="1556594" y="1287134"/>
            <a:ext cx="1235330" cy="461665"/>
            <a:chOff x="4999088" y="771550"/>
            <a:chExt cx="1235330" cy="46166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16B40098-0E80-418C-A2F2-41B4D18AE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362" y="771550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6A0FE293-6995-4B11-A7B0-B96447233E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5743045"/>
                </p:ext>
              </p:extLst>
            </p:nvPr>
          </p:nvGraphicFramePr>
          <p:xfrm>
            <a:off x="4999088" y="861878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77" name="Equation" r:id="rId5" imgW="774360" imgH="279360" progId="">
                    <p:embed/>
                  </p:oleObj>
                </mc:Choice>
                <mc:Fallback>
                  <p:oleObj name="Equation" r:id="rId5" imgW="774360" imgH="279360" progId="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300F5901-F668-47C0-97B9-388F3F64A7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9088" y="861878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69D6071F-6BC1-4C26-BFB2-FF0BF4B60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056" y="1310379"/>
            <a:ext cx="10505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所以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4A6E0059-B302-4BD7-AA77-95E65B4B5D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651580"/>
              </p:ext>
            </p:extLst>
          </p:nvPr>
        </p:nvGraphicFramePr>
        <p:xfrm>
          <a:off x="2896098" y="1366722"/>
          <a:ext cx="15843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8" name="Equation" r:id="rId7" imgW="1587240" imgH="342720" progId="">
                  <p:embed/>
                </p:oleObj>
              </mc:Choice>
              <mc:Fallback>
                <p:oleObj name="Equation" r:id="rId7" imgW="1587240" imgH="342720" progId="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E7A9381D-ADE2-4359-BF4A-472C40D884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098" y="1366722"/>
                        <a:ext cx="15843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1ABCF16F-43C9-47D8-A042-C6A758203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393317"/>
              </p:ext>
            </p:extLst>
          </p:nvPr>
        </p:nvGraphicFramePr>
        <p:xfrm>
          <a:off x="1551592" y="1932729"/>
          <a:ext cx="5422900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9" name="Equation" r:id="rId9" imgW="5422680" imgH="1130040" progId="">
                  <p:embed/>
                </p:oleObj>
              </mc:Choice>
              <mc:Fallback>
                <p:oleObj name="Equation" r:id="rId9" imgW="5422680" imgH="1130040" progId="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EDE8CB14-58E3-4ACA-9ED3-FC171AC975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592" y="1932729"/>
                        <a:ext cx="5422900" cy="1128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059482C-2D97-4A15-98EF-A89C5C2D6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91103"/>
              </p:ext>
            </p:extLst>
          </p:nvPr>
        </p:nvGraphicFramePr>
        <p:xfrm>
          <a:off x="1371529" y="3375370"/>
          <a:ext cx="554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80" name="Equation" r:id="rId11" imgW="5549760" imgH="812520" progId="">
                  <p:embed/>
                </p:oleObj>
              </mc:Choice>
              <mc:Fallback>
                <p:oleObj name="Equation" r:id="rId11" imgW="5549760" imgH="812520" progId="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72125C5-FF2F-4725-A487-3C5779460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529" y="3375370"/>
                        <a:ext cx="55499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6D7EE82-678E-4E9B-8F41-1178213C4504}"/>
              </a:ext>
            </a:extLst>
          </p:cNvPr>
          <p:cNvSpPr/>
          <p:nvPr/>
        </p:nvSpPr>
        <p:spPr>
          <a:xfrm>
            <a:off x="1551592" y="3336809"/>
            <a:ext cx="1579729" cy="90078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03E1F7-D9AD-4737-9F15-9B5501365FF5}"/>
              </a:ext>
            </a:extLst>
          </p:cNvPr>
          <p:cNvSpPr txBox="1"/>
          <p:nvPr/>
        </p:nvSpPr>
        <p:spPr>
          <a:xfrm>
            <a:off x="1541429" y="434696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计算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0847BE-3612-4A48-858B-3290A800FDB2}"/>
              </a:ext>
            </a:extLst>
          </p:cNvPr>
          <p:cNvSpPr txBox="1"/>
          <p:nvPr/>
        </p:nvSpPr>
        <p:spPr>
          <a:xfrm>
            <a:off x="806796" y="428264"/>
            <a:ext cx="884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30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8" grpId="0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9FB262-E0C3-44B9-9469-52C63558633F}"/>
              </a:ext>
            </a:extLst>
          </p:cNvPr>
          <p:cNvSpPr txBox="1"/>
          <p:nvPr/>
        </p:nvSpPr>
        <p:spPr>
          <a:xfrm>
            <a:off x="658665" y="267495"/>
            <a:ext cx="888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12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59C19D-C8E0-4DD7-8C44-79E9637CA0FA}"/>
              </a:ext>
            </a:extLst>
          </p:cNvPr>
          <p:cNvGrpSpPr/>
          <p:nvPr/>
        </p:nvGrpSpPr>
        <p:grpSpPr>
          <a:xfrm>
            <a:off x="1547664" y="267494"/>
            <a:ext cx="2125685" cy="461665"/>
            <a:chOff x="1654227" y="627533"/>
            <a:chExt cx="2125685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8FA63A6-DAC0-4B12-A84E-C30B18B6263A}"/>
                </a:ext>
              </a:extLst>
            </p:cNvPr>
            <p:cNvSpPr txBox="1"/>
            <p:nvPr/>
          </p:nvSpPr>
          <p:spPr>
            <a:xfrm>
              <a:off x="1654227" y="627533"/>
              <a:ext cx="21256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设当      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8C9565B4-AB93-4F71-8592-3981C50BBF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7202687"/>
                </p:ext>
              </p:extLst>
            </p:nvPr>
          </p:nvGraphicFramePr>
          <p:xfrm>
            <a:off x="2408862" y="741898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09" name="Equation" r:id="rId3" imgW="787320" imgH="342720" progId="">
                    <p:embed/>
                  </p:oleObj>
                </mc:Choice>
                <mc:Fallback>
                  <p:oleObj name="Equation" r:id="rId3" imgW="787320" imgH="342720" progId="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5098F64B-6BD3-455D-B531-2C2B30F7FB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862" y="741898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0B9989-F58E-4ED1-B7C3-180DB3D29018}"/>
              </a:ext>
            </a:extLst>
          </p:cNvPr>
          <p:cNvGrpSpPr/>
          <p:nvPr/>
        </p:nvGrpSpPr>
        <p:grpSpPr>
          <a:xfrm>
            <a:off x="3844334" y="263094"/>
            <a:ext cx="4869575" cy="461665"/>
            <a:chOff x="3950897" y="623133"/>
            <a:chExt cx="4869575" cy="461665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AF00B12E-1DC2-4C49-B4DE-B911D266F6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424383"/>
                </p:ext>
              </p:extLst>
            </p:nvPr>
          </p:nvGraphicFramePr>
          <p:xfrm>
            <a:off x="3950897" y="655165"/>
            <a:ext cx="236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10" name="Equation" r:id="rId5" imgW="2361960" imgH="406080" progId="">
                    <p:embed/>
                  </p:oleObj>
                </mc:Choice>
                <mc:Fallback>
                  <p:oleObj name="Equation" r:id="rId5" imgW="2361960" imgH="406080" progId="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CB170107-7AA7-4688-AC1F-13D6C87943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0897" y="655165"/>
                          <a:ext cx="23622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140A836-ECE9-4EEF-9109-7B5D7E5E7677}"/>
                </a:ext>
              </a:extLst>
            </p:cNvPr>
            <p:cNvSpPr txBox="1"/>
            <p:nvPr/>
          </p:nvSpPr>
          <p:spPr>
            <a:xfrm>
              <a:off x="6228184" y="623133"/>
              <a:ext cx="2592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是比       高阶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7CC06029-7E70-435A-AE60-011E7F743D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732383"/>
                </p:ext>
              </p:extLst>
            </p:nvPr>
          </p:nvGraphicFramePr>
          <p:xfrm>
            <a:off x="7045273" y="669564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11" name="Equation" r:id="rId7" imgW="888840" imgH="342720" progId="">
                    <p:embed/>
                  </p:oleObj>
                </mc:Choice>
                <mc:Fallback>
                  <p:oleObj name="Equation" r:id="rId7" imgW="888840" imgH="342720" progId="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92E8C40B-2732-4C4B-9A5A-174F19448B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5273" y="669564"/>
                          <a:ext cx="889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022FA09-B26C-4A96-9066-34FA69DBD804}"/>
              </a:ext>
            </a:extLst>
          </p:cNvPr>
          <p:cNvGrpSpPr/>
          <p:nvPr/>
        </p:nvGrpSpPr>
        <p:grpSpPr>
          <a:xfrm>
            <a:off x="216965" y="839124"/>
            <a:ext cx="8117516" cy="461665"/>
            <a:chOff x="323528" y="1199163"/>
            <a:chExt cx="8117516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EEDC14E-7FDF-4002-B9D8-EAD13345588B}"/>
                </a:ext>
              </a:extLst>
            </p:cNvPr>
            <p:cNvSpPr txBox="1"/>
            <p:nvPr/>
          </p:nvSpPr>
          <p:spPr>
            <a:xfrm>
              <a:off x="323528" y="1199163"/>
              <a:ext cx="42484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的无穷小；而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FB00C2F0-E919-47BB-A79B-CF9F1798AB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0807978"/>
                </p:ext>
              </p:extLst>
            </p:nvPr>
          </p:nvGraphicFramePr>
          <p:xfrm>
            <a:off x="2358229" y="1258545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12" name="Equation" r:id="rId9" imgW="888840" imgH="342720" progId="">
                    <p:embed/>
                  </p:oleObj>
                </mc:Choice>
                <mc:Fallback>
                  <p:oleObj name="Equation" r:id="rId9" imgW="888840" imgH="342720" progId="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0253D094-05EC-4539-8C04-A93F314BD9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229" y="1258545"/>
                          <a:ext cx="889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A238C81-C40E-4B9F-A1E2-AF02AE409EF7}"/>
                </a:ext>
              </a:extLst>
            </p:cNvPr>
            <p:cNvSpPr txBox="1"/>
            <p:nvPr/>
          </p:nvSpPr>
          <p:spPr>
            <a:xfrm>
              <a:off x="3196262" y="1199163"/>
              <a:ext cx="5244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是比      高阶的无穷小</a:t>
              </a:r>
              <a:r>
                <a:rPr lang="en-US" altLang="zh-CN" sz="2400" b="1" dirty="0">
                  <a:latin typeface="+mn-ea"/>
                </a:rPr>
                <a:t>,</a:t>
              </a:r>
              <a:r>
                <a:rPr lang="zh-CN" altLang="en-US" sz="2400" b="1" dirty="0">
                  <a:latin typeface="+mn-ea"/>
                </a:rPr>
                <a:t>求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正整数</a:t>
              </a:r>
              <a:endParaRPr lang="en-US" altLang="zh-CN" sz="2400" b="1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9A58AD48-E8D6-47D2-9DCD-D491C68F5E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9516387"/>
                </p:ext>
              </p:extLst>
            </p:nvPr>
          </p:nvGraphicFramePr>
          <p:xfrm>
            <a:off x="3950897" y="1209098"/>
            <a:ext cx="749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13" name="Equation" r:id="rId11" imgW="749160" imgH="380880" progId="">
                    <p:embed/>
                  </p:oleObj>
                </mc:Choice>
                <mc:Fallback>
                  <p:oleObj name="Equation" r:id="rId11" imgW="749160" imgH="380880" progId="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2A5F211A-BEC3-4388-9C87-B81097D24C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0897" y="1209098"/>
                          <a:ext cx="7493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5B0D74D5-837A-4C69-A09F-BB2B62AE4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19381"/>
              </p:ext>
            </p:extLst>
          </p:nvPr>
        </p:nvGraphicFramePr>
        <p:xfrm>
          <a:off x="7969050" y="1027436"/>
          <a:ext cx="241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4" name="Equation" r:id="rId13" imgW="241200" imgH="203040" progId="">
                  <p:embed/>
                </p:oleObj>
              </mc:Choice>
              <mc:Fallback>
                <p:oleObj name="Equation" r:id="rId13" imgW="241200" imgH="203040" progId="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BD4B9D93-32F6-4A3D-B95E-7D615BCF3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050" y="1027436"/>
                        <a:ext cx="2413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DA04D197-FC38-4D2E-8B4F-99AB62BB0C96}"/>
              </a:ext>
            </a:extLst>
          </p:cNvPr>
          <p:cNvSpPr txBox="1"/>
          <p:nvPr/>
        </p:nvSpPr>
        <p:spPr>
          <a:xfrm>
            <a:off x="801468" y="1887410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8F29D995-5657-467E-B7FD-D844F2D55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461775"/>
              </p:ext>
            </p:extLst>
          </p:nvPr>
        </p:nvGraphicFramePr>
        <p:xfrm>
          <a:off x="1489075" y="1757363"/>
          <a:ext cx="32004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5" name="Equation" r:id="rId15" imgW="3200400" imgH="774360" progId="Equation.DSMT4">
                  <p:embed/>
                </p:oleObj>
              </mc:Choice>
              <mc:Fallback>
                <p:oleObj name="Equation" r:id="rId15" imgW="3200400" imgH="7743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308619BA-85EF-492C-BB9B-9D686200E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1757363"/>
                        <a:ext cx="3200400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2AA550E3-5B31-4094-9E51-5CD5BEDF176B}"/>
              </a:ext>
            </a:extLst>
          </p:cNvPr>
          <p:cNvSpPr txBox="1"/>
          <p:nvPr/>
        </p:nvSpPr>
        <p:spPr>
          <a:xfrm>
            <a:off x="713574" y="2706225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80110A6B-136F-4452-B6AD-CB2414254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160123"/>
              </p:ext>
            </p:extLst>
          </p:nvPr>
        </p:nvGraphicFramePr>
        <p:xfrm>
          <a:off x="1302073" y="2801585"/>
          <a:ext cx="1117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6" name="Equation" r:id="rId17" imgW="1117440" imgH="330120" progId="">
                  <p:embed/>
                </p:oleObj>
              </mc:Choice>
              <mc:Fallback>
                <p:oleObj name="Equation" r:id="rId17" imgW="1117440" imgH="330120" progId="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0EB66CDF-8E96-4480-A0F5-135951B98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073" y="2801585"/>
                        <a:ext cx="1117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C316B09F-BC0B-400E-9B19-954B18C887B3}"/>
              </a:ext>
            </a:extLst>
          </p:cNvPr>
          <p:cNvSpPr txBox="1"/>
          <p:nvPr/>
        </p:nvSpPr>
        <p:spPr>
          <a:xfrm>
            <a:off x="2569342" y="2685628"/>
            <a:ext cx="537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即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031F4AB5-C392-4D21-ACF4-93EE364DC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421898"/>
              </p:ext>
            </p:extLst>
          </p:nvPr>
        </p:nvGraphicFramePr>
        <p:xfrm>
          <a:off x="3069746" y="2784573"/>
          <a:ext cx="698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7" name="Equation" r:id="rId19" imgW="698400" imgH="304560" progId="Equation.DSMT4">
                  <p:embed/>
                </p:oleObj>
              </mc:Choice>
              <mc:Fallback>
                <p:oleObj name="Equation" r:id="rId19" imgW="698400" imgH="3045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813BF7F0-BB4F-488A-86A4-6B01992BAC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746" y="2784573"/>
                        <a:ext cx="698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DE14A179-E6E0-4638-9548-CDADE97E0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13992"/>
              </p:ext>
            </p:extLst>
          </p:nvPr>
        </p:nvGraphicFramePr>
        <p:xfrm>
          <a:off x="1471165" y="3200924"/>
          <a:ext cx="1879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8" name="Equation" r:id="rId21" imgW="1879560" imgH="812520" progId="Equation.DSMT4">
                  <p:embed/>
                </p:oleObj>
              </mc:Choice>
              <mc:Fallback>
                <p:oleObj name="Equation" r:id="rId21" imgW="1879560" imgH="81252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1828382D-B0F8-45A0-97A2-CD9AF3C42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165" y="3200924"/>
                        <a:ext cx="187960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DC18F03C-F4EF-4A86-A239-46AD4F7A622E}"/>
              </a:ext>
            </a:extLst>
          </p:cNvPr>
          <p:cNvSpPr txBox="1"/>
          <p:nvPr/>
        </p:nvSpPr>
        <p:spPr>
          <a:xfrm>
            <a:off x="741922" y="4200420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3F4BCEC8-4C09-4BA9-8EE4-7BA4E7830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617227"/>
              </p:ext>
            </p:extLst>
          </p:nvPr>
        </p:nvGraphicFramePr>
        <p:xfrm>
          <a:off x="1228042" y="4315574"/>
          <a:ext cx="1079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19" name="Equation" r:id="rId23" imgW="1079280" imgH="330120" progId="">
                  <p:embed/>
                </p:oleObj>
              </mc:Choice>
              <mc:Fallback>
                <p:oleObj name="Equation" r:id="rId23" imgW="1079280" imgH="330120" progId="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091DC375-3B14-48AF-B9EC-A7CE591032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042" y="4315574"/>
                        <a:ext cx="1079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13D77752-F3FB-4565-9DE8-C9BC0E3BCDC2}"/>
              </a:ext>
            </a:extLst>
          </p:cNvPr>
          <p:cNvSpPr txBox="1"/>
          <p:nvPr/>
        </p:nvSpPr>
        <p:spPr>
          <a:xfrm>
            <a:off x="2337845" y="4200420"/>
            <a:ext cx="537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即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C0020A9E-C9A8-4DBE-AFAA-8276D09FA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952808"/>
              </p:ext>
            </p:extLst>
          </p:nvPr>
        </p:nvGraphicFramePr>
        <p:xfrm>
          <a:off x="2764742" y="4291762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0" name="Equation" r:id="rId25" imgW="685800" imgH="279360" progId="Equation.DSMT4">
                  <p:embed/>
                </p:oleObj>
              </mc:Choice>
              <mc:Fallback>
                <p:oleObj name="Equation" r:id="rId25" imgW="685800" imgH="27936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D702A717-9975-4729-93AC-A211DE2B66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742" y="4291762"/>
                        <a:ext cx="685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F3085902-94B0-4FAF-9C8A-A9DB126F96BA}"/>
              </a:ext>
            </a:extLst>
          </p:cNvPr>
          <p:cNvSpPr txBox="1"/>
          <p:nvPr/>
        </p:nvSpPr>
        <p:spPr>
          <a:xfrm>
            <a:off x="3608789" y="4184109"/>
            <a:ext cx="941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C2AC965B-80B5-4E93-A831-FDABC0436B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719391"/>
              </p:ext>
            </p:extLst>
          </p:nvPr>
        </p:nvGraphicFramePr>
        <p:xfrm>
          <a:off x="4419774" y="4293655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1" name="Equation" r:id="rId27" imgW="711000" imgH="279360" progId="Equation.DSMT4">
                  <p:embed/>
                </p:oleObj>
              </mc:Choice>
              <mc:Fallback>
                <p:oleObj name="Equation" r:id="rId27" imgW="711000" imgH="27936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20698EB0-9906-4CC4-A296-DF61D3F21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774" y="4293655"/>
                        <a:ext cx="711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B9628BA8-216D-43A6-8944-5EF7C556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728167"/>
              </p:ext>
            </p:extLst>
          </p:nvPr>
        </p:nvGraphicFramePr>
        <p:xfrm>
          <a:off x="4825477" y="1460098"/>
          <a:ext cx="16637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2" name="Equation" r:id="rId29" imgW="1663560" imgH="1079280" progId="Equation.DSMT4">
                  <p:embed/>
                </p:oleObj>
              </mc:Choice>
              <mc:Fallback>
                <p:oleObj name="Equation" r:id="rId29" imgW="1663560" imgH="107928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85DC5101-7252-4444-8BEA-04D0AF4DA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477" y="1460098"/>
                        <a:ext cx="1663700" cy="107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1D8B4662-84EC-49F9-A1CC-5589C6087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554842"/>
              </p:ext>
            </p:extLst>
          </p:nvPr>
        </p:nvGraphicFramePr>
        <p:xfrm>
          <a:off x="6557963" y="1808163"/>
          <a:ext cx="14605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3" name="Equation" r:id="rId31" imgW="1460160" imgH="723600" progId="Equation.DSMT4">
                  <p:embed/>
                </p:oleObj>
              </mc:Choice>
              <mc:Fallback>
                <p:oleObj name="Equation" r:id="rId31" imgW="1460160" imgH="72360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07BF0DE9-F24A-4519-ADDE-181AED524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963" y="1808163"/>
                        <a:ext cx="1460500" cy="72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648AF6C0-DD0B-4244-BD5A-B5BC681E0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75848"/>
              </p:ext>
            </p:extLst>
          </p:nvPr>
        </p:nvGraphicFramePr>
        <p:xfrm>
          <a:off x="3388149" y="3219974"/>
          <a:ext cx="13081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4" name="Equation" r:id="rId33" imgW="1307880" imgH="774360" progId="Equation.DSMT4">
                  <p:embed/>
                </p:oleObj>
              </mc:Choice>
              <mc:Fallback>
                <p:oleObj name="Equation" r:id="rId33" imgW="1307880" imgH="77436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FE2B9236-8096-486F-834E-0FB2AED09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8149" y="3219974"/>
                        <a:ext cx="1308100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14B8E19E-5EE0-4754-AA21-EAF586799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94397"/>
              </p:ext>
            </p:extLst>
          </p:nvPr>
        </p:nvGraphicFramePr>
        <p:xfrm>
          <a:off x="4738487" y="3402336"/>
          <a:ext cx="1231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25" name="Equation" r:id="rId35" imgW="1231560" imgH="520560" progId="Equation.DSMT4">
                  <p:embed/>
                </p:oleObj>
              </mc:Choice>
              <mc:Fallback>
                <p:oleObj name="Equation" r:id="rId35" imgW="1231560" imgH="52056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3BF6F0F2-8AC5-4F14-91B4-C9E81BD24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487" y="3402336"/>
                        <a:ext cx="1231900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469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3" grpId="0"/>
      <p:bldP spid="25" grpId="0"/>
      <p:bldP spid="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F7F646-E283-46F7-95C7-C276F6898918}"/>
              </a:ext>
            </a:extLst>
          </p:cNvPr>
          <p:cNvSpPr txBox="1"/>
          <p:nvPr/>
        </p:nvSpPr>
        <p:spPr>
          <a:xfrm>
            <a:off x="693704" y="377405"/>
            <a:ext cx="884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A89613-AD70-4C73-B27F-4442C014E07C}"/>
              </a:ext>
            </a:extLst>
          </p:cNvPr>
          <p:cNvSpPr txBox="1"/>
          <p:nvPr/>
        </p:nvSpPr>
        <p:spPr>
          <a:xfrm>
            <a:off x="1413784" y="377404"/>
            <a:ext cx="884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已知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2A7CA8D-12D7-411C-9A44-9AB83EF66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391394"/>
              </p:ext>
            </p:extLst>
          </p:nvPr>
        </p:nvGraphicFramePr>
        <p:xfrm>
          <a:off x="2205872" y="412091"/>
          <a:ext cx="3251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5" name="Equation" r:id="rId3" imgW="3251160" imgH="520560" progId="Equation.DSMT4">
                  <p:embed/>
                </p:oleObj>
              </mc:Choice>
              <mc:Fallback>
                <p:oleObj name="Equation" r:id="rId3" imgW="32511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5872" y="412091"/>
                        <a:ext cx="3251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F4C5912-5A43-4633-B04B-90E8F1AAD9DF}"/>
              </a:ext>
            </a:extLst>
          </p:cNvPr>
          <p:cNvSpPr txBox="1"/>
          <p:nvPr/>
        </p:nvSpPr>
        <p:spPr>
          <a:xfrm>
            <a:off x="5452693" y="343485"/>
            <a:ext cx="884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8A2C0DB-68BD-4663-8107-C1C43CA1A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994730"/>
              </p:ext>
            </p:extLst>
          </p:nvPr>
        </p:nvGraphicFramePr>
        <p:xfrm>
          <a:off x="5868144" y="195486"/>
          <a:ext cx="207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6" name="Equation" r:id="rId5" imgW="2070000" imgH="825480" progId="Equation.DSMT4">
                  <p:embed/>
                </p:oleObj>
              </mc:Choice>
              <mc:Fallback>
                <p:oleObj name="Equation" r:id="rId5" imgW="20700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8144" y="195486"/>
                        <a:ext cx="2070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0DE5A61-1C2A-467C-AC55-315B5F34C401}"/>
              </a:ext>
            </a:extLst>
          </p:cNvPr>
          <p:cNvSpPr txBox="1"/>
          <p:nvPr/>
        </p:nvSpPr>
        <p:spPr>
          <a:xfrm>
            <a:off x="758828" y="1385515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2A769B6-556F-4783-A98A-5243C19D0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39061"/>
              </p:ext>
            </p:extLst>
          </p:nvPr>
        </p:nvGraphicFramePr>
        <p:xfrm>
          <a:off x="1513463" y="1203597"/>
          <a:ext cx="482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7" name="Equation" r:id="rId7" imgW="4825800" imgH="825480" progId="Equation.DSMT4">
                  <p:embed/>
                </p:oleObj>
              </mc:Choice>
              <mc:Fallback>
                <p:oleObj name="Equation" r:id="rId7" imgW="4825800" imgH="825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8A2C0DB-68BD-4663-8107-C1C43CA1A5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13463" y="1203597"/>
                        <a:ext cx="4826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FEB6065-E0AD-433E-A5F3-71BC61A5EF11}"/>
              </a:ext>
            </a:extLst>
          </p:cNvPr>
          <p:cNvGrpSpPr/>
          <p:nvPr/>
        </p:nvGrpSpPr>
        <p:grpSpPr>
          <a:xfrm>
            <a:off x="3579350" y="1283155"/>
            <a:ext cx="1841284" cy="1128608"/>
            <a:chOff x="3579350" y="1283155"/>
            <a:chExt cx="1841284" cy="112860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17D8E5B-1814-4A60-817F-611B29380F92}"/>
                </a:ext>
              </a:extLst>
            </p:cNvPr>
            <p:cNvSpPr/>
            <p:nvPr/>
          </p:nvSpPr>
          <p:spPr>
            <a:xfrm>
              <a:off x="4211960" y="1283155"/>
              <a:ext cx="576064" cy="728497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CC1F0FF-103E-493B-9886-34418AEE0D62}"/>
                </a:ext>
              </a:extLst>
            </p:cNvPr>
            <p:cNvSpPr txBox="1"/>
            <p:nvPr/>
          </p:nvSpPr>
          <p:spPr>
            <a:xfrm>
              <a:off x="3579350" y="2011653"/>
              <a:ext cx="1841284" cy="4001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非零极限因子</a:t>
              </a:r>
              <a:endPara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8ADBEFE-07AC-4DD6-AA6A-C28B74127A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260085"/>
              </p:ext>
            </p:extLst>
          </p:nvPr>
        </p:nvGraphicFramePr>
        <p:xfrm>
          <a:off x="5580112" y="2571750"/>
          <a:ext cx="334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8" name="Equation" r:id="rId9" imgW="3340080" imgH="406080" progId="Equation.DSMT4">
                  <p:embed/>
                </p:oleObj>
              </mc:Choice>
              <mc:Fallback>
                <p:oleObj name="Equation" r:id="rId9" imgW="3340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0112" y="2571750"/>
                        <a:ext cx="33401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79A7681-1312-4C21-B9D1-E2FD08450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797481"/>
              </p:ext>
            </p:extLst>
          </p:nvPr>
        </p:nvGraphicFramePr>
        <p:xfrm>
          <a:off x="1136145" y="2883571"/>
          <a:ext cx="4064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9" name="Equation" r:id="rId11" imgW="4063680" imgH="825480" progId="Equation.DSMT4">
                  <p:embed/>
                </p:oleObj>
              </mc:Choice>
              <mc:Fallback>
                <p:oleObj name="Equation" r:id="rId11" imgW="40636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36145" y="2883571"/>
                        <a:ext cx="4064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形 14" descr="星形">
            <a:extLst>
              <a:ext uri="{FF2B5EF4-FFF2-40B4-BE49-F238E27FC236}">
                <a16:creationId xmlns:a16="http://schemas.microsoft.com/office/drawing/2014/main" id="{DB54DB8A-2BC0-4390-B1C2-C60AED6327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694" y="5637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2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943034-E103-4E88-A1E2-F274CE12CC62}"/>
              </a:ext>
            </a:extLst>
          </p:cNvPr>
          <p:cNvSpPr txBox="1"/>
          <p:nvPr/>
        </p:nvSpPr>
        <p:spPr>
          <a:xfrm>
            <a:off x="611560" y="339502"/>
            <a:ext cx="884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8E4403-030A-42E9-BB13-768733B4CED3}"/>
              </a:ext>
            </a:extLst>
          </p:cNvPr>
          <p:cNvSpPr txBox="1"/>
          <p:nvPr/>
        </p:nvSpPr>
        <p:spPr>
          <a:xfrm>
            <a:off x="1331640" y="33584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设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57D4081-532D-4D29-8F89-808EA6279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873526"/>
              </p:ext>
            </p:extLst>
          </p:nvPr>
        </p:nvGraphicFramePr>
        <p:xfrm>
          <a:off x="1835696" y="344210"/>
          <a:ext cx="4140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6" name="Equation" r:id="rId3" imgW="4140000" imgH="520560" progId="Equation.DSMT4">
                  <p:embed/>
                </p:oleObj>
              </mc:Choice>
              <mc:Fallback>
                <p:oleObj name="Equation" r:id="rId3" imgW="414000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344210"/>
                        <a:ext cx="4140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B006DEC-4408-49FC-9005-2E95EF1279E2}"/>
              </a:ext>
            </a:extLst>
          </p:cNvPr>
          <p:cNvSpPr txBox="1"/>
          <p:nvPr/>
        </p:nvSpPr>
        <p:spPr>
          <a:xfrm>
            <a:off x="5993230" y="324683"/>
            <a:ext cx="246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求常数    的值</a:t>
            </a:r>
            <a:r>
              <a:rPr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DD292F4-110F-463B-B685-0DC0C4CC6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936105"/>
              </p:ext>
            </p:extLst>
          </p:nvPr>
        </p:nvGraphicFramePr>
        <p:xfrm>
          <a:off x="7079704" y="390415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7" name="Equation" r:id="rId5" imgW="457200" imgH="330120" progId="Equation.DSMT4">
                  <p:embed/>
                </p:oleObj>
              </mc:Choice>
              <mc:Fallback>
                <p:oleObj name="Equation" r:id="rId5" imgW="457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79704" y="390415"/>
                        <a:ext cx="45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6BD6206-3AB7-492D-972F-3AF8EC214F9C}"/>
              </a:ext>
            </a:extLst>
          </p:cNvPr>
          <p:cNvSpPr txBox="1"/>
          <p:nvPr/>
        </p:nvSpPr>
        <p:spPr>
          <a:xfrm>
            <a:off x="611560" y="1000705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7CAD95D-6333-4E3E-80AC-9656C6E77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914493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8" name="Equation" r:id="rId7" imgW="914400" imgH="306720" progId="Equation.DSMT4">
                  <p:embed/>
                </p:oleObj>
              </mc:Choice>
              <mc:Fallback>
                <p:oleObj name="Equation" r:id="rId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0F91159A-FE4A-4268-AA83-E5DCDA884067}"/>
              </a:ext>
            </a:extLst>
          </p:cNvPr>
          <p:cNvGrpSpPr/>
          <p:nvPr/>
        </p:nvGrpSpPr>
        <p:grpSpPr>
          <a:xfrm>
            <a:off x="1119126" y="899105"/>
            <a:ext cx="2300746" cy="736600"/>
            <a:chOff x="1119126" y="899105"/>
            <a:chExt cx="2300746" cy="7366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9FD6E17-92F7-47AE-8702-B6C73880789F}"/>
                </a:ext>
              </a:extLst>
            </p:cNvPr>
            <p:cNvSpPr txBox="1"/>
            <p:nvPr/>
          </p:nvSpPr>
          <p:spPr>
            <a:xfrm>
              <a:off x="1119126" y="989381"/>
              <a:ext cx="23007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      则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12FD37B-4684-46CE-9F47-9AC98E6467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0009051"/>
                </p:ext>
              </p:extLst>
            </p:nvPr>
          </p:nvGraphicFramePr>
          <p:xfrm>
            <a:off x="1614141" y="899105"/>
            <a:ext cx="749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9" name="Equation" r:id="rId9" imgW="749160" imgH="736560" progId="Equation.DSMT4">
                    <p:embed/>
                  </p:oleObj>
                </mc:Choice>
                <mc:Fallback>
                  <p:oleObj name="Equation" r:id="rId9" imgW="7491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4141" y="899105"/>
                          <a:ext cx="749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3E7091B-F2A2-4611-A440-3DEC19DB8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258972"/>
              </p:ext>
            </p:extLst>
          </p:nvPr>
        </p:nvGraphicFramePr>
        <p:xfrm>
          <a:off x="1435100" y="1575517"/>
          <a:ext cx="6273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70" name="Equation" r:id="rId11" imgW="6273720" imgH="774360" progId="Equation.DSMT4">
                  <p:embed/>
                </p:oleObj>
              </mc:Choice>
              <mc:Fallback>
                <p:oleObj name="Equation" r:id="rId11" imgW="627372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57D4081-532D-4D29-8F89-808EA6279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35100" y="1575517"/>
                        <a:ext cx="6273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6305E4BB-2AD0-4124-BF77-0D451FFD29D3}"/>
              </a:ext>
            </a:extLst>
          </p:cNvPr>
          <p:cNvGrpSpPr/>
          <p:nvPr/>
        </p:nvGrpSpPr>
        <p:grpSpPr>
          <a:xfrm>
            <a:off x="625080" y="2551010"/>
            <a:ext cx="7430922" cy="533400"/>
            <a:chOff x="625080" y="2551010"/>
            <a:chExt cx="7430922" cy="5334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2ED0EA8-13F7-4971-9268-338543ABD454}"/>
                </a:ext>
              </a:extLst>
            </p:cNvPr>
            <p:cNvSpPr/>
            <p:nvPr/>
          </p:nvSpPr>
          <p:spPr>
            <a:xfrm>
              <a:off x="625080" y="2561016"/>
              <a:ext cx="59631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由于分母       从而分子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A43EE6A-DBAA-4331-8A8D-4B1915E69B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5797416"/>
                </p:ext>
              </p:extLst>
            </p:nvPr>
          </p:nvGraphicFramePr>
          <p:xfrm>
            <a:off x="2066757" y="2554400"/>
            <a:ext cx="927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71" name="Equation" r:id="rId13" imgW="927000" imgH="393480" progId="Equation.DSMT4">
                    <p:embed/>
                  </p:oleObj>
                </mc:Choice>
                <mc:Fallback>
                  <p:oleObj name="Equation" r:id="rId13" imgW="9270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066757" y="2554400"/>
                          <a:ext cx="927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20D23C9-F8EE-4B08-8091-8638378B50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9634335"/>
                </p:ext>
              </p:extLst>
            </p:nvPr>
          </p:nvGraphicFramePr>
          <p:xfrm>
            <a:off x="4423802" y="2551010"/>
            <a:ext cx="36322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72" name="Equation" r:id="rId15" imgW="3632040" imgH="533160" progId="Equation.DSMT4">
                    <p:embed/>
                  </p:oleObj>
                </mc:Choice>
                <mc:Fallback>
                  <p:oleObj name="Equation" r:id="rId15" imgW="3632040" imgH="533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23802" y="2551010"/>
                          <a:ext cx="36322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E2250CE-05F9-4C67-8782-2FC5BC699FB9}"/>
              </a:ext>
            </a:extLst>
          </p:cNvPr>
          <p:cNvSpPr/>
          <p:nvPr/>
        </p:nvSpPr>
        <p:spPr>
          <a:xfrm>
            <a:off x="625080" y="32751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CD5CCC7-1D7F-40B1-8444-1A58D9FF7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096628"/>
              </p:ext>
            </p:extLst>
          </p:nvPr>
        </p:nvGraphicFramePr>
        <p:xfrm>
          <a:off x="2233862" y="3264997"/>
          <a:ext cx="3060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73" name="Equation" r:id="rId17" imgW="3060360" imgH="533160" progId="Equation.DSMT4">
                  <p:embed/>
                </p:oleObj>
              </mc:Choice>
              <mc:Fallback>
                <p:oleObj name="Equation" r:id="rId17" imgW="30603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33862" y="3264997"/>
                        <a:ext cx="3060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FEF780D-2272-4825-8EEF-92CA9144D8A2}"/>
              </a:ext>
            </a:extLst>
          </p:cNvPr>
          <p:cNvSpPr/>
          <p:nvPr/>
        </p:nvSpPr>
        <p:spPr>
          <a:xfrm>
            <a:off x="611560" y="398930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又</a:t>
            </a:r>
            <a:endParaRPr lang="zh-CN" altLang="en-US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FA73A47-B05D-4D28-A029-CEBAEDDC1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840340"/>
              </p:ext>
            </p:extLst>
          </p:nvPr>
        </p:nvGraphicFramePr>
        <p:xfrm>
          <a:off x="1253957" y="4011558"/>
          <a:ext cx="2552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74" name="Equation" r:id="rId19" imgW="2552400" imgH="533160" progId="Equation.DSMT4">
                  <p:embed/>
                </p:oleObj>
              </mc:Choice>
              <mc:Fallback>
                <p:oleObj name="Equation" r:id="rId19" imgW="255240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53957" y="4011558"/>
                        <a:ext cx="2552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A472625E-61CE-4B3E-8F68-40B5238E56C5}"/>
              </a:ext>
            </a:extLst>
          </p:cNvPr>
          <p:cNvGrpSpPr/>
          <p:nvPr/>
        </p:nvGrpSpPr>
        <p:grpSpPr>
          <a:xfrm>
            <a:off x="3779035" y="3978984"/>
            <a:ext cx="1941846" cy="533400"/>
            <a:chOff x="3779035" y="3978984"/>
            <a:chExt cx="1941846" cy="5334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51486BF-F183-465B-91C3-907BB2C0920B}"/>
                </a:ext>
              </a:extLst>
            </p:cNvPr>
            <p:cNvSpPr/>
            <p:nvPr/>
          </p:nvSpPr>
          <p:spPr>
            <a:xfrm>
              <a:off x="3779035" y="397898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故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FCBA7A8-54EC-46C1-B157-39056B220C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7192169"/>
                </p:ext>
              </p:extLst>
            </p:nvPr>
          </p:nvGraphicFramePr>
          <p:xfrm>
            <a:off x="4273081" y="3978984"/>
            <a:ext cx="14478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75" name="Equation" r:id="rId21" imgW="1447560" imgH="533160" progId="Equation.DSMT4">
                    <p:embed/>
                  </p:oleObj>
                </mc:Choice>
                <mc:Fallback>
                  <p:oleObj name="Equation" r:id="rId21" imgW="1447560" imgH="533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273081" y="3978984"/>
                          <a:ext cx="14478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12DB12A-BF4E-49EA-872E-FCD34835247F}"/>
              </a:ext>
            </a:extLst>
          </p:cNvPr>
          <p:cNvGrpSpPr/>
          <p:nvPr/>
        </p:nvGrpSpPr>
        <p:grpSpPr>
          <a:xfrm>
            <a:off x="5751877" y="3826080"/>
            <a:ext cx="3125423" cy="736600"/>
            <a:chOff x="5751877" y="3826080"/>
            <a:chExt cx="3125423" cy="7366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7A90BA8-2E47-4F04-B237-D01F9DC03055}"/>
                </a:ext>
              </a:extLst>
            </p:cNvPr>
            <p:cNvSpPr/>
            <p:nvPr/>
          </p:nvSpPr>
          <p:spPr>
            <a:xfrm>
              <a:off x="5751877" y="3952223"/>
              <a:ext cx="8363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只能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8779668B-1D8D-45C4-9108-6521D0AABC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6876993"/>
                </p:ext>
              </p:extLst>
            </p:nvPr>
          </p:nvGraphicFramePr>
          <p:xfrm>
            <a:off x="6540500" y="3826080"/>
            <a:ext cx="2336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76" name="Equation" r:id="rId23" imgW="2336760" imgH="736560" progId="Equation.DSMT4">
                    <p:embed/>
                  </p:oleObj>
                </mc:Choice>
                <mc:Fallback>
                  <p:oleObj name="Equation" r:id="rId23" imgW="23367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40500" y="3826080"/>
                          <a:ext cx="2336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6081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7CFE98-88E1-4D1C-B605-6321B8857155}"/>
              </a:ext>
            </a:extLst>
          </p:cNvPr>
          <p:cNvSpPr txBox="1"/>
          <p:nvPr/>
        </p:nvSpPr>
        <p:spPr>
          <a:xfrm>
            <a:off x="539552" y="41151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01A4160-C93A-44E7-9040-4CB13ED44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443297"/>
              </p:ext>
            </p:extLst>
          </p:nvPr>
        </p:nvGraphicFramePr>
        <p:xfrm>
          <a:off x="1485900" y="254992"/>
          <a:ext cx="6172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0" name="Equation" r:id="rId3" imgW="6172200" imgH="774360" progId="Equation.DSMT4">
                  <p:embed/>
                </p:oleObj>
              </mc:Choice>
              <mc:Fallback>
                <p:oleObj name="Equation" r:id="rId3" imgW="617220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57D4081-532D-4D29-8F89-808EA6279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5900" y="254992"/>
                        <a:ext cx="6172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D341EBB-A472-4A9F-9BDD-7C94CFB15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970070"/>
              </p:ext>
            </p:extLst>
          </p:nvPr>
        </p:nvGraphicFramePr>
        <p:xfrm>
          <a:off x="1331640" y="1275606"/>
          <a:ext cx="2755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1" name="Equation" r:id="rId5" imgW="2755800" imgH="774360" progId="Equation.DSMT4">
                  <p:embed/>
                </p:oleObj>
              </mc:Choice>
              <mc:Fallback>
                <p:oleObj name="Equation" r:id="rId5" imgW="275580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01A4160-C93A-44E7-9040-4CB13ED44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640" y="1275606"/>
                        <a:ext cx="2755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A245C4F4-A070-43FD-9D1A-7549F399F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42715"/>
              </p:ext>
            </p:extLst>
          </p:nvPr>
        </p:nvGraphicFramePr>
        <p:xfrm>
          <a:off x="1738040" y="4448964"/>
          <a:ext cx="469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2" name="Equation" r:id="rId7" imgW="4698720" imgH="406080" progId="Equation.DSMT4">
                  <p:embed/>
                </p:oleObj>
              </mc:Choice>
              <mc:Fallback>
                <p:oleObj name="Equation" r:id="rId7" imgW="4698720" imgH="40608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FB3EFE28-B323-4071-9C60-694DAEDF0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040" y="4448964"/>
                        <a:ext cx="4699000" cy="406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1956F5-58F6-4933-AC92-CAF95EB73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983372"/>
              </p:ext>
            </p:extLst>
          </p:nvPr>
        </p:nvGraphicFramePr>
        <p:xfrm>
          <a:off x="1331640" y="2065387"/>
          <a:ext cx="4699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3" name="Equation" r:id="rId9" imgW="4698720" imgH="774360" progId="Equation.DSMT4">
                  <p:embed/>
                </p:oleObj>
              </mc:Choice>
              <mc:Fallback>
                <p:oleObj name="Equation" r:id="rId9" imgW="4698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640" y="2065387"/>
                        <a:ext cx="4699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6E78FC-F101-46F4-9F91-E24EC865A449}"/>
              </a:ext>
            </a:extLst>
          </p:cNvPr>
          <p:cNvGrpSpPr/>
          <p:nvPr/>
        </p:nvGrpSpPr>
        <p:grpSpPr>
          <a:xfrm>
            <a:off x="539552" y="3039815"/>
            <a:ext cx="2189088" cy="736600"/>
            <a:chOff x="539552" y="3039815"/>
            <a:chExt cx="2189088" cy="7366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124FF0C-6D13-44D7-8E2A-F7754F3AA0CB}"/>
                </a:ext>
              </a:extLst>
            </p:cNvPr>
            <p:cNvSpPr txBox="1"/>
            <p:nvPr/>
          </p:nvSpPr>
          <p:spPr>
            <a:xfrm>
              <a:off x="539552" y="3147814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BC324E9-E651-44B4-B757-EED5A03637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0364388"/>
                </p:ext>
              </p:extLst>
            </p:nvPr>
          </p:nvGraphicFramePr>
          <p:xfrm>
            <a:off x="1331640" y="3039815"/>
            <a:ext cx="1397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714" name="Equation" r:id="rId11" imgW="1396800" imgH="736560" progId="Equation.DSMT4">
                    <p:embed/>
                  </p:oleObj>
                </mc:Choice>
                <mc:Fallback>
                  <p:oleObj name="Equation" r:id="rId11" imgW="13968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31640" y="3039815"/>
                          <a:ext cx="1397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0E9FD2D-23C3-435C-925C-D4CF2398A8DA}"/>
              </a:ext>
            </a:extLst>
          </p:cNvPr>
          <p:cNvGrpSpPr/>
          <p:nvPr/>
        </p:nvGrpSpPr>
        <p:grpSpPr>
          <a:xfrm>
            <a:off x="2799349" y="3010346"/>
            <a:ext cx="2642549" cy="750293"/>
            <a:chOff x="2799349" y="3010346"/>
            <a:chExt cx="2642549" cy="750293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EAF5D4A-5DC7-4151-BBAF-941710CA68AC}"/>
                </a:ext>
              </a:extLst>
            </p:cNvPr>
            <p:cNvSpPr txBox="1"/>
            <p:nvPr/>
          </p:nvSpPr>
          <p:spPr>
            <a:xfrm>
              <a:off x="2799349" y="3129954"/>
              <a:ext cx="98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综上，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2D1EEA4-8C24-4A60-B304-9B3E15979B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799624"/>
                </p:ext>
              </p:extLst>
            </p:nvPr>
          </p:nvGraphicFramePr>
          <p:xfrm>
            <a:off x="3784600" y="3024039"/>
            <a:ext cx="787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715" name="Equation" r:id="rId13" imgW="787320" imgH="736560" progId="Equation.DSMT4">
                    <p:embed/>
                  </p:oleObj>
                </mc:Choice>
                <mc:Fallback>
                  <p:oleObj name="Equation" r:id="rId13" imgW="7873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84600" y="3024039"/>
                          <a:ext cx="787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CB2762A-96FE-4214-8572-33001E562F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4361436"/>
                </p:ext>
              </p:extLst>
            </p:nvPr>
          </p:nvGraphicFramePr>
          <p:xfrm>
            <a:off x="4679898" y="3010346"/>
            <a:ext cx="762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716" name="Equation" r:id="rId15" imgW="761760" imgH="736560" progId="Equation.DSMT4">
                    <p:embed/>
                  </p:oleObj>
                </mc:Choice>
                <mc:Fallback>
                  <p:oleObj name="Equation" r:id="rId15" imgW="7617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679898" y="3010346"/>
                          <a:ext cx="762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866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CFBF30F2-D0E4-4484-9123-E791D8EBD9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2734961"/>
            <a:ext cx="2202681" cy="24085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155CF2-79A9-4A0B-8DB5-B20EC1AE8BEC}"/>
              </a:ext>
            </a:extLst>
          </p:cNvPr>
          <p:cNvSpPr/>
          <p:nvPr/>
        </p:nvSpPr>
        <p:spPr>
          <a:xfrm>
            <a:off x="683568" y="339502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1DD61-0409-4A66-959E-AB9300576AF9}"/>
              </a:ext>
            </a:extLst>
          </p:cNvPr>
          <p:cNvSpPr/>
          <p:nvPr/>
        </p:nvSpPr>
        <p:spPr>
          <a:xfrm>
            <a:off x="1619671" y="329234"/>
            <a:ext cx="1260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</a:rPr>
              <a:t>求极限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F8BB86F-0897-4D0E-83B2-871F30875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370136"/>
              </p:ext>
            </p:extLst>
          </p:nvPr>
        </p:nvGraphicFramePr>
        <p:xfrm>
          <a:off x="2747764" y="163934"/>
          <a:ext cx="240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3" name="Equation" r:id="rId4" imgW="2400120" imgH="812520" progId="Equation.DSMT4">
                  <p:embed/>
                </p:oleObj>
              </mc:Choice>
              <mc:Fallback>
                <p:oleObj name="Equation" r:id="rId4" imgW="2400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47764" y="163934"/>
                        <a:ext cx="240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FEB1E5B-4907-49C7-BC03-1075E8C8F100}"/>
              </a:ext>
            </a:extLst>
          </p:cNvPr>
          <p:cNvSpPr txBox="1"/>
          <p:nvPr/>
        </p:nvSpPr>
        <p:spPr>
          <a:xfrm>
            <a:off x="701959" y="1131590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DA336D9-367D-496A-88EA-A0F5945A1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749850"/>
              </p:ext>
            </p:extLst>
          </p:nvPr>
        </p:nvGraphicFramePr>
        <p:xfrm>
          <a:off x="1242354" y="1998857"/>
          <a:ext cx="434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4" name="Equation" r:id="rId6" imgW="4343400" imgH="812520" progId="Equation.DSMT4">
                  <p:embed/>
                </p:oleObj>
              </mc:Choice>
              <mc:Fallback>
                <p:oleObj name="Equation" r:id="rId6" imgW="4343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42354" y="1998857"/>
                        <a:ext cx="4343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241080-04C0-429E-9C57-F488677B3A9E}"/>
              </a:ext>
            </a:extLst>
          </p:cNvPr>
          <p:cNvGrpSpPr/>
          <p:nvPr/>
        </p:nvGrpSpPr>
        <p:grpSpPr>
          <a:xfrm>
            <a:off x="1242354" y="1026578"/>
            <a:ext cx="2735311" cy="736600"/>
            <a:chOff x="1242354" y="1026578"/>
            <a:chExt cx="2735311" cy="7366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006508A-B543-4565-9272-19A48C145184}"/>
                </a:ext>
              </a:extLst>
            </p:cNvPr>
            <p:cNvSpPr txBox="1"/>
            <p:nvPr/>
          </p:nvSpPr>
          <p:spPr>
            <a:xfrm>
              <a:off x="1242354" y="1133032"/>
              <a:ext cx="1097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因为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D481F7F-9C2B-4F1B-B535-0D13D5F156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4618921"/>
                </p:ext>
              </p:extLst>
            </p:nvPr>
          </p:nvGraphicFramePr>
          <p:xfrm>
            <a:off x="2059965" y="1026578"/>
            <a:ext cx="1917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75" name="Equation" r:id="rId8" imgW="1917360" imgH="736560" progId="Equation.DSMT4">
                    <p:embed/>
                  </p:oleObj>
                </mc:Choice>
                <mc:Fallback>
                  <p:oleObj name="Equation" r:id="rId8" imgW="19173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59965" y="1026578"/>
                          <a:ext cx="1917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808B6B7-FC32-4B2C-8B18-476D10647CA6}"/>
              </a:ext>
            </a:extLst>
          </p:cNvPr>
          <p:cNvSpPr txBox="1"/>
          <p:nvPr/>
        </p:nvSpPr>
        <p:spPr>
          <a:xfrm>
            <a:off x="4094739" y="1142034"/>
            <a:ext cx="621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315E8A-955C-44CB-ABC1-9D15320C5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39578"/>
              </p:ext>
            </p:extLst>
          </p:nvPr>
        </p:nvGraphicFramePr>
        <p:xfrm>
          <a:off x="4716016" y="1026578"/>
          <a:ext cx="2984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6" name="Equation" r:id="rId10" imgW="2984400" imgH="812520" progId="Equation.DSMT4">
                  <p:embed/>
                </p:oleObj>
              </mc:Choice>
              <mc:Fallback>
                <p:oleObj name="Equation" r:id="rId10" imgW="2984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16016" y="1026578"/>
                        <a:ext cx="2984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FF1810-4093-4D9F-B7FE-89D782D147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304378"/>
              </p:ext>
            </p:extLst>
          </p:nvPr>
        </p:nvGraphicFramePr>
        <p:xfrm>
          <a:off x="5681216" y="2028993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7" name="Equation" r:id="rId12" imgW="2019240" imgH="736560" progId="Equation.DSMT4">
                  <p:embed/>
                </p:oleObj>
              </mc:Choice>
              <mc:Fallback>
                <p:oleObj name="Equation" r:id="rId12" imgW="2019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81216" y="2028993"/>
                        <a:ext cx="2019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5CF10E3-E4C2-4CFB-ABA9-B6867C046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203650"/>
              </p:ext>
            </p:extLst>
          </p:nvPr>
        </p:nvGraphicFramePr>
        <p:xfrm>
          <a:off x="1211839" y="3093806"/>
          <a:ext cx="2882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8" name="Equation" r:id="rId14" imgW="2882880" imgH="812520" progId="Equation.DSMT4">
                  <p:embed/>
                </p:oleObj>
              </mc:Choice>
              <mc:Fallback>
                <p:oleObj name="Equation" r:id="rId14" imgW="28828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11839" y="3093806"/>
                        <a:ext cx="2882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CCEEA84-6799-499F-9EA3-4517030D283B}"/>
              </a:ext>
            </a:extLst>
          </p:cNvPr>
          <p:cNvSpPr txBox="1"/>
          <p:nvPr/>
        </p:nvSpPr>
        <p:spPr>
          <a:xfrm>
            <a:off x="4094739" y="3039997"/>
            <a:ext cx="643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+mn-ea"/>
              </a:rPr>
              <a:t>？</a:t>
            </a:r>
            <a:endParaRPr lang="en-US" altLang="zh-CN" sz="60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7C5BDEA-5C68-4DFB-B34F-30F838266449}"/>
              </a:ext>
            </a:extLst>
          </p:cNvPr>
          <p:cNvGrpSpPr/>
          <p:nvPr/>
        </p:nvGrpSpPr>
        <p:grpSpPr>
          <a:xfrm>
            <a:off x="1308453" y="4055660"/>
            <a:ext cx="4847723" cy="774934"/>
            <a:chOff x="1308453" y="4055660"/>
            <a:chExt cx="4847723" cy="774934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4BD83D5-E40A-4DBC-8BC2-FA3CEF8D6C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9988901"/>
                </p:ext>
              </p:extLst>
            </p:nvPr>
          </p:nvGraphicFramePr>
          <p:xfrm>
            <a:off x="1308453" y="4093994"/>
            <a:ext cx="96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79" name="Equation" r:id="rId16" imgW="965160" imgH="736560" progId="Equation.DSMT4">
                    <p:embed/>
                  </p:oleObj>
                </mc:Choice>
                <mc:Fallback>
                  <p:oleObj name="Equation" r:id="rId16" imgW="9651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08453" y="4093994"/>
                          <a:ext cx="96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CC05DC0-EAD4-49BF-8CE4-70C7D7131E2F}"/>
                </a:ext>
              </a:extLst>
            </p:cNvPr>
            <p:cNvSpPr txBox="1"/>
            <p:nvPr/>
          </p:nvSpPr>
          <p:spPr>
            <a:xfrm>
              <a:off x="2324440" y="4179049"/>
              <a:ext cx="38317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              处等于</a:t>
              </a:r>
              <a:r>
                <a:rPr lang="en-US" altLang="zh-CN" sz="2400" b="1" dirty="0">
                  <a:latin typeface="+mn-ea"/>
                </a:rPr>
                <a:t>0.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8D91AE0-2974-4A17-93D2-C4473BD3EA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5802019"/>
                </p:ext>
              </p:extLst>
            </p:nvPr>
          </p:nvGraphicFramePr>
          <p:xfrm>
            <a:off x="2785616" y="4055660"/>
            <a:ext cx="193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80" name="Equation" r:id="rId18" imgW="1930320" imgH="736560" progId="Equation.DSMT4">
                    <p:embed/>
                  </p:oleObj>
                </mc:Choice>
                <mc:Fallback>
                  <p:oleObj name="Equation" r:id="rId18" imgW="19303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785616" y="4055660"/>
                          <a:ext cx="1930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A4FBDBC8-AA13-4C1F-ACF7-1E4341B9B085}"/>
              </a:ext>
            </a:extLst>
          </p:cNvPr>
          <p:cNvSpPr txBox="1"/>
          <p:nvPr/>
        </p:nvSpPr>
        <p:spPr>
          <a:xfrm>
            <a:off x="4972926" y="3011840"/>
            <a:ext cx="643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+mn-ea"/>
              </a:rPr>
              <a:t>错</a:t>
            </a:r>
            <a:endParaRPr lang="en-US" altLang="zh-CN" sz="60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12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6" grpId="0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DCC054-D0E1-4D81-83AC-4BC4CCF5F808}"/>
              </a:ext>
            </a:extLst>
          </p:cNvPr>
          <p:cNvSpPr/>
          <p:nvPr/>
        </p:nvSpPr>
        <p:spPr>
          <a:xfrm>
            <a:off x="683568" y="339502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4826AE-DBCA-4B0E-8C2F-2D782DDE8692}"/>
              </a:ext>
            </a:extLst>
          </p:cNvPr>
          <p:cNvSpPr/>
          <p:nvPr/>
        </p:nvSpPr>
        <p:spPr>
          <a:xfrm>
            <a:off x="1619671" y="329234"/>
            <a:ext cx="1260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</a:rPr>
              <a:t>求极限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2C6C23E-9C76-4A9A-98F5-C02DCC0A7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735037"/>
              </p:ext>
            </p:extLst>
          </p:nvPr>
        </p:nvGraphicFramePr>
        <p:xfrm>
          <a:off x="2747764" y="163934"/>
          <a:ext cx="240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1" name="Equation" r:id="rId3" imgW="2400120" imgH="812520" progId="Equation.DSMT4">
                  <p:embed/>
                </p:oleObj>
              </mc:Choice>
              <mc:Fallback>
                <p:oleObj name="Equation" r:id="rId3" imgW="2400120" imgH="812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F8BB86F-0897-4D0E-83B2-871F308756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7764" y="163934"/>
                        <a:ext cx="240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91C8C97-9927-4C59-83F1-B557A9CC71F7}"/>
              </a:ext>
            </a:extLst>
          </p:cNvPr>
          <p:cNvSpPr txBox="1"/>
          <p:nvPr/>
        </p:nvSpPr>
        <p:spPr>
          <a:xfrm>
            <a:off x="712397" y="1332556"/>
            <a:ext cx="473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5C3A983-4A0E-4D05-AC03-D149253C302E}"/>
              </a:ext>
            </a:extLst>
          </p:cNvPr>
          <p:cNvGrpSpPr/>
          <p:nvPr/>
        </p:nvGrpSpPr>
        <p:grpSpPr>
          <a:xfrm>
            <a:off x="1345176" y="1332556"/>
            <a:ext cx="1403971" cy="461665"/>
            <a:chOff x="1295821" y="1131589"/>
            <a:chExt cx="1403971" cy="461665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D2B96E3-0DF4-43F9-9464-C5F95D307E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629238"/>
                </p:ext>
              </p:extLst>
            </p:nvPr>
          </p:nvGraphicFramePr>
          <p:xfrm>
            <a:off x="1295821" y="122272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2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95821" y="122272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7B45B32-9D56-402E-A643-B2DBD80D7B0E}"/>
                </a:ext>
              </a:extLst>
            </p:cNvPr>
            <p:cNvSpPr txBox="1"/>
            <p:nvPr/>
          </p:nvSpPr>
          <p:spPr>
            <a:xfrm>
              <a:off x="1943521" y="1131589"/>
              <a:ext cx="756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endParaRPr lang="en-US" altLang="zh-CN" sz="2400" b="1" dirty="0">
                <a:latin typeface="+mn-ea"/>
              </a:endParaRP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A38D59-C728-4B0D-8394-E37C76F55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225251"/>
              </p:ext>
            </p:extLst>
          </p:nvPr>
        </p:nvGraphicFramePr>
        <p:xfrm>
          <a:off x="2747764" y="1152425"/>
          <a:ext cx="3733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3" name="Equation" r:id="rId7" imgW="3733560" imgH="863280" progId="Equation.DSMT4">
                  <p:embed/>
                </p:oleObj>
              </mc:Choice>
              <mc:Fallback>
                <p:oleObj name="Equation" r:id="rId7" imgW="37335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7764" y="1152425"/>
                        <a:ext cx="3733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FD352879-5A86-4AEB-8EAF-86A5021BB560}"/>
              </a:ext>
            </a:extLst>
          </p:cNvPr>
          <p:cNvSpPr txBox="1"/>
          <p:nvPr/>
        </p:nvSpPr>
        <p:spPr>
          <a:xfrm>
            <a:off x="719572" y="2325610"/>
            <a:ext cx="86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2CB26B1-156F-46E5-AE42-AAEAF2B35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968079"/>
              </p:ext>
            </p:extLst>
          </p:nvPr>
        </p:nvGraphicFramePr>
        <p:xfrm>
          <a:off x="2262002" y="2205252"/>
          <a:ext cx="3035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4" name="Equation" r:id="rId9" imgW="3035160" imgH="863280" progId="Equation.DSMT4">
                  <p:embed/>
                </p:oleObj>
              </mc:Choice>
              <mc:Fallback>
                <p:oleObj name="Equation" r:id="rId9" imgW="30351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2002" y="2205252"/>
                        <a:ext cx="3035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8006DE9-B2B9-4A8B-8C50-4F25429079DC}"/>
              </a:ext>
            </a:extLst>
          </p:cNvPr>
          <p:cNvSpPr txBox="1"/>
          <p:nvPr/>
        </p:nvSpPr>
        <p:spPr>
          <a:xfrm>
            <a:off x="673867" y="3409796"/>
            <a:ext cx="216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由夹逼准则知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E344A3A-47C1-478D-8C81-A14EDF66D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885767"/>
              </p:ext>
            </p:extLst>
          </p:nvPr>
        </p:nvGraphicFramePr>
        <p:xfrm>
          <a:off x="2747764" y="3225135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5" name="Equation" r:id="rId11" imgW="2844720" imgH="812520" progId="Equation.DSMT4">
                  <p:embed/>
                </p:oleObj>
              </mc:Choice>
              <mc:Fallback>
                <p:oleObj name="Equation" r:id="rId11" imgW="28447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7764" y="3225135"/>
                        <a:ext cx="2844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1753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9">
            <a:extLst>
              <a:ext uri="{FF2B5EF4-FFF2-40B4-BE49-F238E27FC236}">
                <a16:creationId xmlns:a16="http://schemas.microsoft.com/office/drawing/2014/main" id="{CB5E6C48-F711-4719-ABC9-861A3F869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706" y="2119879"/>
            <a:ext cx="4105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等价无穷小的两个性质</a:t>
            </a:r>
          </a:p>
        </p:txBody>
      </p:sp>
      <p:sp>
        <p:nvSpPr>
          <p:cNvPr id="4" name="Text Box 29">
            <a:extLst>
              <a:ext uri="{FF2B5EF4-FFF2-40B4-BE49-F238E27FC236}">
                <a16:creationId xmlns:a16="http://schemas.microsoft.com/office/drawing/2014/main" id="{1FDD1D6E-0D17-43D9-9681-1465CE3E6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191" y="1491630"/>
            <a:ext cx="5184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给出了几个常用的等价无穷小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B7187-ACDB-47D7-84F0-A67078624232}"/>
              </a:ext>
            </a:extLst>
          </p:cNvPr>
          <p:cNvSpPr/>
          <p:nvPr/>
        </p:nvSpPr>
        <p:spPr>
          <a:xfrm>
            <a:off x="3347864" y="22182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楷体_GB2312" pitchFamily="49" charset="-122"/>
              </a:rPr>
              <a:t>内容小结</a:t>
            </a: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F88AD516-0BCD-4FC5-BF12-96BA4314A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915566"/>
            <a:ext cx="4392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关于无穷小比较的相关概念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3EC29-38F3-4986-8ABD-4135CA79E249}"/>
              </a:ext>
            </a:extLst>
          </p:cNvPr>
          <p:cNvGrpSpPr/>
          <p:nvPr/>
        </p:nvGrpSpPr>
        <p:grpSpPr>
          <a:xfrm>
            <a:off x="1962841" y="2815357"/>
            <a:ext cx="4211266" cy="461665"/>
            <a:chOff x="2178865" y="2985883"/>
            <a:chExt cx="4211266" cy="461665"/>
          </a:xfrm>
        </p:grpSpPr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8A5088E8-BEDB-4EDC-AC80-789453030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8865" y="2985883"/>
              <a:ext cx="11885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定理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kumimoji="1"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C627498F-3D69-4585-B84A-5054A64631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83431" y="3084438"/>
            <a:ext cx="280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65" name="Equation" r:id="rId3" imgW="2806560" imgH="342720" progId="">
                    <p:embed/>
                  </p:oleObj>
                </mc:Choice>
                <mc:Fallback>
                  <p:oleObj name="Equation" r:id="rId3" imgW="2806560" imgH="342720" progId="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C627498F-3D69-4585-B84A-5054A64631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431" y="3084438"/>
                          <a:ext cx="2806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9">
            <a:extLst>
              <a:ext uri="{FF2B5EF4-FFF2-40B4-BE49-F238E27FC236}">
                <a16:creationId xmlns:a16="http://schemas.microsoft.com/office/drawing/2014/main" id="{A3B69D51-C265-493A-9A74-84AE408CF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840" y="3489607"/>
            <a:ext cx="47693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  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等价无穷小替换定理</a:t>
            </a:r>
          </a:p>
        </p:txBody>
      </p:sp>
      <p:sp>
        <p:nvSpPr>
          <p:cNvPr id="11" name="Text Box 29">
            <a:extLst>
              <a:ext uri="{FF2B5EF4-FFF2-40B4-BE49-F238E27FC236}">
                <a16:creationId xmlns:a16="http://schemas.microsoft.com/office/drawing/2014/main" id="{43CAC1F3-FFE9-453C-8876-A0580DB99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823" y="4119177"/>
            <a:ext cx="6403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4.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等价无穷小替换定理在求极限中的应用</a:t>
            </a:r>
          </a:p>
        </p:txBody>
      </p:sp>
    </p:spTree>
    <p:extLst>
      <p:ext uri="{BB962C8B-B14F-4D97-AF65-F5344CB8AC3E}">
        <p14:creationId xmlns:p14="http://schemas.microsoft.com/office/powerpoint/2010/main" val="272452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547DD4-73D1-4790-ACA2-AD24A77BF2E6}"/>
              </a:ext>
            </a:extLst>
          </p:cNvPr>
          <p:cNvSpPr/>
          <p:nvPr/>
        </p:nvSpPr>
        <p:spPr>
          <a:xfrm>
            <a:off x="755576" y="246415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练习题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C05C40-0311-4DA8-95B4-52C9102C90A9}"/>
              </a:ext>
            </a:extLst>
          </p:cNvPr>
          <p:cNvSpPr txBox="1"/>
          <p:nvPr/>
        </p:nvSpPr>
        <p:spPr>
          <a:xfrm>
            <a:off x="715261" y="847612"/>
            <a:ext cx="150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求极限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7BF7E64E-FD7A-4602-B8C0-AE804D99D9A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55037" y="709976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8" name="Equation" r:id="rId3" imgW="2831760" imgH="736560" progId="Equation.DSMT4">
                  <p:embed/>
                </p:oleObj>
              </mc:Choice>
              <mc:Fallback>
                <p:oleObj name="Equation" r:id="rId3" imgW="2831760" imgH="73656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7BF7E64E-FD7A-4602-B8C0-AE804D99D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037" y="709976"/>
                        <a:ext cx="2832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4543EC4-7D1E-46B5-98D1-322EA5611E15}"/>
              </a:ext>
            </a:extLst>
          </p:cNvPr>
          <p:cNvSpPr/>
          <p:nvPr/>
        </p:nvSpPr>
        <p:spPr>
          <a:xfrm>
            <a:off x="755576" y="160399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B88C9166-3457-42C3-A80A-A18D88FC07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3011" y="1465232"/>
          <a:ext cx="278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9" name="Equation" r:id="rId5" imgW="2781000" imgH="736560" progId="Equation.DSMT4">
                  <p:embed/>
                </p:oleObj>
              </mc:Choice>
              <mc:Fallback>
                <p:oleObj name="Equation" r:id="rId5" imgW="278100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B88C9166-3457-42C3-A80A-A18D88FC0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3011" y="1465232"/>
                        <a:ext cx="2781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5A2AC7F-0E77-4EAB-8C31-51E6B6421B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14591" y="1000746"/>
          <a:ext cx="2895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0" name="Equation" r:id="rId7" imgW="2895480" imgH="1206360" progId="Equation.DSMT4">
                  <p:embed/>
                </p:oleObj>
              </mc:Choice>
              <mc:Fallback>
                <p:oleObj name="Equation" r:id="rId7" imgW="2895480" imgH="12063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65A2AC7F-0E77-4EAB-8C31-51E6B6421B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591" y="1000746"/>
                        <a:ext cx="289560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FFBDCD4-223A-43AC-8579-9C243944A32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04791" y="1465232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1" name="Equation" r:id="rId9" imgW="2209680" imgH="736560" progId="Equation.DSMT4">
                  <p:embed/>
                </p:oleObj>
              </mc:Choice>
              <mc:Fallback>
                <p:oleObj name="Equation" r:id="rId9" imgW="22096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FFBDCD4-223A-43AC-8579-9C243944A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04791" y="1465232"/>
                        <a:ext cx="2209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7CD99C86-3738-48A3-AE30-B9A4E4CCDC1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52500" y="2386013"/>
          <a:ext cx="3276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2" name="Equation" r:id="rId11" imgW="3276360" imgH="1650960" progId="Equation.DSMT4">
                  <p:embed/>
                </p:oleObj>
              </mc:Choice>
              <mc:Fallback>
                <p:oleObj name="Equation" r:id="rId11" imgW="3276360" imgH="16509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7CD99C86-3738-48A3-AE30-B9A4E4CCDC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386013"/>
                        <a:ext cx="327660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57999635-C969-40DD-87D8-838F7960E08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40213" y="2500313"/>
          <a:ext cx="2222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3" name="Equation" r:id="rId13" imgW="2222280" imgH="1079280" progId="Equation.DSMT4">
                  <p:embed/>
                </p:oleObj>
              </mc:Choice>
              <mc:Fallback>
                <p:oleObj name="Equation" r:id="rId13" imgW="2222280" imgH="107928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57999635-C969-40DD-87D8-838F7960E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2500313"/>
                        <a:ext cx="22225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71BBCDCC-D5CE-4EB5-AC50-9E208D1B37E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02599" y="4221194"/>
          <a:ext cx="344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4" name="Equation" r:id="rId15" imgW="3441600" imgH="736560" progId="Equation.DSMT4">
                  <p:embed/>
                </p:oleObj>
              </mc:Choice>
              <mc:Fallback>
                <p:oleObj name="Equation" r:id="rId15" imgW="3441600" imgH="73656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71BBCDCC-D5CE-4EB5-AC50-9E208D1B37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599" y="4221194"/>
                        <a:ext cx="3441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0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34323820-5D40-4A9C-8223-2A7C4516D47F}"/>
              </a:ext>
            </a:extLst>
          </p:cNvPr>
          <p:cNvGrpSpPr/>
          <p:nvPr/>
        </p:nvGrpSpPr>
        <p:grpSpPr>
          <a:xfrm>
            <a:off x="899592" y="383243"/>
            <a:ext cx="7920881" cy="787400"/>
            <a:chOff x="611559" y="346050"/>
            <a:chExt cx="7920881" cy="7874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871A316-8AAF-4401-B2B5-E9F602AB6220}"/>
                </a:ext>
              </a:extLst>
            </p:cNvPr>
            <p:cNvSpPr txBox="1"/>
            <p:nvPr/>
          </p:nvSpPr>
          <p:spPr>
            <a:xfrm>
              <a:off x="611559" y="483518"/>
              <a:ext cx="7920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2.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      计算         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E313121-4BE3-4FF1-B8AC-59AA4846085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85279" y="346050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3" name="Equation" r:id="rId3" imgW="1739880" imgH="787320" progId="Equation.DSMT4">
                    <p:embed/>
                  </p:oleObj>
                </mc:Choice>
                <mc:Fallback>
                  <p:oleObj name="Equation" r:id="rId3" imgW="1739880" imgH="787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E313121-4BE3-4FF1-B8AC-59AA484608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85279" y="346050"/>
                          <a:ext cx="1739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11C673B-70F1-44B5-A2B3-C7331F11EA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98899" y="346050"/>
            <a:ext cx="1346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4" name="Equation" r:id="rId5" imgW="1346040" imgH="736560" progId="Equation.DSMT4">
                    <p:embed/>
                  </p:oleObj>
                </mc:Choice>
                <mc:Fallback>
                  <p:oleObj name="Equation" r:id="rId5" imgW="1346040" imgH="736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911C673B-70F1-44B5-A2B3-C7331F11EA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98899" y="346050"/>
                          <a:ext cx="1346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C311F7C-6975-44D2-B808-872BCAC1A75E}"/>
              </a:ext>
            </a:extLst>
          </p:cNvPr>
          <p:cNvSpPr/>
          <p:nvPr/>
        </p:nvSpPr>
        <p:spPr>
          <a:xfrm>
            <a:off x="837287" y="132960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70F0169-514F-4369-A09B-C35B12C7E605}"/>
              </a:ext>
            </a:extLst>
          </p:cNvPr>
          <p:cNvGrpSpPr/>
          <p:nvPr/>
        </p:nvGrpSpPr>
        <p:grpSpPr>
          <a:xfrm>
            <a:off x="1212255" y="1196662"/>
            <a:ext cx="5664001" cy="787400"/>
            <a:chOff x="1313635" y="1209882"/>
            <a:chExt cx="5664001" cy="7874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83858C4-7B64-4CA8-9943-9DFCDE23FC13}"/>
                </a:ext>
              </a:extLst>
            </p:cNvPr>
            <p:cNvSpPr/>
            <p:nvPr/>
          </p:nvSpPr>
          <p:spPr>
            <a:xfrm>
              <a:off x="1313635" y="1342942"/>
              <a:ext cx="56640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因为             且分子       从而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78C0391-B813-4F89-B926-EE6B474E51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2031921"/>
                </p:ext>
              </p:extLst>
            </p:nvPr>
          </p:nvGraphicFramePr>
          <p:xfrm>
            <a:off x="2108783" y="1209882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5" name="Equation" r:id="rId7" imgW="1739880" imgH="787320" progId="Equation.DSMT4">
                    <p:embed/>
                  </p:oleObj>
                </mc:Choice>
                <mc:Fallback>
                  <p:oleObj name="Equation" r:id="rId7" imgW="1739880" imgH="787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78C0391-B813-4F89-B926-EE6B474E51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08783" y="1209882"/>
                          <a:ext cx="1739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80D2CDE-66B2-4C1E-AD9D-01BBB66128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4664662"/>
                </p:ext>
              </p:extLst>
            </p:nvPr>
          </p:nvGraphicFramePr>
          <p:xfrm>
            <a:off x="5078979" y="1465480"/>
            <a:ext cx="838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6" name="Equation" r:id="rId9" imgW="838080" imgH="330120" progId="Equation.DSMT4">
                    <p:embed/>
                  </p:oleObj>
                </mc:Choice>
                <mc:Fallback>
                  <p:oleObj name="Equation" r:id="rId9" imgW="838080" imgH="3301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80D2CDE-66B2-4C1E-AD9D-01BBB66128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78979" y="1465480"/>
                          <a:ext cx="838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783752-3538-437D-A086-AF7A1DEB28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00014" y="2103732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27" name="Equation" r:id="rId11" imgW="1739880" imgH="482400" progId="Equation.DSMT4">
                  <p:embed/>
                </p:oleObj>
              </mc:Choice>
              <mc:Fallback>
                <p:oleObj name="Equation" r:id="rId11" imgW="173988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B783752-3538-437D-A086-AF7A1DEB2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00014" y="2103732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C1259-906E-442D-BA86-4D163193F4FE}"/>
              </a:ext>
            </a:extLst>
          </p:cNvPr>
          <p:cNvGrpSpPr/>
          <p:nvPr/>
        </p:nvGrpSpPr>
        <p:grpSpPr>
          <a:xfrm>
            <a:off x="829176" y="2788096"/>
            <a:ext cx="3540788" cy="461665"/>
            <a:chOff x="383140" y="2825672"/>
            <a:chExt cx="3540788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B4DE63-2B35-4C84-976E-61404B7F008D}"/>
                </a:ext>
              </a:extLst>
            </p:cNvPr>
            <p:cNvSpPr/>
            <p:nvPr/>
          </p:nvSpPr>
          <p:spPr>
            <a:xfrm>
              <a:off x="383140" y="2825672"/>
              <a:ext cx="35407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故      时，          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1B910FF-ED2F-49F3-9C06-1D0FD1DCD9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7604958"/>
                </p:ext>
              </p:extLst>
            </p:nvPr>
          </p:nvGraphicFramePr>
          <p:xfrm>
            <a:off x="839926" y="2909493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8" name="Equation" r:id="rId13" imgW="774360" imgH="279360" progId="Equation.DSMT4">
                    <p:embed/>
                  </p:oleObj>
                </mc:Choice>
                <mc:Fallback>
                  <p:oleObj name="Equation" r:id="rId13" imgW="77436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1B910FF-ED2F-49F3-9C06-1D0FD1DCD9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39926" y="2909493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3F178DA-E74B-4521-A8CC-4A0B2C53FC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8888978"/>
                </p:ext>
              </p:extLst>
            </p:nvPr>
          </p:nvGraphicFramePr>
          <p:xfrm>
            <a:off x="2269308" y="2899599"/>
            <a:ext cx="132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29" name="Equation" r:id="rId15" imgW="1320480" imgH="342720" progId="Equation.DSMT4">
                    <p:embed/>
                  </p:oleObj>
                </mc:Choice>
                <mc:Fallback>
                  <p:oleObj name="Equation" r:id="rId15" imgW="13204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3F178DA-E74B-4521-A8CC-4A0B2C53FC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69308" y="2899599"/>
                          <a:ext cx="1320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7BA6C59-5AEA-45C5-8DB0-441ED8835C63}"/>
              </a:ext>
            </a:extLst>
          </p:cNvPr>
          <p:cNvGrpSpPr/>
          <p:nvPr/>
        </p:nvGrpSpPr>
        <p:grpSpPr>
          <a:xfrm>
            <a:off x="4116327" y="2641803"/>
            <a:ext cx="3383104" cy="723900"/>
            <a:chOff x="3760699" y="2700029"/>
            <a:chExt cx="3383104" cy="7239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B5ACBA1-723C-4391-9990-9A2EE853E181}"/>
                </a:ext>
              </a:extLst>
            </p:cNvPr>
            <p:cNvSpPr/>
            <p:nvPr/>
          </p:nvSpPr>
          <p:spPr>
            <a:xfrm>
              <a:off x="3760699" y="2839011"/>
              <a:ext cx="23278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从而      时，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02D0790-368E-418E-8A29-6DBFEC4CAA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60715" y="2909989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30" name="Equation" r:id="rId17" imgW="774360" imgH="279360" progId="Equation.DSMT4">
                    <p:embed/>
                  </p:oleObj>
                </mc:Choice>
                <mc:Fallback>
                  <p:oleObj name="Equation" r:id="rId17" imgW="77436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02D0790-368E-418E-8A29-6DBFEC4CAA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60715" y="2909989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831CCB3-361C-453A-8833-858272F45BD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72203" y="2700029"/>
            <a:ext cx="1371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531" name="Equation" r:id="rId18" imgW="1371600" imgH="723600" progId="Equation.DSMT4">
                    <p:embed/>
                  </p:oleObj>
                </mc:Choice>
                <mc:Fallback>
                  <p:oleObj name="Equation" r:id="rId18" imgW="1371600" imgH="7236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9831CCB3-361C-453A-8833-858272F45B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772203" y="2700029"/>
                          <a:ext cx="1371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F68463D-2186-4EEC-9FEF-4AC9BCBA12C7}"/>
              </a:ext>
            </a:extLst>
          </p:cNvPr>
          <p:cNvSpPr/>
          <p:nvPr/>
        </p:nvSpPr>
        <p:spPr>
          <a:xfrm>
            <a:off x="953061" y="3943560"/>
            <a:ext cx="3540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      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FA539E5-CF42-4763-816E-5CFCB3F90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484254"/>
              </p:ext>
            </p:extLst>
          </p:nvPr>
        </p:nvGraphicFramePr>
        <p:xfrm>
          <a:off x="1787612" y="3806092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32" name="Equation" r:id="rId20" imgW="1511280" imgH="736560" progId="Equation.DSMT4">
                  <p:embed/>
                </p:oleObj>
              </mc:Choice>
              <mc:Fallback>
                <p:oleObj name="Equation" r:id="rId20" imgW="151128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FA539E5-CF42-4763-816E-5CFCB3F90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87612" y="3806092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52DFB34-24E6-43A5-967E-EC7F95CF8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413708"/>
              </p:ext>
            </p:extLst>
          </p:nvPr>
        </p:nvGraphicFramePr>
        <p:xfrm>
          <a:off x="3413212" y="3451525"/>
          <a:ext cx="1308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33" name="Equation" r:id="rId22" imgW="1307880" imgH="1079280" progId="Equation.DSMT4">
                  <p:embed/>
                </p:oleObj>
              </mc:Choice>
              <mc:Fallback>
                <p:oleObj name="Equation" r:id="rId22" imgW="1307880" imgH="10792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52DFB34-24E6-43A5-967E-EC7F95CF8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3212" y="3451525"/>
                        <a:ext cx="13081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57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678E6D0-495C-43B3-8495-A3CD6CA26503}"/>
              </a:ext>
            </a:extLst>
          </p:cNvPr>
          <p:cNvGrpSpPr/>
          <p:nvPr/>
        </p:nvGrpSpPr>
        <p:grpSpPr>
          <a:xfrm>
            <a:off x="611560" y="483518"/>
            <a:ext cx="8027293" cy="609600"/>
            <a:chOff x="899592" y="372776"/>
            <a:chExt cx="8027293" cy="6096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867FBD5-135C-403C-9637-8880C1180710}"/>
                </a:ext>
              </a:extLst>
            </p:cNvPr>
            <p:cNvSpPr txBox="1"/>
            <p:nvPr/>
          </p:nvSpPr>
          <p:spPr>
            <a:xfrm>
              <a:off x="899592" y="520711"/>
              <a:ext cx="7920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3.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已知     时，          与       为等价无穷小，求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2F19A45-9983-46A5-9BD6-7481E361FFD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07704" y="611843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36" name="Equation" r:id="rId3" imgW="774360" imgH="279360" progId="Equation.DSMT4">
                    <p:embed/>
                  </p:oleObj>
                </mc:Choice>
                <mc:Fallback>
                  <p:oleObj name="Equation" r:id="rId3" imgW="77436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C2F19A45-9983-46A5-9BD6-7481E361FFD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07704" y="611843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05C011F-0727-4B4F-BEF9-889BD10640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03848" y="372776"/>
            <a:ext cx="15494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37" name="Equation" r:id="rId5" imgW="1549080" imgH="609480" progId="Equation.DSMT4">
                    <p:embed/>
                  </p:oleObj>
                </mc:Choice>
                <mc:Fallback>
                  <p:oleObj name="Equation" r:id="rId5" imgW="1549080" imgH="6094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05C011F-0727-4B4F-BEF9-889BD10640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03848" y="372776"/>
                          <a:ext cx="15494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C6E84CE-D863-46AA-A32F-803D898B32F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20072" y="629559"/>
            <a:ext cx="990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38" name="Equation" r:id="rId7" imgW="990360" imgH="279360" progId="Equation.DSMT4">
                    <p:embed/>
                  </p:oleObj>
                </mc:Choice>
                <mc:Fallback>
                  <p:oleObj name="Equation" r:id="rId7" imgW="990360" imgH="2793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C6E84CE-D863-46AA-A32F-803D898B32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20072" y="629559"/>
                          <a:ext cx="990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10E405A-1152-4406-980E-0B42312BAB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672885" y="667659"/>
            <a:ext cx="254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39" name="Equation" r:id="rId9" imgW="253800" imgH="203040" progId="Equation.DSMT4">
                    <p:embed/>
                  </p:oleObj>
                </mc:Choice>
                <mc:Fallback>
                  <p:oleObj name="Equation" r:id="rId9" imgW="253800" imgH="2030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10E405A-1152-4406-980E-0B42312BAB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672885" y="667659"/>
                          <a:ext cx="254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4D134FD-3046-4DB2-A827-63A11DF31EE7}"/>
              </a:ext>
            </a:extLst>
          </p:cNvPr>
          <p:cNvSpPr/>
          <p:nvPr/>
        </p:nvSpPr>
        <p:spPr>
          <a:xfrm>
            <a:off x="800557" y="155269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C518A5C-988F-4B8F-9617-BEF074AEE2B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99792" y="1389831"/>
          <a:ext cx="256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0" name="Equation" r:id="rId11" imgW="2565360" imgH="787320" progId="Equation.DSMT4">
                  <p:embed/>
                </p:oleObj>
              </mc:Choice>
              <mc:Fallback>
                <p:oleObj name="Equation" r:id="rId11" imgW="256536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C518A5C-988F-4B8F-9617-BEF074AEE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9792" y="1389831"/>
                        <a:ext cx="25654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5A71882-7CD4-49BA-A7FF-5F4A247C0C1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68144" y="1421581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1" name="Equation" r:id="rId13" imgW="1892160" imgH="723600" progId="Equation.DSMT4">
                  <p:embed/>
                </p:oleObj>
              </mc:Choice>
              <mc:Fallback>
                <p:oleObj name="Equation" r:id="rId13" imgW="18921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5A71882-7CD4-49BA-A7FF-5F4A247C0C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68144" y="1421581"/>
                        <a:ext cx="18923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EB0E35-051D-4C76-BC1B-3D3CC8BCE1AF}"/>
              </a:ext>
            </a:extLst>
          </p:cNvPr>
          <p:cNvGrpSpPr/>
          <p:nvPr/>
        </p:nvGrpSpPr>
        <p:grpSpPr>
          <a:xfrm>
            <a:off x="1449388" y="1588442"/>
            <a:ext cx="1485887" cy="461665"/>
            <a:chOff x="1449388" y="1588442"/>
            <a:chExt cx="1485887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3F0F975-5EE3-4ED2-8CEF-2415703B821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49388" y="1679575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42" name="Equation" r:id="rId15" imgW="774360" imgH="279360" progId="Equation.DSMT4">
                    <p:embed/>
                  </p:oleObj>
                </mc:Choice>
                <mc:Fallback>
                  <p:oleObj name="Equation" r:id="rId15" imgW="77436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F3F0F975-5EE3-4ED2-8CEF-2415703B82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49388" y="1679575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F92ACAA-7D78-438C-B13A-E1DFBF1E8C36}"/>
                </a:ext>
              </a:extLst>
            </p:cNvPr>
            <p:cNvSpPr/>
            <p:nvPr/>
          </p:nvSpPr>
          <p:spPr>
            <a:xfrm>
              <a:off x="2131850" y="158844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时，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D02B6746-2C31-4480-8C81-A6E5D1BCCCF7}"/>
              </a:ext>
            </a:extLst>
          </p:cNvPr>
          <p:cNvSpPr/>
          <p:nvPr/>
        </p:nvSpPr>
        <p:spPr>
          <a:xfrm>
            <a:off x="892890" y="289830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9AAF7B3-D9F6-4A58-9584-4B306EABA5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51050" y="2478088"/>
          <a:ext cx="2032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3" name="Equation" r:id="rId17" imgW="2031840" imgH="977760" progId="Equation.DSMT4">
                  <p:embed/>
                </p:oleObj>
              </mc:Choice>
              <mc:Fallback>
                <p:oleObj name="Equation" r:id="rId17" imgW="2031840" imgH="9777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9AAF7B3-D9F6-4A58-9584-4B306EABA5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51050" y="2478088"/>
                        <a:ext cx="20320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85E9989-FE5D-4B7C-A682-3446FA062B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9952" y="2365873"/>
          <a:ext cx="1397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4" name="Equation" r:id="rId19" imgW="1396800" imgH="1447560" progId="Equation.DSMT4">
                  <p:embed/>
                </p:oleObj>
              </mc:Choice>
              <mc:Fallback>
                <p:oleObj name="Equation" r:id="rId19" imgW="1396800" imgH="1447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85E9989-FE5D-4B7C-A682-3446FA062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39952" y="2365873"/>
                        <a:ext cx="13970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73686DB-43F1-4C17-852F-B610D88B06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530661" y="2716213"/>
          <a:ext cx="114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5" name="Equation" r:id="rId21" imgW="1143000" imgH="736560" progId="Equation.DSMT4">
                  <p:embed/>
                </p:oleObj>
              </mc:Choice>
              <mc:Fallback>
                <p:oleObj name="Equation" r:id="rId21" imgW="1143000" imgH="736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73686DB-43F1-4C17-852F-B610D88B06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30661" y="2716213"/>
                        <a:ext cx="114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EFD9F024-42DB-4FDE-A607-492DD470822F}"/>
              </a:ext>
            </a:extLst>
          </p:cNvPr>
          <p:cNvSpPr/>
          <p:nvPr/>
        </p:nvSpPr>
        <p:spPr>
          <a:xfrm>
            <a:off x="862005" y="376985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4C5961C-8FBA-4708-B74D-B959903B547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57350" y="3662348"/>
          <a:ext cx="78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46" name="Equation" r:id="rId23" imgW="787320" imgH="723600" progId="Equation.DSMT4">
                  <p:embed/>
                </p:oleObj>
              </mc:Choice>
              <mc:Fallback>
                <p:oleObj name="Equation" r:id="rId23" imgW="787320" imgH="723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4C5961C-8FBA-4708-B74D-B959903B54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57350" y="3662348"/>
                        <a:ext cx="787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3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3AB65BB0-4890-4956-A4B1-9F74DBAA71DD}"/>
              </a:ext>
            </a:extLst>
          </p:cNvPr>
          <p:cNvGrpSpPr/>
          <p:nvPr/>
        </p:nvGrpSpPr>
        <p:grpSpPr>
          <a:xfrm>
            <a:off x="827584" y="418058"/>
            <a:ext cx="3094475" cy="736600"/>
            <a:chOff x="641704" y="411510"/>
            <a:chExt cx="3094475" cy="7366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CC5A864-5B2A-4660-AE9D-B97B9A8F380A}"/>
                </a:ext>
              </a:extLst>
            </p:cNvPr>
            <p:cNvSpPr txBox="1"/>
            <p:nvPr/>
          </p:nvSpPr>
          <p:spPr>
            <a:xfrm>
              <a:off x="641704" y="555526"/>
              <a:ext cx="1506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4.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2FA23164-ED0B-4572-B90D-0AFA442DC92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96279" y="411510"/>
            <a:ext cx="1739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520" name="Equation" r:id="rId3" imgW="1739880" imgH="736560" progId="Equation.DSMT4">
                    <p:embed/>
                  </p:oleObj>
                </mc:Choice>
                <mc:Fallback>
                  <p:oleObj name="Equation" r:id="rId3" imgW="1739880" imgH="7365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2FA23164-ED0B-4572-B90D-0AFA442DC9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6279" y="411510"/>
                          <a:ext cx="1739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146D8E-ABAE-4CD3-91B2-F62E8B7948F7}"/>
              </a:ext>
            </a:extLst>
          </p:cNvPr>
          <p:cNvGrpSpPr/>
          <p:nvPr/>
        </p:nvGrpSpPr>
        <p:grpSpPr>
          <a:xfrm>
            <a:off x="4538319" y="555526"/>
            <a:ext cx="3476452" cy="461665"/>
            <a:chOff x="4538319" y="555526"/>
            <a:chExt cx="3476452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1AB92B8-20DA-4EE2-84B4-037BBDBE709A}"/>
                </a:ext>
              </a:extLst>
            </p:cNvPr>
            <p:cNvSpPr txBox="1"/>
            <p:nvPr/>
          </p:nvSpPr>
          <p:spPr>
            <a:xfrm>
              <a:off x="4538319" y="555526"/>
              <a:ext cx="3476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幂指函数，  未定式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93AF311-5580-4B7C-A318-266E5EC92E0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273457" y="607071"/>
            <a:ext cx="3048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521" name="Equation" r:id="rId5" imgW="304560" imgH="368280" progId="Equation.DSMT4">
                    <p:embed/>
                  </p:oleObj>
                </mc:Choice>
                <mc:Fallback>
                  <p:oleObj name="Equation" r:id="rId5" imgW="304560" imgH="3682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93AF311-5580-4B7C-A318-266E5EC92E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73457" y="607071"/>
                          <a:ext cx="3048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6B1D8BF3-1F2A-456B-B336-00547385198E}"/>
              </a:ext>
            </a:extLst>
          </p:cNvPr>
          <p:cNvSpPr/>
          <p:nvPr/>
        </p:nvSpPr>
        <p:spPr>
          <a:xfrm>
            <a:off x="827584" y="1419622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DE4A1320-05F9-4342-B033-0084C5B521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19250" y="1204913"/>
          <a:ext cx="166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22" name="Equation" r:id="rId7" imgW="1663560" imgH="736560" progId="Equation.DSMT4">
                  <p:embed/>
                </p:oleObj>
              </mc:Choice>
              <mc:Fallback>
                <p:oleObj name="Equation" r:id="rId7" imgW="166356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E4A1320-05F9-4342-B033-0084C5B52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204913"/>
                        <a:ext cx="1663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6419C74-3748-47EA-821B-53D0DCE112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03648" y="2070735"/>
          <a:ext cx="45847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23" name="Equation" r:id="rId9" imgW="4584600" imgH="1218960" progId="Equation.DSMT4">
                  <p:embed/>
                </p:oleObj>
              </mc:Choice>
              <mc:Fallback>
                <p:oleObj name="Equation" r:id="rId9" imgW="4584600" imgH="1218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6419C74-3748-47EA-821B-53D0DCE11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2070735"/>
                        <a:ext cx="45847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D700C7C-0541-41CA-800A-CD7A3518C61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03648" y="3560345"/>
          <a:ext cx="2679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24" name="Equation" r:id="rId11" imgW="2679480" imgH="799920" progId="Equation.DSMT4">
                  <p:embed/>
                </p:oleObj>
              </mc:Choice>
              <mc:Fallback>
                <p:oleObj name="Equation" r:id="rId11" imgW="2679480" imgH="799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D700C7C-0541-41CA-800A-CD7A3518C6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648" y="3560345"/>
                        <a:ext cx="2679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0FAC54-6C8E-45EC-9C45-762F9788149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11960" y="3280945"/>
          <a:ext cx="1892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25" name="Equation" r:id="rId13" imgW="1892160" imgH="1079280" progId="Equation.DSMT4">
                  <p:embed/>
                </p:oleObj>
              </mc:Choice>
              <mc:Fallback>
                <p:oleObj name="Equation" r:id="rId13" imgW="1892160" imgH="1079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B0FAC54-6C8E-45EC-9C45-762F97881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11960" y="3280945"/>
                        <a:ext cx="18923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0D17646-7226-49FC-ACDF-D61031B4729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42212" y="3580321"/>
          <a:ext cx="749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26" name="Equation" r:id="rId15" imgW="749160" imgH="545760" progId="Equation.DSMT4">
                  <p:embed/>
                </p:oleObj>
              </mc:Choice>
              <mc:Fallback>
                <p:oleObj name="Equation" r:id="rId15" imgW="749160" imgH="5457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0D17646-7226-49FC-ACDF-D61031B472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42212" y="3580321"/>
                        <a:ext cx="7493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89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C87FDF-41F5-4554-8028-D27174F33161}"/>
              </a:ext>
            </a:extLst>
          </p:cNvPr>
          <p:cNvGrpSpPr/>
          <p:nvPr/>
        </p:nvGrpSpPr>
        <p:grpSpPr>
          <a:xfrm>
            <a:off x="827584" y="354013"/>
            <a:ext cx="3833316" cy="876300"/>
            <a:chOff x="641704" y="347465"/>
            <a:chExt cx="3833316" cy="8763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8FF4D49-CFDF-4803-9C3D-FF4F429ADFFE}"/>
                </a:ext>
              </a:extLst>
            </p:cNvPr>
            <p:cNvSpPr txBox="1"/>
            <p:nvPr/>
          </p:nvSpPr>
          <p:spPr>
            <a:xfrm>
              <a:off x="641704" y="555526"/>
              <a:ext cx="1506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5.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7CC3C658-D24A-4739-9AD8-53999A3D6DD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73120" y="347465"/>
            <a:ext cx="25019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4" name="Equation" r:id="rId3" imgW="2501640" imgH="876240" progId="Equation.DSMT4">
                    <p:embed/>
                  </p:oleObj>
                </mc:Choice>
                <mc:Fallback>
                  <p:oleObj name="Equation" r:id="rId3" imgW="2501640" imgH="87624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7CC3C658-D24A-4739-9AD8-53999A3D6D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120" y="347465"/>
                          <a:ext cx="2501900" cy="876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A3D7C27-1227-454B-98B9-912684BBD8D8}"/>
              </a:ext>
            </a:extLst>
          </p:cNvPr>
          <p:cNvSpPr/>
          <p:nvPr/>
        </p:nvSpPr>
        <p:spPr>
          <a:xfrm>
            <a:off x="827584" y="1574798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65373220-8E83-47A9-908C-1CEC0DE55B1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73200" y="1135905"/>
          <a:ext cx="5511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5" name="Equation" r:id="rId5" imgW="5511600" imgH="1155600" progId="Equation.DSMT4">
                  <p:embed/>
                </p:oleObj>
              </mc:Choice>
              <mc:Fallback>
                <p:oleObj name="Equation" r:id="rId5" imgW="5511600" imgH="115560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65373220-8E83-47A9-908C-1CEC0DE5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1135905"/>
                        <a:ext cx="55118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56C0427-F914-4FE0-A537-DEE9AA0E40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07064" y="2403771"/>
          <a:ext cx="30226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6" name="Equation" r:id="rId7" imgW="3022560" imgH="1574640" progId="Equation.DSMT4">
                  <p:embed/>
                </p:oleObj>
              </mc:Choice>
              <mc:Fallback>
                <p:oleObj name="Equation" r:id="rId7" imgW="3022560" imgH="1574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56C0427-F914-4FE0-A537-DEE9AA0E4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7064" y="2403771"/>
                        <a:ext cx="3022600" cy="157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8D1C616-101A-49CF-B738-50D2D3E48D4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2951" y="3291830"/>
          <a:ext cx="457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7" name="Equation" r:id="rId9" imgW="457200" imgH="215640" progId="Equation.DSMT4">
                  <p:embed/>
                </p:oleObj>
              </mc:Choice>
              <mc:Fallback>
                <p:oleObj name="Equation" r:id="rId9" imgW="457200" imgH="215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8D1C616-101A-49CF-B738-50D2D3E48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92951" y="3291830"/>
                        <a:ext cx="457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9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A7F477-4D8D-4C52-9522-0CBF16EC602F}"/>
              </a:ext>
            </a:extLst>
          </p:cNvPr>
          <p:cNvSpPr txBox="1"/>
          <p:nvPr/>
        </p:nvSpPr>
        <p:spPr>
          <a:xfrm>
            <a:off x="812963" y="77155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已知                  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9FDFC5EB-83EF-4449-AA3C-D92BA765F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898425"/>
              </p:ext>
            </p:extLst>
          </p:nvPr>
        </p:nvGraphicFramePr>
        <p:xfrm>
          <a:off x="1907704" y="267494"/>
          <a:ext cx="2603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08" name="Equation" r:id="rId3" imgW="2603160" imgH="1168200" progId="Equation.DSMT4">
                  <p:embed/>
                </p:oleObj>
              </mc:Choice>
              <mc:Fallback>
                <p:oleObj name="Equation" r:id="rId3" imgW="2603160" imgH="116820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9FDFC5EB-83EF-4449-AA3C-D92BA765F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7494"/>
                        <a:ext cx="26035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38BAF1-952F-49E0-96F8-102C83312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960955"/>
              </p:ext>
            </p:extLst>
          </p:nvPr>
        </p:nvGraphicFramePr>
        <p:xfrm>
          <a:off x="5009045" y="634082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09" name="Equation" r:id="rId5" imgW="1193760" imgH="736560" progId="Equation.DSMT4">
                  <p:embed/>
                </p:oleObj>
              </mc:Choice>
              <mc:Fallback>
                <p:oleObj name="Equation" r:id="rId5" imgW="11937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538BAF1-952F-49E0-96F8-102C83312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9045" y="634082"/>
                        <a:ext cx="119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FD0123F-1486-4441-84F0-830AD0F7D5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584942"/>
              </p:ext>
            </p:extLst>
          </p:nvPr>
        </p:nvGraphicFramePr>
        <p:xfrm>
          <a:off x="6204187" y="3136776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0" name="Equation" r:id="rId7" imgW="914400" imgH="306720" progId="Equation.DSMT4">
                  <p:embed/>
                </p:oleObj>
              </mc:Choice>
              <mc:Fallback>
                <p:oleObj name="Equation" r:id="rId7" imgW="914400" imgH="306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FD0123F-1486-4441-84F0-830AD0F7D5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04187" y="3136776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6D08FC4-E127-4507-8F98-EFFD8E46E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33978"/>
              </p:ext>
            </p:extLst>
          </p:nvPr>
        </p:nvGraphicFramePr>
        <p:xfrm>
          <a:off x="668947" y="2362075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1" name="Equation" r:id="rId9" imgW="1638000" imgH="736560" progId="Equation.DSMT4">
                  <p:embed/>
                </p:oleObj>
              </mc:Choice>
              <mc:Fallback>
                <p:oleObj name="Equation" r:id="rId9" imgW="16380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6D08FC4-E127-4507-8F98-EFFD8E46E9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8947" y="2362075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4982A4F-4DF4-4F4D-B93E-A5E000C6B0C6}"/>
              </a:ext>
            </a:extLst>
          </p:cNvPr>
          <p:cNvSpPr/>
          <p:nvPr/>
        </p:nvSpPr>
        <p:spPr>
          <a:xfrm>
            <a:off x="763091" y="1560263"/>
            <a:ext cx="12480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A2FFD6-6A4A-4335-AE42-82DAC1C5DB67}"/>
              </a:ext>
            </a:extLst>
          </p:cNvPr>
          <p:cNvSpPr/>
          <p:nvPr/>
        </p:nvSpPr>
        <p:spPr>
          <a:xfrm>
            <a:off x="7479251" y="1523552"/>
            <a:ext cx="9548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80B092-884E-46FF-857A-4AE53F542762}"/>
              </a:ext>
            </a:extLst>
          </p:cNvPr>
          <p:cNvSpPr/>
          <p:nvPr/>
        </p:nvSpPr>
        <p:spPr>
          <a:xfrm>
            <a:off x="2492149" y="2499543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从而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4FD6E29-0CD3-4824-AA38-E8AAFA43B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052493"/>
              </p:ext>
            </p:extLst>
          </p:nvPr>
        </p:nvGraphicFramePr>
        <p:xfrm>
          <a:off x="3499087" y="2323976"/>
          <a:ext cx="3568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2" name="Equation" r:id="rId11" imgW="3568680" imgH="812520" progId="Equation.DSMT4">
                  <p:embed/>
                </p:oleObj>
              </mc:Choice>
              <mc:Fallback>
                <p:oleObj name="Equation" r:id="rId11" imgW="3568680" imgH="812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4FD6E29-0CD3-4824-AA38-E8AAFA43B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9087" y="2323976"/>
                        <a:ext cx="3568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4378FBD6-691C-41EE-A50E-7BD9611968C8}"/>
              </a:ext>
            </a:extLst>
          </p:cNvPr>
          <p:cNvSpPr/>
          <p:nvPr/>
        </p:nvSpPr>
        <p:spPr>
          <a:xfrm>
            <a:off x="582354" y="3700459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D811E1D-B621-4E8D-A480-6E99959E4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131695"/>
              </p:ext>
            </p:extLst>
          </p:nvPr>
        </p:nvGraphicFramePr>
        <p:xfrm>
          <a:off x="1107849" y="3214722"/>
          <a:ext cx="2768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3" name="Equation" r:id="rId13" imgW="2768400" imgH="1168200" progId="Equation.DSMT4">
                  <p:embed/>
                </p:oleObj>
              </mc:Choice>
              <mc:Fallback>
                <p:oleObj name="Equation" r:id="rId13" imgW="2768400" imgH="116820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FD811E1D-B621-4E8D-A480-6E99959E4C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849" y="3214722"/>
                        <a:ext cx="27686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6B31D1D1-3019-4BAA-B23C-E5728F47E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337776"/>
              </p:ext>
            </p:extLst>
          </p:nvPr>
        </p:nvGraphicFramePr>
        <p:xfrm>
          <a:off x="4051537" y="3303464"/>
          <a:ext cx="1155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4" name="Equation" r:id="rId15" imgW="1155600" imgH="1079280" progId="Equation.DSMT4">
                  <p:embed/>
                </p:oleObj>
              </mc:Choice>
              <mc:Fallback>
                <p:oleObj name="Equation" r:id="rId15" imgW="1155600" imgH="107928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6B31D1D1-3019-4BAA-B23C-E5728F47E1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537" y="3303464"/>
                        <a:ext cx="11557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2842883-CCEE-4A91-B7B2-716A22814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7060"/>
              </p:ext>
            </p:extLst>
          </p:nvPr>
        </p:nvGraphicFramePr>
        <p:xfrm>
          <a:off x="5906848" y="3685659"/>
          <a:ext cx="252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15" name="Equation" r:id="rId17" imgW="2527200" imgH="406080" progId="Equation.DSMT4">
                  <p:embed/>
                </p:oleObj>
              </mc:Choice>
              <mc:Fallback>
                <p:oleObj name="Equation" r:id="rId17" imgW="252720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2842883-CCEE-4A91-B7B2-716A22814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06848" y="3685659"/>
                        <a:ext cx="25273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A68B32C4-B1C8-4829-886D-44C2CC3003C9}"/>
              </a:ext>
            </a:extLst>
          </p:cNvPr>
          <p:cNvGrpSpPr/>
          <p:nvPr/>
        </p:nvGrpSpPr>
        <p:grpSpPr>
          <a:xfrm>
            <a:off x="1305025" y="1397793"/>
            <a:ext cx="6098916" cy="812800"/>
            <a:chOff x="1247638" y="1613817"/>
            <a:chExt cx="6098916" cy="8128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75BA6A-AAC3-4EBE-AED8-2F6680BC7D7D}"/>
                </a:ext>
              </a:extLst>
            </p:cNvPr>
            <p:cNvSpPr/>
            <p:nvPr/>
          </p:nvSpPr>
          <p:spPr>
            <a:xfrm>
              <a:off x="1247638" y="1789386"/>
              <a:ext cx="19097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因为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C89A557-8735-4AEB-AA5A-F7F87A74D27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3728" y="1798070"/>
            <a:ext cx="18161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616" name="Equation" r:id="rId19" imgW="1815840" imgH="520560" progId="Equation.DSMT4">
                    <p:embed/>
                  </p:oleObj>
                </mc:Choice>
                <mc:Fallback>
                  <p:oleObj name="Equation" r:id="rId19" imgW="1815840" imgH="520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AC89A557-8735-4AEB-AA5A-F7F87A74D2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23728" y="1798070"/>
                          <a:ext cx="18161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19F603A-FAA9-4B18-BFCF-F5576010CE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93854" y="1613817"/>
            <a:ext cx="25527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617" name="Equation" r:id="rId21" imgW="2552400" imgH="812520" progId="Equation.DSMT4">
                    <p:embed/>
                  </p:oleObj>
                </mc:Choice>
                <mc:Fallback>
                  <p:oleObj name="Equation" r:id="rId21" imgW="2552400" imgH="8125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19F603A-FAA9-4B18-BFCF-F5576010CE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793854" y="1613817"/>
                          <a:ext cx="25527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F45A7B1-5DCE-4450-BBAB-0A4DC9BA1186}"/>
                </a:ext>
              </a:extLst>
            </p:cNvPr>
            <p:cNvSpPr/>
            <p:nvPr/>
          </p:nvSpPr>
          <p:spPr>
            <a:xfrm>
              <a:off x="3965128" y="180231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所以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6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C3C9933A-EB16-4DE0-9E52-F36A57F8EFA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96264" y="538792"/>
          <a:ext cx="2768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2" name="Equation" r:id="rId3" imgW="2768400" imgH="1168200" progId="Equation.DSMT4">
                  <p:embed/>
                </p:oleObj>
              </mc:Choice>
              <mc:Fallback>
                <p:oleObj name="Equation" r:id="rId3" imgW="2768400" imgH="116820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C3C9933A-EB16-4DE0-9E52-F36A57F8E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264" y="538792"/>
                        <a:ext cx="27686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D76B37EB-CC86-4478-990F-46EF1A3F19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9952" y="627534"/>
          <a:ext cx="1155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3" name="Equation" r:id="rId5" imgW="1155600" imgH="1079280" progId="Equation.DSMT4">
                  <p:embed/>
                </p:oleObj>
              </mc:Choice>
              <mc:Fallback>
                <p:oleObj name="Equation" r:id="rId5" imgW="1155600" imgH="107928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D76B37EB-CC86-4478-990F-46EF1A3F1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627534"/>
                        <a:ext cx="11557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1B3337D6-E0C1-4341-9CF0-430F347F89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0662" y="1960441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4" name="Equation" r:id="rId7" imgW="2108160" imgH="736560" progId="Equation.DSMT4">
                  <p:embed/>
                </p:oleObj>
              </mc:Choice>
              <mc:Fallback>
                <p:oleObj name="Equation" r:id="rId7" imgW="2108160" imgH="7365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1B3337D6-E0C1-4341-9CF0-430F347F8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662" y="1960441"/>
                        <a:ext cx="210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A83D86E2-E4C4-4DF9-AFAA-FC52B9B170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600450" y="1979613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5" name="Equation" r:id="rId9" imgW="1942920" imgH="736560" progId="Equation.DSMT4">
                  <p:embed/>
                </p:oleObj>
              </mc:Choice>
              <mc:Fallback>
                <p:oleObj name="Equation" r:id="rId9" imgW="194292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A83D86E2-E4C4-4DF9-AFAA-FC52B9B17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1979613"/>
                        <a:ext cx="1943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B94103A-E587-4D0E-B14A-ED39F95FE4D0}"/>
              </a:ext>
            </a:extLst>
          </p:cNvPr>
          <p:cNvSpPr/>
          <p:nvPr/>
        </p:nvSpPr>
        <p:spPr>
          <a:xfrm>
            <a:off x="670769" y="3436309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从而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2883879-E817-48B9-AD63-F37004B3ADE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82064" y="3298841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6" name="Equation" r:id="rId11" imgW="2082600" imgH="736560" progId="Equation.DSMT4">
                  <p:embed/>
                </p:oleObj>
              </mc:Choice>
              <mc:Fallback>
                <p:oleObj name="Equation" r:id="rId11" imgW="20826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2883879-E817-48B9-AD63-F37004B3A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82064" y="3298841"/>
                        <a:ext cx="208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14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AFE5F25-B146-4A0E-A07C-59912D4AB72B}"/>
              </a:ext>
            </a:extLst>
          </p:cNvPr>
          <p:cNvGrpSpPr/>
          <p:nvPr/>
        </p:nvGrpSpPr>
        <p:grpSpPr>
          <a:xfrm>
            <a:off x="863080" y="345440"/>
            <a:ext cx="8280920" cy="461665"/>
            <a:chOff x="755576" y="771550"/>
            <a:chExt cx="8280920" cy="46166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52CF49E-B0EC-4C12-9253-A28F50EBF6F1}"/>
                </a:ext>
              </a:extLst>
            </p:cNvPr>
            <p:cNvSpPr txBox="1"/>
            <p:nvPr/>
          </p:nvSpPr>
          <p:spPr>
            <a:xfrm>
              <a:off x="755576" y="771550"/>
              <a:ext cx="8280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7.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时，                是比   高阶的无穷小，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93BBB00-FB54-4B98-9B99-52A37479C23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91680" y="862682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28" name="Equation" r:id="rId3" imgW="774360" imgH="279360" progId="Equation.DSMT4">
                    <p:embed/>
                  </p:oleObj>
                </mc:Choice>
                <mc:Fallback>
                  <p:oleObj name="Equation" r:id="rId3" imgW="77436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E93BBB00-FB54-4B98-9B99-52A37479C2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862682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97F38F6-216D-4E1A-98E1-CA452469EE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05522" y="811600"/>
            <a:ext cx="2501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29" name="Equation" r:id="rId5" imgW="2501640" imgH="406080" progId="Equation.DSMT4">
                    <p:embed/>
                  </p:oleObj>
                </mc:Choice>
                <mc:Fallback>
                  <p:oleObj name="Equation" r:id="rId5" imgW="250164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97F38F6-216D-4E1A-98E1-CA452469EE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5522" y="811600"/>
                          <a:ext cx="2501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38939C0-2E18-44F1-AC8A-4A608C9277E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00192" y="815229"/>
            <a:ext cx="29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30" name="Equation" r:id="rId7" imgW="291960" imgH="342720" progId="Equation.DSMT4">
                    <p:embed/>
                  </p:oleObj>
                </mc:Choice>
                <mc:Fallback>
                  <p:oleObj name="Equation" r:id="rId7" imgW="2919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38939C0-2E18-44F1-AC8A-4A608C9277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00192" y="815229"/>
                          <a:ext cx="292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73A76E-D80D-46A7-81B5-35D473C89726}"/>
              </a:ext>
            </a:extLst>
          </p:cNvPr>
          <p:cNvGrpSpPr/>
          <p:nvPr/>
        </p:nvGrpSpPr>
        <p:grpSpPr>
          <a:xfrm>
            <a:off x="136374" y="812128"/>
            <a:ext cx="2880320" cy="461665"/>
            <a:chOff x="163933" y="1109115"/>
            <a:chExt cx="2880320" cy="46166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6D7D95-3053-4D51-B07D-A59BB3C0A7C9}"/>
                </a:ext>
              </a:extLst>
            </p:cNvPr>
            <p:cNvSpPr txBox="1"/>
            <p:nvPr/>
          </p:nvSpPr>
          <p:spPr>
            <a:xfrm>
              <a:off x="163933" y="1109115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试确定     的值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BAEDEDC-A554-41A3-8F05-471CBAEEE5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4389030"/>
                </p:ext>
              </p:extLst>
            </p:nvPr>
          </p:nvGraphicFramePr>
          <p:xfrm>
            <a:off x="1393204" y="1192057"/>
            <a:ext cx="698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31" name="Equation" r:id="rId9" imgW="698400" imgH="330120" progId="Equation.DSMT4">
                    <p:embed/>
                  </p:oleObj>
                </mc:Choice>
                <mc:Fallback>
                  <p:oleObj name="Equation" r:id="rId9" imgW="6984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BAEDEDC-A554-41A3-8F05-471CBAEEE5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93204" y="1192057"/>
                          <a:ext cx="698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E5E5D19-37EB-4D4E-99FF-E17EFF35B38B}"/>
              </a:ext>
            </a:extLst>
          </p:cNvPr>
          <p:cNvSpPr/>
          <p:nvPr/>
        </p:nvSpPr>
        <p:spPr>
          <a:xfrm>
            <a:off x="707637" y="1519179"/>
            <a:ext cx="696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076874-317B-49BB-8B42-2405231F094E}"/>
              </a:ext>
            </a:extLst>
          </p:cNvPr>
          <p:cNvSpPr/>
          <p:nvPr/>
        </p:nvSpPr>
        <p:spPr>
          <a:xfrm>
            <a:off x="1141365" y="1527742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由题意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273674B-024F-4B45-A169-6A86C3C429A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95736" y="1559839"/>
          <a:ext cx="360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2" name="Equation" r:id="rId11" imgW="3606480" imgH="520560" progId="Equation.DSMT4">
                  <p:embed/>
                </p:oleObj>
              </mc:Choice>
              <mc:Fallback>
                <p:oleObj name="Equation" r:id="rId11" imgW="3606480" imgH="520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273674B-024F-4B45-A169-6A86C3C42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5736" y="1559839"/>
                        <a:ext cx="36068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B5B9C44-5954-4B01-B41B-0659E9F2283B}"/>
              </a:ext>
            </a:extLst>
          </p:cNvPr>
          <p:cNvSpPr/>
          <p:nvPr/>
        </p:nvSpPr>
        <p:spPr>
          <a:xfrm>
            <a:off x="5840163" y="1540698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424B880-4A0B-4571-BA42-3FFBD50B0B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79392" y="1659207"/>
          <a:ext cx="1066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3" name="Equation" r:id="rId13" imgW="1066680" imgH="330120" progId="Equation.DSMT4">
                  <p:embed/>
                </p:oleObj>
              </mc:Choice>
              <mc:Fallback>
                <p:oleObj name="Equation" r:id="rId13" imgW="1066680" imgH="3301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424B880-4A0B-4571-BA42-3FFBD50B0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9392" y="1659207"/>
                        <a:ext cx="1066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2CE9D16-EA97-460A-A5C4-71E7B3EC38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785" y="1635429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4" name="Equation" r:id="rId15" imgW="647640" imgH="330120" progId="Equation.DSMT4">
                  <p:embed/>
                </p:oleObj>
              </mc:Choice>
              <mc:Fallback>
                <p:oleObj name="Equation" r:id="rId15" imgW="64764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2CE9D16-EA97-460A-A5C4-71E7B3EC3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78785" y="1635429"/>
                        <a:ext cx="647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FFFF702C-84FE-4B89-B17D-ED71337A09A2}"/>
              </a:ext>
            </a:extLst>
          </p:cNvPr>
          <p:cNvSpPr/>
          <p:nvPr/>
        </p:nvSpPr>
        <p:spPr>
          <a:xfrm>
            <a:off x="651659" y="2355151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又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8751C8D-6A9E-438D-A70E-E297A12B045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40593" y="2176053"/>
          <a:ext cx="2984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5" name="Equation" r:id="rId17" imgW="2984400" imgH="774360" progId="Equation.DSMT4">
                  <p:embed/>
                </p:oleObj>
              </mc:Choice>
              <mc:Fallback>
                <p:oleObj name="Equation" r:id="rId17" imgW="2984400" imgH="774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8751C8D-6A9E-438D-A70E-E297A12B0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40593" y="2176053"/>
                        <a:ext cx="2984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22954EC-60D7-4CC6-9000-4B6F196E40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27792" y="2150806"/>
          <a:ext cx="3187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6" name="Equation" r:id="rId19" imgW="3187440" imgH="774360" progId="Equation.DSMT4">
                  <p:embed/>
                </p:oleObj>
              </mc:Choice>
              <mc:Fallback>
                <p:oleObj name="Equation" r:id="rId19" imgW="3187440" imgH="774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22954EC-60D7-4CC6-9000-4B6F196E4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27792" y="2150806"/>
                        <a:ext cx="3187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4466783-673E-4AF5-8CEB-57E5C5B96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908800"/>
              </p:ext>
            </p:extLst>
          </p:nvPr>
        </p:nvGraphicFramePr>
        <p:xfrm>
          <a:off x="1165225" y="2976563"/>
          <a:ext cx="344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7" name="Equation" r:id="rId21" imgW="3441600" imgH="812520" progId="Equation.DSMT4">
                  <p:embed/>
                </p:oleObj>
              </mc:Choice>
              <mc:Fallback>
                <p:oleObj name="Equation" r:id="rId21" imgW="3441600" imgH="8125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4466783-673E-4AF5-8CEB-57E5C5B96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5225" y="2976563"/>
                        <a:ext cx="3441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F2CBE3C9-CF0D-4A63-B2AF-F2735ADB2723}"/>
              </a:ext>
            </a:extLst>
          </p:cNvPr>
          <p:cNvSpPr/>
          <p:nvPr/>
        </p:nvSpPr>
        <p:spPr>
          <a:xfrm>
            <a:off x="4605802" y="3144612"/>
            <a:ext cx="937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BD3E782-78BF-41CC-B277-0C6B77596A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4635" y="2636230"/>
          <a:ext cx="3619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8" name="Equation" r:id="rId23" imgW="3619440" imgH="1117440" progId="Equation.DSMT4">
                  <p:embed/>
                </p:oleObj>
              </mc:Choice>
              <mc:Fallback>
                <p:oleObj name="Equation" r:id="rId23" imgW="3619440" imgH="11174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BD3E782-78BF-41CC-B277-0C6B77596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74635" y="2636230"/>
                        <a:ext cx="36195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F94B386-DF65-4F4A-834C-25ED6F56EF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03563" y="3891248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9" name="Equation" r:id="rId25" imgW="1282680" imgH="736560" progId="Equation.DSMT4">
                  <p:embed/>
                </p:oleObj>
              </mc:Choice>
              <mc:Fallback>
                <p:oleObj name="Equation" r:id="rId25" imgW="128268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F94B386-DF65-4F4A-834C-25ED6F56E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03563" y="3891248"/>
                        <a:ext cx="128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F688143-3DD4-4B08-A332-9D9F1365968D}"/>
              </a:ext>
            </a:extLst>
          </p:cNvPr>
          <p:cNvSpPr/>
          <p:nvPr/>
        </p:nvSpPr>
        <p:spPr>
          <a:xfrm>
            <a:off x="2646863" y="3998666"/>
            <a:ext cx="21092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AD31C5E-7292-4C66-B15B-4D3134E1691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20529" y="4094448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0" name="Equation" r:id="rId27" imgW="711000" imgH="330120" progId="Equation.DSMT4">
                  <p:embed/>
                </p:oleObj>
              </mc:Choice>
              <mc:Fallback>
                <p:oleObj name="Equation" r:id="rId27" imgW="711000" imgH="3301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AD31C5E-7292-4C66-B15B-4D3134E169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20529" y="4094448"/>
                        <a:ext cx="711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95E1F704-F7E0-47A8-AE3B-F497C05983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73812" y="3877304"/>
          <a:ext cx="990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1" name="Equation" r:id="rId29" imgW="990360" imgH="723600" progId="Equation.DSMT4">
                  <p:embed/>
                </p:oleObj>
              </mc:Choice>
              <mc:Fallback>
                <p:oleObj name="Equation" r:id="rId29" imgW="990360" imgH="723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5E1F704-F7E0-47A8-AE3B-F497C0598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73812" y="3877304"/>
                        <a:ext cx="990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98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7" grpId="0"/>
      <p:bldP spid="21" grpId="0"/>
      <p:bldP spid="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BB39BB1-C09E-4EFE-A629-E31EA0E2B748}"/>
              </a:ext>
            </a:extLst>
          </p:cNvPr>
          <p:cNvGrpSpPr/>
          <p:nvPr/>
        </p:nvGrpSpPr>
        <p:grpSpPr>
          <a:xfrm>
            <a:off x="755576" y="267494"/>
            <a:ext cx="3959076" cy="927100"/>
            <a:chOff x="755576" y="339502"/>
            <a:chExt cx="3959076" cy="9271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6D94129-39AC-4968-85A0-8A6F8747EED8}"/>
                </a:ext>
              </a:extLst>
            </p:cNvPr>
            <p:cNvSpPr txBox="1"/>
            <p:nvPr/>
          </p:nvSpPr>
          <p:spPr>
            <a:xfrm>
              <a:off x="755576" y="483518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8.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94C8F6D-CEC3-471E-AE39-3CCA6FCB9E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39752" y="339502"/>
            <a:ext cx="23749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58" name="Equation" r:id="rId3" imgW="2374560" imgH="927000" progId="Equation.DSMT4">
                    <p:embed/>
                  </p:oleObj>
                </mc:Choice>
                <mc:Fallback>
                  <p:oleObj name="Equation" r:id="rId3" imgW="2374560" imgH="9270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B94C8F6D-CEC3-471E-AE39-3CCA6FCB9E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39752" y="339502"/>
                          <a:ext cx="2374900" cy="927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26FC84D-4412-459B-97A6-6857B4B22B97}"/>
              </a:ext>
            </a:extLst>
          </p:cNvPr>
          <p:cNvSpPr/>
          <p:nvPr/>
        </p:nvSpPr>
        <p:spPr>
          <a:xfrm>
            <a:off x="683568" y="1347614"/>
            <a:ext cx="696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0F58CD6-9848-4536-A042-21D00A9E7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354570"/>
              </p:ext>
            </p:extLst>
          </p:nvPr>
        </p:nvGraphicFramePr>
        <p:xfrm>
          <a:off x="1397000" y="1195264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59" name="Equation" r:id="rId5" imgW="2298600" imgH="927000" progId="Equation.DSMT4">
                  <p:embed/>
                </p:oleObj>
              </mc:Choice>
              <mc:Fallback>
                <p:oleObj name="Equation" r:id="rId5" imgW="2298600" imgH="9270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0F58CD6-9848-4536-A042-21D00A9E74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7000" y="1195264"/>
                        <a:ext cx="22987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9C5CB9-4A2C-45F5-AB15-6139F9863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279889"/>
              </p:ext>
            </p:extLst>
          </p:nvPr>
        </p:nvGraphicFramePr>
        <p:xfrm>
          <a:off x="3790504" y="1081882"/>
          <a:ext cx="3733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0" name="Equation" r:id="rId7" imgW="3733560" imgH="1054080" progId="Equation.DSMT4">
                  <p:embed/>
                </p:oleObj>
              </mc:Choice>
              <mc:Fallback>
                <p:oleObj name="Equation" r:id="rId7" imgW="3733560" imgH="1054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A9C5CB9-4A2C-45F5-AB15-6139F9863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0504" y="1081882"/>
                        <a:ext cx="3733800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05727FB-582A-41BF-9175-75738DB32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781846"/>
              </p:ext>
            </p:extLst>
          </p:nvPr>
        </p:nvGraphicFramePr>
        <p:xfrm>
          <a:off x="1069673" y="2260131"/>
          <a:ext cx="3746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1" name="Equation" r:id="rId9" imgW="3746160" imgH="799920" progId="Equation.DSMT4">
                  <p:embed/>
                </p:oleObj>
              </mc:Choice>
              <mc:Fallback>
                <p:oleObj name="Equation" r:id="rId9" imgW="3746160" imgH="7999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05727FB-582A-41BF-9175-75738DB32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9673" y="2260131"/>
                        <a:ext cx="3746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4433766-117C-4D6E-A4EA-EE0FA0E2CFE7}"/>
              </a:ext>
            </a:extLst>
          </p:cNvPr>
          <p:cNvSpPr/>
          <p:nvPr/>
        </p:nvSpPr>
        <p:spPr>
          <a:xfrm>
            <a:off x="5737091" y="4409951"/>
            <a:ext cx="1423271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逻辑错误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75057DF-9D03-4B54-94DD-B4A90E44F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27546"/>
              </p:ext>
            </p:extLst>
          </p:nvPr>
        </p:nvGraphicFramePr>
        <p:xfrm>
          <a:off x="1076511" y="3588742"/>
          <a:ext cx="965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2" name="Equation" r:id="rId11" imgW="965160" imgH="1079280" progId="Equation.DSMT4">
                  <p:embed/>
                </p:oleObj>
              </mc:Choice>
              <mc:Fallback>
                <p:oleObj name="Equation" r:id="rId11" imgW="965160" imgH="1079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75057DF-9D03-4B54-94DD-B4A90E44F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6511" y="3588742"/>
                        <a:ext cx="9652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F2D8D7E-4668-4FD2-A9DA-5F1C7D1E9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53747"/>
              </p:ext>
            </p:extLst>
          </p:nvPr>
        </p:nvGraphicFramePr>
        <p:xfrm>
          <a:off x="2121388" y="3588742"/>
          <a:ext cx="939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3" name="Equation" r:id="rId13" imgW="939600" imgH="1079280" progId="Equation.DSMT4">
                  <p:embed/>
                </p:oleObj>
              </mc:Choice>
              <mc:Fallback>
                <p:oleObj name="Equation" r:id="rId13" imgW="939600" imgH="1079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F2D8D7E-4668-4FD2-A9DA-5F1C7D1E9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21388" y="3588742"/>
                        <a:ext cx="9398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9CDFA7A-59D5-436B-BE99-3F7C010CE6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72606"/>
              </p:ext>
            </p:extLst>
          </p:nvPr>
        </p:nvGraphicFramePr>
        <p:xfrm>
          <a:off x="3175966" y="3931642"/>
          <a:ext cx="149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4" name="Equation" r:id="rId15" imgW="1498320" imgH="736560" progId="Equation.DSMT4">
                  <p:embed/>
                </p:oleObj>
              </mc:Choice>
              <mc:Fallback>
                <p:oleObj name="Equation" r:id="rId15" imgW="1498320" imgH="736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9CDFA7A-59D5-436B-BE99-3F7C010CE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5966" y="3931642"/>
                        <a:ext cx="149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8E21E72-8893-44BD-8760-CC00898F9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487919"/>
              </p:ext>
            </p:extLst>
          </p:nvPr>
        </p:nvGraphicFramePr>
        <p:xfrm>
          <a:off x="5429250" y="3241551"/>
          <a:ext cx="2019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5" name="Equation" r:id="rId17" imgW="2019240" imgH="1168200" progId="Equation.DSMT4">
                  <p:embed/>
                </p:oleObj>
              </mc:Choice>
              <mc:Fallback>
                <p:oleObj name="Equation" r:id="rId17" imgW="2019240" imgH="11682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8E21E72-8893-44BD-8760-CC00898F9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29250" y="3241551"/>
                        <a:ext cx="2019300" cy="1168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59D35C29-B894-4C46-AAE0-634C2C25B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85335" y="2038312"/>
            <a:ext cx="1582737" cy="823742"/>
          </a:xfrm>
          <a:prstGeom prst="bentConnector3">
            <a:avLst>
              <a:gd name="adj1" fmla="val 7666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21177591-8724-41C7-B99D-0B23C3FD08B1}"/>
              </a:ext>
            </a:extLst>
          </p:cNvPr>
          <p:cNvSpPr/>
          <p:nvPr/>
        </p:nvSpPr>
        <p:spPr>
          <a:xfrm>
            <a:off x="1091464" y="3120474"/>
            <a:ext cx="399229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分开的几部分极限都要存在才能分开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6C94D98-05E8-415D-B232-D85CBE16DCA5}"/>
              </a:ext>
            </a:extLst>
          </p:cNvPr>
          <p:cNvSpPr/>
          <p:nvPr/>
        </p:nvSpPr>
        <p:spPr>
          <a:xfrm>
            <a:off x="5564832" y="2410554"/>
            <a:ext cx="823743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错！</a:t>
            </a:r>
          </a:p>
        </p:txBody>
      </p:sp>
    </p:spTree>
    <p:extLst>
      <p:ext uri="{BB962C8B-B14F-4D97-AF65-F5344CB8AC3E}">
        <p14:creationId xmlns:p14="http://schemas.microsoft.com/office/powerpoint/2010/main" val="47511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38" grpId="0" animBg="1"/>
      <p:bldP spid="4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2026E48-27E5-4329-BBB1-0B07323B632F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67494"/>
            <a:ext cx="5832648" cy="48338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 </a:t>
            </a:r>
            <a:r>
              <a:rPr lang="zh-CN" altLang="en-US" sz="2400" b="1" dirty="0">
                <a:latin typeface="+mn-ea"/>
                <a:ea typeface="+mn-ea"/>
              </a:rPr>
              <a:t>已知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A4B1313-3067-4B82-BF96-F85D5A8B7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421341"/>
              </p:ext>
            </p:extLst>
          </p:nvPr>
        </p:nvGraphicFramePr>
        <p:xfrm>
          <a:off x="2051720" y="121838"/>
          <a:ext cx="2425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88" name="Equation" r:id="rId3" imgW="2425680" imgH="774360" progId="Equation.DSMT4">
                  <p:embed/>
                </p:oleObj>
              </mc:Choice>
              <mc:Fallback>
                <p:oleObj name="Equation" r:id="rId3" imgW="24256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EC8DFC9-D9D4-4D92-8165-E69F79E640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121838"/>
                        <a:ext cx="2425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416D68B-2F20-42C6-A2C5-BA57DEAF0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831109"/>
              </p:ext>
            </p:extLst>
          </p:nvPr>
        </p:nvGraphicFramePr>
        <p:xfrm>
          <a:off x="4860032" y="328411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89" name="Equation" r:id="rId5" imgW="698400" imgH="330120" progId="Equation.DSMT4">
                  <p:embed/>
                </p:oleObj>
              </mc:Choice>
              <mc:Fallback>
                <p:oleObj name="Equation" r:id="rId5" imgW="6984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22B54F1-3F59-4557-B4AA-C17E7F0E7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328411"/>
                        <a:ext cx="698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33A9FCF-1490-4A6D-8696-E72CEE579CA5}"/>
              </a:ext>
            </a:extLst>
          </p:cNvPr>
          <p:cNvSpPr/>
          <p:nvPr/>
        </p:nvSpPr>
        <p:spPr>
          <a:xfrm>
            <a:off x="611885" y="1059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7FA4177-57CE-4F44-A473-028D81CA0E55}"/>
              </a:ext>
            </a:extLst>
          </p:cNvPr>
          <p:cNvGrpSpPr/>
          <p:nvPr/>
        </p:nvGrpSpPr>
        <p:grpSpPr>
          <a:xfrm>
            <a:off x="1187625" y="1042194"/>
            <a:ext cx="2544687" cy="525544"/>
            <a:chOff x="1187625" y="1042194"/>
            <a:chExt cx="2544687" cy="52554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65F78EA-E3F2-4298-BB78-F169C7A7E24F}"/>
                </a:ext>
              </a:extLst>
            </p:cNvPr>
            <p:cNvSpPr/>
            <p:nvPr/>
          </p:nvSpPr>
          <p:spPr>
            <a:xfrm>
              <a:off x="1187625" y="1042194"/>
              <a:ext cx="9361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F1680D0-172E-4CC2-BAB4-A9B17BF5E9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737210"/>
                </p:ext>
              </p:extLst>
            </p:nvPr>
          </p:nvGraphicFramePr>
          <p:xfrm>
            <a:off x="1979712" y="1059738"/>
            <a:ext cx="1752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90" name="Equation" r:id="rId7" imgW="1752480" imgH="507960" progId="Equation.DSMT4">
                    <p:embed/>
                  </p:oleObj>
                </mc:Choice>
                <mc:Fallback>
                  <p:oleObj name="Equation" r:id="rId7" imgW="175248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9712" y="1059738"/>
                          <a:ext cx="17526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B31CCC6-FB99-47F2-B99E-1E3F9F985978}"/>
              </a:ext>
            </a:extLst>
          </p:cNvPr>
          <p:cNvGrpSpPr/>
          <p:nvPr/>
        </p:nvGrpSpPr>
        <p:grpSpPr>
          <a:xfrm>
            <a:off x="3700980" y="1017364"/>
            <a:ext cx="3326671" cy="546100"/>
            <a:chOff x="3700980" y="1017364"/>
            <a:chExt cx="3326671" cy="5461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7F23230-65B8-405F-95BF-480422207917}"/>
                </a:ext>
              </a:extLst>
            </p:cNvPr>
            <p:cNvSpPr/>
            <p:nvPr/>
          </p:nvSpPr>
          <p:spPr>
            <a:xfrm>
              <a:off x="3700980" y="1042193"/>
              <a:ext cx="8234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所以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6E14073-29A7-4821-BB67-C24411F3C2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067399"/>
                </p:ext>
              </p:extLst>
            </p:nvPr>
          </p:nvGraphicFramePr>
          <p:xfrm>
            <a:off x="4500351" y="1017364"/>
            <a:ext cx="2527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91" name="Equation" r:id="rId9" imgW="2527200" imgH="545760" progId="Equation.DSMT4">
                    <p:embed/>
                  </p:oleObj>
                </mc:Choice>
                <mc:Fallback>
                  <p:oleObj name="Equation" r:id="rId9" imgW="25272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00351" y="1017364"/>
                          <a:ext cx="25273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D8F4CB3-DBD7-44EA-993C-D6BDBCAEFEEC}"/>
              </a:ext>
            </a:extLst>
          </p:cNvPr>
          <p:cNvSpPr/>
          <p:nvPr/>
        </p:nvSpPr>
        <p:spPr>
          <a:xfrm>
            <a:off x="7027651" y="1049016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726CAE8-C790-48B7-953B-06EBAF204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85997"/>
              </p:ext>
            </p:extLst>
          </p:nvPr>
        </p:nvGraphicFramePr>
        <p:xfrm>
          <a:off x="7524328" y="1125314"/>
          <a:ext cx="1257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92" name="Equation" r:id="rId11" imgW="1257120" imgH="330120" progId="Equation.DSMT4">
                  <p:embed/>
                </p:oleObj>
              </mc:Choice>
              <mc:Fallback>
                <p:oleObj name="Equation" r:id="rId11" imgW="1257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328" y="1125314"/>
                        <a:ext cx="1257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A6CB81A6-03A5-457A-97B6-E10D94ACA694}"/>
              </a:ext>
            </a:extLst>
          </p:cNvPr>
          <p:cNvSpPr/>
          <p:nvPr/>
        </p:nvSpPr>
        <p:spPr>
          <a:xfrm>
            <a:off x="456094" y="1930518"/>
            <a:ext cx="1224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从而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FB09B2D-93BC-4998-832E-154E9D0F4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160132"/>
              </p:ext>
            </p:extLst>
          </p:nvPr>
        </p:nvGraphicFramePr>
        <p:xfrm>
          <a:off x="1274862" y="1740792"/>
          <a:ext cx="491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93" name="Equation" r:id="rId13" imgW="4914720" imgH="774360" progId="Equation.DSMT4">
                  <p:embed/>
                </p:oleObj>
              </mc:Choice>
              <mc:Fallback>
                <p:oleObj name="Equation" r:id="rId13" imgW="4914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4862" y="1740792"/>
                        <a:ext cx="4914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21A60C3-DFAC-4FFB-966D-BDF8E65C4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378104"/>
              </p:ext>
            </p:extLst>
          </p:nvPr>
        </p:nvGraphicFramePr>
        <p:xfrm>
          <a:off x="6171778" y="1767864"/>
          <a:ext cx="2705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94" name="Equation" r:id="rId15" imgW="2705040" imgH="774360" progId="Equation.DSMT4">
                  <p:embed/>
                </p:oleObj>
              </mc:Choice>
              <mc:Fallback>
                <p:oleObj name="Equation" r:id="rId15" imgW="2705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71778" y="1767864"/>
                        <a:ext cx="2705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2156107-FA1A-483A-B447-AA628A24FC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643404"/>
              </p:ext>
            </p:extLst>
          </p:nvPr>
        </p:nvGraphicFramePr>
        <p:xfrm>
          <a:off x="892154" y="2704533"/>
          <a:ext cx="7899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95" name="Equation" r:id="rId17" imgW="7899120" imgH="774360" progId="Equation.DSMT4">
                  <p:embed/>
                </p:oleObj>
              </mc:Choice>
              <mc:Fallback>
                <p:oleObj name="Equation" r:id="rId17" imgW="78991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2154" y="2704533"/>
                        <a:ext cx="7899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C7CA2943-1858-4CE8-A12F-34926F83F9DB}"/>
              </a:ext>
            </a:extLst>
          </p:cNvPr>
          <p:cNvSpPr/>
          <p:nvPr/>
        </p:nvSpPr>
        <p:spPr>
          <a:xfrm>
            <a:off x="611560" y="37915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所以</a:t>
            </a:r>
            <a:endParaRPr lang="zh-CN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386D1EF-6957-4F2F-95A9-EBB15CE6E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430148"/>
              </p:ext>
            </p:extLst>
          </p:nvPr>
        </p:nvGraphicFramePr>
        <p:xfrm>
          <a:off x="1414985" y="385731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96" name="Equation" r:id="rId19" imgW="1536480" imgH="330120" progId="Equation.DSMT4">
                  <p:embed/>
                </p:oleObj>
              </mc:Choice>
              <mc:Fallback>
                <p:oleObj name="Equation" r:id="rId19" imgW="1536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14985" y="3857315"/>
                        <a:ext cx="1536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35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96ED3E-3FD2-4D63-A345-041C7867CFC8}"/>
              </a:ext>
            </a:extLst>
          </p:cNvPr>
          <p:cNvSpPr/>
          <p:nvPr/>
        </p:nvSpPr>
        <p:spPr>
          <a:xfrm>
            <a:off x="611560" y="267494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作业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BD69F-1A0C-4C34-8105-C17E02861A55}"/>
              </a:ext>
            </a:extLst>
          </p:cNvPr>
          <p:cNvSpPr/>
          <p:nvPr/>
        </p:nvSpPr>
        <p:spPr>
          <a:xfrm>
            <a:off x="611560" y="1203598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1.</a:t>
            </a:r>
            <a:r>
              <a:rPr lang="zh-CN" altLang="en-US" sz="2400" b="1" dirty="0">
                <a:latin typeface="+mn-ea"/>
              </a:rPr>
              <a:t>练习册</a:t>
            </a:r>
            <a:r>
              <a:rPr lang="en-US" altLang="zh-CN" sz="2400" b="1" dirty="0">
                <a:latin typeface="+mn-ea"/>
              </a:rPr>
              <a:t>B  </a:t>
            </a:r>
            <a:r>
              <a:rPr lang="zh-CN" altLang="en-US" sz="2400" b="1" dirty="0">
                <a:latin typeface="+mn-ea"/>
              </a:rPr>
              <a:t>第一章  第四五节，第七节</a:t>
            </a:r>
            <a:r>
              <a:rPr lang="en-US" altLang="zh-CN" sz="2400" b="1" dirty="0">
                <a:latin typeface="+mn-ea"/>
              </a:rPr>
              <a:t>. 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BB9B40-D746-4058-8792-3248DC46B406}"/>
              </a:ext>
            </a:extLst>
          </p:cNvPr>
          <p:cNvSpPr/>
          <p:nvPr/>
        </p:nvSpPr>
        <p:spPr>
          <a:xfrm>
            <a:off x="611560" y="2110085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课本习题</a:t>
            </a:r>
            <a:r>
              <a:rPr lang="en-US" altLang="zh-CN" sz="2400" b="1" dirty="0">
                <a:latin typeface="+mn-ea"/>
              </a:rPr>
              <a:t>1-6.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0265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9267</TotalTime>
  <Words>1571</Words>
  <Application>Microsoft Office PowerPoint</Application>
  <PresentationFormat>全屏显示(16:9)</PresentationFormat>
  <Paragraphs>454</Paragraphs>
  <Slides>64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64</vt:i4>
      </vt:variant>
    </vt:vector>
  </HeadingPairs>
  <TitlesOfParts>
    <vt:vector size="80" baseType="lpstr"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1_Office 主题</vt:lpstr>
      <vt:lpstr>Equation</vt:lpstr>
      <vt:lpstr>MathType 7.0 Equation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608</cp:revision>
  <dcterms:created xsi:type="dcterms:W3CDTF">2018-09-27T06:48:14Z</dcterms:created>
  <dcterms:modified xsi:type="dcterms:W3CDTF">2023-09-21T16:42:47Z</dcterms:modified>
</cp:coreProperties>
</file>