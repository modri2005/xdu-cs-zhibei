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1"/>
  </p:notesMasterIdLst>
  <p:sldIdLst>
    <p:sldId id="288" r:id="rId3"/>
    <p:sldId id="391" r:id="rId4"/>
    <p:sldId id="439" r:id="rId5"/>
    <p:sldId id="440" r:id="rId6"/>
    <p:sldId id="441" r:id="rId7"/>
    <p:sldId id="442" r:id="rId8"/>
    <p:sldId id="443" r:id="rId9"/>
    <p:sldId id="444" r:id="rId10"/>
    <p:sldId id="445" r:id="rId11"/>
    <p:sldId id="446" r:id="rId12"/>
    <p:sldId id="393" r:id="rId13"/>
    <p:sldId id="362" r:id="rId14"/>
    <p:sldId id="363" r:id="rId15"/>
    <p:sldId id="364" r:id="rId16"/>
    <p:sldId id="447" r:id="rId17"/>
    <p:sldId id="409" r:id="rId18"/>
    <p:sldId id="419" r:id="rId19"/>
    <p:sldId id="420" r:id="rId20"/>
    <p:sldId id="398" r:id="rId21"/>
    <p:sldId id="368" r:id="rId22"/>
    <p:sldId id="448" r:id="rId23"/>
    <p:sldId id="449" r:id="rId24"/>
    <p:sldId id="418" r:id="rId25"/>
    <p:sldId id="451" r:id="rId26"/>
    <p:sldId id="375" r:id="rId27"/>
    <p:sldId id="399" r:id="rId28"/>
    <p:sldId id="406" r:id="rId29"/>
    <p:sldId id="408" r:id="rId30"/>
    <p:sldId id="379" r:id="rId31"/>
    <p:sldId id="380" r:id="rId32"/>
    <p:sldId id="383" r:id="rId33"/>
    <p:sldId id="411" r:id="rId34"/>
    <p:sldId id="452" r:id="rId35"/>
    <p:sldId id="453" r:id="rId36"/>
    <p:sldId id="454" r:id="rId37"/>
    <p:sldId id="436" r:id="rId38"/>
    <p:sldId id="387" r:id="rId39"/>
    <p:sldId id="455" r:id="rId40"/>
    <p:sldId id="456" r:id="rId41"/>
    <p:sldId id="457" r:id="rId42"/>
    <p:sldId id="458" r:id="rId43"/>
    <p:sldId id="459" r:id="rId44"/>
    <p:sldId id="414" r:id="rId45"/>
    <p:sldId id="416" r:id="rId46"/>
    <p:sldId id="430" r:id="rId47"/>
    <p:sldId id="431" r:id="rId48"/>
    <p:sldId id="432" r:id="rId49"/>
    <p:sldId id="433" r:id="rId50"/>
    <p:sldId id="434" r:id="rId51"/>
    <p:sldId id="437" r:id="rId52"/>
    <p:sldId id="427" r:id="rId53"/>
    <p:sldId id="428" r:id="rId54"/>
    <p:sldId id="421" r:id="rId55"/>
    <p:sldId id="422" r:id="rId56"/>
    <p:sldId id="423" r:id="rId57"/>
    <p:sldId id="424" r:id="rId58"/>
    <p:sldId id="425" r:id="rId59"/>
    <p:sldId id="299" r:id="rId6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7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2F42FB"/>
    <a:srgbClr val="4234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14" autoAdjust="0"/>
  </p:normalViewPr>
  <p:slideViewPr>
    <p:cSldViewPr>
      <p:cViewPr varScale="1">
        <p:scale>
          <a:sx n="136" d="100"/>
          <a:sy n="136" d="100"/>
        </p:scale>
        <p:origin x="120" y="144"/>
      </p:cViewPr>
      <p:guideLst>
        <p:guide orient="horz" pos="2527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1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17" Type="http://schemas.openxmlformats.org/officeDocument/2006/relationships/image" Target="../media/image18.wmf"/><Relationship Id="rId2" Type="http://schemas.openxmlformats.org/officeDocument/2006/relationships/image" Target="../media/image3.wmf"/><Relationship Id="rId16" Type="http://schemas.openxmlformats.org/officeDocument/2006/relationships/image" Target="../media/image17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3.wmf"/><Relationship Id="rId1" Type="http://schemas.openxmlformats.org/officeDocument/2006/relationships/image" Target="../media/image19.wmf"/><Relationship Id="rId6" Type="http://schemas.openxmlformats.org/officeDocument/2006/relationships/image" Target="../media/image23.w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10" Type="http://schemas.openxmlformats.org/officeDocument/2006/relationships/image" Target="../media/image37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10" Type="http://schemas.openxmlformats.org/officeDocument/2006/relationships/image" Target="../media/image65.wmf"/><Relationship Id="rId4" Type="http://schemas.openxmlformats.org/officeDocument/2006/relationships/image" Target="../media/image59.wmf"/><Relationship Id="rId9" Type="http://schemas.openxmlformats.org/officeDocument/2006/relationships/image" Target="../media/image6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image" Target="../media/image87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12" Type="http://schemas.openxmlformats.org/officeDocument/2006/relationships/image" Target="../media/image86.wmf"/><Relationship Id="rId2" Type="http://schemas.openxmlformats.org/officeDocument/2006/relationships/image" Target="../media/image76.wmf"/><Relationship Id="rId1" Type="http://schemas.openxmlformats.org/officeDocument/2006/relationships/image" Target="../media/image74.wmf"/><Relationship Id="rId6" Type="http://schemas.openxmlformats.org/officeDocument/2006/relationships/image" Target="../media/image80.wmf"/><Relationship Id="rId11" Type="http://schemas.openxmlformats.org/officeDocument/2006/relationships/image" Target="../media/image85.wmf"/><Relationship Id="rId5" Type="http://schemas.openxmlformats.org/officeDocument/2006/relationships/image" Target="../media/image79.wmf"/><Relationship Id="rId15" Type="http://schemas.openxmlformats.org/officeDocument/2006/relationships/image" Target="../media/image88.wmf"/><Relationship Id="rId10" Type="http://schemas.openxmlformats.org/officeDocument/2006/relationships/image" Target="../media/image84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Relationship Id="rId14" Type="http://schemas.openxmlformats.org/officeDocument/2006/relationships/image" Target="../media/image7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11" Type="http://schemas.openxmlformats.org/officeDocument/2006/relationships/image" Target="../media/image98.wmf"/><Relationship Id="rId5" Type="http://schemas.openxmlformats.org/officeDocument/2006/relationships/image" Target="../media/image93.wmf"/><Relationship Id="rId10" Type="http://schemas.openxmlformats.org/officeDocument/2006/relationships/image" Target="../media/image97.wmf"/><Relationship Id="rId4" Type="http://schemas.openxmlformats.org/officeDocument/2006/relationships/image" Target="../media/image92.wmf"/><Relationship Id="rId9" Type="http://schemas.openxmlformats.org/officeDocument/2006/relationships/image" Target="../media/image9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image" Target="../media/image70.wmf"/><Relationship Id="rId7" Type="http://schemas.openxmlformats.org/officeDocument/2006/relationships/image" Target="../media/image103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10" Type="http://schemas.openxmlformats.org/officeDocument/2006/relationships/image" Target="../media/image106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image" Target="../media/image135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12" Type="http://schemas.openxmlformats.org/officeDocument/2006/relationships/image" Target="../media/image134.wmf"/><Relationship Id="rId2" Type="http://schemas.openxmlformats.org/officeDocument/2006/relationships/image" Target="../media/image124.wmf"/><Relationship Id="rId1" Type="http://schemas.openxmlformats.org/officeDocument/2006/relationships/image" Target="../media/image118.wmf"/><Relationship Id="rId6" Type="http://schemas.openxmlformats.org/officeDocument/2006/relationships/image" Target="../media/image128.wmf"/><Relationship Id="rId11" Type="http://schemas.openxmlformats.org/officeDocument/2006/relationships/image" Target="../media/image133.wmf"/><Relationship Id="rId5" Type="http://schemas.openxmlformats.org/officeDocument/2006/relationships/image" Target="../media/image127.wmf"/><Relationship Id="rId10" Type="http://schemas.openxmlformats.org/officeDocument/2006/relationships/image" Target="../media/image132.wmf"/><Relationship Id="rId4" Type="http://schemas.openxmlformats.org/officeDocument/2006/relationships/image" Target="../media/image126.wmf"/><Relationship Id="rId9" Type="http://schemas.openxmlformats.org/officeDocument/2006/relationships/image" Target="../media/image13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9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10" Type="http://schemas.openxmlformats.org/officeDocument/2006/relationships/image" Target="../media/image147.wmf"/><Relationship Id="rId4" Type="http://schemas.openxmlformats.org/officeDocument/2006/relationships/image" Target="../media/image141.wmf"/><Relationship Id="rId9" Type="http://schemas.openxmlformats.org/officeDocument/2006/relationships/image" Target="../media/image14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10" Type="http://schemas.openxmlformats.org/officeDocument/2006/relationships/image" Target="../media/image156.wmf"/><Relationship Id="rId4" Type="http://schemas.openxmlformats.org/officeDocument/2006/relationships/image" Target="../media/image151.wmf"/><Relationship Id="rId9" Type="http://schemas.openxmlformats.org/officeDocument/2006/relationships/image" Target="../media/image15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image" Target="../media/image159.wmf"/><Relationship Id="rId7" Type="http://schemas.openxmlformats.org/officeDocument/2006/relationships/image" Target="../media/image163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10" Type="http://schemas.openxmlformats.org/officeDocument/2006/relationships/image" Target="../media/image166.wmf"/><Relationship Id="rId4" Type="http://schemas.openxmlformats.org/officeDocument/2006/relationships/image" Target="../media/image160.wmf"/><Relationship Id="rId9" Type="http://schemas.openxmlformats.org/officeDocument/2006/relationships/image" Target="../media/image16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7" Type="http://schemas.openxmlformats.org/officeDocument/2006/relationships/image" Target="../media/image166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5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6" Type="http://schemas.openxmlformats.org/officeDocument/2006/relationships/image" Target="../media/image173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image" Target="../media/image186.wmf"/><Relationship Id="rId3" Type="http://schemas.openxmlformats.org/officeDocument/2006/relationships/image" Target="../media/image176.wmf"/><Relationship Id="rId7" Type="http://schemas.openxmlformats.org/officeDocument/2006/relationships/image" Target="../media/image180.wmf"/><Relationship Id="rId12" Type="http://schemas.openxmlformats.org/officeDocument/2006/relationships/image" Target="../media/image185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6" Type="http://schemas.openxmlformats.org/officeDocument/2006/relationships/image" Target="../media/image179.wmf"/><Relationship Id="rId11" Type="http://schemas.openxmlformats.org/officeDocument/2006/relationships/image" Target="../media/image184.wmf"/><Relationship Id="rId5" Type="http://schemas.openxmlformats.org/officeDocument/2006/relationships/image" Target="../media/image178.wmf"/><Relationship Id="rId10" Type="http://schemas.openxmlformats.org/officeDocument/2006/relationships/image" Target="../media/image183.wmf"/><Relationship Id="rId4" Type="http://schemas.openxmlformats.org/officeDocument/2006/relationships/image" Target="../media/image177.wmf"/><Relationship Id="rId9" Type="http://schemas.openxmlformats.org/officeDocument/2006/relationships/image" Target="../media/image182.wmf"/><Relationship Id="rId14" Type="http://schemas.openxmlformats.org/officeDocument/2006/relationships/image" Target="../media/image18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image" Target="../media/image180.wmf"/><Relationship Id="rId3" Type="http://schemas.openxmlformats.org/officeDocument/2006/relationships/image" Target="../media/image190.wmf"/><Relationship Id="rId7" Type="http://schemas.openxmlformats.org/officeDocument/2006/relationships/image" Target="../media/image174.wmf"/><Relationship Id="rId12" Type="http://schemas.openxmlformats.org/officeDocument/2006/relationships/image" Target="../media/image179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11" Type="http://schemas.openxmlformats.org/officeDocument/2006/relationships/image" Target="../media/image178.wmf"/><Relationship Id="rId5" Type="http://schemas.openxmlformats.org/officeDocument/2006/relationships/image" Target="../media/image192.wmf"/><Relationship Id="rId10" Type="http://schemas.openxmlformats.org/officeDocument/2006/relationships/image" Target="../media/image177.wmf"/><Relationship Id="rId4" Type="http://schemas.openxmlformats.org/officeDocument/2006/relationships/image" Target="../media/image191.wmf"/><Relationship Id="rId9" Type="http://schemas.openxmlformats.org/officeDocument/2006/relationships/image" Target="../media/image176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3" Type="http://schemas.openxmlformats.org/officeDocument/2006/relationships/image" Target="../media/image192.wmf"/><Relationship Id="rId7" Type="http://schemas.openxmlformats.org/officeDocument/2006/relationships/image" Target="../media/image183.wmf"/><Relationship Id="rId2" Type="http://schemas.openxmlformats.org/officeDocument/2006/relationships/image" Target="../media/image191.wmf"/><Relationship Id="rId1" Type="http://schemas.openxmlformats.org/officeDocument/2006/relationships/image" Target="../media/image194.wmf"/><Relationship Id="rId6" Type="http://schemas.openxmlformats.org/officeDocument/2006/relationships/image" Target="../media/image182.wmf"/><Relationship Id="rId11" Type="http://schemas.openxmlformats.org/officeDocument/2006/relationships/image" Target="../media/image187.wmf"/><Relationship Id="rId5" Type="http://schemas.openxmlformats.org/officeDocument/2006/relationships/image" Target="../media/image181.wmf"/><Relationship Id="rId10" Type="http://schemas.openxmlformats.org/officeDocument/2006/relationships/image" Target="../media/image186.wmf"/><Relationship Id="rId4" Type="http://schemas.openxmlformats.org/officeDocument/2006/relationships/image" Target="../media/image193.wmf"/><Relationship Id="rId9" Type="http://schemas.openxmlformats.org/officeDocument/2006/relationships/image" Target="../media/image185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image" Target="../media/image70.wmf"/><Relationship Id="rId7" Type="http://schemas.openxmlformats.org/officeDocument/2006/relationships/image" Target="../media/image199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10" Type="http://schemas.openxmlformats.org/officeDocument/2006/relationships/image" Target="../media/image202.wmf"/><Relationship Id="rId4" Type="http://schemas.openxmlformats.org/officeDocument/2006/relationships/image" Target="../media/image71.wmf"/><Relationship Id="rId9" Type="http://schemas.openxmlformats.org/officeDocument/2006/relationships/image" Target="../media/image20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image" Target="../media/image214.wmf"/><Relationship Id="rId18" Type="http://schemas.openxmlformats.org/officeDocument/2006/relationships/image" Target="../media/image218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12" Type="http://schemas.openxmlformats.org/officeDocument/2006/relationships/image" Target="../media/image213.wmf"/><Relationship Id="rId17" Type="http://schemas.openxmlformats.org/officeDocument/2006/relationships/image" Target="../media/image195.wmf"/><Relationship Id="rId2" Type="http://schemas.openxmlformats.org/officeDocument/2006/relationships/image" Target="../media/image81.wmf"/><Relationship Id="rId16" Type="http://schemas.openxmlformats.org/officeDocument/2006/relationships/image" Target="../media/image217.wmf"/><Relationship Id="rId1" Type="http://schemas.openxmlformats.org/officeDocument/2006/relationships/image" Target="../media/image203.wmf"/><Relationship Id="rId6" Type="http://schemas.openxmlformats.org/officeDocument/2006/relationships/image" Target="../media/image207.wmf"/><Relationship Id="rId11" Type="http://schemas.openxmlformats.org/officeDocument/2006/relationships/image" Target="../media/image212.wmf"/><Relationship Id="rId5" Type="http://schemas.openxmlformats.org/officeDocument/2006/relationships/image" Target="../media/image206.wmf"/><Relationship Id="rId15" Type="http://schemas.openxmlformats.org/officeDocument/2006/relationships/image" Target="../media/image216.wmf"/><Relationship Id="rId10" Type="http://schemas.openxmlformats.org/officeDocument/2006/relationships/image" Target="../media/image211.wmf"/><Relationship Id="rId4" Type="http://schemas.openxmlformats.org/officeDocument/2006/relationships/image" Target="../media/image205.wmf"/><Relationship Id="rId9" Type="http://schemas.openxmlformats.org/officeDocument/2006/relationships/image" Target="../media/image210.wmf"/><Relationship Id="rId14" Type="http://schemas.openxmlformats.org/officeDocument/2006/relationships/image" Target="../media/image21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7" Type="http://schemas.openxmlformats.org/officeDocument/2006/relationships/image" Target="../media/image99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2.wmf"/><Relationship Id="rId5" Type="http://schemas.openxmlformats.org/officeDocument/2006/relationships/image" Target="../media/image201.wmf"/><Relationship Id="rId4" Type="http://schemas.openxmlformats.org/officeDocument/2006/relationships/image" Target="../media/image22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image" Target="../media/image70.wmf"/><Relationship Id="rId7" Type="http://schemas.openxmlformats.org/officeDocument/2006/relationships/image" Target="../media/image226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7" Type="http://schemas.openxmlformats.org/officeDocument/2006/relationships/image" Target="../media/image230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6" Type="http://schemas.openxmlformats.org/officeDocument/2006/relationships/image" Target="../media/image229.wmf"/><Relationship Id="rId5" Type="http://schemas.openxmlformats.org/officeDocument/2006/relationships/image" Target="../media/image225.wmf"/><Relationship Id="rId4" Type="http://schemas.openxmlformats.org/officeDocument/2006/relationships/image" Target="../media/image228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3" Type="http://schemas.openxmlformats.org/officeDocument/2006/relationships/image" Target="../media/image232.wmf"/><Relationship Id="rId7" Type="http://schemas.openxmlformats.org/officeDocument/2006/relationships/image" Target="../media/image236.wmf"/><Relationship Id="rId12" Type="http://schemas.openxmlformats.org/officeDocument/2006/relationships/image" Target="../media/image241.wmf"/><Relationship Id="rId2" Type="http://schemas.openxmlformats.org/officeDocument/2006/relationships/image" Target="../media/image119.wmf"/><Relationship Id="rId1" Type="http://schemas.openxmlformats.org/officeDocument/2006/relationships/image" Target="../media/image231.wmf"/><Relationship Id="rId6" Type="http://schemas.openxmlformats.org/officeDocument/2006/relationships/image" Target="../media/image235.wmf"/><Relationship Id="rId11" Type="http://schemas.openxmlformats.org/officeDocument/2006/relationships/image" Target="../media/image240.wmf"/><Relationship Id="rId5" Type="http://schemas.openxmlformats.org/officeDocument/2006/relationships/image" Target="../media/image234.wmf"/><Relationship Id="rId10" Type="http://schemas.openxmlformats.org/officeDocument/2006/relationships/image" Target="../media/image239.wmf"/><Relationship Id="rId4" Type="http://schemas.openxmlformats.org/officeDocument/2006/relationships/image" Target="../media/image233.wmf"/><Relationship Id="rId9" Type="http://schemas.openxmlformats.org/officeDocument/2006/relationships/image" Target="../media/image238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13" Type="http://schemas.openxmlformats.org/officeDocument/2006/relationships/image" Target="../media/image254.wmf"/><Relationship Id="rId3" Type="http://schemas.openxmlformats.org/officeDocument/2006/relationships/image" Target="../media/image244.wmf"/><Relationship Id="rId7" Type="http://schemas.openxmlformats.org/officeDocument/2006/relationships/image" Target="../media/image248.wmf"/><Relationship Id="rId12" Type="http://schemas.openxmlformats.org/officeDocument/2006/relationships/image" Target="../media/image253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Relationship Id="rId6" Type="http://schemas.openxmlformats.org/officeDocument/2006/relationships/image" Target="../media/image247.wmf"/><Relationship Id="rId11" Type="http://schemas.openxmlformats.org/officeDocument/2006/relationships/image" Target="../media/image252.wmf"/><Relationship Id="rId5" Type="http://schemas.openxmlformats.org/officeDocument/2006/relationships/image" Target="../media/image246.wmf"/><Relationship Id="rId10" Type="http://schemas.openxmlformats.org/officeDocument/2006/relationships/image" Target="../media/image251.wmf"/><Relationship Id="rId4" Type="http://schemas.openxmlformats.org/officeDocument/2006/relationships/image" Target="../media/image245.wmf"/><Relationship Id="rId9" Type="http://schemas.openxmlformats.org/officeDocument/2006/relationships/image" Target="../media/image250.wmf"/><Relationship Id="rId14" Type="http://schemas.openxmlformats.org/officeDocument/2006/relationships/image" Target="../media/image25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wmf"/><Relationship Id="rId7" Type="http://schemas.openxmlformats.org/officeDocument/2006/relationships/image" Target="../media/image260.wmf"/><Relationship Id="rId2" Type="http://schemas.openxmlformats.org/officeDocument/2006/relationships/image" Target="../media/image256.wmf"/><Relationship Id="rId1" Type="http://schemas.openxmlformats.org/officeDocument/2006/relationships/image" Target="../media/image250.wmf"/><Relationship Id="rId6" Type="http://schemas.openxmlformats.org/officeDocument/2006/relationships/image" Target="../media/image259.wmf"/><Relationship Id="rId5" Type="http://schemas.openxmlformats.org/officeDocument/2006/relationships/image" Target="../media/image255.wmf"/><Relationship Id="rId4" Type="http://schemas.openxmlformats.org/officeDocument/2006/relationships/image" Target="../media/image258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3" Type="http://schemas.openxmlformats.org/officeDocument/2006/relationships/image" Target="../media/image262.wmf"/><Relationship Id="rId7" Type="http://schemas.openxmlformats.org/officeDocument/2006/relationships/image" Target="../media/image265.wmf"/><Relationship Id="rId2" Type="http://schemas.openxmlformats.org/officeDocument/2006/relationships/image" Target="../media/image254.wmf"/><Relationship Id="rId1" Type="http://schemas.openxmlformats.org/officeDocument/2006/relationships/image" Target="../media/image261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4" Type="http://schemas.openxmlformats.org/officeDocument/2006/relationships/image" Target="../media/image255.wmf"/><Relationship Id="rId9" Type="http://schemas.openxmlformats.org/officeDocument/2006/relationships/image" Target="../media/image267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image" Target="../media/image278.wmf"/><Relationship Id="rId3" Type="http://schemas.openxmlformats.org/officeDocument/2006/relationships/image" Target="../media/image270.wmf"/><Relationship Id="rId7" Type="http://schemas.openxmlformats.org/officeDocument/2006/relationships/image" Target="../media/image273.wmf"/><Relationship Id="rId12" Type="http://schemas.openxmlformats.org/officeDocument/2006/relationships/image" Target="../media/image277.wmf"/><Relationship Id="rId2" Type="http://schemas.openxmlformats.org/officeDocument/2006/relationships/image" Target="../media/image269.wmf"/><Relationship Id="rId1" Type="http://schemas.openxmlformats.org/officeDocument/2006/relationships/image" Target="../media/image268.wmf"/><Relationship Id="rId6" Type="http://schemas.openxmlformats.org/officeDocument/2006/relationships/image" Target="../media/image272.wmf"/><Relationship Id="rId11" Type="http://schemas.openxmlformats.org/officeDocument/2006/relationships/image" Target="../media/image276.wmf"/><Relationship Id="rId5" Type="http://schemas.openxmlformats.org/officeDocument/2006/relationships/image" Target="../media/image119.wmf"/><Relationship Id="rId15" Type="http://schemas.openxmlformats.org/officeDocument/2006/relationships/image" Target="../media/image280.wmf"/><Relationship Id="rId10" Type="http://schemas.openxmlformats.org/officeDocument/2006/relationships/image" Target="../media/image275.wmf"/><Relationship Id="rId4" Type="http://schemas.openxmlformats.org/officeDocument/2006/relationships/image" Target="../media/image271.wmf"/><Relationship Id="rId9" Type="http://schemas.openxmlformats.org/officeDocument/2006/relationships/image" Target="../media/image274.wmf"/><Relationship Id="rId14" Type="http://schemas.openxmlformats.org/officeDocument/2006/relationships/image" Target="../media/image279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7" Type="http://schemas.openxmlformats.org/officeDocument/2006/relationships/image" Target="../media/image261.wmf"/><Relationship Id="rId2" Type="http://schemas.openxmlformats.org/officeDocument/2006/relationships/image" Target="../media/image281.wmf"/><Relationship Id="rId1" Type="http://schemas.openxmlformats.org/officeDocument/2006/relationships/image" Target="../media/image255.wmf"/><Relationship Id="rId6" Type="http://schemas.openxmlformats.org/officeDocument/2006/relationships/image" Target="../media/image254.wmf"/><Relationship Id="rId5" Type="http://schemas.openxmlformats.org/officeDocument/2006/relationships/image" Target="../media/image262.wmf"/><Relationship Id="rId4" Type="http://schemas.openxmlformats.org/officeDocument/2006/relationships/image" Target="../media/image253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wmf"/><Relationship Id="rId7" Type="http://schemas.openxmlformats.org/officeDocument/2006/relationships/image" Target="../media/image289.wmf"/><Relationship Id="rId2" Type="http://schemas.openxmlformats.org/officeDocument/2006/relationships/image" Target="../media/image284.wmf"/><Relationship Id="rId1" Type="http://schemas.openxmlformats.org/officeDocument/2006/relationships/image" Target="../media/image283.wmf"/><Relationship Id="rId6" Type="http://schemas.openxmlformats.org/officeDocument/2006/relationships/image" Target="../media/image288.wmf"/><Relationship Id="rId5" Type="http://schemas.openxmlformats.org/officeDocument/2006/relationships/image" Target="../media/image287.wmf"/><Relationship Id="rId4" Type="http://schemas.openxmlformats.org/officeDocument/2006/relationships/image" Target="../media/image286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image" Target="../media/image299.wmf"/><Relationship Id="rId18" Type="http://schemas.openxmlformats.org/officeDocument/2006/relationships/image" Target="../media/image303.wmf"/><Relationship Id="rId3" Type="http://schemas.openxmlformats.org/officeDocument/2006/relationships/image" Target="../media/image291.wmf"/><Relationship Id="rId7" Type="http://schemas.openxmlformats.org/officeDocument/2006/relationships/image" Target="../media/image295.wmf"/><Relationship Id="rId12" Type="http://schemas.openxmlformats.org/officeDocument/2006/relationships/image" Target="../media/image298.wmf"/><Relationship Id="rId17" Type="http://schemas.openxmlformats.org/officeDocument/2006/relationships/image" Target="../media/image302.wmf"/><Relationship Id="rId2" Type="http://schemas.openxmlformats.org/officeDocument/2006/relationships/image" Target="../media/image290.wmf"/><Relationship Id="rId16" Type="http://schemas.openxmlformats.org/officeDocument/2006/relationships/image" Target="../media/image301.wmf"/><Relationship Id="rId1" Type="http://schemas.openxmlformats.org/officeDocument/2006/relationships/image" Target="../media/image130.wmf"/><Relationship Id="rId6" Type="http://schemas.openxmlformats.org/officeDocument/2006/relationships/image" Target="../media/image294.wmf"/><Relationship Id="rId11" Type="http://schemas.openxmlformats.org/officeDocument/2006/relationships/image" Target="../media/image297.wmf"/><Relationship Id="rId5" Type="http://schemas.openxmlformats.org/officeDocument/2006/relationships/image" Target="../media/image293.wmf"/><Relationship Id="rId15" Type="http://schemas.openxmlformats.org/officeDocument/2006/relationships/image" Target="../media/image300.wmf"/><Relationship Id="rId10" Type="http://schemas.openxmlformats.org/officeDocument/2006/relationships/image" Target="../media/image296.wmf"/><Relationship Id="rId19" Type="http://schemas.openxmlformats.org/officeDocument/2006/relationships/image" Target="../media/image304.wmf"/><Relationship Id="rId4" Type="http://schemas.openxmlformats.org/officeDocument/2006/relationships/image" Target="../media/image292.wmf"/><Relationship Id="rId9" Type="http://schemas.openxmlformats.org/officeDocument/2006/relationships/image" Target="../media/image129.wmf"/><Relationship Id="rId14" Type="http://schemas.openxmlformats.org/officeDocument/2006/relationships/image" Target="../media/image283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3" Type="http://schemas.openxmlformats.org/officeDocument/2006/relationships/image" Target="../media/image307.wmf"/><Relationship Id="rId7" Type="http://schemas.openxmlformats.org/officeDocument/2006/relationships/image" Target="../media/image311.wmf"/><Relationship Id="rId2" Type="http://schemas.openxmlformats.org/officeDocument/2006/relationships/image" Target="../media/image306.wmf"/><Relationship Id="rId1" Type="http://schemas.openxmlformats.org/officeDocument/2006/relationships/image" Target="../media/image305.wmf"/><Relationship Id="rId6" Type="http://schemas.openxmlformats.org/officeDocument/2006/relationships/image" Target="../media/image310.wmf"/><Relationship Id="rId11" Type="http://schemas.openxmlformats.org/officeDocument/2006/relationships/image" Target="../media/image315.wmf"/><Relationship Id="rId5" Type="http://schemas.openxmlformats.org/officeDocument/2006/relationships/image" Target="../media/image309.wmf"/><Relationship Id="rId10" Type="http://schemas.openxmlformats.org/officeDocument/2006/relationships/image" Target="../media/image314.wmf"/><Relationship Id="rId4" Type="http://schemas.openxmlformats.org/officeDocument/2006/relationships/image" Target="../media/image308.wmf"/><Relationship Id="rId9" Type="http://schemas.openxmlformats.org/officeDocument/2006/relationships/image" Target="../media/image313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wmf"/><Relationship Id="rId2" Type="http://schemas.openxmlformats.org/officeDocument/2006/relationships/image" Target="../media/image316.wmf"/><Relationship Id="rId1" Type="http://schemas.openxmlformats.org/officeDocument/2006/relationships/image" Target="../media/image305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3" Type="http://schemas.openxmlformats.org/officeDocument/2006/relationships/image" Target="../media/image322.wmf"/><Relationship Id="rId7" Type="http://schemas.openxmlformats.org/officeDocument/2006/relationships/image" Target="../media/image326.wmf"/><Relationship Id="rId12" Type="http://schemas.openxmlformats.org/officeDocument/2006/relationships/image" Target="../media/image331.wmf"/><Relationship Id="rId2" Type="http://schemas.openxmlformats.org/officeDocument/2006/relationships/image" Target="../media/image321.wmf"/><Relationship Id="rId1" Type="http://schemas.openxmlformats.org/officeDocument/2006/relationships/image" Target="../media/image320.wmf"/><Relationship Id="rId6" Type="http://schemas.openxmlformats.org/officeDocument/2006/relationships/image" Target="../media/image325.wmf"/><Relationship Id="rId11" Type="http://schemas.openxmlformats.org/officeDocument/2006/relationships/image" Target="../media/image330.wmf"/><Relationship Id="rId5" Type="http://schemas.openxmlformats.org/officeDocument/2006/relationships/image" Target="../media/image324.wmf"/><Relationship Id="rId10" Type="http://schemas.openxmlformats.org/officeDocument/2006/relationships/image" Target="../media/image329.wmf"/><Relationship Id="rId4" Type="http://schemas.openxmlformats.org/officeDocument/2006/relationships/image" Target="../media/image323.wmf"/><Relationship Id="rId9" Type="http://schemas.openxmlformats.org/officeDocument/2006/relationships/image" Target="../media/image328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3" Type="http://schemas.openxmlformats.org/officeDocument/2006/relationships/image" Target="../media/image334.wmf"/><Relationship Id="rId7" Type="http://schemas.openxmlformats.org/officeDocument/2006/relationships/image" Target="../media/image338.wmf"/><Relationship Id="rId2" Type="http://schemas.openxmlformats.org/officeDocument/2006/relationships/image" Target="../media/image333.wmf"/><Relationship Id="rId1" Type="http://schemas.openxmlformats.org/officeDocument/2006/relationships/image" Target="../media/image332.wmf"/><Relationship Id="rId6" Type="http://schemas.openxmlformats.org/officeDocument/2006/relationships/image" Target="../media/image337.wmf"/><Relationship Id="rId5" Type="http://schemas.openxmlformats.org/officeDocument/2006/relationships/image" Target="../media/image336.wmf"/><Relationship Id="rId4" Type="http://schemas.openxmlformats.org/officeDocument/2006/relationships/image" Target="../media/image335.wmf"/><Relationship Id="rId9" Type="http://schemas.openxmlformats.org/officeDocument/2006/relationships/image" Target="../media/image340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3" Type="http://schemas.openxmlformats.org/officeDocument/2006/relationships/image" Target="../media/image343.wmf"/><Relationship Id="rId7" Type="http://schemas.openxmlformats.org/officeDocument/2006/relationships/image" Target="../media/image347.wmf"/><Relationship Id="rId2" Type="http://schemas.openxmlformats.org/officeDocument/2006/relationships/image" Target="../media/image342.wmf"/><Relationship Id="rId1" Type="http://schemas.openxmlformats.org/officeDocument/2006/relationships/image" Target="../media/image341.wmf"/><Relationship Id="rId6" Type="http://schemas.openxmlformats.org/officeDocument/2006/relationships/image" Target="../media/image346.wmf"/><Relationship Id="rId5" Type="http://schemas.openxmlformats.org/officeDocument/2006/relationships/image" Target="../media/image345.wmf"/><Relationship Id="rId4" Type="http://schemas.openxmlformats.org/officeDocument/2006/relationships/image" Target="../media/image344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wmf"/><Relationship Id="rId3" Type="http://schemas.openxmlformats.org/officeDocument/2006/relationships/image" Target="../media/image351.wmf"/><Relationship Id="rId7" Type="http://schemas.openxmlformats.org/officeDocument/2006/relationships/image" Target="../media/image355.wmf"/><Relationship Id="rId2" Type="http://schemas.openxmlformats.org/officeDocument/2006/relationships/image" Target="../media/image350.wmf"/><Relationship Id="rId1" Type="http://schemas.openxmlformats.org/officeDocument/2006/relationships/image" Target="../media/image349.wmf"/><Relationship Id="rId6" Type="http://schemas.openxmlformats.org/officeDocument/2006/relationships/image" Target="../media/image354.wmf"/><Relationship Id="rId5" Type="http://schemas.openxmlformats.org/officeDocument/2006/relationships/image" Target="../media/image353.wmf"/><Relationship Id="rId10" Type="http://schemas.openxmlformats.org/officeDocument/2006/relationships/image" Target="../media/image358.wmf"/><Relationship Id="rId4" Type="http://schemas.openxmlformats.org/officeDocument/2006/relationships/image" Target="../media/image352.wmf"/><Relationship Id="rId9" Type="http://schemas.openxmlformats.org/officeDocument/2006/relationships/image" Target="../media/image357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wmf"/><Relationship Id="rId13" Type="http://schemas.openxmlformats.org/officeDocument/2006/relationships/image" Target="../media/image367.wmf"/><Relationship Id="rId3" Type="http://schemas.openxmlformats.org/officeDocument/2006/relationships/image" Target="../media/image354.wmf"/><Relationship Id="rId7" Type="http://schemas.openxmlformats.org/officeDocument/2006/relationships/image" Target="../media/image361.wmf"/><Relationship Id="rId12" Type="http://schemas.openxmlformats.org/officeDocument/2006/relationships/image" Target="../media/image366.wmf"/><Relationship Id="rId2" Type="http://schemas.openxmlformats.org/officeDocument/2006/relationships/image" Target="../media/image353.wmf"/><Relationship Id="rId16" Type="http://schemas.openxmlformats.org/officeDocument/2006/relationships/image" Target="../media/image370.wmf"/><Relationship Id="rId1" Type="http://schemas.openxmlformats.org/officeDocument/2006/relationships/image" Target="../media/image358.wmf"/><Relationship Id="rId6" Type="http://schemas.openxmlformats.org/officeDocument/2006/relationships/image" Target="../media/image360.wmf"/><Relationship Id="rId11" Type="http://schemas.openxmlformats.org/officeDocument/2006/relationships/image" Target="../media/image365.wmf"/><Relationship Id="rId5" Type="http://schemas.openxmlformats.org/officeDocument/2006/relationships/image" Target="../media/image359.wmf"/><Relationship Id="rId15" Type="http://schemas.openxmlformats.org/officeDocument/2006/relationships/image" Target="../media/image369.wmf"/><Relationship Id="rId10" Type="http://schemas.openxmlformats.org/officeDocument/2006/relationships/image" Target="../media/image364.wmf"/><Relationship Id="rId4" Type="http://schemas.openxmlformats.org/officeDocument/2006/relationships/image" Target="../media/image355.wmf"/><Relationship Id="rId9" Type="http://schemas.openxmlformats.org/officeDocument/2006/relationships/image" Target="../media/image363.wmf"/><Relationship Id="rId14" Type="http://schemas.openxmlformats.org/officeDocument/2006/relationships/image" Target="../media/image368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wmf"/><Relationship Id="rId3" Type="http://schemas.openxmlformats.org/officeDocument/2006/relationships/image" Target="../media/image353.wmf"/><Relationship Id="rId7" Type="http://schemas.openxmlformats.org/officeDocument/2006/relationships/image" Target="../media/image365.wmf"/><Relationship Id="rId2" Type="http://schemas.openxmlformats.org/officeDocument/2006/relationships/image" Target="../media/image358.wmf"/><Relationship Id="rId1" Type="http://schemas.openxmlformats.org/officeDocument/2006/relationships/image" Target="../media/image371.wmf"/><Relationship Id="rId6" Type="http://schemas.openxmlformats.org/officeDocument/2006/relationships/image" Target="../media/image346.wmf"/><Relationship Id="rId5" Type="http://schemas.openxmlformats.org/officeDocument/2006/relationships/image" Target="../media/image355.wmf"/><Relationship Id="rId10" Type="http://schemas.openxmlformats.org/officeDocument/2006/relationships/image" Target="../media/image373.wmf"/><Relationship Id="rId4" Type="http://schemas.openxmlformats.org/officeDocument/2006/relationships/image" Target="../media/image354.wmf"/><Relationship Id="rId9" Type="http://schemas.openxmlformats.org/officeDocument/2006/relationships/image" Target="../media/image372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13" Type="http://schemas.openxmlformats.org/officeDocument/2006/relationships/image" Target="../media/image386.wmf"/><Relationship Id="rId18" Type="http://schemas.openxmlformats.org/officeDocument/2006/relationships/image" Target="../media/image391.wmf"/><Relationship Id="rId3" Type="http://schemas.openxmlformats.org/officeDocument/2006/relationships/image" Target="../media/image376.wmf"/><Relationship Id="rId7" Type="http://schemas.openxmlformats.org/officeDocument/2006/relationships/image" Target="../media/image380.wmf"/><Relationship Id="rId12" Type="http://schemas.openxmlformats.org/officeDocument/2006/relationships/image" Target="../media/image385.wmf"/><Relationship Id="rId17" Type="http://schemas.openxmlformats.org/officeDocument/2006/relationships/image" Target="../media/image390.wmf"/><Relationship Id="rId2" Type="http://schemas.openxmlformats.org/officeDocument/2006/relationships/image" Target="../media/image375.wmf"/><Relationship Id="rId16" Type="http://schemas.openxmlformats.org/officeDocument/2006/relationships/image" Target="../media/image389.wmf"/><Relationship Id="rId1" Type="http://schemas.openxmlformats.org/officeDocument/2006/relationships/image" Target="../media/image374.wmf"/><Relationship Id="rId6" Type="http://schemas.openxmlformats.org/officeDocument/2006/relationships/image" Target="../media/image379.wmf"/><Relationship Id="rId11" Type="http://schemas.openxmlformats.org/officeDocument/2006/relationships/image" Target="../media/image384.wmf"/><Relationship Id="rId5" Type="http://schemas.openxmlformats.org/officeDocument/2006/relationships/image" Target="../media/image378.wmf"/><Relationship Id="rId15" Type="http://schemas.openxmlformats.org/officeDocument/2006/relationships/image" Target="../media/image388.wmf"/><Relationship Id="rId10" Type="http://schemas.openxmlformats.org/officeDocument/2006/relationships/image" Target="../media/image383.wmf"/><Relationship Id="rId19" Type="http://schemas.openxmlformats.org/officeDocument/2006/relationships/image" Target="../media/image392.wmf"/><Relationship Id="rId4" Type="http://schemas.openxmlformats.org/officeDocument/2006/relationships/image" Target="../media/image377.wmf"/><Relationship Id="rId9" Type="http://schemas.openxmlformats.org/officeDocument/2006/relationships/image" Target="../media/image382.wmf"/><Relationship Id="rId14" Type="http://schemas.openxmlformats.org/officeDocument/2006/relationships/image" Target="../media/image387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wmf"/><Relationship Id="rId3" Type="http://schemas.openxmlformats.org/officeDocument/2006/relationships/image" Target="../media/image395.wmf"/><Relationship Id="rId7" Type="http://schemas.openxmlformats.org/officeDocument/2006/relationships/image" Target="../media/image399.wmf"/><Relationship Id="rId12" Type="http://schemas.openxmlformats.org/officeDocument/2006/relationships/image" Target="../media/image404.wmf"/><Relationship Id="rId2" Type="http://schemas.openxmlformats.org/officeDocument/2006/relationships/image" Target="../media/image394.wmf"/><Relationship Id="rId1" Type="http://schemas.openxmlformats.org/officeDocument/2006/relationships/image" Target="../media/image393.wmf"/><Relationship Id="rId6" Type="http://schemas.openxmlformats.org/officeDocument/2006/relationships/image" Target="../media/image398.wmf"/><Relationship Id="rId11" Type="http://schemas.openxmlformats.org/officeDocument/2006/relationships/image" Target="../media/image403.wmf"/><Relationship Id="rId5" Type="http://schemas.openxmlformats.org/officeDocument/2006/relationships/image" Target="../media/image397.wmf"/><Relationship Id="rId10" Type="http://schemas.openxmlformats.org/officeDocument/2006/relationships/image" Target="../media/image402.wmf"/><Relationship Id="rId4" Type="http://schemas.openxmlformats.org/officeDocument/2006/relationships/image" Target="../media/image396.wmf"/><Relationship Id="rId9" Type="http://schemas.openxmlformats.org/officeDocument/2006/relationships/image" Target="../media/image401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wmf"/><Relationship Id="rId13" Type="http://schemas.openxmlformats.org/officeDocument/2006/relationships/image" Target="../media/image417.wmf"/><Relationship Id="rId3" Type="http://schemas.openxmlformats.org/officeDocument/2006/relationships/image" Target="../media/image407.wmf"/><Relationship Id="rId7" Type="http://schemas.openxmlformats.org/officeDocument/2006/relationships/image" Target="../media/image411.wmf"/><Relationship Id="rId12" Type="http://schemas.openxmlformats.org/officeDocument/2006/relationships/image" Target="../media/image416.wmf"/><Relationship Id="rId2" Type="http://schemas.openxmlformats.org/officeDocument/2006/relationships/image" Target="../media/image406.wmf"/><Relationship Id="rId1" Type="http://schemas.openxmlformats.org/officeDocument/2006/relationships/image" Target="../media/image405.wmf"/><Relationship Id="rId6" Type="http://schemas.openxmlformats.org/officeDocument/2006/relationships/image" Target="../media/image410.wmf"/><Relationship Id="rId11" Type="http://schemas.openxmlformats.org/officeDocument/2006/relationships/image" Target="../media/image415.wmf"/><Relationship Id="rId5" Type="http://schemas.openxmlformats.org/officeDocument/2006/relationships/image" Target="../media/image409.wmf"/><Relationship Id="rId10" Type="http://schemas.openxmlformats.org/officeDocument/2006/relationships/image" Target="../media/image414.wmf"/><Relationship Id="rId4" Type="http://schemas.openxmlformats.org/officeDocument/2006/relationships/image" Target="../media/image408.wmf"/><Relationship Id="rId9" Type="http://schemas.openxmlformats.org/officeDocument/2006/relationships/image" Target="../media/image413.wmf"/><Relationship Id="rId14" Type="http://schemas.openxmlformats.org/officeDocument/2006/relationships/image" Target="../media/image418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image" Target="../media/image180.wmf"/><Relationship Id="rId3" Type="http://schemas.openxmlformats.org/officeDocument/2006/relationships/image" Target="../media/image421.wmf"/><Relationship Id="rId7" Type="http://schemas.openxmlformats.org/officeDocument/2006/relationships/image" Target="../media/image174.wmf"/><Relationship Id="rId12" Type="http://schemas.openxmlformats.org/officeDocument/2006/relationships/image" Target="../media/image179.wmf"/><Relationship Id="rId2" Type="http://schemas.openxmlformats.org/officeDocument/2006/relationships/image" Target="../media/image420.wmf"/><Relationship Id="rId1" Type="http://schemas.openxmlformats.org/officeDocument/2006/relationships/image" Target="../media/image419.wmf"/><Relationship Id="rId6" Type="http://schemas.openxmlformats.org/officeDocument/2006/relationships/image" Target="../media/image424.wmf"/><Relationship Id="rId11" Type="http://schemas.openxmlformats.org/officeDocument/2006/relationships/image" Target="../media/image178.wmf"/><Relationship Id="rId5" Type="http://schemas.openxmlformats.org/officeDocument/2006/relationships/image" Target="../media/image423.wmf"/><Relationship Id="rId10" Type="http://schemas.openxmlformats.org/officeDocument/2006/relationships/image" Target="../media/image177.wmf"/><Relationship Id="rId4" Type="http://schemas.openxmlformats.org/officeDocument/2006/relationships/image" Target="../media/image422.wmf"/><Relationship Id="rId9" Type="http://schemas.openxmlformats.org/officeDocument/2006/relationships/image" Target="../media/image176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1.wmf"/><Relationship Id="rId7" Type="http://schemas.openxmlformats.org/officeDocument/2006/relationships/image" Target="../media/image424.wmf"/><Relationship Id="rId2" Type="http://schemas.openxmlformats.org/officeDocument/2006/relationships/image" Target="../media/image420.wmf"/><Relationship Id="rId1" Type="http://schemas.openxmlformats.org/officeDocument/2006/relationships/image" Target="../media/image419.wmf"/><Relationship Id="rId6" Type="http://schemas.openxmlformats.org/officeDocument/2006/relationships/image" Target="../media/image423.wmf"/><Relationship Id="rId5" Type="http://schemas.openxmlformats.org/officeDocument/2006/relationships/image" Target="../media/image426.wmf"/><Relationship Id="rId4" Type="http://schemas.openxmlformats.org/officeDocument/2006/relationships/image" Target="../media/image425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1.wmf"/><Relationship Id="rId2" Type="http://schemas.openxmlformats.org/officeDocument/2006/relationships/image" Target="../media/image420.wmf"/><Relationship Id="rId1" Type="http://schemas.openxmlformats.org/officeDocument/2006/relationships/image" Target="../media/image419.wmf"/><Relationship Id="rId6" Type="http://schemas.openxmlformats.org/officeDocument/2006/relationships/image" Target="../media/image424.wmf"/><Relationship Id="rId5" Type="http://schemas.openxmlformats.org/officeDocument/2006/relationships/image" Target="../media/image423.wmf"/><Relationship Id="rId4" Type="http://schemas.openxmlformats.org/officeDocument/2006/relationships/image" Target="../media/image4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69D2B-3845-4D12-9AC8-CB51A49D317E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9149D-D1D2-44A6-A080-4EFDDE910A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29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9149D-D1D2-44A6-A080-4EFDDE910AB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62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294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  <p:extLst>
      <p:ext uri="{BB962C8B-B14F-4D97-AF65-F5344CB8AC3E}">
        <p14:creationId xmlns:p14="http://schemas.microsoft.com/office/powerpoint/2010/main" val="280091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582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93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22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61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2765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88512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5613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595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9320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4507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9025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41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87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7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32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36" Type="http://schemas.openxmlformats.org/officeDocument/2006/relationships/image" Target="../media/image18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Relationship Id="rId35" Type="http://schemas.openxmlformats.org/officeDocument/2006/relationships/oleObject" Target="../embeddings/oleObject17.bin"/><Relationship Id="rId8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28.w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28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3.wmf"/><Relationship Id="rId22" Type="http://schemas.openxmlformats.org/officeDocument/2006/relationships/image" Target="../media/image2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8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3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7.wmf"/><Relationship Id="rId22" Type="http://schemas.openxmlformats.org/officeDocument/2006/relationships/image" Target="../media/image3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3.wmf"/><Relationship Id="rId3" Type="http://schemas.openxmlformats.org/officeDocument/2006/relationships/oleObject" Target="../embeddings/oleObject58.bin"/><Relationship Id="rId21" Type="http://schemas.openxmlformats.org/officeDocument/2006/relationships/oleObject" Target="../embeddings/oleObject67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.wmf"/><Relationship Id="rId20" Type="http://schemas.openxmlformats.org/officeDocument/2006/relationships/image" Target="../media/image64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59.wmf"/><Relationship Id="rId19" Type="http://schemas.openxmlformats.org/officeDocument/2006/relationships/oleObject" Target="../embeddings/oleObject66.bin"/><Relationship Id="rId4" Type="http://schemas.openxmlformats.org/officeDocument/2006/relationships/image" Target="../media/image56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1.wmf"/><Relationship Id="rId22" Type="http://schemas.openxmlformats.org/officeDocument/2006/relationships/image" Target="../media/image6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5.bin"/><Relationship Id="rId18" Type="http://schemas.openxmlformats.org/officeDocument/2006/relationships/oleObject" Target="../embeddings/oleObject78.bin"/><Relationship Id="rId3" Type="http://schemas.openxmlformats.org/officeDocument/2006/relationships/oleObject" Target="../embeddings/oleObject70.bin"/><Relationship Id="rId21" Type="http://schemas.openxmlformats.org/officeDocument/2006/relationships/oleObject" Target="../embeddings/oleObject8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2.wmf"/><Relationship Id="rId17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7.bin"/><Relationship Id="rId20" Type="http://schemas.openxmlformats.org/officeDocument/2006/relationships/oleObject" Target="../embeddings/oleObject79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image" Target="../media/image73.wmf"/><Relationship Id="rId10" Type="http://schemas.openxmlformats.org/officeDocument/2006/relationships/image" Target="../media/image71.wmf"/><Relationship Id="rId19" Type="http://schemas.openxmlformats.org/officeDocument/2006/relationships/image" Target="../media/image75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3.bin"/><Relationship Id="rId14" Type="http://schemas.openxmlformats.org/officeDocument/2006/relationships/oleObject" Target="../embeddings/oleObject7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82.wmf"/><Relationship Id="rId26" Type="http://schemas.openxmlformats.org/officeDocument/2006/relationships/image" Target="../media/image86.wmf"/><Relationship Id="rId3" Type="http://schemas.openxmlformats.org/officeDocument/2006/relationships/oleObject" Target="../embeddings/oleObject81.bin"/><Relationship Id="rId21" Type="http://schemas.openxmlformats.org/officeDocument/2006/relationships/oleObject" Target="../embeddings/oleObject90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88.bin"/><Relationship Id="rId25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20" Type="http://schemas.openxmlformats.org/officeDocument/2006/relationships/image" Target="../media/image83.wmf"/><Relationship Id="rId29" Type="http://schemas.openxmlformats.org/officeDocument/2006/relationships/oleObject" Target="../embeddings/oleObject94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85.bin"/><Relationship Id="rId24" Type="http://schemas.openxmlformats.org/officeDocument/2006/relationships/image" Target="../media/image85.wmf"/><Relationship Id="rId32" Type="http://schemas.openxmlformats.org/officeDocument/2006/relationships/image" Target="../media/image88.wmf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23" Type="http://schemas.openxmlformats.org/officeDocument/2006/relationships/oleObject" Target="../embeddings/oleObject91.bin"/><Relationship Id="rId28" Type="http://schemas.openxmlformats.org/officeDocument/2006/relationships/image" Target="../media/image87.wmf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89.bin"/><Relationship Id="rId31" Type="http://schemas.openxmlformats.org/officeDocument/2006/relationships/oleObject" Target="../embeddings/oleObject95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93.bin"/><Relationship Id="rId30" Type="http://schemas.openxmlformats.org/officeDocument/2006/relationships/image" Target="../media/image7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image" Target="../media/image93.wmf"/><Relationship Id="rId18" Type="http://schemas.openxmlformats.org/officeDocument/2006/relationships/oleObject" Target="../embeddings/oleObject104.bin"/><Relationship Id="rId3" Type="http://schemas.openxmlformats.org/officeDocument/2006/relationships/oleObject" Target="../embeddings/oleObject96.bin"/><Relationship Id="rId21" Type="http://schemas.openxmlformats.org/officeDocument/2006/relationships/image" Target="../media/image96.wmf"/><Relationship Id="rId7" Type="http://schemas.openxmlformats.org/officeDocument/2006/relationships/oleObject" Target="../embeddings/oleObject98.bin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95.wmf"/><Relationship Id="rId25" Type="http://schemas.openxmlformats.org/officeDocument/2006/relationships/image" Target="../media/image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5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0.wmf"/><Relationship Id="rId11" Type="http://schemas.openxmlformats.org/officeDocument/2006/relationships/image" Target="../media/image92.wmf"/><Relationship Id="rId24" Type="http://schemas.openxmlformats.org/officeDocument/2006/relationships/oleObject" Target="../embeddings/oleObject107.bin"/><Relationship Id="rId5" Type="http://schemas.openxmlformats.org/officeDocument/2006/relationships/oleObject" Target="../embeddings/oleObject97.bin"/><Relationship Id="rId15" Type="http://schemas.openxmlformats.org/officeDocument/2006/relationships/image" Target="../media/image94.wmf"/><Relationship Id="rId23" Type="http://schemas.openxmlformats.org/officeDocument/2006/relationships/image" Target="../media/image97.wmf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74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99.bin"/><Relationship Id="rId14" Type="http://schemas.openxmlformats.org/officeDocument/2006/relationships/oleObject" Target="../embeddings/oleObject102.bin"/><Relationship Id="rId22" Type="http://schemas.openxmlformats.org/officeDocument/2006/relationships/oleObject" Target="../embeddings/oleObject10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9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04.wmf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8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wmf"/><Relationship Id="rId20" Type="http://schemas.openxmlformats.org/officeDocument/2006/relationships/image" Target="../media/image10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100.wmf"/><Relationship Id="rId19" Type="http://schemas.openxmlformats.org/officeDocument/2006/relationships/oleObject" Target="../embeddings/oleObject117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02.wmf"/><Relationship Id="rId22" Type="http://schemas.openxmlformats.org/officeDocument/2006/relationships/image" Target="../media/image10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24.bin"/><Relationship Id="rId18" Type="http://schemas.openxmlformats.org/officeDocument/2006/relationships/oleObject" Target="../embeddings/oleObject127.bin"/><Relationship Id="rId26" Type="http://schemas.openxmlformats.org/officeDocument/2006/relationships/image" Target="../media/image117.wmf"/><Relationship Id="rId3" Type="http://schemas.openxmlformats.org/officeDocument/2006/relationships/oleObject" Target="../embeddings/oleObject119.bin"/><Relationship Id="rId21" Type="http://schemas.openxmlformats.org/officeDocument/2006/relationships/image" Target="../media/image115.wmf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26.bin"/><Relationship Id="rId25" Type="http://schemas.openxmlformats.org/officeDocument/2006/relationships/oleObject" Target="../embeddings/oleObject13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3.wmf"/><Relationship Id="rId20" Type="http://schemas.openxmlformats.org/officeDocument/2006/relationships/oleObject" Target="../embeddings/oleObject128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23.bin"/><Relationship Id="rId24" Type="http://schemas.openxmlformats.org/officeDocument/2006/relationships/image" Target="../media/image116.wmf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30.bin"/><Relationship Id="rId10" Type="http://schemas.openxmlformats.org/officeDocument/2006/relationships/image" Target="../media/image110.wmf"/><Relationship Id="rId19" Type="http://schemas.openxmlformats.org/officeDocument/2006/relationships/image" Target="../media/image114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12.wmf"/><Relationship Id="rId22" Type="http://schemas.openxmlformats.org/officeDocument/2006/relationships/oleObject" Target="../embeddings/oleObject12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37.bin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2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43.bin"/><Relationship Id="rId18" Type="http://schemas.openxmlformats.org/officeDocument/2006/relationships/oleObject" Target="../embeddings/oleObject146.bin"/><Relationship Id="rId26" Type="http://schemas.openxmlformats.org/officeDocument/2006/relationships/image" Target="../media/image133.wmf"/><Relationship Id="rId3" Type="http://schemas.openxmlformats.org/officeDocument/2006/relationships/oleObject" Target="../embeddings/oleObject138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27.wmf"/><Relationship Id="rId17" Type="http://schemas.openxmlformats.org/officeDocument/2006/relationships/image" Target="../media/image129.wmf"/><Relationship Id="rId25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5.bin"/><Relationship Id="rId20" Type="http://schemas.openxmlformats.org/officeDocument/2006/relationships/image" Target="../media/image130.wmf"/><Relationship Id="rId29" Type="http://schemas.openxmlformats.org/officeDocument/2006/relationships/oleObject" Target="../embeddings/oleObject152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42.bin"/><Relationship Id="rId24" Type="http://schemas.openxmlformats.org/officeDocument/2006/relationships/image" Target="../media/image132.wmf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23" Type="http://schemas.openxmlformats.org/officeDocument/2006/relationships/oleObject" Target="../embeddings/oleObject149.bin"/><Relationship Id="rId28" Type="http://schemas.openxmlformats.org/officeDocument/2006/relationships/image" Target="../media/image134.wmf"/><Relationship Id="rId10" Type="http://schemas.openxmlformats.org/officeDocument/2006/relationships/image" Target="../media/image126.w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28.wmf"/><Relationship Id="rId22" Type="http://schemas.openxmlformats.org/officeDocument/2006/relationships/image" Target="../media/image131.wmf"/><Relationship Id="rId27" Type="http://schemas.openxmlformats.org/officeDocument/2006/relationships/oleObject" Target="../embeddings/oleObject151.bin"/><Relationship Id="rId30" Type="http://schemas.openxmlformats.org/officeDocument/2006/relationships/image" Target="../media/image13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90.wmf"/><Relationship Id="rId9" Type="http://schemas.openxmlformats.org/officeDocument/2006/relationships/oleObject" Target="../embeddings/oleObject15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45.wmf"/><Relationship Id="rId3" Type="http://schemas.openxmlformats.org/officeDocument/2006/relationships/oleObject" Target="../embeddings/oleObject157.bin"/><Relationship Id="rId21" Type="http://schemas.openxmlformats.org/officeDocument/2006/relationships/oleObject" Target="../embeddings/oleObject166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4.wmf"/><Relationship Id="rId20" Type="http://schemas.openxmlformats.org/officeDocument/2006/relationships/image" Target="../media/image14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41.w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43.wmf"/><Relationship Id="rId22" Type="http://schemas.openxmlformats.org/officeDocument/2006/relationships/image" Target="../media/image14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172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167.bin"/><Relationship Id="rId21" Type="http://schemas.openxmlformats.org/officeDocument/2006/relationships/oleObject" Target="../embeddings/oleObject176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52.wmf"/><Relationship Id="rId17" Type="http://schemas.openxmlformats.org/officeDocument/2006/relationships/oleObject" Target="../embeddings/oleObject1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4.wmf"/><Relationship Id="rId20" Type="http://schemas.openxmlformats.org/officeDocument/2006/relationships/image" Target="../media/image155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5" Type="http://schemas.openxmlformats.org/officeDocument/2006/relationships/oleObject" Target="../embeddings/oleObject173.bin"/><Relationship Id="rId10" Type="http://schemas.openxmlformats.org/officeDocument/2006/relationships/image" Target="../media/image151.wmf"/><Relationship Id="rId19" Type="http://schemas.openxmlformats.org/officeDocument/2006/relationships/oleObject" Target="../embeddings/oleObject175.bin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53.wmf"/><Relationship Id="rId22" Type="http://schemas.openxmlformats.org/officeDocument/2006/relationships/image" Target="../media/image15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82.bin"/><Relationship Id="rId18" Type="http://schemas.openxmlformats.org/officeDocument/2006/relationships/image" Target="../media/image164.wmf"/><Relationship Id="rId3" Type="http://schemas.openxmlformats.org/officeDocument/2006/relationships/oleObject" Target="../embeddings/oleObject177.bin"/><Relationship Id="rId21" Type="http://schemas.openxmlformats.org/officeDocument/2006/relationships/oleObject" Target="../embeddings/oleObject186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3.wmf"/><Relationship Id="rId20" Type="http://schemas.openxmlformats.org/officeDocument/2006/relationships/image" Target="../media/image165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3.bin"/><Relationship Id="rId10" Type="http://schemas.openxmlformats.org/officeDocument/2006/relationships/image" Target="../media/image160.wmf"/><Relationship Id="rId19" Type="http://schemas.openxmlformats.org/officeDocument/2006/relationships/oleObject" Target="../embeddings/oleObject185.bin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162.wmf"/><Relationship Id="rId22" Type="http://schemas.openxmlformats.org/officeDocument/2006/relationships/image" Target="../media/image16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92.bin"/><Relationship Id="rId18" Type="http://schemas.openxmlformats.org/officeDocument/2006/relationships/oleObject" Target="../embeddings/oleObject195.bin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91.bin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93.bin"/><Relationship Id="rId10" Type="http://schemas.openxmlformats.org/officeDocument/2006/relationships/image" Target="../media/image160.wmf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90.bin"/><Relationship Id="rId14" Type="http://schemas.openxmlformats.org/officeDocument/2006/relationships/image" Target="../media/image16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201.bin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7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200.bin"/><Relationship Id="rId5" Type="http://schemas.openxmlformats.org/officeDocument/2006/relationships/oleObject" Target="../embeddings/oleObject197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7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81.wmf"/><Relationship Id="rId26" Type="http://schemas.openxmlformats.org/officeDocument/2006/relationships/image" Target="../media/image185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78.wmf"/><Relationship Id="rId17" Type="http://schemas.openxmlformats.org/officeDocument/2006/relationships/oleObject" Target="../embeddings/oleObject209.bin"/><Relationship Id="rId25" Type="http://schemas.openxmlformats.org/officeDocument/2006/relationships/oleObject" Target="../embeddings/oleObject2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0.wmf"/><Relationship Id="rId20" Type="http://schemas.openxmlformats.org/officeDocument/2006/relationships/image" Target="../media/image182.wmf"/><Relationship Id="rId29" Type="http://schemas.openxmlformats.org/officeDocument/2006/relationships/oleObject" Target="../embeddings/oleObject215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206.bin"/><Relationship Id="rId24" Type="http://schemas.openxmlformats.org/officeDocument/2006/relationships/image" Target="../media/image184.wmf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oleObject" Target="../embeddings/oleObject212.bin"/><Relationship Id="rId28" Type="http://schemas.openxmlformats.org/officeDocument/2006/relationships/image" Target="../media/image186.wmf"/><Relationship Id="rId10" Type="http://schemas.openxmlformats.org/officeDocument/2006/relationships/image" Target="../media/image177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79.wmf"/><Relationship Id="rId22" Type="http://schemas.openxmlformats.org/officeDocument/2006/relationships/image" Target="../media/image183.wmf"/><Relationship Id="rId27" Type="http://schemas.openxmlformats.org/officeDocument/2006/relationships/oleObject" Target="../embeddings/oleObject214.bin"/><Relationship Id="rId30" Type="http://schemas.openxmlformats.org/officeDocument/2006/relationships/image" Target="../media/image18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oleObject" Target="../embeddings/oleObject221.bin"/><Relationship Id="rId18" Type="http://schemas.openxmlformats.org/officeDocument/2006/relationships/oleObject" Target="../embeddings/oleObject224.bin"/><Relationship Id="rId26" Type="http://schemas.openxmlformats.org/officeDocument/2006/relationships/oleObject" Target="../embeddings/oleObject228.bin"/><Relationship Id="rId3" Type="http://schemas.openxmlformats.org/officeDocument/2006/relationships/oleObject" Target="../embeddings/oleObject216.bin"/><Relationship Id="rId21" Type="http://schemas.openxmlformats.org/officeDocument/2006/relationships/image" Target="../media/image176.wmf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192.wmf"/><Relationship Id="rId17" Type="http://schemas.openxmlformats.org/officeDocument/2006/relationships/image" Target="../media/image174.wmf"/><Relationship Id="rId25" Type="http://schemas.openxmlformats.org/officeDocument/2006/relationships/image" Target="../media/image17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3.bin"/><Relationship Id="rId20" Type="http://schemas.openxmlformats.org/officeDocument/2006/relationships/oleObject" Target="../embeddings/oleObject225.bin"/><Relationship Id="rId29" Type="http://schemas.openxmlformats.org/officeDocument/2006/relationships/image" Target="../media/image180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220.bin"/><Relationship Id="rId24" Type="http://schemas.openxmlformats.org/officeDocument/2006/relationships/oleObject" Target="../embeddings/oleObject227.bin"/><Relationship Id="rId5" Type="http://schemas.openxmlformats.org/officeDocument/2006/relationships/oleObject" Target="../embeddings/oleObject217.bin"/><Relationship Id="rId15" Type="http://schemas.openxmlformats.org/officeDocument/2006/relationships/image" Target="../media/image193.wmf"/><Relationship Id="rId23" Type="http://schemas.openxmlformats.org/officeDocument/2006/relationships/image" Target="../media/image177.wmf"/><Relationship Id="rId28" Type="http://schemas.openxmlformats.org/officeDocument/2006/relationships/oleObject" Target="../embeddings/oleObject229.bin"/><Relationship Id="rId10" Type="http://schemas.openxmlformats.org/officeDocument/2006/relationships/image" Target="../media/image191.wmf"/><Relationship Id="rId19" Type="http://schemas.openxmlformats.org/officeDocument/2006/relationships/image" Target="../media/image175.wmf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219.bin"/><Relationship Id="rId14" Type="http://schemas.openxmlformats.org/officeDocument/2006/relationships/oleObject" Target="../embeddings/oleObject222.bin"/><Relationship Id="rId22" Type="http://schemas.openxmlformats.org/officeDocument/2006/relationships/oleObject" Target="../embeddings/oleObject226.bin"/><Relationship Id="rId27" Type="http://schemas.openxmlformats.org/officeDocument/2006/relationships/image" Target="../media/image17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image" Target="../media/image181.wmf"/><Relationship Id="rId18" Type="http://schemas.openxmlformats.org/officeDocument/2006/relationships/oleObject" Target="../embeddings/oleObject238.bin"/><Relationship Id="rId3" Type="http://schemas.openxmlformats.org/officeDocument/2006/relationships/oleObject" Target="../embeddings/oleObject230.bin"/><Relationship Id="rId21" Type="http://schemas.openxmlformats.org/officeDocument/2006/relationships/image" Target="../media/image185.wmf"/><Relationship Id="rId7" Type="http://schemas.openxmlformats.org/officeDocument/2006/relationships/oleObject" Target="../embeddings/oleObject232.bin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183.wmf"/><Relationship Id="rId25" Type="http://schemas.openxmlformats.org/officeDocument/2006/relationships/image" Target="../media/image18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7.bin"/><Relationship Id="rId20" Type="http://schemas.openxmlformats.org/officeDocument/2006/relationships/oleObject" Target="../embeddings/oleObject239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91.wmf"/><Relationship Id="rId11" Type="http://schemas.openxmlformats.org/officeDocument/2006/relationships/image" Target="../media/image193.wmf"/><Relationship Id="rId24" Type="http://schemas.openxmlformats.org/officeDocument/2006/relationships/oleObject" Target="../embeddings/oleObject241.bin"/><Relationship Id="rId5" Type="http://schemas.openxmlformats.org/officeDocument/2006/relationships/oleObject" Target="../embeddings/oleObject231.bin"/><Relationship Id="rId15" Type="http://schemas.openxmlformats.org/officeDocument/2006/relationships/image" Target="../media/image182.wmf"/><Relationship Id="rId23" Type="http://schemas.openxmlformats.org/officeDocument/2006/relationships/image" Target="../media/image186.wmf"/><Relationship Id="rId10" Type="http://schemas.openxmlformats.org/officeDocument/2006/relationships/oleObject" Target="../embeddings/oleObject234.bin"/><Relationship Id="rId19" Type="http://schemas.openxmlformats.org/officeDocument/2006/relationships/image" Target="../media/image184.wmf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233.bin"/><Relationship Id="rId14" Type="http://schemas.openxmlformats.org/officeDocument/2006/relationships/oleObject" Target="../embeddings/oleObject236.bin"/><Relationship Id="rId22" Type="http://schemas.openxmlformats.org/officeDocument/2006/relationships/oleObject" Target="../embeddings/oleObject24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247.bin"/><Relationship Id="rId18" Type="http://schemas.openxmlformats.org/officeDocument/2006/relationships/oleObject" Target="../embeddings/oleObject250.bin"/><Relationship Id="rId3" Type="http://schemas.openxmlformats.org/officeDocument/2006/relationships/oleObject" Target="../embeddings/oleObject242.bin"/><Relationship Id="rId21" Type="http://schemas.openxmlformats.org/officeDocument/2006/relationships/image" Target="../media/image201.wmf"/><Relationship Id="rId7" Type="http://schemas.openxmlformats.org/officeDocument/2006/relationships/oleObject" Target="../embeddings/oleObject244.bin"/><Relationship Id="rId12" Type="http://schemas.openxmlformats.org/officeDocument/2006/relationships/image" Target="../media/image197.wmf"/><Relationship Id="rId17" Type="http://schemas.openxmlformats.org/officeDocument/2006/relationships/oleObject" Target="../embeddings/oleObject2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9.wmf"/><Relationship Id="rId20" Type="http://schemas.openxmlformats.org/officeDocument/2006/relationships/oleObject" Target="../embeddings/oleObject251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246.bin"/><Relationship Id="rId5" Type="http://schemas.openxmlformats.org/officeDocument/2006/relationships/oleObject" Target="../embeddings/oleObject243.bin"/><Relationship Id="rId15" Type="http://schemas.openxmlformats.org/officeDocument/2006/relationships/oleObject" Target="../embeddings/oleObject248.bin"/><Relationship Id="rId23" Type="http://schemas.openxmlformats.org/officeDocument/2006/relationships/image" Target="../media/image202.wmf"/><Relationship Id="rId10" Type="http://schemas.openxmlformats.org/officeDocument/2006/relationships/image" Target="../media/image71.wmf"/><Relationship Id="rId19" Type="http://schemas.openxmlformats.org/officeDocument/2006/relationships/image" Target="../media/image200.wmf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245.bin"/><Relationship Id="rId14" Type="http://schemas.openxmlformats.org/officeDocument/2006/relationships/image" Target="../media/image198.wmf"/><Relationship Id="rId22" Type="http://schemas.openxmlformats.org/officeDocument/2006/relationships/oleObject" Target="../embeddings/oleObject252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8.bin"/><Relationship Id="rId18" Type="http://schemas.openxmlformats.org/officeDocument/2006/relationships/image" Target="../media/image209.wmf"/><Relationship Id="rId26" Type="http://schemas.openxmlformats.org/officeDocument/2006/relationships/image" Target="../media/image213.wmf"/><Relationship Id="rId39" Type="http://schemas.openxmlformats.org/officeDocument/2006/relationships/image" Target="../media/image218.wmf"/><Relationship Id="rId21" Type="http://schemas.openxmlformats.org/officeDocument/2006/relationships/oleObject" Target="../embeddings/oleObject262.bin"/><Relationship Id="rId34" Type="http://schemas.openxmlformats.org/officeDocument/2006/relationships/oleObject" Target="../embeddings/oleObject269.bin"/><Relationship Id="rId7" Type="http://schemas.openxmlformats.org/officeDocument/2006/relationships/oleObject" Target="../embeddings/oleObject255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260.bin"/><Relationship Id="rId25" Type="http://schemas.openxmlformats.org/officeDocument/2006/relationships/oleObject" Target="../embeddings/oleObject264.bin"/><Relationship Id="rId33" Type="http://schemas.openxmlformats.org/officeDocument/2006/relationships/image" Target="../media/image216.wmf"/><Relationship Id="rId38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8.wmf"/><Relationship Id="rId20" Type="http://schemas.openxmlformats.org/officeDocument/2006/relationships/image" Target="../media/image210.wmf"/><Relationship Id="rId29" Type="http://schemas.openxmlformats.org/officeDocument/2006/relationships/image" Target="../media/image214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257.bin"/><Relationship Id="rId24" Type="http://schemas.openxmlformats.org/officeDocument/2006/relationships/image" Target="../media/image212.wmf"/><Relationship Id="rId32" Type="http://schemas.openxmlformats.org/officeDocument/2006/relationships/oleObject" Target="../embeddings/oleObject268.bin"/><Relationship Id="rId37" Type="http://schemas.openxmlformats.org/officeDocument/2006/relationships/image" Target="../media/image195.wmf"/><Relationship Id="rId5" Type="http://schemas.openxmlformats.org/officeDocument/2006/relationships/oleObject" Target="../embeddings/oleObject254.bin"/><Relationship Id="rId15" Type="http://schemas.openxmlformats.org/officeDocument/2006/relationships/oleObject" Target="../embeddings/oleObject259.bin"/><Relationship Id="rId23" Type="http://schemas.openxmlformats.org/officeDocument/2006/relationships/oleObject" Target="../embeddings/oleObject263.bin"/><Relationship Id="rId28" Type="http://schemas.openxmlformats.org/officeDocument/2006/relationships/oleObject" Target="../embeddings/oleObject266.bin"/><Relationship Id="rId36" Type="http://schemas.openxmlformats.org/officeDocument/2006/relationships/oleObject" Target="../embeddings/oleObject270.bin"/><Relationship Id="rId10" Type="http://schemas.openxmlformats.org/officeDocument/2006/relationships/image" Target="../media/image205.wmf"/><Relationship Id="rId19" Type="http://schemas.openxmlformats.org/officeDocument/2006/relationships/oleObject" Target="../embeddings/oleObject261.bin"/><Relationship Id="rId31" Type="http://schemas.openxmlformats.org/officeDocument/2006/relationships/image" Target="../media/image215.wmf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256.bin"/><Relationship Id="rId14" Type="http://schemas.openxmlformats.org/officeDocument/2006/relationships/image" Target="../media/image207.wmf"/><Relationship Id="rId22" Type="http://schemas.openxmlformats.org/officeDocument/2006/relationships/image" Target="../media/image211.wmf"/><Relationship Id="rId27" Type="http://schemas.openxmlformats.org/officeDocument/2006/relationships/oleObject" Target="../embeddings/oleObject265.bin"/><Relationship Id="rId30" Type="http://schemas.openxmlformats.org/officeDocument/2006/relationships/oleObject" Target="../embeddings/oleObject267.bin"/><Relationship Id="rId35" Type="http://schemas.openxmlformats.org/officeDocument/2006/relationships/image" Target="../media/image217.wmf"/><Relationship Id="rId8" Type="http://schemas.openxmlformats.org/officeDocument/2006/relationships/image" Target="../media/image204.wmf"/><Relationship Id="rId3" Type="http://schemas.openxmlformats.org/officeDocument/2006/relationships/oleObject" Target="../embeddings/oleObject25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4.bin"/><Relationship Id="rId13" Type="http://schemas.openxmlformats.org/officeDocument/2006/relationships/image" Target="../media/image201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20.wmf"/><Relationship Id="rId12" Type="http://schemas.openxmlformats.org/officeDocument/2006/relationships/oleObject" Target="../embeddings/oleObject276.bin"/><Relationship Id="rId17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8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73.bin"/><Relationship Id="rId11" Type="http://schemas.openxmlformats.org/officeDocument/2006/relationships/image" Target="../media/image221.wmf"/><Relationship Id="rId5" Type="http://schemas.openxmlformats.org/officeDocument/2006/relationships/image" Target="../media/image219.wmf"/><Relationship Id="rId15" Type="http://schemas.openxmlformats.org/officeDocument/2006/relationships/image" Target="../media/image222.wmf"/><Relationship Id="rId10" Type="http://schemas.openxmlformats.org/officeDocument/2006/relationships/oleObject" Target="../embeddings/oleObject275.bin"/><Relationship Id="rId4" Type="http://schemas.openxmlformats.org/officeDocument/2006/relationships/oleObject" Target="../embeddings/oleObject272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27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image" Target="../media/image224.wmf"/><Relationship Id="rId18" Type="http://schemas.openxmlformats.org/officeDocument/2006/relationships/oleObject" Target="../embeddings/oleObject288.bin"/><Relationship Id="rId3" Type="http://schemas.openxmlformats.org/officeDocument/2006/relationships/oleObject" Target="../embeddings/oleObject279.bin"/><Relationship Id="rId21" Type="http://schemas.openxmlformats.org/officeDocument/2006/relationships/image" Target="../media/image227.wmf"/><Relationship Id="rId7" Type="http://schemas.openxmlformats.org/officeDocument/2006/relationships/oleObject" Target="../embeddings/oleObject281.bin"/><Relationship Id="rId12" Type="http://schemas.openxmlformats.org/officeDocument/2006/relationships/oleObject" Target="../embeddings/oleObject284.bin"/><Relationship Id="rId17" Type="http://schemas.openxmlformats.org/officeDocument/2006/relationships/oleObject" Target="../embeddings/oleObject28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6.bin"/><Relationship Id="rId20" Type="http://schemas.openxmlformats.org/officeDocument/2006/relationships/oleObject" Target="../embeddings/oleObject289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96.wmf"/><Relationship Id="rId11" Type="http://schemas.openxmlformats.org/officeDocument/2006/relationships/image" Target="../media/image223.wmf"/><Relationship Id="rId5" Type="http://schemas.openxmlformats.org/officeDocument/2006/relationships/oleObject" Target="../embeddings/oleObject280.bin"/><Relationship Id="rId15" Type="http://schemas.openxmlformats.org/officeDocument/2006/relationships/image" Target="../media/image225.wmf"/><Relationship Id="rId23" Type="http://schemas.openxmlformats.org/officeDocument/2006/relationships/oleObject" Target="../embeddings/oleObject291.bin"/><Relationship Id="rId10" Type="http://schemas.openxmlformats.org/officeDocument/2006/relationships/oleObject" Target="../embeddings/oleObject283.bin"/><Relationship Id="rId19" Type="http://schemas.openxmlformats.org/officeDocument/2006/relationships/image" Target="../media/image226.wmf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282.bin"/><Relationship Id="rId14" Type="http://schemas.openxmlformats.org/officeDocument/2006/relationships/oleObject" Target="../embeddings/oleObject285.bin"/><Relationship Id="rId22" Type="http://schemas.openxmlformats.org/officeDocument/2006/relationships/oleObject" Target="../embeddings/oleObject290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image" Target="../media/image225.wmf"/><Relationship Id="rId18" Type="http://schemas.openxmlformats.org/officeDocument/2006/relationships/image" Target="../media/image230.wmf"/><Relationship Id="rId3" Type="http://schemas.openxmlformats.org/officeDocument/2006/relationships/oleObject" Target="../embeddings/oleObject292.bin"/><Relationship Id="rId7" Type="http://schemas.openxmlformats.org/officeDocument/2006/relationships/oleObject" Target="../embeddings/oleObject294.bin"/><Relationship Id="rId12" Type="http://schemas.openxmlformats.org/officeDocument/2006/relationships/oleObject" Target="../embeddings/oleObject297.bin"/><Relationship Id="rId17" Type="http://schemas.openxmlformats.org/officeDocument/2006/relationships/oleObject" Target="../embeddings/oleObject3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9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96.wmf"/><Relationship Id="rId11" Type="http://schemas.openxmlformats.org/officeDocument/2006/relationships/image" Target="../media/image228.wmf"/><Relationship Id="rId5" Type="http://schemas.openxmlformats.org/officeDocument/2006/relationships/oleObject" Target="../embeddings/oleObject293.bin"/><Relationship Id="rId15" Type="http://schemas.openxmlformats.org/officeDocument/2006/relationships/oleObject" Target="../embeddings/oleObject299.bin"/><Relationship Id="rId10" Type="http://schemas.openxmlformats.org/officeDocument/2006/relationships/oleObject" Target="../embeddings/oleObject296.bin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295.bin"/><Relationship Id="rId14" Type="http://schemas.openxmlformats.org/officeDocument/2006/relationships/oleObject" Target="../embeddings/oleObject29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237.wmf"/><Relationship Id="rId26" Type="http://schemas.openxmlformats.org/officeDocument/2006/relationships/image" Target="../media/image241.wmf"/><Relationship Id="rId3" Type="http://schemas.openxmlformats.org/officeDocument/2006/relationships/oleObject" Target="../embeddings/oleObject301.bin"/><Relationship Id="rId21" Type="http://schemas.openxmlformats.org/officeDocument/2006/relationships/oleObject" Target="../embeddings/oleObject310.bin"/><Relationship Id="rId7" Type="http://schemas.openxmlformats.org/officeDocument/2006/relationships/oleObject" Target="../embeddings/oleObject303.bin"/><Relationship Id="rId12" Type="http://schemas.openxmlformats.org/officeDocument/2006/relationships/image" Target="../media/image234.wmf"/><Relationship Id="rId17" Type="http://schemas.openxmlformats.org/officeDocument/2006/relationships/oleObject" Target="../embeddings/oleObject308.bin"/><Relationship Id="rId25" Type="http://schemas.openxmlformats.org/officeDocument/2006/relationships/oleObject" Target="../embeddings/oleObject3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6.wmf"/><Relationship Id="rId20" Type="http://schemas.openxmlformats.org/officeDocument/2006/relationships/image" Target="../media/image238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305.bin"/><Relationship Id="rId24" Type="http://schemas.openxmlformats.org/officeDocument/2006/relationships/image" Target="../media/image240.wmf"/><Relationship Id="rId5" Type="http://schemas.openxmlformats.org/officeDocument/2006/relationships/oleObject" Target="../embeddings/oleObject302.bin"/><Relationship Id="rId15" Type="http://schemas.openxmlformats.org/officeDocument/2006/relationships/oleObject" Target="../embeddings/oleObject307.bin"/><Relationship Id="rId23" Type="http://schemas.openxmlformats.org/officeDocument/2006/relationships/oleObject" Target="../embeddings/oleObject311.bin"/><Relationship Id="rId10" Type="http://schemas.openxmlformats.org/officeDocument/2006/relationships/image" Target="../media/image233.wmf"/><Relationship Id="rId19" Type="http://schemas.openxmlformats.org/officeDocument/2006/relationships/oleObject" Target="../embeddings/oleObject309.bin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235.wmf"/><Relationship Id="rId22" Type="http://schemas.openxmlformats.org/officeDocument/2006/relationships/image" Target="../media/image239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wmf"/><Relationship Id="rId13" Type="http://schemas.openxmlformats.org/officeDocument/2006/relationships/oleObject" Target="../embeddings/oleObject318.bin"/><Relationship Id="rId18" Type="http://schemas.openxmlformats.org/officeDocument/2006/relationships/image" Target="../media/image249.wmf"/><Relationship Id="rId26" Type="http://schemas.openxmlformats.org/officeDocument/2006/relationships/image" Target="../media/image253.wmf"/><Relationship Id="rId3" Type="http://schemas.openxmlformats.org/officeDocument/2006/relationships/oleObject" Target="../embeddings/oleObject313.bin"/><Relationship Id="rId21" Type="http://schemas.openxmlformats.org/officeDocument/2006/relationships/oleObject" Target="../embeddings/oleObject322.bin"/><Relationship Id="rId7" Type="http://schemas.openxmlformats.org/officeDocument/2006/relationships/oleObject" Target="../embeddings/oleObject315.bin"/><Relationship Id="rId12" Type="http://schemas.openxmlformats.org/officeDocument/2006/relationships/image" Target="../media/image246.wmf"/><Relationship Id="rId17" Type="http://schemas.openxmlformats.org/officeDocument/2006/relationships/oleObject" Target="../embeddings/oleObject320.bin"/><Relationship Id="rId25" Type="http://schemas.openxmlformats.org/officeDocument/2006/relationships/oleObject" Target="../embeddings/oleObject3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8.wmf"/><Relationship Id="rId20" Type="http://schemas.openxmlformats.org/officeDocument/2006/relationships/image" Target="../media/image250.wmf"/><Relationship Id="rId29" Type="http://schemas.openxmlformats.org/officeDocument/2006/relationships/oleObject" Target="../embeddings/oleObject326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43.wmf"/><Relationship Id="rId11" Type="http://schemas.openxmlformats.org/officeDocument/2006/relationships/oleObject" Target="../embeddings/oleObject317.bin"/><Relationship Id="rId24" Type="http://schemas.openxmlformats.org/officeDocument/2006/relationships/image" Target="../media/image252.wmf"/><Relationship Id="rId5" Type="http://schemas.openxmlformats.org/officeDocument/2006/relationships/oleObject" Target="../embeddings/oleObject314.bin"/><Relationship Id="rId15" Type="http://schemas.openxmlformats.org/officeDocument/2006/relationships/oleObject" Target="../embeddings/oleObject319.bin"/><Relationship Id="rId23" Type="http://schemas.openxmlformats.org/officeDocument/2006/relationships/oleObject" Target="../embeddings/oleObject323.bin"/><Relationship Id="rId28" Type="http://schemas.openxmlformats.org/officeDocument/2006/relationships/image" Target="../media/image254.wmf"/><Relationship Id="rId10" Type="http://schemas.openxmlformats.org/officeDocument/2006/relationships/image" Target="../media/image245.wmf"/><Relationship Id="rId19" Type="http://schemas.openxmlformats.org/officeDocument/2006/relationships/oleObject" Target="../embeddings/oleObject321.bin"/><Relationship Id="rId4" Type="http://schemas.openxmlformats.org/officeDocument/2006/relationships/image" Target="../media/image242.wmf"/><Relationship Id="rId9" Type="http://schemas.openxmlformats.org/officeDocument/2006/relationships/oleObject" Target="../embeddings/oleObject316.bin"/><Relationship Id="rId14" Type="http://schemas.openxmlformats.org/officeDocument/2006/relationships/image" Target="../media/image247.wmf"/><Relationship Id="rId22" Type="http://schemas.openxmlformats.org/officeDocument/2006/relationships/image" Target="../media/image251.wmf"/><Relationship Id="rId27" Type="http://schemas.openxmlformats.org/officeDocument/2006/relationships/oleObject" Target="../embeddings/oleObject325.bin"/><Relationship Id="rId30" Type="http://schemas.openxmlformats.org/officeDocument/2006/relationships/image" Target="../media/image255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13" Type="http://schemas.openxmlformats.org/officeDocument/2006/relationships/oleObject" Target="../embeddings/oleObject332.bin"/><Relationship Id="rId3" Type="http://schemas.openxmlformats.org/officeDocument/2006/relationships/oleObject" Target="../embeddings/oleObject327.bin"/><Relationship Id="rId7" Type="http://schemas.openxmlformats.org/officeDocument/2006/relationships/oleObject" Target="../embeddings/oleObject329.bin"/><Relationship Id="rId12" Type="http://schemas.openxmlformats.org/officeDocument/2006/relationships/image" Target="../media/image25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0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56.wmf"/><Relationship Id="rId11" Type="http://schemas.openxmlformats.org/officeDocument/2006/relationships/oleObject" Target="../embeddings/oleObject331.bin"/><Relationship Id="rId5" Type="http://schemas.openxmlformats.org/officeDocument/2006/relationships/oleObject" Target="../embeddings/oleObject328.bin"/><Relationship Id="rId15" Type="http://schemas.openxmlformats.org/officeDocument/2006/relationships/oleObject" Target="../embeddings/oleObject333.bin"/><Relationship Id="rId10" Type="http://schemas.openxmlformats.org/officeDocument/2006/relationships/image" Target="../media/image258.wmf"/><Relationship Id="rId4" Type="http://schemas.openxmlformats.org/officeDocument/2006/relationships/image" Target="../media/image250.wmf"/><Relationship Id="rId9" Type="http://schemas.openxmlformats.org/officeDocument/2006/relationships/oleObject" Target="../embeddings/oleObject330.bin"/><Relationship Id="rId14" Type="http://schemas.openxmlformats.org/officeDocument/2006/relationships/image" Target="../media/image259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oleObject" Target="../embeddings/oleObject339.bin"/><Relationship Id="rId18" Type="http://schemas.openxmlformats.org/officeDocument/2006/relationships/image" Target="../media/image266.wmf"/><Relationship Id="rId3" Type="http://schemas.openxmlformats.org/officeDocument/2006/relationships/oleObject" Target="../embeddings/oleObject334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263.wmf"/><Relationship Id="rId17" Type="http://schemas.openxmlformats.org/officeDocument/2006/relationships/oleObject" Target="../embeddings/oleObject3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5.wmf"/><Relationship Id="rId20" Type="http://schemas.openxmlformats.org/officeDocument/2006/relationships/image" Target="../media/image267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338.bin"/><Relationship Id="rId5" Type="http://schemas.openxmlformats.org/officeDocument/2006/relationships/oleObject" Target="../embeddings/oleObject335.bin"/><Relationship Id="rId15" Type="http://schemas.openxmlformats.org/officeDocument/2006/relationships/oleObject" Target="../embeddings/oleObject340.bin"/><Relationship Id="rId10" Type="http://schemas.openxmlformats.org/officeDocument/2006/relationships/image" Target="../media/image255.wmf"/><Relationship Id="rId19" Type="http://schemas.openxmlformats.org/officeDocument/2006/relationships/oleObject" Target="../embeddings/oleObject342.bin"/><Relationship Id="rId4" Type="http://schemas.openxmlformats.org/officeDocument/2006/relationships/image" Target="../media/image261.wmf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26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oleObject" Target="../embeddings/oleObject348.bin"/><Relationship Id="rId18" Type="http://schemas.openxmlformats.org/officeDocument/2006/relationships/image" Target="../media/image241.wmf"/><Relationship Id="rId26" Type="http://schemas.openxmlformats.org/officeDocument/2006/relationships/image" Target="../media/image277.wmf"/><Relationship Id="rId3" Type="http://schemas.openxmlformats.org/officeDocument/2006/relationships/oleObject" Target="../embeddings/oleObject343.bin"/><Relationship Id="rId21" Type="http://schemas.openxmlformats.org/officeDocument/2006/relationships/oleObject" Target="../embeddings/oleObject352.bin"/><Relationship Id="rId7" Type="http://schemas.openxmlformats.org/officeDocument/2006/relationships/oleObject" Target="../embeddings/oleObject345.bin"/><Relationship Id="rId12" Type="http://schemas.openxmlformats.org/officeDocument/2006/relationships/image" Target="../media/image119.wmf"/><Relationship Id="rId17" Type="http://schemas.openxmlformats.org/officeDocument/2006/relationships/oleObject" Target="../embeddings/oleObject350.bin"/><Relationship Id="rId25" Type="http://schemas.openxmlformats.org/officeDocument/2006/relationships/oleObject" Target="../embeddings/oleObject3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3.wmf"/><Relationship Id="rId20" Type="http://schemas.openxmlformats.org/officeDocument/2006/relationships/image" Target="../media/image274.wmf"/><Relationship Id="rId29" Type="http://schemas.openxmlformats.org/officeDocument/2006/relationships/oleObject" Target="../embeddings/oleObject356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69.wmf"/><Relationship Id="rId11" Type="http://schemas.openxmlformats.org/officeDocument/2006/relationships/oleObject" Target="../embeddings/oleObject347.bin"/><Relationship Id="rId24" Type="http://schemas.openxmlformats.org/officeDocument/2006/relationships/image" Target="../media/image276.wmf"/><Relationship Id="rId32" Type="http://schemas.openxmlformats.org/officeDocument/2006/relationships/image" Target="../media/image280.wmf"/><Relationship Id="rId5" Type="http://schemas.openxmlformats.org/officeDocument/2006/relationships/oleObject" Target="../embeddings/oleObject344.bin"/><Relationship Id="rId15" Type="http://schemas.openxmlformats.org/officeDocument/2006/relationships/oleObject" Target="../embeddings/oleObject349.bin"/><Relationship Id="rId23" Type="http://schemas.openxmlformats.org/officeDocument/2006/relationships/oleObject" Target="../embeddings/oleObject353.bin"/><Relationship Id="rId28" Type="http://schemas.openxmlformats.org/officeDocument/2006/relationships/image" Target="../media/image278.wmf"/><Relationship Id="rId10" Type="http://schemas.openxmlformats.org/officeDocument/2006/relationships/image" Target="../media/image271.wmf"/><Relationship Id="rId19" Type="http://schemas.openxmlformats.org/officeDocument/2006/relationships/oleObject" Target="../embeddings/oleObject351.bin"/><Relationship Id="rId31" Type="http://schemas.openxmlformats.org/officeDocument/2006/relationships/oleObject" Target="../embeddings/oleObject357.bin"/><Relationship Id="rId4" Type="http://schemas.openxmlformats.org/officeDocument/2006/relationships/image" Target="../media/image268.wmf"/><Relationship Id="rId9" Type="http://schemas.openxmlformats.org/officeDocument/2006/relationships/oleObject" Target="../embeddings/oleObject346.bin"/><Relationship Id="rId14" Type="http://schemas.openxmlformats.org/officeDocument/2006/relationships/image" Target="../media/image272.wmf"/><Relationship Id="rId22" Type="http://schemas.openxmlformats.org/officeDocument/2006/relationships/image" Target="../media/image275.wmf"/><Relationship Id="rId27" Type="http://schemas.openxmlformats.org/officeDocument/2006/relationships/oleObject" Target="../embeddings/oleObject355.bin"/><Relationship Id="rId30" Type="http://schemas.openxmlformats.org/officeDocument/2006/relationships/image" Target="../media/image279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oleObject" Target="../embeddings/oleObject363.bin"/><Relationship Id="rId18" Type="http://schemas.openxmlformats.org/officeDocument/2006/relationships/oleObject" Target="../embeddings/oleObject366.bin"/><Relationship Id="rId3" Type="http://schemas.openxmlformats.org/officeDocument/2006/relationships/oleObject" Target="../embeddings/oleObject358.bin"/><Relationship Id="rId7" Type="http://schemas.openxmlformats.org/officeDocument/2006/relationships/oleObject" Target="../embeddings/oleObject360.bin"/><Relationship Id="rId12" Type="http://schemas.openxmlformats.org/officeDocument/2006/relationships/image" Target="../media/image262.wmf"/><Relationship Id="rId17" Type="http://schemas.openxmlformats.org/officeDocument/2006/relationships/image" Target="../media/image26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5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81.wmf"/><Relationship Id="rId11" Type="http://schemas.openxmlformats.org/officeDocument/2006/relationships/oleObject" Target="../embeddings/oleObject362.bin"/><Relationship Id="rId5" Type="http://schemas.openxmlformats.org/officeDocument/2006/relationships/oleObject" Target="../embeddings/oleObject359.bin"/><Relationship Id="rId15" Type="http://schemas.openxmlformats.org/officeDocument/2006/relationships/image" Target="../media/image254.wmf"/><Relationship Id="rId10" Type="http://schemas.openxmlformats.org/officeDocument/2006/relationships/image" Target="../media/image253.wmf"/><Relationship Id="rId19" Type="http://schemas.openxmlformats.org/officeDocument/2006/relationships/oleObject" Target="../embeddings/oleObject367.bin"/><Relationship Id="rId4" Type="http://schemas.openxmlformats.org/officeDocument/2006/relationships/image" Target="../media/image255.wmf"/><Relationship Id="rId9" Type="http://schemas.openxmlformats.org/officeDocument/2006/relationships/oleObject" Target="../embeddings/oleObject361.bin"/><Relationship Id="rId14" Type="http://schemas.openxmlformats.org/officeDocument/2006/relationships/oleObject" Target="../embeddings/oleObject364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13" Type="http://schemas.openxmlformats.org/officeDocument/2006/relationships/oleObject" Target="../embeddings/oleObject373.bin"/><Relationship Id="rId3" Type="http://schemas.openxmlformats.org/officeDocument/2006/relationships/oleObject" Target="../embeddings/oleObject368.bin"/><Relationship Id="rId7" Type="http://schemas.openxmlformats.org/officeDocument/2006/relationships/oleObject" Target="../embeddings/oleObject370.bin"/><Relationship Id="rId12" Type="http://schemas.openxmlformats.org/officeDocument/2006/relationships/image" Target="../media/image28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9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84.wmf"/><Relationship Id="rId11" Type="http://schemas.openxmlformats.org/officeDocument/2006/relationships/oleObject" Target="../embeddings/oleObject372.bin"/><Relationship Id="rId5" Type="http://schemas.openxmlformats.org/officeDocument/2006/relationships/oleObject" Target="../embeddings/oleObject369.bin"/><Relationship Id="rId15" Type="http://schemas.openxmlformats.org/officeDocument/2006/relationships/oleObject" Target="../embeddings/oleObject374.bin"/><Relationship Id="rId10" Type="http://schemas.openxmlformats.org/officeDocument/2006/relationships/image" Target="../media/image286.wmf"/><Relationship Id="rId4" Type="http://schemas.openxmlformats.org/officeDocument/2006/relationships/image" Target="../media/image283.wmf"/><Relationship Id="rId9" Type="http://schemas.openxmlformats.org/officeDocument/2006/relationships/oleObject" Target="../embeddings/oleObject371.bin"/><Relationship Id="rId14" Type="http://schemas.openxmlformats.org/officeDocument/2006/relationships/image" Target="../media/image288.wmf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0.bin"/><Relationship Id="rId18" Type="http://schemas.openxmlformats.org/officeDocument/2006/relationships/image" Target="../media/image128.wmf"/><Relationship Id="rId26" Type="http://schemas.openxmlformats.org/officeDocument/2006/relationships/image" Target="../media/image297.wmf"/><Relationship Id="rId39" Type="http://schemas.openxmlformats.org/officeDocument/2006/relationships/oleObject" Target="../embeddings/oleObject394.bin"/><Relationship Id="rId21" Type="http://schemas.openxmlformats.org/officeDocument/2006/relationships/image" Target="../media/image129.wmf"/><Relationship Id="rId34" Type="http://schemas.openxmlformats.org/officeDocument/2006/relationships/image" Target="../media/image300.wmf"/><Relationship Id="rId42" Type="http://schemas.openxmlformats.org/officeDocument/2006/relationships/image" Target="../media/image304.wmf"/><Relationship Id="rId7" Type="http://schemas.openxmlformats.org/officeDocument/2006/relationships/oleObject" Target="../embeddings/oleObject3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5.wmf"/><Relationship Id="rId20" Type="http://schemas.openxmlformats.org/officeDocument/2006/relationships/oleObject" Target="../embeddings/oleObject384.bin"/><Relationship Id="rId29" Type="http://schemas.openxmlformats.org/officeDocument/2006/relationships/oleObject" Target="../embeddings/oleObject389.bin"/><Relationship Id="rId41" Type="http://schemas.openxmlformats.org/officeDocument/2006/relationships/oleObject" Target="../embeddings/oleObject395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90.wmf"/><Relationship Id="rId11" Type="http://schemas.openxmlformats.org/officeDocument/2006/relationships/oleObject" Target="../embeddings/oleObject379.bin"/><Relationship Id="rId24" Type="http://schemas.openxmlformats.org/officeDocument/2006/relationships/oleObject" Target="../embeddings/oleObject386.bin"/><Relationship Id="rId32" Type="http://schemas.openxmlformats.org/officeDocument/2006/relationships/image" Target="../media/image283.wmf"/><Relationship Id="rId37" Type="http://schemas.openxmlformats.org/officeDocument/2006/relationships/oleObject" Target="../embeddings/oleObject393.bin"/><Relationship Id="rId40" Type="http://schemas.openxmlformats.org/officeDocument/2006/relationships/image" Target="../media/image303.wmf"/><Relationship Id="rId5" Type="http://schemas.openxmlformats.org/officeDocument/2006/relationships/oleObject" Target="../embeddings/oleObject376.bin"/><Relationship Id="rId15" Type="http://schemas.openxmlformats.org/officeDocument/2006/relationships/oleObject" Target="../embeddings/oleObject381.bin"/><Relationship Id="rId23" Type="http://schemas.openxmlformats.org/officeDocument/2006/relationships/image" Target="../media/image296.wmf"/><Relationship Id="rId28" Type="http://schemas.openxmlformats.org/officeDocument/2006/relationships/image" Target="../media/image298.wmf"/><Relationship Id="rId36" Type="http://schemas.openxmlformats.org/officeDocument/2006/relationships/image" Target="../media/image301.wmf"/><Relationship Id="rId10" Type="http://schemas.openxmlformats.org/officeDocument/2006/relationships/image" Target="../media/image292.wmf"/><Relationship Id="rId19" Type="http://schemas.openxmlformats.org/officeDocument/2006/relationships/oleObject" Target="../embeddings/oleObject383.bin"/><Relationship Id="rId31" Type="http://schemas.openxmlformats.org/officeDocument/2006/relationships/oleObject" Target="../embeddings/oleObject390.bin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378.bin"/><Relationship Id="rId14" Type="http://schemas.openxmlformats.org/officeDocument/2006/relationships/image" Target="../media/image294.wmf"/><Relationship Id="rId22" Type="http://schemas.openxmlformats.org/officeDocument/2006/relationships/oleObject" Target="../embeddings/oleObject385.bin"/><Relationship Id="rId27" Type="http://schemas.openxmlformats.org/officeDocument/2006/relationships/oleObject" Target="../embeddings/oleObject388.bin"/><Relationship Id="rId30" Type="http://schemas.openxmlformats.org/officeDocument/2006/relationships/image" Target="../media/image299.wmf"/><Relationship Id="rId35" Type="http://schemas.openxmlformats.org/officeDocument/2006/relationships/oleObject" Target="../embeddings/oleObject392.bin"/><Relationship Id="rId8" Type="http://schemas.openxmlformats.org/officeDocument/2006/relationships/image" Target="../media/image291.wmf"/><Relationship Id="rId3" Type="http://schemas.openxmlformats.org/officeDocument/2006/relationships/oleObject" Target="../embeddings/oleObject375.bin"/><Relationship Id="rId12" Type="http://schemas.openxmlformats.org/officeDocument/2006/relationships/image" Target="../media/image293.wmf"/><Relationship Id="rId17" Type="http://schemas.openxmlformats.org/officeDocument/2006/relationships/oleObject" Target="../embeddings/oleObject382.bin"/><Relationship Id="rId25" Type="http://schemas.openxmlformats.org/officeDocument/2006/relationships/oleObject" Target="../embeddings/oleObject387.bin"/><Relationship Id="rId33" Type="http://schemas.openxmlformats.org/officeDocument/2006/relationships/oleObject" Target="../embeddings/oleObject391.bin"/><Relationship Id="rId38" Type="http://schemas.openxmlformats.org/officeDocument/2006/relationships/image" Target="../media/image302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13" Type="http://schemas.openxmlformats.org/officeDocument/2006/relationships/oleObject" Target="../embeddings/oleObject401.bin"/><Relationship Id="rId18" Type="http://schemas.openxmlformats.org/officeDocument/2006/relationships/image" Target="../media/image312.wmf"/><Relationship Id="rId3" Type="http://schemas.openxmlformats.org/officeDocument/2006/relationships/oleObject" Target="../embeddings/oleObject396.bin"/><Relationship Id="rId21" Type="http://schemas.openxmlformats.org/officeDocument/2006/relationships/oleObject" Target="../embeddings/oleObject405.bin"/><Relationship Id="rId7" Type="http://schemas.openxmlformats.org/officeDocument/2006/relationships/oleObject" Target="../embeddings/oleObject398.bin"/><Relationship Id="rId12" Type="http://schemas.openxmlformats.org/officeDocument/2006/relationships/image" Target="../media/image309.wmf"/><Relationship Id="rId17" Type="http://schemas.openxmlformats.org/officeDocument/2006/relationships/oleObject" Target="../embeddings/oleObject4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1.wmf"/><Relationship Id="rId20" Type="http://schemas.openxmlformats.org/officeDocument/2006/relationships/image" Target="../media/image313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06.wmf"/><Relationship Id="rId11" Type="http://schemas.openxmlformats.org/officeDocument/2006/relationships/oleObject" Target="../embeddings/oleObject400.bin"/><Relationship Id="rId24" Type="http://schemas.openxmlformats.org/officeDocument/2006/relationships/image" Target="../media/image315.wmf"/><Relationship Id="rId5" Type="http://schemas.openxmlformats.org/officeDocument/2006/relationships/oleObject" Target="../embeddings/oleObject397.bin"/><Relationship Id="rId15" Type="http://schemas.openxmlformats.org/officeDocument/2006/relationships/oleObject" Target="../embeddings/oleObject402.bin"/><Relationship Id="rId23" Type="http://schemas.openxmlformats.org/officeDocument/2006/relationships/oleObject" Target="../embeddings/oleObject406.bin"/><Relationship Id="rId10" Type="http://schemas.openxmlformats.org/officeDocument/2006/relationships/image" Target="../media/image308.wmf"/><Relationship Id="rId19" Type="http://schemas.openxmlformats.org/officeDocument/2006/relationships/oleObject" Target="../embeddings/oleObject404.bin"/><Relationship Id="rId4" Type="http://schemas.openxmlformats.org/officeDocument/2006/relationships/image" Target="../media/image305.wmf"/><Relationship Id="rId9" Type="http://schemas.openxmlformats.org/officeDocument/2006/relationships/oleObject" Target="../embeddings/oleObject399.bin"/><Relationship Id="rId14" Type="http://schemas.openxmlformats.org/officeDocument/2006/relationships/image" Target="../media/image310.wmf"/><Relationship Id="rId22" Type="http://schemas.openxmlformats.org/officeDocument/2006/relationships/image" Target="../media/image31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13" Type="http://schemas.openxmlformats.org/officeDocument/2006/relationships/oleObject" Target="../embeddings/oleObject412.bin"/><Relationship Id="rId3" Type="http://schemas.openxmlformats.org/officeDocument/2006/relationships/oleObject" Target="../embeddings/oleObject407.bin"/><Relationship Id="rId7" Type="http://schemas.openxmlformats.org/officeDocument/2006/relationships/oleObject" Target="../embeddings/oleObject409.bin"/><Relationship Id="rId12" Type="http://schemas.openxmlformats.org/officeDocument/2006/relationships/image" Target="../media/image3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16.wmf"/><Relationship Id="rId11" Type="http://schemas.openxmlformats.org/officeDocument/2006/relationships/oleObject" Target="../embeddings/oleObject411.bin"/><Relationship Id="rId5" Type="http://schemas.openxmlformats.org/officeDocument/2006/relationships/oleObject" Target="../embeddings/oleObject408.bin"/><Relationship Id="rId10" Type="http://schemas.openxmlformats.org/officeDocument/2006/relationships/image" Target="../media/image317.wmf"/><Relationship Id="rId4" Type="http://schemas.openxmlformats.org/officeDocument/2006/relationships/image" Target="../media/image305.wmf"/><Relationship Id="rId9" Type="http://schemas.openxmlformats.org/officeDocument/2006/relationships/oleObject" Target="../embeddings/oleObject410.bin"/><Relationship Id="rId14" Type="http://schemas.openxmlformats.org/officeDocument/2006/relationships/image" Target="../media/image31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wmf"/><Relationship Id="rId13" Type="http://schemas.openxmlformats.org/officeDocument/2006/relationships/oleObject" Target="../embeddings/oleObject418.bin"/><Relationship Id="rId18" Type="http://schemas.openxmlformats.org/officeDocument/2006/relationships/image" Target="../media/image327.wmf"/><Relationship Id="rId26" Type="http://schemas.openxmlformats.org/officeDocument/2006/relationships/image" Target="../media/image330.wmf"/><Relationship Id="rId3" Type="http://schemas.openxmlformats.org/officeDocument/2006/relationships/oleObject" Target="../embeddings/oleObject413.bin"/><Relationship Id="rId21" Type="http://schemas.openxmlformats.org/officeDocument/2006/relationships/image" Target="../media/image328.wmf"/><Relationship Id="rId7" Type="http://schemas.openxmlformats.org/officeDocument/2006/relationships/oleObject" Target="../embeddings/oleObject415.bin"/><Relationship Id="rId12" Type="http://schemas.openxmlformats.org/officeDocument/2006/relationships/image" Target="../media/image324.wmf"/><Relationship Id="rId17" Type="http://schemas.openxmlformats.org/officeDocument/2006/relationships/oleObject" Target="../embeddings/oleObject420.bin"/><Relationship Id="rId25" Type="http://schemas.openxmlformats.org/officeDocument/2006/relationships/oleObject" Target="../embeddings/oleObject4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6.wmf"/><Relationship Id="rId20" Type="http://schemas.openxmlformats.org/officeDocument/2006/relationships/oleObject" Target="../embeddings/oleObject422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21.wmf"/><Relationship Id="rId11" Type="http://schemas.openxmlformats.org/officeDocument/2006/relationships/oleObject" Target="../embeddings/oleObject417.bin"/><Relationship Id="rId24" Type="http://schemas.openxmlformats.org/officeDocument/2006/relationships/image" Target="../media/image329.wmf"/><Relationship Id="rId5" Type="http://schemas.openxmlformats.org/officeDocument/2006/relationships/oleObject" Target="../embeddings/oleObject414.bin"/><Relationship Id="rId15" Type="http://schemas.openxmlformats.org/officeDocument/2006/relationships/oleObject" Target="../embeddings/oleObject419.bin"/><Relationship Id="rId23" Type="http://schemas.openxmlformats.org/officeDocument/2006/relationships/oleObject" Target="../embeddings/oleObject424.bin"/><Relationship Id="rId28" Type="http://schemas.openxmlformats.org/officeDocument/2006/relationships/image" Target="../media/image331.wmf"/><Relationship Id="rId10" Type="http://schemas.openxmlformats.org/officeDocument/2006/relationships/image" Target="../media/image323.wmf"/><Relationship Id="rId19" Type="http://schemas.openxmlformats.org/officeDocument/2006/relationships/oleObject" Target="../embeddings/oleObject421.bin"/><Relationship Id="rId4" Type="http://schemas.openxmlformats.org/officeDocument/2006/relationships/image" Target="../media/image320.wmf"/><Relationship Id="rId9" Type="http://schemas.openxmlformats.org/officeDocument/2006/relationships/oleObject" Target="../embeddings/oleObject416.bin"/><Relationship Id="rId14" Type="http://schemas.openxmlformats.org/officeDocument/2006/relationships/image" Target="../media/image325.wmf"/><Relationship Id="rId22" Type="http://schemas.openxmlformats.org/officeDocument/2006/relationships/oleObject" Target="../embeddings/oleObject423.bin"/><Relationship Id="rId27" Type="http://schemas.openxmlformats.org/officeDocument/2006/relationships/oleObject" Target="../embeddings/oleObject426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wmf"/><Relationship Id="rId13" Type="http://schemas.openxmlformats.org/officeDocument/2006/relationships/oleObject" Target="../embeddings/oleObject432.bin"/><Relationship Id="rId18" Type="http://schemas.openxmlformats.org/officeDocument/2006/relationships/image" Target="../media/image339.wmf"/><Relationship Id="rId3" Type="http://schemas.openxmlformats.org/officeDocument/2006/relationships/oleObject" Target="../embeddings/oleObject427.bin"/><Relationship Id="rId7" Type="http://schemas.openxmlformats.org/officeDocument/2006/relationships/oleObject" Target="../embeddings/oleObject429.bin"/><Relationship Id="rId12" Type="http://schemas.openxmlformats.org/officeDocument/2006/relationships/image" Target="../media/image336.wmf"/><Relationship Id="rId17" Type="http://schemas.openxmlformats.org/officeDocument/2006/relationships/oleObject" Target="../embeddings/oleObject4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8.wmf"/><Relationship Id="rId20" Type="http://schemas.openxmlformats.org/officeDocument/2006/relationships/image" Target="../media/image340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33.wmf"/><Relationship Id="rId11" Type="http://schemas.openxmlformats.org/officeDocument/2006/relationships/oleObject" Target="../embeddings/oleObject431.bin"/><Relationship Id="rId5" Type="http://schemas.openxmlformats.org/officeDocument/2006/relationships/oleObject" Target="../embeddings/oleObject428.bin"/><Relationship Id="rId15" Type="http://schemas.openxmlformats.org/officeDocument/2006/relationships/oleObject" Target="../embeddings/oleObject433.bin"/><Relationship Id="rId10" Type="http://schemas.openxmlformats.org/officeDocument/2006/relationships/image" Target="../media/image335.wmf"/><Relationship Id="rId19" Type="http://schemas.openxmlformats.org/officeDocument/2006/relationships/oleObject" Target="../embeddings/oleObject435.bin"/><Relationship Id="rId4" Type="http://schemas.openxmlformats.org/officeDocument/2006/relationships/image" Target="../media/image332.wmf"/><Relationship Id="rId9" Type="http://schemas.openxmlformats.org/officeDocument/2006/relationships/oleObject" Target="../embeddings/oleObject430.bin"/><Relationship Id="rId14" Type="http://schemas.openxmlformats.org/officeDocument/2006/relationships/image" Target="../media/image337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13" Type="http://schemas.openxmlformats.org/officeDocument/2006/relationships/oleObject" Target="../embeddings/oleObject441.bin"/><Relationship Id="rId18" Type="http://schemas.openxmlformats.org/officeDocument/2006/relationships/image" Target="../media/image348.wmf"/><Relationship Id="rId3" Type="http://schemas.openxmlformats.org/officeDocument/2006/relationships/oleObject" Target="../embeddings/oleObject436.bin"/><Relationship Id="rId7" Type="http://schemas.openxmlformats.org/officeDocument/2006/relationships/oleObject" Target="../embeddings/oleObject438.bin"/><Relationship Id="rId12" Type="http://schemas.openxmlformats.org/officeDocument/2006/relationships/image" Target="../media/image345.wmf"/><Relationship Id="rId17" Type="http://schemas.openxmlformats.org/officeDocument/2006/relationships/oleObject" Target="../embeddings/oleObject4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7.wmf"/><Relationship Id="rId20" Type="http://schemas.openxmlformats.org/officeDocument/2006/relationships/oleObject" Target="../embeddings/oleObject445.bin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42.wmf"/><Relationship Id="rId11" Type="http://schemas.openxmlformats.org/officeDocument/2006/relationships/oleObject" Target="../embeddings/oleObject440.bin"/><Relationship Id="rId5" Type="http://schemas.openxmlformats.org/officeDocument/2006/relationships/oleObject" Target="../embeddings/oleObject437.bin"/><Relationship Id="rId15" Type="http://schemas.openxmlformats.org/officeDocument/2006/relationships/oleObject" Target="../embeddings/oleObject442.bin"/><Relationship Id="rId10" Type="http://schemas.openxmlformats.org/officeDocument/2006/relationships/image" Target="../media/image344.wmf"/><Relationship Id="rId19" Type="http://schemas.openxmlformats.org/officeDocument/2006/relationships/oleObject" Target="../embeddings/oleObject444.bin"/><Relationship Id="rId4" Type="http://schemas.openxmlformats.org/officeDocument/2006/relationships/image" Target="../media/image341.wmf"/><Relationship Id="rId9" Type="http://schemas.openxmlformats.org/officeDocument/2006/relationships/oleObject" Target="../embeddings/oleObject439.bin"/><Relationship Id="rId14" Type="http://schemas.openxmlformats.org/officeDocument/2006/relationships/image" Target="../media/image346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13" Type="http://schemas.openxmlformats.org/officeDocument/2006/relationships/oleObject" Target="../embeddings/oleObject451.bin"/><Relationship Id="rId18" Type="http://schemas.openxmlformats.org/officeDocument/2006/relationships/image" Target="../media/image356.wmf"/><Relationship Id="rId3" Type="http://schemas.openxmlformats.org/officeDocument/2006/relationships/oleObject" Target="../embeddings/oleObject446.bin"/><Relationship Id="rId21" Type="http://schemas.openxmlformats.org/officeDocument/2006/relationships/oleObject" Target="../embeddings/oleObject455.bin"/><Relationship Id="rId7" Type="http://schemas.openxmlformats.org/officeDocument/2006/relationships/oleObject" Target="../embeddings/oleObject448.bin"/><Relationship Id="rId12" Type="http://schemas.openxmlformats.org/officeDocument/2006/relationships/image" Target="../media/image353.wmf"/><Relationship Id="rId17" Type="http://schemas.openxmlformats.org/officeDocument/2006/relationships/oleObject" Target="../embeddings/oleObject453.bin"/><Relationship Id="rId25" Type="http://schemas.openxmlformats.org/officeDocument/2006/relationships/oleObject" Target="../embeddings/oleObject4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5.wmf"/><Relationship Id="rId20" Type="http://schemas.openxmlformats.org/officeDocument/2006/relationships/image" Target="../media/image357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50.wmf"/><Relationship Id="rId11" Type="http://schemas.openxmlformats.org/officeDocument/2006/relationships/oleObject" Target="../embeddings/oleObject450.bin"/><Relationship Id="rId24" Type="http://schemas.openxmlformats.org/officeDocument/2006/relationships/oleObject" Target="../embeddings/oleObject457.bin"/><Relationship Id="rId5" Type="http://schemas.openxmlformats.org/officeDocument/2006/relationships/oleObject" Target="../embeddings/oleObject447.bin"/><Relationship Id="rId15" Type="http://schemas.openxmlformats.org/officeDocument/2006/relationships/oleObject" Target="../embeddings/oleObject452.bin"/><Relationship Id="rId23" Type="http://schemas.openxmlformats.org/officeDocument/2006/relationships/oleObject" Target="../embeddings/oleObject456.bin"/><Relationship Id="rId10" Type="http://schemas.openxmlformats.org/officeDocument/2006/relationships/image" Target="../media/image352.wmf"/><Relationship Id="rId19" Type="http://schemas.openxmlformats.org/officeDocument/2006/relationships/oleObject" Target="../embeddings/oleObject454.bin"/><Relationship Id="rId4" Type="http://schemas.openxmlformats.org/officeDocument/2006/relationships/image" Target="../media/image349.wmf"/><Relationship Id="rId9" Type="http://schemas.openxmlformats.org/officeDocument/2006/relationships/oleObject" Target="../embeddings/oleObject449.bin"/><Relationship Id="rId14" Type="http://schemas.openxmlformats.org/officeDocument/2006/relationships/image" Target="../media/image354.wmf"/><Relationship Id="rId22" Type="http://schemas.openxmlformats.org/officeDocument/2006/relationships/image" Target="../media/image358.wmf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64.bin"/><Relationship Id="rId18" Type="http://schemas.openxmlformats.org/officeDocument/2006/relationships/image" Target="../media/image362.wmf"/><Relationship Id="rId26" Type="http://schemas.openxmlformats.org/officeDocument/2006/relationships/image" Target="../media/image366.wmf"/><Relationship Id="rId3" Type="http://schemas.openxmlformats.org/officeDocument/2006/relationships/oleObject" Target="../embeddings/oleObject459.bin"/><Relationship Id="rId21" Type="http://schemas.openxmlformats.org/officeDocument/2006/relationships/oleObject" Target="../embeddings/oleObject468.bin"/><Relationship Id="rId34" Type="http://schemas.openxmlformats.org/officeDocument/2006/relationships/image" Target="../media/image370.wmf"/><Relationship Id="rId7" Type="http://schemas.openxmlformats.org/officeDocument/2006/relationships/oleObject" Target="../embeddings/oleObject461.bin"/><Relationship Id="rId12" Type="http://schemas.openxmlformats.org/officeDocument/2006/relationships/image" Target="../media/image359.wmf"/><Relationship Id="rId17" Type="http://schemas.openxmlformats.org/officeDocument/2006/relationships/oleObject" Target="../embeddings/oleObject466.bin"/><Relationship Id="rId25" Type="http://schemas.openxmlformats.org/officeDocument/2006/relationships/oleObject" Target="../embeddings/oleObject470.bin"/><Relationship Id="rId33" Type="http://schemas.openxmlformats.org/officeDocument/2006/relationships/oleObject" Target="../embeddings/oleObject4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1.wmf"/><Relationship Id="rId20" Type="http://schemas.openxmlformats.org/officeDocument/2006/relationships/image" Target="../media/image363.wmf"/><Relationship Id="rId29" Type="http://schemas.openxmlformats.org/officeDocument/2006/relationships/oleObject" Target="../embeddings/oleObject472.bin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53.wmf"/><Relationship Id="rId11" Type="http://schemas.openxmlformats.org/officeDocument/2006/relationships/oleObject" Target="../embeddings/oleObject463.bin"/><Relationship Id="rId24" Type="http://schemas.openxmlformats.org/officeDocument/2006/relationships/image" Target="../media/image365.wmf"/><Relationship Id="rId32" Type="http://schemas.openxmlformats.org/officeDocument/2006/relationships/image" Target="../media/image369.wmf"/><Relationship Id="rId5" Type="http://schemas.openxmlformats.org/officeDocument/2006/relationships/oleObject" Target="../embeddings/oleObject460.bin"/><Relationship Id="rId15" Type="http://schemas.openxmlformats.org/officeDocument/2006/relationships/oleObject" Target="../embeddings/oleObject465.bin"/><Relationship Id="rId23" Type="http://schemas.openxmlformats.org/officeDocument/2006/relationships/oleObject" Target="../embeddings/oleObject469.bin"/><Relationship Id="rId28" Type="http://schemas.openxmlformats.org/officeDocument/2006/relationships/image" Target="../media/image367.wmf"/><Relationship Id="rId10" Type="http://schemas.openxmlformats.org/officeDocument/2006/relationships/image" Target="../media/image355.wmf"/><Relationship Id="rId19" Type="http://schemas.openxmlformats.org/officeDocument/2006/relationships/oleObject" Target="../embeddings/oleObject467.bin"/><Relationship Id="rId31" Type="http://schemas.openxmlformats.org/officeDocument/2006/relationships/oleObject" Target="../embeddings/oleObject473.bin"/><Relationship Id="rId4" Type="http://schemas.openxmlformats.org/officeDocument/2006/relationships/image" Target="../media/image358.wmf"/><Relationship Id="rId9" Type="http://schemas.openxmlformats.org/officeDocument/2006/relationships/oleObject" Target="../embeddings/oleObject462.bin"/><Relationship Id="rId14" Type="http://schemas.openxmlformats.org/officeDocument/2006/relationships/image" Target="../media/image360.wmf"/><Relationship Id="rId22" Type="http://schemas.openxmlformats.org/officeDocument/2006/relationships/image" Target="../media/image364.wmf"/><Relationship Id="rId27" Type="http://schemas.openxmlformats.org/officeDocument/2006/relationships/oleObject" Target="../embeddings/oleObject471.bin"/><Relationship Id="rId30" Type="http://schemas.openxmlformats.org/officeDocument/2006/relationships/image" Target="../media/image368.wmf"/><Relationship Id="rId8" Type="http://schemas.openxmlformats.org/officeDocument/2006/relationships/image" Target="../media/image354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13" Type="http://schemas.openxmlformats.org/officeDocument/2006/relationships/oleObject" Target="../embeddings/oleObject480.bin"/><Relationship Id="rId18" Type="http://schemas.openxmlformats.org/officeDocument/2006/relationships/image" Target="../media/image366.wmf"/><Relationship Id="rId3" Type="http://schemas.openxmlformats.org/officeDocument/2006/relationships/oleObject" Target="../embeddings/oleObject475.bin"/><Relationship Id="rId21" Type="http://schemas.openxmlformats.org/officeDocument/2006/relationships/oleObject" Target="../embeddings/oleObject484.bin"/><Relationship Id="rId7" Type="http://schemas.openxmlformats.org/officeDocument/2006/relationships/oleObject" Target="../embeddings/oleObject477.bin"/><Relationship Id="rId12" Type="http://schemas.openxmlformats.org/officeDocument/2006/relationships/image" Target="../media/image355.wmf"/><Relationship Id="rId17" Type="http://schemas.openxmlformats.org/officeDocument/2006/relationships/oleObject" Target="../embeddings/oleObject48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5.wmf"/><Relationship Id="rId20" Type="http://schemas.openxmlformats.org/officeDocument/2006/relationships/image" Target="../media/image372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58.wmf"/><Relationship Id="rId11" Type="http://schemas.openxmlformats.org/officeDocument/2006/relationships/oleObject" Target="../embeddings/oleObject479.bin"/><Relationship Id="rId24" Type="http://schemas.openxmlformats.org/officeDocument/2006/relationships/oleObject" Target="../embeddings/oleObject486.bin"/><Relationship Id="rId5" Type="http://schemas.openxmlformats.org/officeDocument/2006/relationships/oleObject" Target="../embeddings/oleObject476.bin"/><Relationship Id="rId15" Type="http://schemas.openxmlformats.org/officeDocument/2006/relationships/oleObject" Target="../embeddings/oleObject481.bin"/><Relationship Id="rId23" Type="http://schemas.openxmlformats.org/officeDocument/2006/relationships/oleObject" Target="../embeddings/oleObject485.bin"/><Relationship Id="rId10" Type="http://schemas.openxmlformats.org/officeDocument/2006/relationships/image" Target="../media/image354.wmf"/><Relationship Id="rId19" Type="http://schemas.openxmlformats.org/officeDocument/2006/relationships/oleObject" Target="../embeddings/oleObject483.bin"/><Relationship Id="rId4" Type="http://schemas.openxmlformats.org/officeDocument/2006/relationships/image" Target="../media/image371.wmf"/><Relationship Id="rId9" Type="http://schemas.openxmlformats.org/officeDocument/2006/relationships/oleObject" Target="../embeddings/oleObject478.bin"/><Relationship Id="rId14" Type="http://schemas.openxmlformats.org/officeDocument/2006/relationships/image" Target="../media/image346.wmf"/><Relationship Id="rId22" Type="http://schemas.openxmlformats.org/officeDocument/2006/relationships/image" Target="../media/image373.wmf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92.bin"/><Relationship Id="rId18" Type="http://schemas.openxmlformats.org/officeDocument/2006/relationships/image" Target="../media/image381.wmf"/><Relationship Id="rId26" Type="http://schemas.openxmlformats.org/officeDocument/2006/relationships/image" Target="../media/image385.wmf"/><Relationship Id="rId39" Type="http://schemas.openxmlformats.org/officeDocument/2006/relationships/oleObject" Target="../embeddings/oleObject505.bin"/><Relationship Id="rId21" Type="http://schemas.openxmlformats.org/officeDocument/2006/relationships/oleObject" Target="../embeddings/oleObject496.bin"/><Relationship Id="rId34" Type="http://schemas.openxmlformats.org/officeDocument/2006/relationships/image" Target="../media/image389.wmf"/><Relationship Id="rId7" Type="http://schemas.openxmlformats.org/officeDocument/2006/relationships/oleObject" Target="../embeddings/oleObject489.bin"/><Relationship Id="rId12" Type="http://schemas.openxmlformats.org/officeDocument/2006/relationships/image" Target="../media/image378.wmf"/><Relationship Id="rId17" Type="http://schemas.openxmlformats.org/officeDocument/2006/relationships/oleObject" Target="../embeddings/oleObject494.bin"/><Relationship Id="rId25" Type="http://schemas.openxmlformats.org/officeDocument/2006/relationships/oleObject" Target="../embeddings/oleObject498.bin"/><Relationship Id="rId33" Type="http://schemas.openxmlformats.org/officeDocument/2006/relationships/oleObject" Target="../embeddings/oleObject502.bin"/><Relationship Id="rId38" Type="http://schemas.openxmlformats.org/officeDocument/2006/relationships/image" Target="../media/image39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0.wmf"/><Relationship Id="rId20" Type="http://schemas.openxmlformats.org/officeDocument/2006/relationships/image" Target="../media/image382.wmf"/><Relationship Id="rId29" Type="http://schemas.openxmlformats.org/officeDocument/2006/relationships/oleObject" Target="../embeddings/oleObject500.bin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75.wmf"/><Relationship Id="rId11" Type="http://schemas.openxmlformats.org/officeDocument/2006/relationships/oleObject" Target="../embeddings/oleObject491.bin"/><Relationship Id="rId24" Type="http://schemas.openxmlformats.org/officeDocument/2006/relationships/image" Target="../media/image384.wmf"/><Relationship Id="rId32" Type="http://schemas.openxmlformats.org/officeDocument/2006/relationships/image" Target="../media/image388.wmf"/><Relationship Id="rId37" Type="http://schemas.openxmlformats.org/officeDocument/2006/relationships/oleObject" Target="../embeddings/oleObject504.bin"/><Relationship Id="rId40" Type="http://schemas.openxmlformats.org/officeDocument/2006/relationships/image" Target="../media/image392.wmf"/><Relationship Id="rId5" Type="http://schemas.openxmlformats.org/officeDocument/2006/relationships/oleObject" Target="../embeddings/oleObject488.bin"/><Relationship Id="rId15" Type="http://schemas.openxmlformats.org/officeDocument/2006/relationships/oleObject" Target="../embeddings/oleObject493.bin"/><Relationship Id="rId23" Type="http://schemas.openxmlformats.org/officeDocument/2006/relationships/oleObject" Target="../embeddings/oleObject497.bin"/><Relationship Id="rId28" Type="http://schemas.openxmlformats.org/officeDocument/2006/relationships/image" Target="../media/image386.wmf"/><Relationship Id="rId36" Type="http://schemas.openxmlformats.org/officeDocument/2006/relationships/image" Target="../media/image390.wmf"/><Relationship Id="rId10" Type="http://schemas.openxmlformats.org/officeDocument/2006/relationships/image" Target="../media/image377.wmf"/><Relationship Id="rId19" Type="http://schemas.openxmlformats.org/officeDocument/2006/relationships/oleObject" Target="../embeddings/oleObject495.bin"/><Relationship Id="rId31" Type="http://schemas.openxmlformats.org/officeDocument/2006/relationships/oleObject" Target="../embeddings/oleObject501.bin"/><Relationship Id="rId4" Type="http://schemas.openxmlformats.org/officeDocument/2006/relationships/image" Target="../media/image374.wmf"/><Relationship Id="rId9" Type="http://schemas.openxmlformats.org/officeDocument/2006/relationships/oleObject" Target="../embeddings/oleObject490.bin"/><Relationship Id="rId14" Type="http://schemas.openxmlformats.org/officeDocument/2006/relationships/image" Target="../media/image379.wmf"/><Relationship Id="rId22" Type="http://schemas.openxmlformats.org/officeDocument/2006/relationships/image" Target="../media/image383.wmf"/><Relationship Id="rId27" Type="http://schemas.openxmlformats.org/officeDocument/2006/relationships/oleObject" Target="../embeddings/oleObject499.bin"/><Relationship Id="rId30" Type="http://schemas.openxmlformats.org/officeDocument/2006/relationships/image" Target="../media/image387.wmf"/><Relationship Id="rId35" Type="http://schemas.openxmlformats.org/officeDocument/2006/relationships/oleObject" Target="../embeddings/oleObject503.bin"/><Relationship Id="rId8" Type="http://schemas.openxmlformats.org/officeDocument/2006/relationships/image" Target="../media/image376.wmf"/><Relationship Id="rId3" Type="http://schemas.openxmlformats.org/officeDocument/2006/relationships/oleObject" Target="../embeddings/oleObject48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wmf"/><Relationship Id="rId13" Type="http://schemas.openxmlformats.org/officeDocument/2006/relationships/oleObject" Target="../embeddings/oleObject511.bin"/><Relationship Id="rId18" Type="http://schemas.openxmlformats.org/officeDocument/2006/relationships/oleObject" Target="../embeddings/oleObject514.bin"/><Relationship Id="rId26" Type="http://schemas.openxmlformats.org/officeDocument/2006/relationships/oleObject" Target="../embeddings/oleObject518.bin"/><Relationship Id="rId3" Type="http://schemas.openxmlformats.org/officeDocument/2006/relationships/oleObject" Target="../embeddings/oleObject506.bin"/><Relationship Id="rId21" Type="http://schemas.openxmlformats.org/officeDocument/2006/relationships/image" Target="../media/image401.wmf"/><Relationship Id="rId7" Type="http://schemas.openxmlformats.org/officeDocument/2006/relationships/oleObject" Target="../embeddings/oleObject508.bin"/><Relationship Id="rId12" Type="http://schemas.openxmlformats.org/officeDocument/2006/relationships/image" Target="../media/image397.wmf"/><Relationship Id="rId17" Type="http://schemas.openxmlformats.org/officeDocument/2006/relationships/oleObject" Target="../embeddings/oleObject513.bin"/><Relationship Id="rId25" Type="http://schemas.openxmlformats.org/officeDocument/2006/relationships/image" Target="../media/image40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9.wmf"/><Relationship Id="rId20" Type="http://schemas.openxmlformats.org/officeDocument/2006/relationships/oleObject" Target="../embeddings/oleObject515.bin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94.wmf"/><Relationship Id="rId11" Type="http://schemas.openxmlformats.org/officeDocument/2006/relationships/oleObject" Target="../embeddings/oleObject510.bin"/><Relationship Id="rId24" Type="http://schemas.openxmlformats.org/officeDocument/2006/relationships/oleObject" Target="../embeddings/oleObject517.bin"/><Relationship Id="rId5" Type="http://schemas.openxmlformats.org/officeDocument/2006/relationships/oleObject" Target="../embeddings/oleObject507.bin"/><Relationship Id="rId15" Type="http://schemas.openxmlformats.org/officeDocument/2006/relationships/oleObject" Target="../embeddings/oleObject512.bin"/><Relationship Id="rId23" Type="http://schemas.openxmlformats.org/officeDocument/2006/relationships/image" Target="../media/image402.wmf"/><Relationship Id="rId10" Type="http://schemas.openxmlformats.org/officeDocument/2006/relationships/image" Target="../media/image396.wmf"/><Relationship Id="rId19" Type="http://schemas.openxmlformats.org/officeDocument/2006/relationships/image" Target="../media/image400.wmf"/><Relationship Id="rId4" Type="http://schemas.openxmlformats.org/officeDocument/2006/relationships/image" Target="../media/image393.wmf"/><Relationship Id="rId9" Type="http://schemas.openxmlformats.org/officeDocument/2006/relationships/oleObject" Target="../embeddings/oleObject509.bin"/><Relationship Id="rId14" Type="http://schemas.openxmlformats.org/officeDocument/2006/relationships/image" Target="../media/image398.wmf"/><Relationship Id="rId22" Type="http://schemas.openxmlformats.org/officeDocument/2006/relationships/oleObject" Target="../embeddings/oleObject516.bin"/><Relationship Id="rId27" Type="http://schemas.openxmlformats.org/officeDocument/2006/relationships/image" Target="../media/image404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wmf"/><Relationship Id="rId13" Type="http://schemas.openxmlformats.org/officeDocument/2006/relationships/oleObject" Target="../embeddings/oleObject524.bin"/><Relationship Id="rId18" Type="http://schemas.openxmlformats.org/officeDocument/2006/relationships/image" Target="../media/image412.wmf"/><Relationship Id="rId26" Type="http://schemas.openxmlformats.org/officeDocument/2006/relationships/image" Target="../media/image416.wmf"/><Relationship Id="rId3" Type="http://schemas.openxmlformats.org/officeDocument/2006/relationships/oleObject" Target="../embeddings/oleObject519.bin"/><Relationship Id="rId21" Type="http://schemas.openxmlformats.org/officeDocument/2006/relationships/oleObject" Target="../embeddings/oleObject528.bin"/><Relationship Id="rId7" Type="http://schemas.openxmlformats.org/officeDocument/2006/relationships/oleObject" Target="../embeddings/oleObject521.bin"/><Relationship Id="rId12" Type="http://schemas.openxmlformats.org/officeDocument/2006/relationships/image" Target="../media/image409.wmf"/><Relationship Id="rId17" Type="http://schemas.openxmlformats.org/officeDocument/2006/relationships/oleObject" Target="../embeddings/oleObject526.bin"/><Relationship Id="rId25" Type="http://schemas.openxmlformats.org/officeDocument/2006/relationships/oleObject" Target="../embeddings/oleObject5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1.wmf"/><Relationship Id="rId20" Type="http://schemas.openxmlformats.org/officeDocument/2006/relationships/image" Target="../media/image413.wmf"/><Relationship Id="rId29" Type="http://schemas.openxmlformats.org/officeDocument/2006/relationships/oleObject" Target="../embeddings/oleObject532.bin"/><Relationship Id="rId1" Type="http://schemas.openxmlformats.org/officeDocument/2006/relationships/vmlDrawing" Target="../drawings/vmlDrawing49.vml"/><Relationship Id="rId6" Type="http://schemas.openxmlformats.org/officeDocument/2006/relationships/image" Target="../media/image406.wmf"/><Relationship Id="rId11" Type="http://schemas.openxmlformats.org/officeDocument/2006/relationships/oleObject" Target="../embeddings/oleObject523.bin"/><Relationship Id="rId24" Type="http://schemas.openxmlformats.org/officeDocument/2006/relationships/image" Target="../media/image415.wmf"/><Relationship Id="rId5" Type="http://schemas.openxmlformats.org/officeDocument/2006/relationships/oleObject" Target="../embeddings/oleObject520.bin"/><Relationship Id="rId15" Type="http://schemas.openxmlformats.org/officeDocument/2006/relationships/oleObject" Target="../embeddings/oleObject525.bin"/><Relationship Id="rId23" Type="http://schemas.openxmlformats.org/officeDocument/2006/relationships/oleObject" Target="../embeddings/oleObject529.bin"/><Relationship Id="rId28" Type="http://schemas.openxmlformats.org/officeDocument/2006/relationships/image" Target="../media/image417.wmf"/><Relationship Id="rId10" Type="http://schemas.openxmlformats.org/officeDocument/2006/relationships/image" Target="../media/image408.wmf"/><Relationship Id="rId19" Type="http://schemas.openxmlformats.org/officeDocument/2006/relationships/oleObject" Target="../embeddings/oleObject527.bin"/><Relationship Id="rId4" Type="http://schemas.openxmlformats.org/officeDocument/2006/relationships/image" Target="../media/image405.wmf"/><Relationship Id="rId9" Type="http://schemas.openxmlformats.org/officeDocument/2006/relationships/oleObject" Target="../embeddings/oleObject522.bin"/><Relationship Id="rId14" Type="http://schemas.openxmlformats.org/officeDocument/2006/relationships/image" Target="../media/image410.wmf"/><Relationship Id="rId22" Type="http://schemas.openxmlformats.org/officeDocument/2006/relationships/image" Target="../media/image414.wmf"/><Relationship Id="rId27" Type="http://schemas.openxmlformats.org/officeDocument/2006/relationships/oleObject" Target="../embeddings/oleObject531.bin"/><Relationship Id="rId30" Type="http://schemas.openxmlformats.org/officeDocument/2006/relationships/image" Target="../media/image418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wmf"/><Relationship Id="rId13" Type="http://schemas.openxmlformats.org/officeDocument/2006/relationships/oleObject" Target="../embeddings/oleObject538.bin"/><Relationship Id="rId18" Type="http://schemas.openxmlformats.org/officeDocument/2006/relationships/image" Target="../media/image175.wmf"/><Relationship Id="rId26" Type="http://schemas.openxmlformats.org/officeDocument/2006/relationships/image" Target="../media/image179.wmf"/><Relationship Id="rId3" Type="http://schemas.openxmlformats.org/officeDocument/2006/relationships/oleObject" Target="../embeddings/oleObject533.bin"/><Relationship Id="rId21" Type="http://schemas.openxmlformats.org/officeDocument/2006/relationships/oleObject" Target="../embeddings/oleObject226.bin"/><Relationship Id="rId7" Type="http://schemas.openxmlformats.org/officeDocument/2006/relationships/oleObject" Target="../embeddings/oleObject535.bin"/><Relationship Id="rId12" Type="http://schemas.openxmlformats.org/officeDocument/2006/relationships/image" Target="../media/image423.wmf"/><Relationship Id="rId17" Type="http://schemas.openxmlformats.org/officeDocument/2006/relationships/oleObject" Target="../embeddings/oleObject224.bin"/><Relationship Id="rId25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4.wmf"/><Relationship Id="rId20" Type="http://schemas.openxmlformats.org/officeDocument/2006/relationships/image" Target="../media/image176.w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420.wmf"/><Relationship Id="rId11" Type="http://schemas.openxmlformats.org/officeDocument/2006/relationships/oleObject" Target="../embeddings/oleObject537.bin"/><Relationship Id="rId24" Type="http://schemas.openxmlformats.org/officeDocument/2006/relationships/image" Target="../media/image178.wmf"/><Relationship Id="rId5" Type="http://schemas.openxmlformats.org/officeDocument/2006/relationships/oleObject" Target="../embeddings/oleObject534.bin"/><Relationship Id="rId15" Type="http://schemas.openxmlformats.org/officeDocument/2006/relationships/oleObject" Target="../embeddings/oleObject223.bin"/><Relationship Id="rId23" Type="http://schemas.openxmlformats.org/officeDocument/2006/relationships/oleObject" Target="../embeddings/oleObject227.bin"/><Relationship Id="rId28" Type="http://schemas.openxmlformats.org/officeDocument/2006/relationships/image" Target="../media/image180.wmf"/><Relationship Id="rId10" Type="http://schemas.openxmlformats.org/officeDocument/2006/relationships/image" Target="../media/image422.wmf"/><Relationship Id="rId19" Type="http://schemas.openxmlformats.org/officeDocument/2006/relationships/oleObject" Target="../embeddings/oleObject225.bin"/><Relationship Id="rId4" Type="http://schemas.openxmlformats.org/officeDocument/2006/relationships/image" Target="../media/image419.wmf"/><Relationship Id="rId9" Type="http://schemas.openxmlformats.org/officeDocument/2006/relationships/oleObject" Target="../embeddings/oleObject536.bin"/><Relationship Id="rId14" Type="http://schemas.openxmlformats.org/officeDocument/2006/relationships/image" Target="../media/image424.wmf"/><Relationship Id="rId22" Type="http://schemas.openxmlformats.org/officeDocument/2006/relationships/image" Target="../media/image177.wmf"/><Relationship Id="rId27" Type="http://schemas.openxmlformats.org/officeDocument/2006/relationships/oleObject" Target="../embeddings/oleObject229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wmf"/><Relationship Id="rId13" Type="http://schemas.openxmlformats.org/officeDocument/2006/relationships/oleObject" Target="../embeddings/oleObject544.bin"/><Relationship Id="rId3" Type="http://schemas.openxmlformats.org/officeDocument/2006/relationships/oleObject" Target="../embeddings/oleObject539.bin"/><Relationship Id="rId7" Type="http://schemas.openxmlformats.org/officeDocument/2006/relationships/oleObject" Target="../embeddings/oleObject541.bin"/><Relationship Id="rId12" Type="http://schemas.openxmlformats.org/officeDocument/2006/relationships/image" Target="../media/image4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4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420.wmf"/><Relationship Id="rId11" Type="http://schemas.openxmlformats.org/officeDocument/2006/relationships/oleObject" Target="../embeddings/oleObject543.bin"/><Relationship Id="rId5" Type="http://schemas.openxmlformats.org/officeDocument/2006/relationships/oleObject" Target="../embeddings/oleObject540.bin"/><Relationship Id="rId15" Type="http://schemas.openxmlformats.org/officeDocument/2006/relationships/oleObject" Target="../embeddings/oleObject545.bin"/><Relationship Id="rId10" Type="http://schemas.openxmlformats.org/officeDocument/2006/relationships/image" Target="../media/image425.wmf"/><Relationship Id="rId4" Type="http://schemas.openxmlformats.org/officeDocument/2006/relationships/image" Target="../media/image419.wmf"/><Relationship Id="rId9" Type="http://schemas.openxmlformats.org/officeDocument/2006/relationships/oleObject" Target="../embeddings/oleObject542.bin"/><Relationship Id="rId14" Type="http://schemas.openxmlformats.org/officeDocument/2006/relationships/image" Target="../media/image423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wmf"/><Relationship Id="rId13" Type="http://schemas.openxmlformats.org/officeDocument/2006/relationships/oleObject" Target="../embeddings/oleObject551.bin"/><Relationship Id="rId3" Type="http://schemas.openxmlformats.org/officeDocument/2006/relationships/oleObject" Target="../embeddings/oleObject546.bin"/><Relationship Id="rId7" Type="http://schemas.openxmlformats.org/officeDocument/2006/relationships/oleObject" Target="../embeddings/oleObject548.bin"/><Relationship Id="rId12" Type="http://schemas.openxmlformats.org/officeDocument/2006/relationships/image" Target="../media/image4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20.wmf"/><Relationship Id="rId11" Type="http://schemas.openxmlformats.org/officeDocument/2006/relationships/oleObject" Target="../embeddings/oleObject550.bin"/><Relationship Id="rId5" Type="http://schemas.openxmlformats.org/officeDocument/2006/relationships/oleObject" Target="../embeddings/oleObject547.bin"/><Relationship Id="rId10" Type="http://schemas.openxmlformats.org/officeDocument/2006/relationships/image" Target="../media/image427.wmf"/><Relationship Id="rId4" Type="http://schemas.openxmlformats.org/officeDocument/2006/relationships/image" Target="../media/image419.wmf"/><Relationship Id="rId9" Type="http://schemas.openxmlformats.org/officeDocument/2006/relationships/oleObject" Target="../embeddings/oleObject549.bin"/><Relationship Id="rId14" Type="http://schemas.openxmlformats.org/officeDocument/2006/relationships/image" Target="../media/image424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341A752-2E77-4779-82D4-024622920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363" y="627534"/>
            <a:ext cx="7772400" cy="1101725"/>
          </a:xfrm>
        </p:spPr>
        <p:txBody>
          <a:bodyPr/>
          <a:lstStyle/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 微分中值定理与导数的应用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300163" y="2067694"/>
            <a:ext cx="64008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第四节 函数的单调性与曲线的凹凸性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A5B3503B-19A5-4A64-875E-55B088D8B3B5}"/>
              </a:ext>
            </a:extLst>
          </p:cNvPr>
          <p:cNvSpPr txBox="1">
            <a:spLocks/>
          </p:cNvSpPr>
          <p:nvPr/>
        </p:nvSpPr>
        <p:spPr>
          <a:xfrm>
            <a:off x="2483768" y="3435846"/>
            <a:ext cx="3456384" cy="4320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郭晓峰</a:t>
            </a:r>
          </a:p>
        </p:txBody>
      </p:sp>
    </p:spTree>
    <p:extLst>
      <p:ext uri="{BB962C8B-B14F-4D97-AF65-F5344CB8AC3E}">
        <p14:creationId xmlns:p14="http://schemas.microsoft.com/office/powerpoint/2010/main" val="422597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1">
            <a:hlinkClick r:id="rId2" action="ppaction://hlinksldjump"/>
            <a:extLst>
              <a:ext uri="{FF2B5EF4-FFF2-40B4-BE49-F238E27FC236}">
                <a16:creationId xmlns:a16="http://schemas.microsoft.com/office/drawing/2014/main" id="{820F5057-3861-4AF9-8FFE-D706A564A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843558"/>
            <a:ext cx="326243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温故而知新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3934EE-5913-4946-AED0-834C6E6B7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955" y="1851670"/>
            <a:ext cx="3439269" cy="228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EF2F94-F02F-47E8-895F-130547A40702}"/>
              </a:ext>
            </a:extLst>
          </p:cNvPr>
          <p:cNvSpPr/>
          <p:nvPr/>
        </p:nvSpPr>
        <p:spPr>
          <a:xfrm>
            <a:off x="683568" y="195486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在         上有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二阶连续导数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1D82786-B662-4B09-9735-C52D03D402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009368"/>
              </p:ext>
            </p:extLst>
          </p:nvPr>
        </p:nvGraphicFramePr>
        <p:xfrm>
          <a:off x="2072688" y="27871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4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B9706F0-DCE2-47AD-863B-AD042FC15A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2688" y="27871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AC6987B-138E-4AA8-9539-FC59206DD6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404381"/>
              </p:ext>
            </p:extLst>
          </p:nvPr>
        </p:nvGraphicFramePr>
        <p:xfrm>
          <a:off x="3088688" y="285066"/>
          <a:ext cx="622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48" name="Equation" r:id="rId5" imgW="622080" imgH="330120" progId="Equation.DSMT4">
                  <p:embed/>
                </p:oleObj>
              </mc:Choice>
              <mc:Fallback>
                <p:oleObj name="Equation" r:id="rId5" imgW="62208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74FD152-5A10-4646-A0B5-8752B66C8D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8688" y="285066"/>
                        <a:ext cx="622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FB80791-7057-4C11-9634-26C8E025D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281276"/>
              </p:ext>
            </p:extLst>
          </p:nvPr>
        </p:nvGraphicFramePr>
        <p:xfrm>
          <a:off x="169218" y="843559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49" name="Equation" r:id="rId7" imgW="1028520" imgH="342720" progId="Equation.DSMT4">
                  <p:embed/>
                </p:oleObj>
              </mc:Choice>
              <mc:Fallback>
                <p:oleObj name="Equation" r:id="rId7" imgW="102852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97845C9-2430-4611-A151-CF65D7B4D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9218" y="843559"/>
                        <a:ext cx="102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056D1C0-52C2-47E1-9F6D-FB85168740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22728"/>
              </p:ext>
            </p:extLst>
          </p:nvPr>
        </p:nvGraphicFramePr>
        <p:xfrm>
          <a:off x="6804248" y="290418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50" name="Equation" r:id="rId9" imgW="1143000" imgH="342720" progId="Equation.DSMT4">
                  <p:embed/>
                </p:oleObj>
              </mc:Choice>
              <mc:Fallback>
                <p:oleObj name="Equation" r:id="rId9" imgW="11430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9485A94-77EE-48ED-89A6-159D7CB9B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04248" y="290418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A8396E4-9103-4329-A808-E12C71C82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808381"/>
              </p:ext>
            </p:extLst>
          </p:nvPr>
        </p:nvGraphicFramePr>
        <p:xfrm>
          <a:off x="1240838" y="849492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51" name="Equation" r:id="rId11" imgW="1143000" imgH="342720" progId="Equation.DSMT4">
                  <p:embed/>
                </p:oleObj>
              </mc:Choice>
              <mc:Fallback>
                <p:oleObj name="Equation" r:id="rId11" imgW="114300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D87C9FB-A49E-44C9-911A-BD60C4EA7F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40838" y="849492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298BFE9-C9F1-47E9-8130-1F0C77B248FA}"/>
              </a:ext>
            </a:extLst>
          </p:cNvPr>
          <p:cNvSpPr/>
          <p:nvPr/>
        </p:nvSpPr>
        <p:spPr>
          <a:xfrm>
            <a:off x="2383838" y="773109"/>
            <a:ext cx="5519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证明：存在                 使得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3937094-5D4B-4C91-A4EA-2A0FBF4793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694178"/>
              </p:ext>
            </p:extLst>
          </p:nvPr>
        </p:nvGraphicFramePr>
        <p:xfrm>
          <a:off x="4067944" y="855468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52" name="Equation" r:id="rId13" imgW="1180800" imgH="342720" progId="Equation.DSMT4">
                  <p:embed/>
                </p:oleObj>
              </mc:Choice>
              <mc:Fallback>
                <p:oleObj name="Equation" r:id="rId13" imgW="118080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7A0FE37-9EC2-49DB-BCD1-F525AD834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67944" y="855468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8646283-9AD5-45C7-81E7-07D772CB5F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178348"/>
              </p:ext>
            </p:extLst>
          </p:nvPr>
        </p:nvGraphicFramePr>
        <p:xfrm>
          <a:off x="5940152" y="633318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53" name="Equation" r:id="rId15" imgW="1511280" imgH="736560" progId="Equation.DSMT4">
                  <p:embed/>
                </p:oleObj>
              </mc:Choice>
              <mc:Fallback>
                <p:oleObj name="Equation" r:id="rId15" imgW="151128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5B38BDC-E9D3-4A47-A29C-33F6B3E4F0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40152" y="633318"/>
                        <a:ext cx="1511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7423823-34F4-4259-AB31-6C1E34F529E9}"/>
              </a:ext>
            </a:extLst>
          </p:cNvPr>
          <p:cNvSpPr/>
          <p:nvPr/>
        </p:nvSpPr>
        <p:spPr>
          <a:xfrm>
            <a:off x="652282" y="139772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0D8F230-2E40-4474-959A-2AC0894CCA35}"/>
              </a:ext>
            </a:extLst>
          </p:cNvPr>
          <p:cNvGrpSpPr/>
          <p:nvPr/>
        </p:nvGrpSpPr>
        <p:grpSpPr>
          <a:xfrm>
            <a:off x="1197918" y="1401926"/>
            <a:ext cx="6614442" cy="461665"/>
            <a:chOff x="1197918" y="1689957"/>
            <a:chExt cx="6614442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2238A7E-0455-4AB7-93BC-6A5A5ECBCD79}"/>
                </a:ext>
              </a:extLst>
            </p:cNvPr>
            <p:cNvSpPr/>
            <p:nvPr/>
          </p:nvSpPr>
          <p:spPr>
            <a:xfrm>
              <a:off x="1197918" y="1689957"/>
              <a:ext cx="66144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泰勒中值定理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得，对                  有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9736002-6458-4478-BE0D-789A8E4DA5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366378"/>
                </p:ext>
              </p:extLst>
            </p:nvPr>
          </p:nvGraphicFramePr>
          <p:xfrm>
            <a:off x="4355976" y="1755911"/>
            <a:ext cx="1346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54" name="Equation" r:id="rId17" imgW="1346040" imgH="330120" progId="Equation.DSMT4">
                    <p:embed/>
                  </p:oleObj>
                </mc:Choice>
                <mc:Fallback>
                  <p:oleObj name="Equation" r:id="rId17" imgW="1346040" imgH="3301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08362313-A8AD-4FCA-8987-28B0632193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355976" y="1755911"/>
                          <a:ext cx="1346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FB5B784-A185-44C4-B166-B230166D03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286460"/>
              </p:ext>
            </p:extLst>
          </p:nvPr>
        </p:nvGraphicFramePr>
        <p:xfrm>
          <a:off x="6515100" y="3071119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55" name="Equation" r:id="rId19" imgW="177480" imgH="291960" progId="Equation.DSMT4">
                  <p:embed/>
                </p:oleObj>
              </mc:Choice>
              <mc:Fallback>
                <p:oleObj name="Equation" r:id="rId19" imgW="177480" imgH="2919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C7977C1-315E-4548-A080-E97F100724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15100" y="3071119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C16BA46-E25F-4045-8A2A-C9890F4ED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126273"/>
              </p:ext>
            </p:extLst>
          </p:nvPr>
        </p:nvGraphicFramePr>
        <p:xfrm>
          <a:off x="1043608" y="2025253"/>
          <a:ext cx="501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56" name="Equation" r:id="rId21" imgW="5016240" imgH="736560" progId="Equation.DSMT4">
                  <p:embed/>
                </p:oleObj>
              </mc:Choice>
              <mc:Fallback>
                <p:oleObj name="Equation" r:id="rId21" imgW="5016240" imgH="736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FC13EC07-C532-4B68-9044-3ED3E37C9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43608" y="2025253"/>
                        <a:ext cx="5016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4C47786-049C-4CF2-B4B3-1B81C2369397}"/>
              </a:ext>
            </a:extLst>
          </p:cNvPr>
          <p:cNvSpPr/>
          <p:nvPr/>
        </p:nvSpPr>
        <p:spPr>
          <a:xfrm>
            <a:off x="158236" y="290155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400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D12533D-1C89-4EB1-BB90-E5A33CFB23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578208"/>
              </p:ext>
            </p:extLst>
          </p:nvPr>
        </p:nvGraphicFramePr>
        <p:xfrm>
          <a:off x="824891" y="2794464"/>
          <a:ext cx="553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57" name="Equation" r:id="rId23" imgW="5537160" imgH="736560" progId="Equation.DSMT4">
                  <p:embed/>
                </p:oleObj>
              </mc:Choice>
              <mc:Fallback>
                <p:oleObj name="Equation" r:id="rId23" imgW="553716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5672872E-4B36-4A97-9784-58BF1307F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24891" y="2794464"/>
                        <a:ext cx="5537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F972405-FDEE-4651-A3B5-D6C9D64AE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557657"/>
              </p:ext>
            </p:extLst>
          </p:nvPr>
        </p:nvGraphicFramePr>
        <p:xfrm>
          <a:off x="6444208" y="2941886"/>
          <a:ext cx="118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58" name="Equation" r:id="rId25" imgW="1180800" imgH="380880" progId="Equation.DSMT4">
                  <p:embed/>
                </p:oleObj>
              </mc:Choice>
              <mc:Fallback>
                <p:oleObj name="Equation" r:id="rId25" imgW="1180800" imgH="380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487D8612-69D6-414A-9C0C-488B8A6E10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444208" y="2941886"/>
                        <a:ext cx="118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F8DB6276-EBFC-4034-A5BF-D415AB643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30380"/>
              </p:ext>
            </p:extLst>
          </p:nvPr>
        </p:nvGraphicFramePr>
        <p:xfrm>
          <a:off x="757238" y="3617219"/>
          <a:ext cx="558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59" name="Equation" r:id="rId27" imgW="5587920" imgH="736560" progId="Equation.DSMT4">
                  <p:embed/>
                </p:oleObj>
              </mc:Choice>
              <mc:Fallback>
                <p:oleObj name="Equation" r:id="rId27" imgW="558792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26429CE7-E7C5-459D-8887-65FBAFC320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57238" y="3617219"/>
                        <a:ext cx="558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B353599-2B16-44F5-850A-B6AA8540CC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874656"/>
              </p:ext>
            </p:extLst>
          </p:nvPr>
        </p:nvGraphicFramePr>
        <p:xfrm>
          <a:off x="6438900" y="3790257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60" name="Equation" r:id="rId29" imgW="1218960" imgH="380880" progId="Equation.DSMT4">
                  <p:embed/>
                </p:oleObj>
              </mc:Choice>
              <mc:Fallback>
                <p:oleObj name="Equation" r:id="rId29" imgW="1218960" imgH="380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FA36CBC-AD8B-4FBE-A286-93E5DC02FE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438900" y="3790257"/>
                        <a:ext cx="1219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66654A3F-B6BD-4C2D-8E51-5109B5B1D4A0}"/>
              </a:ext>
            </a:extLst>
          </p:cNvPr>
          <p:cNvGrpSpPr/>
          <p:nvPr/>
        </p:nvGrpSpPr>
        <p:grpSpPr>
          <a:xfrm>
            <a:off x="6452975" y="2182416"/>
            <a:ext cx="2532789" cy="461665"/>
            <a:chOff x="6452975" y="2470447"/>
            <a:chExt cx="2532789" cy="461665"/>
          </a:xfrm>
        </p:grpSpPr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015FB8E0-1BDB-48F6-80C4-CA15785C2B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7633229"/>
                </p:ext>
              </p:extLst>
            </p:nvPr>
          </p:nvGraphicFramePr>
          <p:xfrm>
            <a:off x="6452975" y="261523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61" name="Equation" r:id="rId31" imgW="190440" imgH="203040" progId="Equation.DSMT4">
                    <p:embed/>
                  </p:oleObj>
                </mc:Choice>
                <mc:Fallback>
                  <p:oleObj name="Equation" r:id="rId31" imgW="190440" imgH="20304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7D17A7FF-4973-4843-AEC5-4B5D3C1784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452975" y="261523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E936E2A-D183-4081-8508-0125ED89E786}"/>
                </a:ext>
              </a:extLst>
            </p:cNvPr>
            <p:cNvSpPr/>
            <p:nvPr/>
          </p:nvSpPr>
          <p:spPr>
            <a:xfrm>
              <a:off x="6604000" y="2470447"/>
              <a:ext cx="23817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介于  与  之间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ED8FCF0D-0DA9-4D3C-BBE9-F032AD4DFD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4755458"/>
                </p:ext>
              </p:extLst>
            </p:nvPr>
          </p:nvGraphicFramePr>
          <p:xfrm>
            <a:off x="7302207" y="260793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62" name="Equation" r:id="rId33" imgW="190440" imgH="203040" progId="Equation.DSMT4">
                    <p:embed/>
                  </p:oleObj>
                </mc:Choice>
                <mc:Fallback>
                  <p:oleObj name="Equation" r:id="rId33" imgW="190440" imgH="2030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7FD95CD7-8C17-44A8-BA80-97BC50BB537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7302207" y="260793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6711886A-6042-4289-B34F-6BC626E2AF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572508"/>
                </p:ext>
              </p:extLst>
            </p:nvPr>
          </p:nvGraphicFramePr>
          <p:xfrm>
            <a:off x="7806554" y="2557419"/>
            <a:ext cx="1270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63" name="Equation" r:id="rId35" imgW="126720" imgH="266400" progId="Equation.DSMT4">
                    <p:embed/>
                  </p:oleObj>
                </mc:Choice>
                <mc:Fallback>
                  <p:oleObj name="Equation" r:id="rId35" imgW="126720" imgH="2664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ED7C7B4E-71D2-4F87-B01F-3583C36F5C6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7806554" y="2557419"/>
                          <a:ext cx="1270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9461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3806CD1-A28A-4EE1-880C-31161FFF5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366459"/>
              </p:ext>
            </p:extLst>
          </p:nvPr>
        </p:nvGraphicFramePr>
        <p:xfrm>
          <a:off x="1763713" y="496888"/>
          <a:ext cx="2603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34" name="Equation" r:id="rId3" imgW="2603160" imgH="723600" progId="Equation.DSMT4">
                  <p:embed/>
                </p:oleObj>
              </mc:Choice>
              <mc:Fallback>
                <p:oleObj name="Equation" r:id="rId3" imgW="260316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5615390-EC4D-42E4-B61F-844F95243B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713" y="496888"/>
                        <a:ext cx="2603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B7F6D1A-2C8E-4A20-B7E7-8DBE0B43D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191431"/>
              </p:ext>
            </p:extLst>
          </p:nvPr>
        </p:nvGraphicFramePr>
        <p:xfrm>
          <a:off x="4774031" y="627534"/>
          <a:ext cx="118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35" name="Equation" r:id="rId5" imgW="1180800" imgH="380880" progId="Equation.DSMT4">
                  <p:embed/>
                </p:oleObj>
              </mc:Choice>
              <mc:Fallback>
                <p:oleObj name="Equation" r:id="rId5" imgW="118080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3D4327E-4B9C-4641-B4BB-C20962843B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4031" y="627534"/>
                        <a:ext cx="118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3AC93E8-CDAD-46CB-8E4F-80E2311C6385}"/>
              </a:ext>
            </a:extLst>
          </p:cNvPr>
          <p:cNvSpPr/>
          <p:nvPr/>
        </p:nvSpPr>
        <p:spPr>
          <a:xfrm>
            <a:off x="395536" y="62753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3CF903D-4582-4210-8C7B-631DCCE9B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016634"/>
              </p:ext>
            </p:extLst>
          </p:nvPr>
        </p:nvGraphicFramePr>
        <p:xfrm>
          <a:off x="6876256" y="665634"/>
          <a:ext cx="34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36" name="Equation" r:id="rId7" imgW="342720" imgH="342720" progId="Equation.DSMT4">
                  <p:embed/>
                </p:oleObj>
              </mc:Choice>
              <mc:Fallback>
                <p:oleObj name="Equation" r:id="rId7" imgW="34272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294383D-5CCA-4E97-837C-4930785904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76256" y="665634"/>
                        <a:ext cx="342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1244A93-9F42-4E44-BBC7-4D2EA4DD6B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54203"/>
              </p:ext>
            </p:extLst>
          </p:nvPr>
        </p:nvGraphicFramePr>
        <p:xfrm>
          <a:off x="1212889" y="1289394"/>
          <a:ext cx="3124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37" name="Equation" r:id="rId9" imgW="3124080" imgH="723600" progId="Equation.DSMT4">
                  <p:embed/>
                </p:oleObj>
              </mc:Choice>
              <mc:Fallback>
                <p:oleObj name="Equation" r:id="rId9" imgW="312408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18A2626-86C4-4726-81AC-041A7174C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12889" y="1289394"/>
                        <a:ext cx="3124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A4525C9-EF11-4D60-9C6D-9E493DE993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086511"/>
              </p:ext>
            </p:extLst>
          </p:nvPr>
        </p:nvGraphicFramePr>
        <p:xfrm>
          <a:off x="4774031" y="1373188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38" name="Equation" r:id="rId11" imgW="1218960" imgH="380880" progId="Equation.DSMT4">
                  <p:embed/>
                </p:oleObj>
              </mc:Choice>
              <mc:Fallback>
                <p:oleObj name="Equation" r:id="rId11" imgW="121896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8700B47-8A83-4490-B01F-854FFD81C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4031" y="1373188"/>
                        <a:ext cx="1219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217F428-06A6-4F0F-96B3-A122A1E98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649951"/>
              </p:ext>
            </p:extLst>
          </p:nvPr>
        </p:nvGraphicFramePr>
        <p:xfrm>
          <a:off x="6843713" y="1411288"/>
          <a:ext cx="40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39" name="Equation" r:id="rId13" imgW="406080" imgH="342720" progId="Equation.DSMT4">
                  <p:embed/>
                </p:oleObj>
              </mc:Choice>
              <mc:Fallback>
                <p:oleObj name="Equation" r:id="rId13" imgW="4060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5C5C2F5-7775-41EA-9112-A9B73E8A94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43713" y="1411288"/>
                        <a:ext cx="406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9FC73597-C9F4-43B2-987E-C53FAD236413}"/>
              </a:ext>
            </a:extLst>
          </p:cNvPr>
          <p:cNvGrpSpPr/>
          <p:nvPr/>
        </p:nvGrpSpPr>
        <p:grpSpPr>
          <a:xfrm>
            <a:off x="349511" y="2176755"/>
            <a:ext cx="1726755" cy="461665"/>
            <a:chOff x="395536" y="1999506"/>
            <a:chExt cx="1726755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7ECB6E5-0E35-41B9-9DC7-F642864F5037}"/>
                </a:ext>
              </a:extLst>
            </p:cNvPr>
            <p:cNvSpPr/>
            <p:nvPr/>
          </p:nvSpPr>
          <p:spPr>
            <a:xfrm>
              <a:off x="395536" y="1999506"/>
              <a:ext cx="172675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            得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7D2BFE91-713F-41F8-88CD-B3F536C355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0886623"/>
                </p:ext>
              </p:extLst>
            </p:nvPr>
          </p:nvGraphicFramePr>
          <p:xfrm>
            <a:off x="852513" y="2079226"/>
            <a:ext cx="812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240" name="Equation" r:id="rId15" imgW="812520" imgH="342720" progId="Equation.DSMT4">
                    <p:embed/>
                  </p:oleObj>
                </mc:Choice>
                <mc:Fallback>
                  <p:oleObj name="Equation" r:id="rId15" imgW="81252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B785ECCB-EA7E-4556-BC1F-8C43554DE9B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52513" y="2079226"/>
                          <a:ext cx="812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5B7E715-FFEF-4A4D-B511-2F43E3F6D7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977506"/>
              </p:ext>
            </p:extLst>
          </p:nvPr>
        </p:nvGraphicFramePr>
        <p:xfrm>
          <a:off x="2699792" y="2059625"/>
          <a:ext cx="283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41" name="Equation" r:id="rId17" imgW="2831760" imgH="736560" progId="Equation.DSMT4">
                  <p:embed/>
                </p:oleObj>
              </mc:Choice>
              <mc:Fallback>
                <p:oleObj name="Equation" r:id="rId17" imgW="283176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9298EA6-BD9D-4350-AC21-9236F4D4FA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99792" y="2059625"/>
                        <a:ext cx="2832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701D31FF-7B29-4E3B-8B3A-33D3920FC7B8}"/>
              </a:ext>
            </a:extLst>
          </p:cNvPr>
          <p:cNvGrpSpPr/>
          <p:nvPr/>
        </p:nvGrpSpPr>
        <p:grpSpPr>
          <a:xfrm>
            <a:off x="395536" y="3003798"/>
            <a:ext cx="7560840" cy="461665"/>
            <a:chOff x="395536" y="3003798"/>
            <a:chExt cx="7560840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512DD63-94B1-43BD-8B92-241729BF4A40}"/>
                </a:ext>
              </a:extLst>
            </p:cNvPr>
            <p:cNvSpPr/>
            <p:nvPr/>
          </p:nvSpPr>
          <p:spPr>
            <a:xfrm>
              <a:off x="395536" y="3003798"/>
              <a:ext cx="75608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                            故存在          对任意                   有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7761D2AE-065B-42DE-87E8-B1A8012C25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2151716"/>
                </p:ext>
              </p:extLst>
            </p:nvPr>
          </p:nvGraphicFramePr>
          <p:xfrm>
            <a:off x="776288" y="3048000"/>
            <a:ext cx="2108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242" name="Equation" r:id="rId19" imgW="2108160" imgH="380880" progId="Equation.DSMT4">
                    <p:embed/>
                  </p:oleObj>
                </mc:Choice>
                <mc:Fallback>
                  <p:oleObj name="Equation" r:id="rId19" imgW="2108160" imgH="3808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F7082A32-6A9E-41BA-BB64-A91668CD0C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76288" y="3048000"/>
                          <a:ext cx="2108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612E0D9F-4E81-4966-AD9A-33160A7129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233596"/>
                </p:ext>
              </p:extLst>
            </p:nvPr>
          </p:nvGraphicFramePr>
          <p:xfrm>
            <a:off x="3851920" y="3064051"/>
            <a:ext cx="749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243" name="Equation" r:id="rId21" imgW="749160" imgH="330120" progId="Equation.DSMT4">
                    <p:embed/>
                  </p:oleObj>
                </mc:Choice>
                <mc:Fallback>
                  <p:oleObj name="Equation" r:id="rId21" imgW="749160" imgH="3301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FB095E17-F2D2-49F3-9CE7-FF1D9A74E3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851920" y="3064051"/>
                          <a:ext cx="749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5781C1A-01F8-4714-9589-19344AAB9F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5255605"/>
                </p:ext>
              </p:extLst>
            </p:nvPr>
          </p:nvGraphicFramePr>
          <p:xfrm>
            <a:off x="5568652" y="3048000"/>
            <a:ext cx="1358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244" name="Equation" r:id="rId23" imgW="1358640" imgH="380880" progId="Equation.DSMT4">
                    <p:embed/>
                  </p:oleObj>
                </mc:Choice>
                <mc:Fallback>
                  <p:oleObj name="Equation" r:id="rId23" imgW="1358640" imgH="3808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B82128E0-A966-4508-ADF1-740BE0504B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568652" y="3048000"/>
                          <a:ext cx="1358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1E2FE5D-1D88-4932-BBFD-65B98CCBA2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087922"/>
              </p:ext>
            </p:extLst>
          </p:nvPr>
        </p:nvGraphicFramePr>
        <p:xfrm>
          <a:off x="3347864" y="3714387"/>
          <a:ext cx="1930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45" name="Equation" r:id="rId25" imgW="1930320" imgH="355320" progId="Equation.DSMT4">
                  <p:embed/>
                </p:oleObj>
              </mc:Choice>
              <mc:Fallback>
                <p:oleObj name="Equation" r:id="rId25" imgW="193032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41FBCD6-3131-4D42-AFDB-437EFB4A3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47864" y="3714387"/>
                        <a:ext cx="1930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522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B341C0-EB1E-4852-8482-02025B4C47AA}"/>
              </a:ext>
            </a:extLst>
          </p:cNvPr>
          <p:cNvSpPr/>
          <p:nvPr/>
        </p:nvSpPr>
        <p:spPr>
          <a:xfrm>
            <a:off x="395536" y="69954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F4AF725-FFE4-4037-BB58-9BF07DD1D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942152"/>
              </p:ext>
            </p:extLst>
          </p:nvPr>
        </p:nvGraphicFramePr>
        <p:xfrm>
          <a:off x="1475656" y="1059582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0" name="Equation" r:id="rId3" imgW="4241520" imgH="736560" progId="Equation.DSMT4">
                  <p:embed/>
                </p:oleObj>
              </mc:Choice>
              <mc:Fallback>
                <p:oleObj name="Equation" r:id="rId3" imgW="424152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115AA13-BB09-4F75-B7E7-BD7A9EF2E8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6" y="1059582"/>
                        <a:ext cx="4241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A49AF41-F1AE-450E-A969-B8D547A9DAA1}"/>
              </a:ext>
            </a:extLst>
          </p:cNvPr>
          <p:cNvSpPr/>
          <p:nvPr/>
        </p:nvSpPr>
        <p:spPr>
          <a:xfrm>
            <a:off x="393552" y="206769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01C9490-F017-4343-8611-C011A7529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400278"/>
              </p:ext>
            </p:extLst>
          </p:nvPr>
        </p:nvGraphicFramePr>
        <p:xfrm>
          <a:off x="2483768" y="1995686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1" name="Equation" r:id="rId5" imgW="1625400" imgH="736560" progId="Equation.DSMT4">
                  <p:embed/>
                </p:oleObj>
              </mc:Choice>
              <mc:Fallback>
                <p:oleObj name="Equation" r:id="rId5" imgW="162540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B4DBF2A-83D1-49B6-A104-C2A92EAA9B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3768" y="1995686"/>
                        <a:ext cx="162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E25B4E0-D811-4E31-94EC-7D227E8AA097}"/>
              </a:ext>
            </a:extLst>
          </p:cNvPr>
          <p:cNvSpPr/>
          <p:nvPr/>
        </p:nvSpPr>
        <p:spPr>
          <a:xfrm>
            <a:off x="887598" y="2966174"/>
            <a:ext cx="7922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由有界闭区间上连续函数的介值定理得，至少存在一点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608C7CD-34F5-41C4-AD89-284DF84A5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908231"/>
              </p:ext>
            </p:extLst>
          </p:nvPr>
        </p:nvGraphicFramePr>
        <p:xfrm>
          <a:off x="393552" y="3638773"/>
          <a:ext cx="229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2" name="Equation" r:id="rId7" imgW="2298600" imgH="380880" progId="Equation.DSMT4">
                  <p:embed/>
                </p:oleObj>
              </mc:Choice>
              <mc:Fallback>
                <p:oleObj name="Equation" r:id="rId7" imgW="229860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64184E0-04A5-4166-B07D-EE3990ED54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3552" y="3638773"/>
                        <a:ext cx="2298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EF431D8-D479-435D-A13C-C93A46603F2F}"/>
              </a:ext>
            </a:extLst>
          </p:cNvPr>
          <p:cNvSpPr/>
          <p:nvPr/>
        </p:nvSpPr>
        <p:spPr>
          <a:xfrm>
            <a:off x="2692252" y="3598830"/>
            <a:ext cx="10876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F0007E8-F14F-4120-9741-E89D8F7603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764645"/>
              </p:ext>
            </p:extLst>
          </p:nvPr>
        </p:nvGraphicFramePr>
        <p:xfrm>
          <a:off x="3419872" y="3475040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3" name="Equation" r:id="rId9" imgW="1511280" imgH="736560" progId="Equation.DSMT4">
                  <p:embed/>
                </p:oleObj>
              </mc:Choice>
              <mc:Fallback>
                <p:oleObj name="Equation" r:id="rId9" imgW="151128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267BF26-3644-432F-B158-44ABC6D53F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9872" y="3475040"/>
                        <a:ext cx="1511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124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AC7627-6D38-445E-BFD9-DF2B497B7DF4}"/>
              </a:ext>
            </a:extLst>
          </p:cNvPr>
          <p:cNvSpPr/>
          <p:nvPr/>
        </p:nvSpPr>
        <p:spPr>
          <a:xfrm>
            <a:off x="683568" y="339502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ACBCF84-2C6C-4182-A286-DF9103539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35258"/>
              </p:ext>
            </p:extLst>
          </p:nvPr>
        </p:nvGraphicFramePr>
        <p:xfrm>
          <a:off x="2123157" y="398885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9" name="Equation" r:id="rId3" imgW="1815840" imgH="342720" progId="Equation.DSMT4">
                  <p:embed/>
                </p:oleObj>
              </mc:Choice>
              <mc:Fallback>
                <p:oleObj name="Equation" r:id="rId3" imgW="181584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E114A38-F58D-41FF-B469-94721F3A98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157" y="398885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4FB4623-F4EF-48C5-BA43-88A98992E1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939771"/>
              </p:ext>
            </p:extLst>
          </p:nvPr>
        </p:nvGraphicFramePr>
        <p:xfrm>
          <a:off x="4041848" y="398885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80" name="Equation" r:id="rId5" imgW="2031840" imgH="342720" progId="Equation.DSMT4">
                  <p:embed/>
                </p:oleObj>
              </mc:Choice>
              <mc:Fallback>
                <p:oleObj name="Equation" r:id="rId5" imgW="20318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DF07B14-A06B-4F47-A046-DD130509B4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41848" y="398885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F5AF4EC-6C49-41EB-B962-837562B299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296790"/>
              </p:ext>
            </p:extLst>
          </p:nvPr>
        </p:nvGraphicFramePr>
        <p:xfrm>
          <a:off x="6161824" y="259185"/>
          <a:ext cx="2159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81" name="Equation" r:id="rId7" imgW="2158920" imgH="482400" progId="Equation.DSMT4">
                  <p:embed/>
                </p:oleObj>
              </mc:Choice>
              <mc:Fallback>
                <p:oleObj name="Equation" r:id="rId7" imgW="2158920" imgH="482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0399A8D-23C6-4336-AA25-D9FB8A0CAE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61824" y="259185"/>
                        <a:ext cx="2159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5E9ECE97-7521-412C-831F-E9F4D2263C72}"/>
              </a:ext>
            </a:extLst>
          </p:cNvPr>
          <p:cNvSpPr/>
          <p:nvPr/>
        </p:nvSpPr>
        <p:spPr>
          <a:xfrm>
            <a:off x="107504" y="950414"/>
            <a:ext cx="4032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试证存在                  使得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0FD1F75-B42E-459E-B382-F6DBEFA20B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534937"/>
              </p:ext>
            </p:extLst>
          </p:nvPr>
        </p:nvGraphicFramePr>
        <p:xfrm>
          <a:off x="1390945" y="1017391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82" name="Equation" r:id="rId9" imgW="1193760" imgH="342720" progId="Equation.DSMT4">
                  <p:embed/>
                </p:oleObj>
              </mc:Choice>
              <mc:Fallback>
                <p:oleObj name="Equation" r:id="rId9" imgW="119376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774A02F-1F1B-4814-8246-A801C41C6F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0945" y="1017391"/>
                        <a:ext cx="119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B75E81B-FBA9-496B-AEAF-5C67D8EE4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301830"/>
              </p:ext>
            </p:extLst>
          </p:nvPr>
        </p:nvGraphicFramePr>
        <p:xfrm>
          <a:off x="3388968" y="1038170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83" name="Equation" r:id="rId11" imgW="1155600" imgH="342720" progId="Equation.DSMT4">
                  <p:embed/>
                </p:oleObj>
              </mc:Choice>
              <mc:Fallback>
                <p:oleObj name="Equation" r:id="rId11" imgW="115560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284FABD-C256-4642-ACD1-5F96D26440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88968" y="1038170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1BFA577-2B09-4BE6-8A1B-F1F7BF5B1C38}"/>
              </a:ext>
            </a:extLst>
          </p:cNvPr>
          <p:cNvSpPr/>
          <p:nvPr/>
        </p:nvSpPr>
        <p:spPr>
          <a:xfrm>
            <a:off x="629856" y="157651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6E2A240-1464-49A2-BB40-89DDF7D48339}"/>
              </a:ext>
            </a:extLst>
          </p:cNvPr>
          <p:cNvGrpSpPr/>
          <p:nvPr/>
        </p:nvGrpSpPr>
        <p:grpSpPr>
          <a:xfrm>
            <a:off x="876879" y="1516813"/>
            <a:ext cx="4559217" cy="514610"/>
            <a:chOff x="889582" y="1660827"/>
            <a:chExt cx="4559217" cy="51461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A254B1E-3872-4EB2-A22A-AF18D7CECF22}"/>
                </a:ext>
              </a:extLst>
            </p:cNvPr>
            <p:cNvSpPr/>
            <p:nvPr/>
          </p:nvSpPr>
          <p:spPr>
            <a:xfrm>
              <a:off x="889582" y="1713772"/>
              <a:ext cx="45592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不妨设                                     则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A09E6DD-CD6A-473B-BA9D-B1D0D7EC2D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967962"/>
                </p:ext>
              </p:extLst>
            </p:nvPr>
          </p:nvGraphicFramePr>
          <p:xfrm>
            <a:off x="2118971" y="1660827"/>
            <a:ext cx="25654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284" name="Equation" r:id="rId13" imgW="2565360" imgH="482400" progId="Equation.DSMT4">
                    <p:embed/>
                  </p:oleObj>
                </mc:Choice>
                <mc:Fallback>
                  <p:oleObj name="Equation" r:id="rId13" imgW="2565360" imgH="4824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8BFED41E-974E-4568-9F24-23B89304065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18971" y="1660827"/>
                          <a:ext cx="25654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6AFDD45-CFF6-4BFB-96E2-2AD2F58D3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375627"/>
              </p:ext>
            </p:extLst>
          </p:nvPr>
        </p:nvGraphicFramePr>
        <p:xfrm>
          <a:off x="2327049" y="2196693"/>
          <a:ext cx="359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85" name="Equation" r:id="rId15" imgW="3593880" imgH="736560" progId="Equation.DSMT4">
                  <p:embed/>
                </p:oleObj>
              </mc:Choice>
              <mc:Fallback>
                <p:oleObj name="Equation" r:id="rId15" imgW="359388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87B2911-E6F9-4BBD-BA12-3C0B77619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27049" y="2196693"/>
                        <a:ext cx="3594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00EE967A-E90A-4C20-A589-B983F45BE56F}"/>
              </a:ext>
            </a:extLst>
          </p:cNvPr>
          <p:cNvGrpSpPr/>
          <p:nvPr/>
        </p:nvGrpSpPr>
        <p:grpSpPr>
          <a:xfrm>
            <a:off x="166809" y="2870895"/>
            <a:ext cx="6853463" cy="723900"/>
            <a:chOff x="0" y="2351222"/>
            <a:chExt cx="6853463" cy="72390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F68A2B5-7C97-4FDB-93DD-46591CAD7FE0}"/>
                </a:ext>
              </a:extLst>
            </p:cNvPr>
            <p:cNvSpPr/>
            <p:nvPr/>
          </p:nvSpPr>
          <p:spPr>
            <a:xfrm>
              <a:off x="0" y="2513876"/>
              <a:ext cx="685346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极限的局部保号性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得，存在                         使得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331D60EB-EC11-4BEA-A570-630F06AED8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6828762"/>
                </p:ext>
              </p:extLst>
            </p:nvPr>
          </p:nvGraphicFramePr>
          <p:xfrm>
            <a:off x="4176464" y="2351222"/>
            <a:ext cx="17526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286" name="Equation" r:id="rId17" imgW="1752480" imgH="723600" progId="Equation.DSMT4">
                    <p:embed/>
                  </p:oleObj>
                </mc:Choice>
                <mc:Fallback>
                  <p:oleObj name="Equation" r:id="rId17" imgW="1752480" imgH="7236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CDFF4AD7-58AF-4DAB-B1DA-E6BE8BEA83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176464" y="2351222"/>
                          <a:ext cx="17526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BEFCC4E-E357-411D-BA10-8255A81B3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987129"/>
              </p:ext>
            </p:extLst>
          </p:nvPr>
        </p:nvGraphicFramePr>
        <p:xfrm>
          <a:off x="2390177" y="3844594"/>
          <a:ext cx="3149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87" name="Equation" r:id="rId19" imgW="3149280" imgH="799920" progId="Equation.DSMT4">
                  <p:embed/>
                </p:oleObj>
              </mc:Choice>
              <mc:Fallback>
                <p:oleObj name="Equation" r:id="rId19" imgW="3149280" imgH="7999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8B667FA-435C-416D-AA24-DFBD902855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90177" y="3844594"/>
                        <a:ext cx="31496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876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2DC8350-3B8C-4697-A7FC-6D1A7ADA9FF2}"/>
              </a:ext>
            </a:extLst>
          </p:cNvPr>
          <p:cNvGrpSpPr/>
          <p:nvPr/>
        </p:nvGrpSpPr>
        <p:grpSpPr>
          <a:xfrm>
            <a:off x="467545" y="267494"/>
            <a:ext cx="3403158" cy="461665"/>
            <a:chOff x="468755" y="444424"/>
            <a:chExt cx="3403158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F8F9A41-F1E1-4355-9B8F-07741BE712CE}"/>
                </a:ext>
              </a:extLst>
            </p:cNvPr>
            <p:cNvSpPr/>
            <p:nvPr/>
          </p:nvSpPr>
          <p:spPr>
            <a:xfrm>
              <a:off x="468755" y="444424"/>
              <a:ext cx="18002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            得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93A38C8-2809-4F78-A796-E4BE7756E9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6257170"/>
                </p:ext>
              </p:extLst>
            </p:nvPr>
          </p:nvGraphicFramePr>
          <p:xfrm>
            <a:off x="944298" y="465511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28" name="Equation" r:id="rId3" imgW="736560" imgH="380880" progId="Equation.DSMT4">
                    <p:embed/>
                  </p:oleObj>
                </mc:Choice>
                <mc:Fallback>
                  <p:oleObj name="Equation" r:id="rId3" imgW="736560" imgH="3808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B3D00CC-F6CE-44F0-8C1B-A97EAE35FA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44298" y="465511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6EC590A-0B64-4773-9A91-B7102F0B1D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2499660"/>
                </p:ext>
              </p:extLst>
            </p:nvPr>
          </p:nvGraphicFramePr>
          <p:xfrm>
            <a:off x="2640013" y="500063"/>
            <a:ext cx="1231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29" name="Equation" r:id="rId5" imgW="1231560" imgH="380880" progId="Equation.DSMT4">
                    <p:embed/>
                  </p:oleObj>
                </mc:Choice>
                <mc:Fallback>
                  <p:oleObj name="Equation" r:id="rId5" imgW="12315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1B32AAE5-978E-4824-99E1-6EAACB76960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40013" y="500063"/>
                          <a:ext cx="1231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177DAD4-A524-4090-B8BB-13C64E19619E}"/>
              </a:ext>
            </a:extLst>
          </p:cNvPr>
          <p:cNvGrpSpPr/>
          <p:nvPr/>
        </p:nvGrpSpPr>
        <p:grpSpPr>
          <a:xfrm>
            <a:off x="943088" y="807320"/>
            <a:ext cx="4656402" cy="736600"/>
            <a:chOff x="944298" y="984250"/>
            <a:chExt cx="4656402" cy="736600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A95618E-8A7A-4EA0-B2B3-43DD9B7247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3244190"/>
                </p:ext>
              </p:extLst>
            </p:nvPr>
          </p:nvGraphicFramePr>
          <p:xfrm>
            <a:off x="2057400" y="984250"/>
            <a:ext cx="3543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30" name="Equation" r:id="rId7" imgW="3543120" imgH="736560" progId="Equation.DSMT4">
                    <p:embed/>
                  </p:oleObj>
                </mc:Choice>
                <mc:Fallback>
                  <p:oleObj name="Equation" r:id="rId7" imgW="3543120" imgH="73656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39986A79-9608-4BD6-994F-207F1FAE376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57400" y="984250"/>
                          <a:ext cx="3543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C2F9E7A-3893-4AEC-AD72-8A3167937777}"/>
                </a:ext>
              </a:extLst>
            </p:cNvPr>
            <p:cNvSpPr/>
            <p:nvPr/>
          </p:nvSpPr>
          <p:spPr>
            <a:xfrm>
              <a:off x="944298" y="1153192"/>
              <a:ext cx="6045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</a:t>
              </a:r>
              <a:endParaRPr lang="zh-CN" altLang="en-US" sz="2400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DF65E19-1035-42BD-B94A-7B11F414C693}"/>
              </a:ext>
            </a:extLst>
          </p:cNvPr>
          <p:cNvGrpSpPr/>
          <p:nvPr/>
        </p:nvGrpSpPr>
        <p:grpSpPr>
          <a:xfrm>
            <a:off x="416041" y="1490743"/>
            <a:ext cx="6938047" cy="723900"/>
            <a:chOff x="417251" y="1667673"/>
            <a:chExt cx="6938047" cy="723900"/>
          </a:xfrm>
        </p:grpSpPr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11F57669-A568-4509-AA87-D6468C2A72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8373256"/>
                </p:ext>
              </p:extLst>
            </p:nvPr>
          </p:nvGraphicFramePr>
          <p:xfrm>
            <a:off x="4523190" y="1667673"/>
            <a:ext cx="18034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31" name="Equation" r:id="rId9" imgW="1803240" imgH="723600" progId="Equation.DSMT4">
                    <p:embed/>
                  </p:oleObj>
                </mc:Choice>
                <mc:Fallback>
                  <p:oleObj name="Equation" r:id="rId9" imgW="1803240" imgH="7236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0F4362F7-13AA-44B5-BCC9-F955C6DD89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23190" y="1667673"/>
                          <a:ext cx="18034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868C027-733A-452D-BECE-161D7987576E}"/>
                </a:ext>
              </a:extLst>
            </p:cNvPr>
            <p:cNvSpPr/>
            <p:nvPr/>
          </p:nvSpPr>
          <p:spPr>
            <a:xfrm>
              <a:off x="417251" y="1798791"/>
              <a:ext cx="69380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极限的局部保号性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得，存在                         使得</a:t>
              </a:r>
              <a:endParaRPr lang="zh-CN" altLang="en-US" sz="2400" dirty="0"/>
            </a:p>
          </p:txBody>
        </p: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A108734-1AAA-46C6-A16B-66779BD476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353197"/>
              </p:ext>
            </p:extLst>
          </p:nvPr>
        </p:nvGraphicFramePr>
        <p:xfrm>
          <a:off x="1789912" y="2335664"/>
          <a:ext cx="3213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32" name="Equation" r:id="rId11" imgW="3213000" imgH="799920" progId="Equation.DSMT4">
                  <p:embed/>
                </p:oleObj>
              </mc:Choice>
              <mc:Fallback>
                <p:oleObj name="Equation" r:id="rId11" imgW="3213000" imgH="7999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5501E4C-EAD9-4E50-B02A-4E06A41E22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89912" y="2335664"/>
                        <a:ext cx="32131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0CC1050F-960C-422D-8E59-882C6F455CEB}"/>
              </a:ext>
            </a:extLst>
          </p:cNvPr>
          <p:cNvGrpSpPr/>
          <p:nvPr/>
        </p:nvGrpSpPr>
        <p:grpSpPr>
          <a:xfrm>
            <a:off x="446204" y="3187739"/>
            <a:ext cx="3375094" cy="461665"/>
            <a:chOff x="447414" y="3364669"/>
            <a:chExt cx="3375094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9A4E49B-872A-49AF-A106-3A3668A32811}"/>
                </a:ext>
              </a:extLst>
            </p:cNvPr>
            <p:cNvSpPr/>
            <p:nvPr/>
          </p:nvSpPr>
          <p:spPr>
            <a:xfrm>
              <a:off x="447414" y="3364669"/>
              <a:ext cx="182154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            得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ADACA22-E3B6-4303-A1F9-C2C625F2BA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9127063"/>
                </p:ext>
              </p:extLst>
            </p:nvPr>
          </p:nvGraphicFramePr>
          <p:xfrm>
            <a:off x="922958" y="3421267"/>
            <a:ext cx="749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33" name="Equation" r:id="rId13" imgW="749160" imgH="380880" progId="Equation.DSMT4">
                    <p:embed/>
                  </p:oleObj>
                </mc:Choice>
                <mc:Fallback>
                  <p:oleObj name="Equation" r:id="rId13" imgW="749160" imgH="380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7DDE63CF-44A2-443B-8267-5E847688A8A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22958" y="3421267"/>
                          <a:ext cx="749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7670424-6BBD-4342-8965-C993AD76FF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6689152"/>
                </p:ext>
              </p:extLst>
            </p:nvPr>
          </p:nvGraphicFramePr>
          <p:xfrm>
            <a:off x="2565208" y="3415636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34" name="Equation" r:id="rId15" imgW="1257120" imgH="380880" progId="Equation.DSMT4">
                    <p:embed/>
                  </p:oleObj>
                </mc:Choice>
                <mc:Fallback>
                  <p:oleObj name="Equation" r:id="rId15" imgW="1257120" imgH="3808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6A7615BD-3A1E-4A73-9C53-11CC3B8594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65208" y="3415636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EC9116-5536-43E4-8ABF-84BBC21C75D4}"/>
              </a:ext>
            </a:extLst>
          </p:cNvPr>
          <p:cNvGrpSpPr/>
          <p:nvPr/>
        </p:nvGrpSpPr>
        <p:grpSpPr>
          <a:xfrm>
            <a:off x="916690" y="3778312"/>
            <a:ext cx="7759766" cy="461665"/>
            <a:chOff x="981281" y="4201289"/>
            <a:chExt cx="7759766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5BAC2C4-009E-448A-AA32-126E89A4C76E}"/>
                </a:ext>
              </a:extLst>
            </p:cNvPr>
            <p:cNvSpPr/>
            <p:nvPr/>
          </p:nvSpPr>
          <p:spPr>
            <a:xfrm>
              <a:off x="981281" y="4201289"/>
              <a:ext cx="77597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                           由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零点定理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得，存在</a:t>
              </a:r>
              <a:endParaRPr lang="zh-CN" altLang="en-US" sz="2400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E6619EA0-8346-4A9E-B5CE-C187A5365D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2328771"/>
                </p:ext>
              </p:extLst>
            </p:nvPr>
          </p:nvGraphicFramePr>
          <p:xfrm>
            <a:off x="1413329" y="4241621"/>
            <a:ext cx="200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35" name="Equation" r:id="rId17" imgW="2006280" imgH="380880" progId="Equation.DSMT4">
                    <p:embed/>
                  </p:oleObj>
                </mc:Choice>
                <mc:Fallback>
                  <p:oleObj name="Equation" r:id="rId17" imgW="2006280" imgH="3808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8D174048-B482-4137-A8FA-344BEA1ABA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13329" y="4241621"/>
                          <a:ext cx="200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EF03AC23-4585-441D-90D8-20CB630712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4368430"/>
                </p:ext>
              </p:extLst>
            </p:nvPr>
          </p:nvGraphicFramePr>
          <p:xfrm>
            <a:off x="6237865" y="4238331"/>
            <a:ext cx="2311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36" name="Equation" r:id="rId19" imgW="2311200" imgH="380880" progId="Equation.DSMT4">
                    <p:embed/>
                  </p:oleObj>
                </mc:Choice>
                <mc:Fallback>
                  <p:oleObj name="Equation" r:id="rId19" imgW="231120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79C38399-6B8D-417B-9045-3A0DF436CC0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237865" y="4238331"/>
                          <a:ext cx="2311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86911184-59F4-4D19-ABC4-0CAF36D85007}"/>
              </a:ext>
            </a:extLst>
          </p:cNvPr>
          <p:cNvSpPr/>
          <p:nvPr/>
        </p:nvSpPr>
        <p:spPr>
          <a:xfrm>
            <a:off x="446204" y="441104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zh-CN" altLang="en-US" sz="2400" dirty="0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42C5B32-C18E-4D9D-844B-120BB3586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072358"/>
              </p:ext>
            </p:extLst>
          </p:nvPr>
        </p:nvGraphicFramePr>
        <p:xfrm>
          <a:off x="1245376" y="4461218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37" name="Equation" r:id="rId21" imgW="1155600" imgH="342720" progId="Equation.DSMT4">
                  <p:embed/>
                </p:oleObj>
              </mc:Choice>
              <mc:Fallback>
                <p:oleObj name="Equation" r:id="rId21" imgW="1155600" imgH="3427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57CE6E4-7992-4DEE-85A8-65E3C89AD9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45376" y="4461218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704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038FA32-59E6-4153-A30E-A4AA0B62FC02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123478"/>
            <a:ext cx="436721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利用泰勒公式证明不等式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6E4BABA-70A6-4651-A27E-1B5F4F913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85" y="763304"/>
            <a:ext cx="2085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证明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22563BFA-83C9-4E84-83BE-39C082B0C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601504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证</a:t>
            </a:r>
            <a:endParaRPr lang="en-US" altLang="zh-CN" sz="2400" b="1" dirty="0">
              <a:solidFill>
                <a:srgbClr val="0064FF"/>
              </a:solidFill>
            </a:endParaRP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CF02CDBF-41D7-4485-B3EA-C450995F06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499834"/>
              </p:ext>
            </p:extLst>
          </p:nvPr>
        </p:nvGraphicFramePr>
        <p:xfrm>
          <a:off x="1733660" y="1488807"/>
          <a:ext cx="213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2" name="Equation" r:id="rId3" imgW="2133360" imgH="609480" progId="Equation.DSMT4">
                  <p:embed/>
                </p:oleObj>
              </mc:Choice>
              <mc:Fallback>
                <p:oleObj name="Equation" r:id="rId3" imgW="2133360" imgH="6094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BB8E431-11FA-46B7-9473-61F2E5E89E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660" y="1488807"/>
                        <a:ext cx="2133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9">
            <a:extLst>
              <a:ext uri="{FF2B5EF4-FFF2-40B4-BE49-F238E27FC236}">
                <a16:creationId xmlns:a16="http://schemas.microsoft.com/office/drawing/2014/main" id="{7F190EC6-AA38-4FDE-860B-F11D5F1604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88571"/>
              </p:ext>
            </p:extLst>
          </p:nvPr>
        </p:nvGraphicFramePr>
        <p:xfrm>
          <a:off x="6297960" y="2584495"/>
          <a:ext cx="1346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3" name="Equation" r:id="rId5" imgW="1346040" imgH="342720" progId="Equation.DSMT4">
                  <p:embed/>
                </p:oleObj>
              </mc:Choice>
              <mc:Fallback>
                <p:oleObj name="Equation" r:id="rId5" imgW="1346040" imgH="342720" progId="Equation.DSMT4">
                  <p:embed/>
                  <p:pic>
                    <p:nvPicPr>
                      <p:cNvPr id="11" name="Object 39">
                        <a:extLst>
                          <a:ext uri="{FF2B5EF4-FFF2-40B4-BE49-F238E27FC236}">
                            <a16:creationId xmlns:a16="http://schemas.microsoft.com/office/drawing/2014/main" id="{8F325E76-1A2A-44E3-9D6E-CD38516FED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7960" y="2584495"/>
                        <a:ext cx="1346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7">
            <a:extLst>
              <a:ext uri="{FF2B5EF4-FFF2-40B4-BE49-F238E27FC236}">
                <a16:creationId xmlns:a16="http://schemas.microsoft.com/office/drawing/2014/main" id="{6CCE285E-C6DB-4408-80B3-371A577DE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145387"/>
              </p:ext>
            </p:extLst>
          </p:nvPr>
        </p:nvGraphicFramePr>
        <p:xfrm>
          <a:off x="2668960" y="2362245"/>
          <a:ext cx="353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4" name="Equation" r:id="rId7" imgW="3530520" imgH="787320" progId="Equation.DSMT4">
                  <p:embed/>
                </p:oleObj>
              </mc:Choice>
              <mc:Fallback>
                <p:oleObj name="Equation" r:id="rId7" imgW="3530520" imgH="787320" progId="Equation.DSMT4">
                  <p:embed/>
                  <p:pic>
                    <p:nvPicPr>
                      <p:cNvPr id="12" name="Object 37">
                        <a:extLst>
                          <a:ext uri="{FF2B5EF4-FFF2-40B4-BE49-F238E27FC236}">
                            <a16:creationId xmlns:a16="http://schemas.microsoft.com/office/drawing/2014/main" id="{614AD85A-EE1E-4018-B317-FC50309763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960" y="2362245"/>
                        <a:ext cx="3530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>
            <a:extLst>
              <a:ext uri="{FF2B5EF4-FFF2-40B4-BE49-F238E27FC236}">
                <a16:creationId xmlns:a16="http://schemas.microsoft.com/office/drawing/2014/main" id="{F1B72D2F-E5C0-4C98-A643-FAE3EC22E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772" y="1611052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因为</a:t>
            </a:r>
            <a:endParaRPr lang="en-US" altLang="zh-CN" sz="2400" b="1" dirty="0"/>
          </a:p>
        </p:txBody>
      </p:sp>
      <p:graphicFrame>
        <p:nvGraphicFramePr>
          <p:cNvPr id="9" name="Object 40">
            <a:extLst>
              <a:ext uri="{FF2B5EF4-FFF2-40B4-BE49-F238E27FC236}">
                <a16:creationId xmlns:a16="http://schemas.microsoft.com/office/drawing/2014/main" id="{0734B19F-6B8A-4C95-84DF-3E521E993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496808"/>
              </p:ext>
            </p:extLst>
          </p:nvPr>
        </p:nvGraphicFramePr>
        <p:xfrm>
          <a:off x="1401416" y="3603708"/>
          <a:ext cx="40354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5" name="Equation" r:id="rId9" imgW="4038480" imgH="774360" progId="Equation.DSMT4">
                  <p:embed/>
                </p:oleObj>
              </mc:Choice>
              <mc:Fallback>
                <p:oleObj name="Equation" r:id="rId9" imgW="4038480" imgH="774360" progId="Equation.DSMT4">
                  <p:embed/>
                  <p:pic>
                    <p:nvPicPr>
                      <p:cNvPr id="17" name="Object 40">
                        <a:extLst>
                          <a:ext uri="{FF2B5EF4-FFF2-40B4-BE49-F238E27FC236}">
                            <a16:creationId xmlns:a16="http://schemas.microsoft.com/office/drawing/2014/main" id="{2D9600F9-221B-4EA1-9BBE-B9B6F3960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416" y="3603708"/>
                        <a:ext cx="40354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>
            <a:extLst>
              <a:ext uri="{FF2B5EF4-FFF2-40B4-BE49-F238E27FC236}">
                <a16:creationId xmlns:a16="http://schemas.microsoft.com/office/drawing/2014/main" id="{B48BCBD1-20EC-4728-BF82-1C6BF797A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340" y="3760226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所以</a:t>
            </a:r>
            <a:endParaRPr lang="en-US" altLang="zh-CN" sz="2400" b="1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341B0A0-7506-445D-BA8B-393D5AC06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716769"/>
              </p:ext>
            </p:extLst>
          </p:nvPr>
        </p:nvGraphicFramePr>
        <p:xfrm>
          <a:off x="1625972" y="643311"/>
          <a:ext cx="3352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6" name="Equation" r:id="rId11" imgW="3352680" imgH="774360" progId="Equation.DSMT4">
                  <p:embed/>
                </p:oleObj>
              </mc:Choice>
              <mc:Fallback>
                <p:oleObj name="Equation" r:id="rId11" imgW="3352680" imgH="7743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BDBEE423-CFCB-4932-8601-F48115E79A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25972" y="643311"/>
                        <a:ext cx="3352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1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6104DC2-8992-4B5F-A725-09AF10D79733}"/>
              </a:ext>
            </a:extLst>
          </p:cNvPr>
          <p:cNvSpPr txBox="1">
            <a:spLocks noChangeArrowheads="1"/>
          </p:cNvSpPr>
          <p:nvPr/>
        </p:nvSpPr>
        <p:spPr>
          <a:xfrm>
            <a:off x="574675" y="246792"/>
            <a:ext cx="11366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CF224633-FD0E-4B9C-AE38-93C1E69AA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459902"/>
              </p:ext>
            </p:extLst>
          </p:nvPr>
        </p:nvGraphicFramePr>
        <p:xfrm>
          <a:off x="1475656" y="339502"/>
          <a:ext cx="264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46" name="Equation" r:id="rId3" imgW="2641320" imgH="380880" progId="Equation.DSMT4">
                  <p:embed/>
                </p:oleObj>
              </mc:Choice>
              <mc:Fallback>
                <p:oleObj name="Equation" r:id="rId3" imgW="2641320" imgH="3808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B5D7A430-D32B-4F41-B53B-1F22E3CEC0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39502"/>
                        <a:ext cx="2641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18D7718-E659-4E1D-869D-2291BFB59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484302"/>
              </p:ext>
            </p:extLst>
          </p:nvPr>
        </p:nvGraphicFramePr>
        <p:xfrm>
          <a:off x="4145816" y="161702"/>
          <a:ext cx="135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47" name="Equation" r:id="rId5" imgW="1358640" imgH="736560" progId="Equation.DSMT4">
                  <p:embed/>
                </p:oleObj>
              </mc:Choice>
              <mc:Fallback>
                <p:oleObj name="Equation" r:id="rId5" imgW="1358640" imgH="73656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571D9977-3D78-491E-9379-0A6E69BCC9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816" y="161702"/>
                        <a:ext cx="1358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>
            <a:extLst>
              <a:ext uri="{FF2B5EF4-FFF2-40B4-BE49-F238E27FC236}">
                <a16:creationId xmlns:a16="http://schemas.microsoft.com/office/drawing/2014/main" id="{FE3BC6F6-4E65-44D5-99E4-474915E80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014582"/>
            <a:ext cx="2203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</a:rPr>
              <a:t>证</a:t>
            </a:r>
            <a:r>
              <a:rPr lang="en-US" altLang="zh-CN" sz="2400" b="1" dirty="0"/>
              <a:t>  </a:t>
            </a:r>
            <a:r>
              <a:rPr lang="zh-CN" altLang="en-US" sz="2400" b="1" dirty="0"/>
              <a:t>只要证</a:t>
            </a:r>
          </a:p>
        </p:txBody>
      </p:sp>
      <p:graphicFrame>
        <p:nvGraphicFramePr>
          <p:cNvPr id="6" name="Object 14">
            <a:extLst>
              <a:ext uri="{FF2B5EF4-FFF2-40B4-BE49-F238E27FC236}">
                <a16:creationId xmlns:a16="http://schemas.microsoft.com/office/drawing/2014/main" id="{3DFB8076-BC72-4DD5-8646-22DA87836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565711"/>
              </p:ext>
            </p:extLst>
          </p:nvPr>
        </p:nvGraphicFramePr>
        <p:xfrm>
          <a:off x="2215416" y="1022297"/>
          <a:ext cx="386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48" name="Equation" r:id="rId7" imgW="3860640" imgH="406080" progId="Equation.DSMT4">
                  <p:embed/>
                </p:oleObj>
              </mc:Choice>
              <mc:Fallback>
                <p:oleObj name="Equation" r:id="rId7" imgW="3860640" imgH="406080" progId="Equation.DSMT4">
                  <p:embed/>
                  <p:pic>
                    <p:nvPicPr>
                      <p:cNvPr id="6" name="Object 14">
                        <a:extLst>
                          <a:ext uri="{FF2B5EF4-FFF2-40B4-BE49-F238E27FC236}">
                            <a16:creationId xmlns:a16="http://schemas.microsoft.com/office/drawing/2014/main" id="{608C42F0-DE8C-417E-8AA7-DE9A3712DD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5416" y="1022297"/>
                        <a:ext cx="386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7">
            <a:extLst>
              <a:ext uri="{FF2B5EF4-FFF2-40B4-BE49-F238E27FC236}">
                <a16:creationId xmlns:a16="http://schemas.microsoft.com/office/drawing/2014/main" id="{9426BE53-023D-43CD-B500-E72D339D3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26275"/>
              </p:ext>
            </p:extLst>
          </p:nvPr>
        </p:nvGraphicFramePr>
        <p:xfrm>
          <a:off x="907232" y="1543231"/>
          <a:ext cx="323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49" name="Equation" r:id="rId9" imgW="3238200" imgH="406080" progId="Equation.DSMT4">
                  <p:embed/>
                </p:oleObj>
              </mc:Choice>
              <mc:Fallback>
                <p:oleObj name="Equation" r:id="rId9" imgW="3238200" imgH="406080" progId="Equation.DSMT4">
                  <p:embed/>
                  <p:pic>
                    <p:nvPicPr>
                      <p:cNvPr id="7" name="Object 37">
                        <a:extLst>
                          <a:ext uri="{FF2B5EF4-FFF2-40B4-BE49-F238E27FC236}">
                            <a16:creationId xmlns:a16="http://schemas.microsoft.com/office/drawing/2014/main" id="{054C1645-ED3F-4E7F-8292-550BA248BD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232" y="1543231"/>
                        <a:ext cx="3238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8">
            <a:extLst>
              <a:ext uri="{FF2B5EF4-FFF2-40B4-BE49-F238E27FC236}">
                <a16:creationId xmlns:a16="http://schemas.microsoft.com/office/drawing/2014/main" id="{BF6D8B91-CA90-40D6-8E19-931ABEDB3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615430"/>
              </p:ext>
            </p:extLst>
          </p:nvPr>
        </p:nvGraphicFramePr>
        <p:xfrm>
          <a:off x="4310236" y="1604302"/>
          <a:ext cx="148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0" name="Equation" r:id="rId11" imgW="1485720" imgH="380880" progId="Equation.DSMT4">
                  <p:embed/>
                </p:oleObj>
              </mc:Choice>
              <mc:Fallback>
                <p:oleObj name="Equation" r:id="rId11" imgW="1485720" imgH="380880" progId="Equation.DSMT4">
                  <p:embed/>
                  <p:pic>
                    <p:nvPicPr>
                      <p:cNvPr id="8" name="Object 38">
                        <a:extLst>
                          <a:ext uri="{FF2B5EF4-FFF2-40B4-BE49-F238E27FC236}">
                            <a16:creationId xmlns:a16="http://schemas.microsoft.com/office/drawing/2014/main" id="{EBA4885B-F7C7-439E-85D5-3DA97A2D5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236" y="1604302"/>
                        <a:ext cx="1485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9">
            <a:extLst>
              <a:ext uri="{FF2B5EF4-FFF2-40B4-BE49-F238E27FC236}">
                <a16:creationId xmlns:a16="http://schemas.microsoft.com/office/drawing/2014/main" id="{EC31193D-AFEB-4D59-99AC-0C4CDE8ED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362422"/>
              </p:ext>
            </p:extLst>
          </p:nvPr>
        </p:nvGraphicFramePr>
        <p:xfrm>
          <a:off x="1186632" y="2065569"/>
          <a:ext cx="267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1" name="Equation" r:id="rId13" imgW="2679480" imgH="406080" progId="Equation.DSMT4">
                  <p:embed/>
                </p:oleObj>
              </mc:Choice>
              <mc:Fallback>
                <p:oleObj name="Equation" r:id="rId13" imgW="2679480" imgH="406080" progId="Equation.DSMT4">
                  <p:embed/>
                  <p:pic>
                    <p:nvPicPr>
                      <p:cNvPr id="9" name="Object 39">
                        <a:extLst>
                          <a:ext uri="{FF2B5EF4-FFF2-40B4-BE49-F238E27FC236}">
                            <a16:creationId xmlns:a16="http://schemas.microsoft.com/office/drawing/2014/main" id="{E787B701-2F0C-4629-B2CA-1C557DE4B7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6632" y="2065569"/>
                        <a:ext cx="2679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0">
            <a:extLst>
              <a:ext uri="{FF2B5EF4-FFF2-40B4-BE49-F238E27FC236}">
                <a16:creationId xmlns:a16="http://schemas.microsoft.com/office/drawing/2014/main" id="{1656D09A-DEA3-430E-BBF7-3BBF244945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354535"/>
              </p:ext>
            </p:extLst>
          </p:nvPr>
        </p:nvGraphicFramePr>
        <p:xfrm>
          <a:off x="4298216" y="2097196"/>
          <a:ext cx="120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2" name="Equation" r:id="rId15" imgW="1206360" imgH="355320" progId="Equation.DSMT4">
                  <p:embed/>
                </p:oleObj>
              </mc:Choice>
              <mc:Fallback>
                <p:oleObj name="Equation" r:id="rId15" imgW="1206360" imgH="355320" progId="Equation.DSMT4">
                  <p:embed/>
                  <p:pic>
                    <p:nvPicPr>
                      <p:cNvPr id="10" name="Object 40">
                        <a:extLst>
                          <a:ext uri="{FF2B5EF4-FFF2-40B4-BE49-F238E27FC236}">
                            <a16:creationId xmlns:a16="http://schemas.microsoft.com/office/drawing/2014/main" id="{1AD7AEAF-9DBB-407D-ACF3-CDD5AF6462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216" y="2097196"/>
                        <a:ext cx="1206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1">
            <a:extLst>
              <a:ext uri="{FF2B5EF4-FFF2-40B4-BE49-F238E27FC236}">
                <a16:creationId xmlns:a16="http://schemas.microsoft.com/office/drawing/2014/main" id="{8367A646-3BA6-4F97-BD29-3008B94298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273932"/>
              </p:ext>
            </p:extLst>
          </p:nvPr>
        </p:nvGraphicFramePr>
        <p:xfrm>
          <a:off x="1168376" y="2583863"/>
          <a:ext cx="393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3" name="Equation" r:id="rId17" imgW="3936960" imgH="406080" progId="Equation.DSMT4">
                  <p:embed/>
                </p:oleObj>
              </mc:Choice>
              <mc:Fallback>
                <p:oleObj name="Equation" r:id="rId17" imgW="3936960" imgH="406080" progId="Equation.DSMT4">
                  <p:embed/>
                  <p:pic>
                    <p:nvPicPr>
                      <p:cNvPr id="11" name="Object 41">
                        <a:extLst>
                          <a:ext uri="{FF2B5EF4-FFF2-40B4-BE49-F238E27FC236}">
                            <a16:creationId xmlns:a16="http://schemas.microsoft.com/office/drawing/2014/main" id="{51B043BA-7317-4630-88F4-D6A23217F6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376" y="2583863"/>
                        <a:ext cx="3937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2">
            <a:extLst>
              <a:ext uri="{FF2B5EF4-FFF2-40B4-BE49-F238E27FC236}">
                <a16:creationId xmlns:a16="http://schemas.microsoft.com/office/drawing/2014/main" id="{1DB81744-072F-4CDC-BFE9-8E8EDB820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715" y="3128658"/>
            <a:ext cx="31005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一阶泰勒公式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13" name="Object 43">
            <a:extLst>
              <a:ext uri="{FF2B5EF4-FFF2-40B4-BE49-F238E27FC236}">
                <a16:creationId xmlns:a16="http://schemas.microsoft.com/office/drawing/2014/main" id="{2AFB9FED-1AE8-4853-9220-AE6B6F65C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668565"/>
              </p:ext>
            </p:extLst>
          </p:nvPr>
        </p:nvGraphicFramePr>
        <p:xfrm>
          <a:off x="779715" y="3527202"/>
          <a:ext cx="3898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4" name="Equation" r:id="rId19" imgW="3898800" imgH="799920" progId="Equation.DSMT4">
                  <p:embed/>
                </p:oleObj>
              </mc:Choice>
              <mc:Fallback>
                <p:oleObj name="Equation" r:id="rId19" imgW="3898800" imgH="799920" progId="Equation.DSMT4">
                  <p:embed/>
                  <p:pic>
                    <p:nvPicPr>
                      <p:cNvPr id="13" name="Object 43">
                        <a:extLst>
                          <a:ext uri="{FF2B5EF4-FFF2-40B4-BE49-F238E27FC236}">
                            <a16:creationId xmlns:a16="http://schemas.microsoft.com/office/drawing/2014/main" id="{4CC317B7-F08E-407B-9784-D3D66EFA19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15" y="3527202"/>
                        <a:ext cx="3898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4">
            <a:extLst>
              <a:ext uri="{FF2B5EF4-FFF2-40B4-BE49-F238E27FC236}">
                <a16:creationId xmlns:a16="http://schemas.microsoft.com/office/drawing/2014/main" id="{8B56912D-26D1-4691-BAD7-CEA5DA181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55102"/>
              </p:ext>
            </p:extLst>
          </p:nvPr>
        </p:nvGraphicFramePr>
        <p:xfrm>
          <a:off x="4678615" y="3659345"/>
          <a:ext cx="398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5" name="Equation" r:id="rId21" imgW="3987720" imgH="406080" progId="Equation.DSMT4">
                  <p:embed/>
                </p:oleObj>
              </mc:Choice>
              <mc:Fallback>
                <p:oleObj name="Equation" r:id="rId21" imgW="3987720" imgH="406080" progId="Equation.DSMT4">
                  <p:embed/>
                  <p:pic>
                    <p:nvPicPr>
                      <p:cNvPr id="14" name="Object 44">
                        <a:extLst>
                          <a:ext uri="{FF2B5EF4-FFF2-40B4-BE49-F238E27FC236}">
                            <a16:creationId xmlns:a16="http://schemas.microsoft.com/office/drawing/2014/main" id="{635CE8B8-949C-4A3C-830E-E979FD9ADA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8615" y="3659345"/>
                        <a:ext cx="3987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5">
            <a:extLst>
              <a:ext uri="{FF2B5EF4-FFF2-40B4-BE49-F238E27FC236}">
                <a16:creationId xmlns:a16="http://schemas.microsoft.com/office/drawing/2014/main" id="{0C9CB482-ECA1-4C9A-B2CC-75FF38550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715" y="4269107"/>
            <a:ext cx="25058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故原不等式成立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341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DBC4663B-64B5-4C25-AB5C-A8107F8FEFD7}"/>
              </a:ext>
            </a:extLst>
          </p:cNvPr>
          <p:cNvSpPr txBox="1">
            <a:spLocks/>
          </p:cNvSpPr>
          <p:nvPr/>
        </p:nvSpPr>
        <p:spPr>
          <a:xfrm>
            <a:off x="1300163" y="2067694"/>
            <a:ext cx="64008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第四节 函数的单调性与曲线的凹凸性</a:t>
            </a:r>
          </a:p>
        </p:txBody>
      </p:sp>
    </p:spTree>
    <p:extLst>
      <p:ext uri="{BB962C8B-B14F-4D97-AF65-F5344CB8AC3E}">
        <p14:creationId xmlns:p14="http://schemas.microsoft.com/office/powerpoint/2010/main" val="1835838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20848" y="507938"/>
            <a:ext cx="4344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函数单调性的判定法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17525" y="1262608"/>
            <a:ext cx="4054475" cy="3181350"/>
            <a:chOff x="517525" y="1262608"/>
            <a:chExt cx="4054475" cy="3181350"/>
          </a:xfrm>
        </p:grpSpPr>
        <p:sp>
          <p:nvSpPr>
            <p:cNvPr id="143361" name="AutoShape 29">
              <a:extLst>
                <a:ext uri="{FF2B5EF4-FFF2-40B4-BE49-F238E27FC236}">
                  <a16:creationId xmlns:a16="http://schemas.microsoft.com/office/drawing/2014/main" id="{4DD415E0-F73A-4BA8-BBA7-1ED777F05CE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17525" y="1262608"/>
              <a:ext cx="4054475" cy="318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371" name="Freeform 38">
              <a:extLst>
                <a:ext uri="{FF2B5EF4-FFF2-40B4-BE49-F238E27FC236}">
                  <a16:creationId xmlns:a16="http://schemas.microsoft.com/office/drawing/2014/main" id="{D35766E8-5DCD-4C5F-B115-0A8FA9FEE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948" y="2008959"/>
              <a:ext cx="2198688" cy="1852613"/>
            </a:xfrm>
            <a:custGeom>
              <a:avLst/>
              <a:gdLst>
                <a:gd name="T0" fmla="*/ 21 w 1385"/>
                <a:gd name="T1" fmla="*/ 1149 h 1167"/>
                <a:gd name="T2" fmla="*/ 47 w 1385"/>
                <a:gd name="T3" fmla="*/ 1127 h 1167"/>
                <a:gd name="T4" fmla="*/ 75 w 1385"/>
                <a:gd name="T5" fmla="*/ 1104 h 1167"/>
                <a:gd name="T6" fmla="*/ 101 w 1385"/>
                <a:gd name="T7" fmla="*/ 1081 h 1167"/>
                <a:gd name="T8" fmla="*/ 128 w 1385"/>
                <a:gd name="T9" fmla="*/ 1059 h 1167"/>
                <a:gd name="T10" fmla="*/ 156 w 1385"/>
                <a:gd name="T11" fmla="*/ 1035 h 1167"/>
                <a:gd name="T12" fmla="*/ 182 w 1385"/>
                <a:gd name="T13" fmla="*/ 1013 h 1167"/>
                <a:gd name="T14" fmla="*/ 210 w 1385"/>
                <a:gd name="T15" fmla="*/ 991 h 1167"/>
                <a:gd name="T16" fmla="*/ 236 w 1385"/>
                <a:gd name="T17" fmla="*/ 967 h 1167"/>
                <a:gd name="T18" fmla="*/ 264 w 1385"/>
                <a:gd name="T19" fmla="*/ 945 h 1167"/>
                <a:gd name="T20" fmla="*/ 290 w 1385"/>
                <a:gd name="T21" fmla="*/ 922 h 1167"/>
                <a:gd name="T22" fmla="*/ 317 w 1385"/>
                <a:gd name="T23" fmla="*/ 899 h 1167"/>
                <a:gd name="T24" fmla="*/ 345 w 1385"/>
                <a:gd name="T25" fmla="*/ 877 h 1167"/>
                <a:gd name="T26" fmla="*/ 371 w 1385"/>
                <a:gd name="T27" fmla="*/ 853 h 1167"/>
                <a:gd name="T28" fmla="*/ 399 w 1385"/>
                <a:gd name="T29" fmla="*/ 831 h 1167"/>
                <a:gd name="T30" fmla="*/ 425 w 1385"/>
                <a:gd name="T31" fmla="*/ 809 h 1167"/>
                <a:gd name="T32" fmla="*/ 453 w 1385"/>
                <a:gd name="T33" fmla="*/ 785 h 1167"/>
                <a:gd name="T34" fmla="*/ 479 w 1385"/>
                <a:gd name="T35" fmla="*/ 763 h 1167"/>
                <a:gd name="T36" fmla="*/ 507 w 1385"/>
                <a:gd name="T37" fmla="*/ 739 h 1167"/>
                <a:gd name="T38" fmla="*/ 534 w 1385"/>
                <a:gd name="T39" fmla="*/ 717 h 1167"/>
                <a:gd name="T40" fmla="*/ 560 w 1385"/>
                <a:gd name="T41" fmla="*/ 695 h 1167"/>
                <a:gd name="T42" fmla="*/ 588 w 1385"/>
                <a:gd name="T43" fmla="*/ 671 h 1167"/>
                <a:gd name="T44" fmla="*/ 614 w 1385"/>
                <a:gd name="T45" fmla="*/ 649 h 1167"/>
                <a:gd name="T46" fmla="*/ 642 w 1385"/>
                <a:gd name="T47" fmla="*/ 626 h 1167"/>
                <a:gd name="T48" fmla="*/ 669 w 1385"/>
                <a:gd name="T49" fmla="*/ 603 h 1167"/>
                <a:gd name="T50" fmla="*/ 696 w 1385"/>
                <a:gd name="T51" fmla="*/ 581 h 1167"/>
                <a:gd name="T52" fmla="*/ 723 w 1385"/>
                <a:gd name="T53" fmla="*/ 557 h 1167"/>
                <a:gd name="T54" fmla="*/ 749 w 1385"/>
                <a:gd name="T55" fmla="*/ 535 h 1167"/>
                <a:gd name="T56" fmla="*/ 777 w 1385"/>
                <a:gd name="T57" fmla="*/ 513 h 1167"/>
                <a:gd name="T58" fmla="*/ 803 w 1385"/>
                <a:gd name="T59" fmla="*/ 489 h 1167"/>
                <a:gd name="T60" fmla="*/ 831 w 1385"/>
                <a:gd name="T61" fmla="*/ 467 h 1167"/>
                <a:gd name="T62" fmla="*/ 858 w 1385"/>
                <a:gd name="T63" fmla="*/ 443 h 1167"/>
                <a:gd name="T64" fmla="*/ 885 w 1385"/>
                <a:gd name="T65" fmla="*/ 421 h 1167"/>
                <a:gd name="T66" fmla="*/ 912 w 1385"/>
                <a:gd name="T67" fmla="*/ 399 h 1167"/>
                <a:gd name="T68" fmla="*/ 938 w 1385"/>
                <a:gd name="T69" fmla="*/ 375 h 1167"/>
                <a:gd name="T70" fmla="*/ 966 w 1385"/>
                <a:gd name="T71" fmla="*/ 353 h 1167"/>
                <a:gd name="T72" fmla="*/ 992 w 1385"/>
                <a:gd name="T73" fmla="*/ 330 h 1167"/>
                <a:gd name="T74" fmla="*/ 1020 w 1385"/>
                <a:gd name="T75" fmla="*/ 307 h 1167"/>
                <a:gd name="T76" fmla="*/ 1047 w 1385"/>
                <a:gd name="T77" fmla="*/ 285 h 1167"/>
                <a:gd name="T78" fmla="*/ 1074 w 1385"/>
                <a:gd name="T79" fmla="*/ 261 h 1167"/>
                <a:gd name="T80" fmla="*/ 1101 w 1385"/>
                <a:gd name="T81" fmla="*/ 239 h 1167"/>
                <a:gd name="T82" fmla="*/ 1127 w 1385"/>
                <a:gd name="T83" fmla="*/ 217 h 1167"/>
                <a:gd name="T84" fmla="*/ 1155 w 1385"/>
                <a:gd name="T85" fmla="*/ 193 h 1167"/>
                <a:gd name="T86" fmla="*/ 1182 w 1385"/>
                <a:gd name="T87" fmla="*/ 171 h 1167"/>
                <a:gd name="T88" fmla="*/ 1209 w 1385"/>
                <a:gd name="T89" fmla="*/ 148 h 1167"/>
                <a:gd name="T90" fmla="*/ 1236 w 1385"/>
                <a:gd name="T91" fmla="*/ 125 h 1167"/>
                <a:gd name="T92" fmla="*/ 1263 w 1385"/>
                <a:gd name="T93" fmla="*/ 103 h 1167"/>
                <a:gd name="T94" fmla="*/ 1290 w 1385"/>
                <a:gd name="T95" fmla="*/ 79 h 1167"/>
                <a:gd name="T96" fmla="*/ 1317 w 1385"/>
                <a:gd name="T97" fmla="*/ 57 h 1167"/>
                <a:gd name="T98" fmla="*/ 1344 w 1385"/>
                <a:gd name="T99" fmla="*/ 35 h 1167"/>
                <a:gd name="T100" fmla="*/ 1371 w 1385"/>
                <a:gd name="T101" fmla="*/ 11 h 1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5" h="1167">
                  <a:moveTo>
                    <a:pt x="0" y="1167"/>
                  </a:moveTo>
                  <a:lnTo>
                    <a:pt x="6" y="1161"/>
                  </a:lnTo>
                  <a:lnTo>
                    <a:pt x="14" y="1155"/>
                  </a:lnTo>
                  <a:lnTo>
                    <a:pt x="21" y="1149"/>
                  </a:lnTo>
                  <a:lnTo>
                    <a:pt x="27" y="1144"/>
                  </a:lnTo>
                  <a:lnTo>
                    <a:pt x="34" y="1138"/>
                  </a:lnTo>
                  <a:lnTo>
                    <a:pt x="41" y="1132"/>
                  </a:lnTo>
                  <a:lnTo>
                    <a:pt x="47" y="1127"/>
                  </a:lnTo>
                  <a:lnTo>
                    <a:pt x="54" y="1121"/>
                  </a:lnTo>
                  <a:lnTo>
                    <a:pt x="60" y="1116"/>
                  </a:lnTo>
                  <a:lnTo>
                    <a:pt x="67" y="1110"/>
                  </a:lnTo>
                  <a:lnTo>
                    <a:pt x="75" y="1104"/>
                  </a:lnTo>
                  <a:lnTo>
                    <a:pt x="81" y="1099"/>
                  </a:lnTo>
                  <a:lnTo>
                    <a:pt x="88" y="1092"/>
                  </a:lnTo>
                  <a:lnTo>
                    <a:pt x="95" y="1087"/>
                  </a:lnTo>
                  <a:lnTo>
                    <a:pt x="101" y="1081"/>
                  </a:lnTo>
                  <a:lnTo>
                    <a:pt x="108" y="1076"/>
                  </a:lnTo>
                  <a:lnTo>
                    <a:pt x="115" y="1070"/>
                  </a:lnTo>
                  <a:lnTo>
                    <a:pt x="121" y="1064"/>
                  </a:lnTo>
                  <a:lnTo>
                    <a:pt x="128" y="1059"/>
                  </a:lnTo>
                  <a:lnTo>
                    <a:pt x="136" y="1053"/>
                  </a:lnTo>
                  <a:lnTo>
                    <a:pt x="142" y="1048"/>
                  </a:lnTo>
                  <a:lnTo>
                    <a:pt x="149" y="1042"/>
                  </a:lnTo>
                  <a:lnTo>
                    <a:pt x="156" y="1035"/>
                  </a:lnTo>
                  <a:lnTo>
                    <a:pt x="162" y="1030"/>
                  </a:lnTo>
                  <a:lnTo>
                    <a:pt x="169" y="1024"/>
                  </a:lnTo>
                  <a:lnTo>
                    <a:pt x="175" y="1019"/>
                  </a:lnTo>
                  <a:lnTo>
                    <a:pt x="182" y="1013"/>
                  </a:lnTo>
                  <a:lnTo>
                    <a:pt x="189" y="1007"/>
                  </a:lnTo>
                  <a:lnTo>
                    <a:pt x="196" y="1002"/>
                  </a:lnTo>
                  <a:lnTo>
                    <a:pt x="203" y="996"/>
                  </a:lnTo>
                  <a:lnTo>
                    <a:pt x="210" y="991"/>
                  </a:lnTo>
                  <a:lnTo>
                    <a:pt x="216" y="985"/>
                  </a:lnTo>
                  <a:lnTo>
                    <a:pt x="223" y="978"/>
                  </a:lnTo>
                  <a:lnTo>
                    <a:pt x="230" y="973"/>
                  </a:lnTo>
                  <a:lnTo>
                    <a:pt x="236" y="967"/>
                  </a:lnTo>
                  <a:lnTo>
                    <a:pt x="243" y="962"/>
                  </a:lnTo>
                  <a:lnTo>
                    <a:pt x="250" y="956"/>
                  </a:lnTo>
                  <a:lnTo>
                    <a:pt x="256" y="950"/>
                  </a:lnTo>
                  <a:lnTo>
                    <a:pt x="264" y="945"/>
                  </a:lnTo>
                  <a:lnTo>
                    <a:pt x="270" y="939"/>
                  </a:lnTo>
                  <a:lnTo>
                    <a:pt x="277" y="934"/>
                  </a:lnTo>
                  <a:lnTo>
                    <a:pt x="284" y="928"/>
                  </a:lnTo>
                  <a:lnTo>
                    <a:pt x="290" y="922"/>
                  </a:lnTo>
                  <a:lnTo>
                    <a:pt x="297" y="916"/>
                  </a:lnTo>
                  <a:lnTo>
                    <a:pt x="304" y="910"/>
                  </a:lnTo>
                  <a:lnTo>
                    <a:pt x="310" y="905"/>
                  </a:lnTo>
                  <a:lnTo>
                    <a:pt x="317" y="899"/>
                  </a:lnTo>
                  <a:lnTo>
                    <a:pt x="325" y="893"/>
                  </a:lnTo>
                  <a:lnTo>
                    <a:pt x="331" y="888"/>
                  </a:lnTo>
                  <a:lnTo>
                    <a:pt x="338" y="882"/>
                  </a:lnTo>
                  <a:lnTo>
                    <a:pt x="345" y="877"/>
                  </a:lnTo>
                  <a:lnTo>
                    <a:pt x="351" y="871"/>
                  </a:lnTo>
                  <a:lnTo>
                    <a:pt x="358" y="865"/>
                  </a:lnTo>
                  <a:lnTo>
                    <a:pt x="365" y="859"/>
                  </a:lnTo>
                  <a:lnTo>
                    <a:pt x="371" y="853"/>
                  </a:lnTo>
                  <a:lnTo>
                    <a:pt x="378" y="848"/>
                  </a:lnTo>
                  <a:lnTo>
                    <a:pt x="385" y="842"/>
                  </a:lnTo>
                  <a:lnTo>
                    <a:pt x="392" y="836"/>
                  </a:lnTo>
                  <a:lnTo>
                    <a:pt x="399" y="831"/>
                  </a:lnTo>
                  <a:lnTo>
                    <a:pt x="405" y="825"/>
                  </a:lnTo>
                  <a:lnTo>
                    <a:pt x="412" y="820"/>
                  </a:lnTo>
                  <a:lnTo>
                    <a:pt x="419" y="814"/>
                  </a:lnTo>
                  <a:lnTo>
                    <a:pt x="425" y="809"/>
                  </a:lnTo>
                  <a:lnTo>
                    <a:pt x="432" y="803"/>
                  </a:lnTo>
                  <a:lnTo>
                    <a:pt x="439" y="796"/>
                  </a:lnTo>
                  <a:lnTo>
                    <a:pt x="446" y="791"/>
                  </a:lnTo>
                  <a:lnTo>
                    <a:pt x="453" y="785"/>
                  </a:lnTo>
                  <a:lnTo>
                    <a:pt x="460" y="780"/>
                  </a:lnTo>
                  <a:lnTo>
                    <a:pt x="466" y="774"/>
                  </a:lnTo>
                  <a:lnTo>
                    <a:pt x="473" y="768"/>
                  </a:lnTo>
                  <a:lnTo>
                    <a:pt x="479" y="763"/>
                  </a:lnTo>
                  <a:lnTo>
                    <a:pt x="486" y="757"/>
                  </a:lnTo>
                  <a:lnTo>
                    <a:pt x="493" y="752"/>
                  </a:lnTo>
                  <a:lnTo>
                    <a:pt x="499" y="746"/>
                  </a:lnTo>
                  <a:lnTo>
                    <a:pt x="507" y="739"/>
                  </a:lnTo>
                  <a:lnTo>
                    <a:pt x="514" y="734"/>
                  </a:lnTo>
                  <a:lnTo>
                    <a:pt x="520" y="728"/>
                  </a:lnTo>
                  <a:lnTo>
                    <a:pt x="527" y="723"/>
                  </a:lnTo>
                  <a:lnTo>
                    <a:pt x="534" y="717"/>
                  </a:lnTo>
                  <a:lnTo>
                    <a:pt x="540" y="711"/>
                  </a:lnTo>
                  <a:lnTo>
                    <a:pt x="547" y="706"/>
                  </a:lnTo>
                  <a:lnTo>
                    <a:pt x="554" y="700"/>
                  </a:lnTo>
                  <a:lnTo>
                    <a:pt x="560" y="695"/>
                  </a:lnTo>
                  <a:lnTo>
                    <a:pt x="567" y="689"/>
                  </a:lnTo>
                  <a:lnTo>
                    <a:pt x="575" y="683"/>
                  </a:lnTo>
                  <a:lnTo>
                    <a:pt x="581" y="677"/>
                  </a:lnTo>
                  <a:lnTo>
                    <a:pt x="588" y="671"/>
                  </a:lnTo>
                  <a:lnTo>
                    <a:pt x="594" y="666"/>
                  </a:lnTo>
                  <a:lnTo>
                    <a:pt x="601" y="660"/>
                  </a:lnTo>
                  <a:lnTo>
                    <a:pt x="608" y="654"/>
                  </a:lnTo>
                  <a:lnTo>
                    <a:pt x="614" y="649"/>
                  </a:lnTo>
                  <a:lnTo>
                    <a:pt x="621" y="643"/>
                  </a:lnTo>
                  <a:lnTo>
                    <a:pt x="628" y="638"/>
                  </a:lnTo>
                  <a:lnTo>
                    <a:pt x="635" y="632"/>
                  </a:lnTo>
                  <a:lnTo>
                    <a:pt x="642" y="626"/>
                  </a:lnTo>
                  <a:lnTo>
                    <a:pt x="649" y="620"/>
                  </a:lnTo>
                  <a:lnTo>
                    <a:pt x="655" y="614"/>
                  </a:lnTo>
                  <a:lnTo>
                    <a:pt x="662" y="609"/>
                  </a:lnTo>
                  <a:lnTo>
                    <a:pt x="669" y="603"/>
                  </a:lnTo>
                  <a:lnTo>
                    <a:pt x="675" y="597"/>
                  </a:lnTo>
                  <a:lnTo>
                    <a:pt x="682" y="592"/>
                  </a:lnTo>
                  <a:lnTo>
                    <a:pt x="688" y="586"/>
                  </a:lnTo>
                  <a:lnTo>
                    <a:pt x="696" y="581"/>
                  </a:lnTo>
                  <a:lnTo>
                    <a:pt x="703" y="575"/>
                  </a:lnTo>
                  <a:lnTo>
                    <a:pt x="709" y="569"/>
                  </a:lnTo>
                  <a:lnTo>
                    <a:pt x="716" y="564"/>
                  </a:lnTo>
                  <a:lnTo>
                    <a:pt x="723" y="557"/>
                  </a:lnTo>
                  <a:lnTo>
                    <a:pt x="729" y="552"/>
                  </a:lnTo>
                  <a:lnTo>
                    <a:pt x="736" y="546"/>
                  </a:lnTo>
                  <a:lnTo>
                    <a:pt x="743" y="541"/>
                  </a:lnTo>
                  <a:lnTo>
                    <a:pt x="749" y="535"/>
                  </a:lnTo>
                  <a:lnTo>
                    <a:pt x="757" y="529"/>
                  </a:lnTo>
                  <a:lnTo>
                    <a:pt x="764" y="524"/>
                  </a:lnTo>
                  <a:lnTo>
                    <a:pt x="770" y="518"/>
                  </a:lnTo>
                  <a:lnTo>
                    <a:pt x="777" y="513"/>
                  </a:lnTo>
                  <a:lnTo>
                    <a:pt x="784" y="507"/>
                  </a:lnTo>
                  <a:lnTo>
                    <a:pt x="790" y="500"/>
                  </a:lnTo>
                  <a:lnTo>
                    <a:pt x="797" y="495"/>
                  </a:lnTo>
                  <a:lnTo>
                    <a:pt x="803" y="489"/>
                  </a:lnTo>
                  <a:lnTo>
                    <a:pt x="810" y="484"/>
                  </a:lnTo>
                  <a:lnTo>
                    <a:pt x="818" y="478"/>
                  </a:lnTo>
                  <a:lnTo>
                    <a:pt x="824" y="472"/>
                  </a:lnTo>
                  <a:lnTo>
                    <a:pt x="831" y="467"/>
                  </a:lnTo>
                  <a:lnTo>
                    <a:pt x="838" y="461"/>
                  </a:lnTo>
                  <a:lnTo>
                    <a:pt x="844" y="456"/>
                  </a:lnTo>
                  <a:lnTo>
                    <a:pt x="851" y="450"/>
                  </a:lnTo>
                  <a:lnTo>
                    <a:pt x="858" y="443"/>
                  </a:lnTo>
                  <a:lnTo>
                    <a:pt x="864" y="438"/>
                  </a:lnTo>
                  <a:lnTo>
                    <a:pt x="871" y="432"/>
                  </a:lnTo>
                  <a:lnTo>
                    <a:pt x="878" y="427"/>
                  </a:lnTo>
                  <a:lnTo>
                    <a:pt x="885" y="421"/>
                  </a:lnTo>
                  <a:lnTo>
                    <a:pt x="892" y="415"/>
                  </a:lnTo>
                  <a:lnTo>
                    <a:pt x="898" y="410"/>
                  </a:lnTo>
                  <a:lnTo>
                    <a:pt x="905" y="404"/>
                  </a:lnTo>
                  <a:lnTo>
                    <a:pt x="912" y="399"/>
                  </a:lnTo>
                  <a:lnTo>
                    <a:pt x="918" y="393"/>
                  </a:lnTo>
                  <a:lnTo>
                    <a:pt x="925" y="387"/>
                  </a:lnTo>
                  <a:lnTo>
                    <a:pt x="932" y="381"/>
                  </a:lnTo>
                  <a:lnTo>
                    <a:pt x="938" y="375"/>
                  </a:lnTo>
                  <a:lnTo>
                    <a:pt x="946" y="370"/>
                  </a:lnTo>
                  <a:lnTo>
                    <a:pt x="953" y="364"/>
                  </a:lnTo>
                  <a:lnTo>
                    <a:pt x="959" y="358"/>
                  </a:lnTo>
                  <a:lnTo>
                    <a:pt x="966" y="353"/>
                  </a:lnTo>
                  <a:lnTo>
                    <a:pt x="973" y="347"/>
                  </a:lnTo>
                  <a:lnTo>
                    <a:pt x="979" y="342"/>
                  </a:lnTo>
                  <a:lnTo>
                    <a:pt x="986" y="336"/>
                  </a:lnTo>
                  <a:lnTo>
                    <a:pt x="992" y="330"/>
                  </a:lnTo>
                  <a:lnTo>
                    <a:pt x="999" y="324"/>
                  </a:lnTo>
                  <a:lnTo>
                    <a:pt x="1007" y="318"/>
                  </a:lnTo>
                  <a:lnTo>
                    <a:pt x="1013" y="313"/>
                  </a:lnTo>
                  <a:lnTo>
                    <a:pt x="1020" y="307"/>
                  </a:lnTo>
                  <a:lnTo>
                    <a:pt x="1027" y="302"/>
                  </a:lnTo>
                  <a:lnTo>
                    <a:pt x="1033" y="296"/>
                  </a:lnTo>
                  <a:lnTo>
                    <a:pt x="1040" y="290"/>
                  </a:lnTo>
                  <a:lnTo>
                    <a:pt x="1047" y="285"/>
                  </a:lnTo>
                  <a:lnTo>
                    <a:pt x="1053" y="279"/>
                  </a:lnTo>
                  <a:lnTo>
                    <a:pt x="1060" y="274"/>
                  </a:lnTo>
                  <a:lnTo>
                    <a:pt x="1068" y="268"/>
                  </a:lnTo>
                  <a:lnTo>
                    <a:pt x="1074" y="261"/>
                  </a:lnTo>
                  <a:lnTo>
                    <a:pt x="1081" y="256"/>
                  </a:lnTo>
                  <a:lnTo>
                    <a:pt x="1088" y="250"/>
                  </a:lnTo>
                  <a:lnTo>
                    <a:pt x="1094" y="245"/>
                  </a:lnTo>
                  <a:lnTo>
                    <a:pt x="1101" y="239"/>
                  </a:lnTo>
                  <a:lnTo>
                    <a:pt x="1107" y="233"/>
                  </a:lnTo>
                  <a:lnTo>
                    <a:pt x="1114" y="228"/>
                  </a:lnTo>
                  <a:lnTo>
                    <a:pt x="1121" y="222"/>
                  </a:lnTo>
                  <a:lnTo>
                    <a:pt x="1127" y="217"/>
                  </a:lnTo>
                  <a:lnTo>
                    <a:pt x="1135" y="211"/>
                  </a:lnTo>
                  <a:lnTo>
                    <a:pt x="1142" y="204"/>
                  </a:lnTo>
                  <a:lnTo>
                    <a:pt x="1148" y="199"/>
                  </a:lnTo>
                  <a:lnTo>
                    <a:pt x="1155" y="193"/>
                  </a:lnTo>
                  <a:lnTo>
                    <a:pt x="1162" y="188"/>
                  </a:lnTo>
                  <a:lnTo>
                    <a:pt x="1168" y="182"/>
                  </a:lnTo>
                  <a:lnTo>
                    <a:pt x="1175" y="176"/>
                  </a:lnTo>
                  <a:lnTo>
                    <a:pt x="1182" y="171"/>
                  </a:lnTo>
                  <a:lnTo>
                    <a:pt x="1188" y="165"/>
                  </a:lnTo>
                  <a:lnTo>
                    <a:pt x="1196" y="160"/>
                  </a:lnTo>
                  <a:lnTo>
                    <a:pt x="1202" y="154"/>
                  </a:lnTo>
                  <a:lnTo>
                    <a:pt x="1209" y="148"/>
                  </a:lnTo>
                  <a:lnTo>
                    <a:pt x="1216" y="142"/>
                  </a:lnTo>
                  <a:lnTo>
                    <a:pt x="1222" y="136"/>
                  </a:lnTo>
                  <a:lnTo>
                    <a:pt x="1229" y="131"/>
                  </a:lnTo>
                  <a:lnTo>
                    <a:pt x="1236" y="125"/>
                  </a:lnTo>
                  <a:lnTo>
                    <a:pt x="1242" y="119"/>
                  </a:lnTo>
                  <a:lnTo>
                    <a:pt x="1249" y="114"/>
                  </a:lnTo>
                  <a:lnTo>
                    <a:pt x="1257" y="108"/>
                  </a:lnTo>
                  <a:lnTo>
                    <a:pt x="1263" y="103"/>
                  </a:lnTo>
                  <a:lnTo>
                    <a:pt x="1270" y="97"/>
                  </a:lnTo>
                  <a:lnTo>
                    <a:pt x="1277" y="91"/>
                  </a:lnTo>
                  <a:lnTo>
                    <a:pt x="1283" y="85"/>
                  </a:lnTo>
                  <a:lnTo>
                    <a:pt x="1290" y="79"/>
                  </a:lnTo>
                  <a:lnTo>
                    <a:pt x="1297" y="74"/>
                  </a:lnTo>
                  <a:lnTo>
                    <a:pt x="1303" y="68"/>
                  </a:lnTo>
                  <a:lnTo>
                    <a:pt x="1310" y="62"/>
                  </a:lnTo>
                  <a:lnTo>
                    <a:pt x="1317" y="57"/>
                  </a:lnTo>
                  <a:lnTo>
                    <a:pt x="1324" y="51"/>
                  </a:lnTo>
                  <a:lnTo>
                    <a:pt x="1331" y="46"/>
                  </a:lnTo>
                  <a:lnTo>
                    <a:pt x="1337" y="40"/>
                  </a:lnTo>
                  <a:lnTo>
                    <a:pt x="1344" y="35"/>
                  </a:lnTo>
                  <a:lnTo>
                    <a:pt x="1351" y="29"/>
                  </a:lnTo>
                  <a:lnTo>
                    <a:pt x="1357" y="22"/>
                  </a:lnTo>
                  <a:lnTo>
                    <a:pt x="1364" y="17"/>
                  </a:lnTo>
                  <a:lnTo>
                    <a:pt x="1371" y="11"/>
                  </a:lnTo>
                  <a:lnTo>
                    <a:pt x="1378" y="6"/>
                  </a:lnTo>
                  <a:lnTo>
                    <a:pt x="1385" y="0"/>
                  </a:lnTo>
                </a:path>
              </a:pathLst>
            </a:custGeom>
            <a:noFill/>
            <a:ln w="17463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373" name="Rectangle 43">
              <a:extLst>
                <a:ext uri="{FF2B5EF4-FFF2-40B4-BE49-F238E27FC236}">
                  <a16:creationId xmlns:a16="http://schemas.microsoft.com/office/drawing/2014/main" id="{C4B249AD-71AB-49A1-9B26-054ABED95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160" y="3989910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3374" name="Rectangle 44">
              <a:extLst>
                <a:ext uri="{FF2B5EF4-FFF2-40B4-BE49-F238E27FC236}">
                  <a16:creationId xmlns:a16="http://schemas.microsoft.com/office/drawing/2014/main" id="{A13A2324-1C7E-408D-8F5F-7ABD30642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5536" y="3947378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3376" name="Freeform 46">
              <a:extLst>
                <a:ext uri="{FF2B5EF4-FFF2-40B4-BE49-F238E27FC236}">
                  <a16:creationId xmlns:a16="http://schemas.microsoft.com/office/drawing/2014/main" id="{E19DAB46-2FA0-4DE8-8E46-B545291BD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448" y="1780359"/>
              <a:ext cx="2168525" cy="1814513"/>
            </a:xfrm>
            <a:custGeom>
              <a:avLst/>
              <a:gdLst>
                <a:gd name="T0" fmla="*/ 1366 w 1366"/>
                <a:gd name="T1" fmla="*/ 0 h 1143"/>
                <a:gd name="T2" fmla="*/ 0 w 1366"/>
                <a:gd name="T3" fmla="*/ 1125 h 1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66" h="1143">
                  <a:moveTo>
                    <a:pt x="1366" y="0"/>
                  </a:moveTo>
                  <a:cubicBezTo>
                    <a:pt x="1024" y="639"/>
                    <a:pt x="412" y="1143"/>
                    <a:pt x="0" y="1125"/>
                  </a:cubicBezTo>
                </a:path>
              </a:pathLst>
            </a:custGeom>
            <a:noFill/>
            <a:ln w="19050" cap="rnd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377" name="Rectangle 47">
              <a:extLst>
                <a:ext uri="{FF2B5EF4-FFF2-40B4-BE49-F238E27FC236}">
                  <a16:creationId xmlns:a16="http://schemas.microsoft.com/office/drawing/2014/main" id="{03FC5DFF-BE0C-4538-9142-EAF39C8A8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839" y="2478476"/>
              <a:ext cx="141064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4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.</a:t>
              </a:r>
              <a:endParaRPr kumimoji="0" lang="zh-CN" altLang="zh-CN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3379" name="Rectangle 49">
              <a:extLst>
                <a:ext uri="{FF2B5EF4-FFF2-40B4-BE49-F238E27FC236}">
                  <a16:creationId xmlns:a16="http://schemas.microsoft.com/office/drawing/2014/main" id="{EF375472-01F9-46F6-AFEA-BB4ADE381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078" y="3200077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3380" name="Rectangle 50">
              <a:extLst>
                <a:ext uri="{FF2B5EF4-FFF2-40B4-BE49-F238E27FC236}">
                  <a16:creationId xmlns:a16="http://schemas.microsoft.com/office/drawing/2014/main" id="{FE9BA1C9-9302-4E54-B391-7AD22FA0F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5496" y="1474911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7" name="Line 22">
              <a:extLst>
                <a:ext uri="{FF2B5EF4-FFF2-40B4-BE49-F238E27FC236}">
                  <a16:creationId xmlns:a16="http://schemas.microsoft.com/office/drawing/2014/main" id="{8851CF3C-D9BA-40C1-BB86-9419AB96C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714" y="4005644"/>
              <a:ext cx="34891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23">
              <a:extLst>
                <a:ext uri="{FF2B5EF4-FFF2-40B4-BE49-F238E27FC236}">
                  <a16:creationId xmlns:a16="http://schemas.microsoft.com/office/drawing/2014/main" id="{A7AFD871-BBD4-4E75-8682-6DB99C598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7193" y="1429952"/>
              <a:ext cx="0" cy="2780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9">
              <a:extLst>
                <a:ext uri="{FF2B5EF4-FFF2-40B4-BE49-F238E27FC236}">
                  <a16:creationId xmlns:a16="http://schemas.microsoft.com/office/drawing/2014/main" id="{1AB30E5E-4429-417A-84EF-FA47E3B25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803" y="3946518"/>
              <a:ext cx="274638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10">
              <a:extLst>
                <a:ext uri="{FF2B5EF4-FFF2-40B4-BE49-F238E27FC236}">
                  <a16:creationId xmlns:a16="http://schemas.microsoft.com/office/drawing/2014/main" id="{F4D1D1C2-5B9F-45C3-B999-A1F17D909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733" y="1324430"/>
              <a:ext cx="2698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5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y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11">
              <a:extLst>
                <a:ext uri="{FF2B5EF4-FFF2-40B4-BE49-F238E27FC236}">
                  <a16:creationId xmlns:a16="http://schemas.microsoft.com/office/drawing/2014/main" id="{CB45D567-BB90-4986-AD03-DA97E0162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87" y="3884333"/>
              <a:ext cx="292100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81ADBDDE-49AC-41F4-AD9F-F04549DE3DE0}"/>
                </a:ext>
              </a:extLst>
            </p:cNvPr>
            <p:cNvCxnSpPr/>
            <p:nvPr/>
          </p:nvCxnSpPr>
          <p:spPr>
            <a:xfrm>
              <a:off x="3573464" y="1749279"/>
              <a:ext cx="0" cy="224080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41D7EB3-5BD8-4040-ADEC-EF8AD68860FF}"/>
                </a:ext>
              </a:extLst>
            </p:cNvPr>
            <p:cNvCxnSpPr/>
            <p:nvPr/>
          </p:nvCxnSpPr>
          <p:spPr>
            <a:xfrm>
              <a:off x="1384448" y="3567916"/>
              <a:ext cx="0" cy="44333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4" name="对象 63">
              <a:extLst>
                <a:ext uri="{FF2B5EF4-FFF2-40B4-BE49-F238E27FC236}">
                  <a16:creationId xmlns:a16="http://schemas.microsoft.com/office/drawing/2014/main" id="{19574E4F-7680-4686-97F0-650D23B872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197192"/>
                </p:ext>
              </p:extLst>
            </p:nvPr>
          </p:nvGraphicFramePr>
          <p:xfrm>
            <a:off x="1635166" y="2700883"/>
            <a:ext cx="9398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721" name="Equation" r:id="rId3" imgW="939600" imgH="304560" progId="Equation.DSMT4">
                    <p:embed/>
                  </p:oleObj>
                </mc:Choice>
                <mc:Fallback>
                  <p:oleObj name="Equation" r:id="rId3" imgW="939600" imgH="304560" progId="Equation.DSMT4">
                    <p:embed/>
                    <p:pic>
                      <p:nvPicPr>
                        <p:cNvPr id="16" name="对象 1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35166" y="2700883"/>
                          <a:ext cx="9398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5092370" y="1340797"/>
            <a:ext cx="3354668" cy="2993621"/>
            <a:chOff x="5092370" y="1340797"/>
            <a:chExt cx="3354668" cy="2993621"/>
          </a:xfrm>
        </p:grpSpPr>
        <p:sp>
          <p:nvSpPr>
            <p:cNvPr id="7" name="Line 22">
              <a:extLst>
                <a:ext uri="{FF2B5EF4-FFF2-40B4-BE49-F238E27FC236}">
                  <a16:creationId xmlns:a16="http://schemas.microsoft.com/office/drawing/2014/main" id="{531C9D25-EF7B-4802-BE35-D0FB0C2D9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064" y="4011378"/>
              <a:ext cx="3171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23">
              <a:extLst>
                <a:ext uri="{FF2B5EF4-FFF2-40B4-BE49-F238E27FC236}">
                  <a16:creationId xmlns:a16="http://schemas.microsoft.com/office/drawing/2014/main" id="{27ADBBC7-E4DD-4521-A52E-8253DB0B37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4830" y="1446319"/>
              <a:ext cx="0" cy="2780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BA7B3B44-BB83-4E91-BF8A-0268F91F0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2400" y="3912143"/>
              <a:ext cx="274638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498D2A3C-7A17-4803-92E5-D2E44E0FB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2370" y="1340797"/>
              <a:ext cx="2698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5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y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02DC25BC-760D-4085-ADE6-B533C1FE7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924" y="3900700"/>
              <a:ext cx="292100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69F7C6B4-61E3-41B8-BEBF-D520B9980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9650" y="1527718"/>
              <a:ext cx="1768475" cy="2268538"/>
            </a:xfrm>
            <a:custGeom>
              <a:avLst/>
              <a:gdLst>
                <a:gd name="T0" fmla="*/ 16 w 1114"/>
                <a:gd name="T1" fmla="*/ 20 h 1429"/>
                <a:gd name="T2" fmla="*/ 38 w 1114"/>
                <a:gd name="T3" fmla="*/ 49 h 1429"/>
                <a:gd name="T4" fmla="*/ 59 w 1114"/>
                <a:gd name="T5" fmla="*/ 76 h 1429"/>
                <a:gd name="T6" fmla="*/ 82 w 1114"/>
                <a:gd name="T7" fmla="*/ 105 h 1429"/>
                <a:gd name="T8" fmla="*/ 103 w 1114"/>
                <a:gd name="T9" fmla="*/ 132 h 1429"/>
                <a:gd name="T10" fmla="*/ 124 w 1114"/>
                <a:gd name="T11" fmla="*/ 160 h 1429"/>
                <a:gd name="T12" fmla="*/ 147 w 1114"/>
                <a:gd name="T13" fmla="*/ 188 h 1429"/>
                <a:gd name="T14" fmla="*/ 168 w 1114"/>
                <a:gd name="T15" fmla="*/ 215 h 1429"/>
                <a:gd name="T16" fmla="*/ 189 w 1114"/>
                <a:gd name="T17" fmla="*/ 244 h 1429"/>
                <a:gd name="T18" fmla="*/ 212 w 1114"/>
                <a:gd name="T19" fmla="*/ 271 h 1429"/>
                <a:gd name="T20" fmla="*/ 233 w 1114"/>
                <a:gd name="T21" fmla="*/ 300 h 1429"/>
                <a:gd name="T22" fmla="*/ 256 w 1114"/>
                <a:gd name="T23" fmla="*/ 327 h 1429"/>
                <a:gd name="T24" fmla="*/ 277 w 1114"/>
                <a:gd name="T25" fmla="*/ 356 h 1429"/>
                <a:gd name="T26" fmla="*/ 298 w 1114"/>
                <a:gd name="T27" fmla="*/ 383 h 1429"/>
                <a:gd name="T28" fmla="*/ 321 w 1114"/>
                <a:gd name="T29" fmla="*/ 411 h 1429"/>
                <a:gd name="T30" fmla="*/ 342 w 1114"/>
                <a:gd name="T31" fmla="*/ 439 h 1429"/>
                <a:gd name="T32" fmla="*/ 364 w 1114"/>
                <a:gd name="T33" fmla="*/ 467 h 1429"/>
                <a:gd name="T34" fmla="*/ 386 w 1114"/>
                <a:gd name="T35" fmla="*/ 495 h 1429"/>
                <a:gd name="T36" fmla="*/ 407 w 1114"/>
                <a:gd name="T37" fmla="*/ 523 h 1429"/>
                <a:gd name="T38" fmla="*/ 429 w 1114"/>
                <a:gd name="T39" fmla="*/ 550 h 1429"/>
                <a:gd name="T40" fmla="*/ 451 w 1114"/>
                <a:gd name="T41" fmla="*/ 579 h 1429"/>
                <a:gd name="T42" fmla="*/ 472 w 1114"/>
                <a:gd name="T43" fmla="*/ 606 h 1429"/>
                <a:gd name="T44" fmla="*/ 494 w 1114"/>
                <a:gd name="T45" fmla="*/ 635 h 1429"/>
                <a:gd name="T46" fmla="*/ 516 w 1114"/>
                <a:gd name="T47" fmla="*/ 662 h 1429"/>
                <a:gd name="T48" fmla="*/ 538 w 1114"/>
                <a:gd name="T49" fmla="*/ 691 h 1429"/>
                <a:gd name="T50" fmla="*/ 559 w 1114"/>
                <a:gd name="T51" fmla="*/ 718 h 1429"/>
                <a:gd name="T52" fmla="*/ 581 w 1114"/>
                <a:gd name="T53" fmla="*/ 746 h 1429"/>
                <a:gd name="T54" fmla="*/ 603 w 1114"/>
                <a:gd name="T55" fmla="*/ 774 h 1429"/>
                <a:gd name="T56" fmla="*/ 624 w 1114"/>
                <a:gd name="T57" fmla="*/ 802 h 1429"/>
                <a:gd name="T58" fmla="*/ 646 w 1114"/>
                <a:gd name="T59" fmla="*/ 830 h 1429"/>
                <a:gd name="T60" fmla="*/ 668 w 1114"/>
                <a:gd name="T61" fmla="*/ 857 h 1429"/>
                <a:gd name="T62" fmla="*/ 689 w 1114"/>
                <a:gd name="T63" fmla="*/ 885 h 1429"/>
                <a:gd name="T64" fmla="*/ 712 w 1114"/>
                <a:gd name="T65" fmla="*/ 913 h 1429"/>
                <a:gd name="T66" fmla="*/ 733 w 1114"/>
                <a:gd name="T67" fmla="*/ 941 h 1429"/>
                <a:gd name="T68" fmla="*/ 754 w 1114"/>
                <a:gd name="T69" fmla="*/ 969 h 1429"/>
                <a:gd name="T70" fmla="*/ 777 w 1114"/>
                <a:gd name="T71" fmla="*/ 997 h 1429"/>
                <a:gd name="T72" fmla="*/ 798 w 1114"/>
                <a:gd name="T73" fmla="*/ 1025 h 1429"/>
                <a:gd name="T74" fmla="*/ 821 w 1114"/>
                <a:gd name="T75" fmla="*/ 1053 h 1429"/>
                <a:gd name="T76" fmla="*/ 842 w 1114"/>
                <a:gd name="T77" fmla="*/ 1080 h 1429"/>
                <a:gd name="T78" fmla="*/ 863 w 1114"/>
                <a:gd name="T79" fmla="*/ 1109 h 1429"/>
                <a:gd name="T80" fmla="*/ 886 w 1114"/>
                <a:gd name="T81" fmla="*/ 1136 h 1429"/>
                <a:gd name="T82" fmla="*/ 907 w 1114"/>
                <a:gd name="T83" fmla="*/ 1165 h 1429"/>
                <a:gd name="T84" fmla="*/ 928 w 1114"/>
                <a:gd name="T85" fmla="*/ 1192 h 1429"/>
                <a:gd name="T86" fmla="*/ 951 w 1114"/>
                <a:gd name="T87" fmla="*/ 1221 h 1429"/>
                <a:gd name="T88" fmla="*/ 972 w 1114"/>
                <a:gd name="T89" fmla="*/ 1248 h 1429"/>
                <a:gd name="T90" fmla="*/ 994 w 1114"/>
                <a:gd name="T91" fmla="*/ 1276 h 1429"/>
                <a:gd name="T92" fmla="*/ 1016 w 1114"/>
                <a:gd name="T93" fmla="*/ 1304 h 1429"/>
                <a:gd name="T94" fmla="*/ 1037 w 1114"/>
                <a:gd name="T95" fmla="*/ 1332 h 1429"/>
                <a:gd name="T96" fmla="*/ 1059 w 1114"/>
                <a:gd name="T97" fmla="*/ 1360 h 1429"/>
                <a:gd name="T98" fmla="*/ 1081 w 1114"/>
                <a:gd name="T99" fmla="*/ 1388 h 1429"/>
                <a:gd name="T100" fmla="*/ 1103 w 1114"/>
                <a:gd name="T101" fmla="*/ 1415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14" h="1429">
                  <a:moveTo>
                    <a:pt x="0" y="0"/>
                  </a:moveTo>
                  <a:lnTo>
                    <a:pt x="5" y="7"/>
                  </a:lnTo>
                  <a:lnTo>
                    <a:pt x="10" y="14"/>
                  </a:lnTo>
                  <a:lnTo>
                    <a:pt x="16" y="20"/>
                  </a:lnTo>
                  <a:lnTo>
                    <a:pt x="21" y="27"/>
                  </a:lnTo>
                  <a:lnTo>
                    <a:pt x="27" y="34"/>
                  </a:lnTo>
                  <a:lnTo>
                    <a:pt x="33" y="41"/>
                  </a:lnTo>
                  <a:lnTo>
                    <a:pt x="38" y="49"/>
                  </a:lnTo>
                  <a:lnTo>
                    <a:pt x="43" y="56"/>
                  </a:lnTo>
                  <a:lnTo>
                    <a:pt x="49" y="63"/>
                  </a:lnTo>
                  <a:lnTo>
                    <a:pt x="54" y="69"/>
                  </a:lnTo>
                  <a:lnTo>
                    <a:pt x="59" y="76"/>
                  </a:lnTo>
                  <a:lnTo>
                    <a:pt x="65" y="83"/>
                  </a:lnTo>
                  <a:lnTo>
                    <a:pt x="70" y="90"/>
                  </a:lnTo>
                  <a:lnTo>
                    <a:pt x="75" y="97"/>
                  </a:lnTo>
                  <a:lnTo>
                    <a:pt x="82" y="105"/>
                  </a:lnTo>
                  <a:lnTo>
                    <a:pt x="87" y="112"/>
                  </a:lnTo>
                  <a:lnTo>
                    <a:pt x="92" y="118"/>
                  </a:lnTo>
                  <a:lnTo>
                    <a:pt x="98" y="125"/>
                  </a:lnTo>
                  <a:lnTo>
                    <a:pt x="103" y="132"/>
                  </a:lnTo>
                  <a:lnTo>
                    <a:pt x="108" y="139"/>
                  </a:lnTo>
                  <a:lnTo>
                    <a:pt x="114" y="146"/>
                  </a:lnTo>
                  <a:lnTo>
                    <a:pt x="119" y="153"/>
                  </a:lnTo>
                  <a:lnTo>
                    <a:pt x="124" y="160"/>
                  </a:lnTo>
                  <a:lnTo>
                    <a:pt x="130" y="167"/>
                  </a:lnTo>
                  <a:lnTo>
                    <a:pt x="135" y="174"/>
                  </a:lnTo>
                  <a:lnTo>
                    <a:pt x="141" y="181"/>
                  </a:lnTo>
                  <a:lnTo>
                    <a:pt x="147" y="188"/>
                  </a:lnTo>
                  <a:lnTo>
                    <a:pt x="152" y="195"/>
                  </a:lnTo>
                  <a:lnTo>
                    <a:pt x="157" y="202"/>
                  </a:lnTo>
                  <a:lnTo>
                    <a:pt x="163" y="209"/>
                  </a:lnTo>
                  <a:lnTo>
                    <a:pt x="168" y="215"/>
                  </a:lnTo>
                  <a:lnTo>
                    <a:pt x="173" y="223"/>
                  </a:lnTo>
                  <a:lnTo>
                    <a:pt x="179" y="230"/>
                  </a:lnTo>
                  <a:lnTo>
                    <a:pt x="184" y="237"/>
                  </a:lnTo>
                  <a:lnTo>
                    <a:pt x="189" y="244"/>
                  </a:lnTo>
                  <a:lnTo>
                    <a:pt x="196" y="251"/>
                  </a:lnTo>
                  <a:lnTo>
                    <a:pt x="201" y="258"/>
                  </a:lnTo>
                  <a:lnTo>
                    <a:pt x="206" y="264"/>
                  </a:lnTo>
                  <a:lnTo>
                    <a:pt x="212" y="271"/>
                  </a:lnTo>
                  <a:lnTo>
                    <a:pt x="217" y="279"/>
                  </a:lnTo>
                  <a:lnTo>
                    <a:pt x="223" y="286"/>
                  </a:lnTo>
                  <a:lnTo>
                    <a:pt x="228" y="293"/>
                  </a:lnTo>
                  <a:lnTo>
                    <a:pt x="233" y="300"/>
                  </a:lnTo>
                  <a:lnTo>
                    <a:pt x="239" y="307"/>
                  </a:lnTo>
                  <a:lnTo>
                    <a:pt x="244" y="313"/>
                  </a:lnTo>
                  <a:lnTo>
                    <a:pt x="250" y="320"/>
                  </a:lnTo>
                  <a:lnTo>
                    <a:pt x="256" y="327"/>
                  </a:lnTo>
                  <a:lnTo>
                    <a:pt x="261" y="334"/>
                  </a:lnTo>
                  <a:lnTo>
                    <a:pt x="266" y="342"/>
                  </a:lnTo>
                  <a:lnTo>
                    <a:pt x="272" y="349"/>
                  </a:lnTo>
                  <a:lnTo>
                    <a:pt x="277" y="356"/>
                  </a:lnTo>
                  <a:lnTo>
                    <a:pt x="282" y="362"/>
                  </a:lnTo>
                  <a:lnTo>
                    <a:pt x="288" y="369"/>
                  </a:lnTo>
                  <a:lnTo>
                    <a:pt x="293" y="376"/>
                  </a:lnTo>
                  <a:lnTo>
                    <a:pt x="298" y="383"/>
                  </a:lnTo>
                  <a:lnTo>
                    <a:pt x="304" y="390"/>
                  </a:lnTo>
                  <a:lnTo>
                    <a:pt x="310" y="398"/>
                  </a:lnTo>
                  <a:lnTo>
                    <a:pt x="315" y="404"/>
                  </a:lnTo>
                  <a:lnTo>
                    <a:pt x="321" y="411"/>
                  </a:lnTo>
                  <a:lnTo>
                    <a:pt x="326" y="418"/>
                  </a:lnTo>
                  <a:lnTo>
                    <a:pt x="331" y="425"/>
                  </a:lnTo>
                  <a:lnTo>
                    <a:pt x="337" y="432"/>
                  </a:lnTo>
                  <a:lnTo>
                    <a:pt x="342" y="439"/>
                  </a:lnTo>
                  <a:lnTo>
                    <a:pt x="347" y="446"/>
                  </a:lnTo>
                  <a:lnTo>
                    <a:pt x="353" y="453"/>
                  </a:lnTo>
                  <a:lnTo>
                    <a:pt x="358" y="460"/>
                  </a:lnTo>
                  <a:lnTo>
                    <a:pt x="364" y="467"/>
                  </a:lnTo>
                  <a:lnTo>
                    <a:pt x="370" y="474"/>
                  </a:lnTo>
                  <a:lnTo>
                    <a:pt x="375" y="481"/>
                  </a:lnTo>
                  <a:lnTo>
                    <a:pt x="380" y="488"/>
                  </a:lnTo>
                  <a:lnTo>
                    <a:pt x="386" y="495"/>
                  </a:lnTo>
                  <a:lnTo>
                    <a:pt x="391" y="501"/>
                  </a:lnTo>
                  <a:lnTo>
                    <a:pt x="396" y="508"/>
                  </a:lnTo>
                  <a:lnTo>
                    <a:pt x="402" y="516"/>
                  </a:lnTo>
                  <a:lnTo>
                    <a:pt x="407" y="523"/>
                  </a:lnTo>
                  <a:lnTo>
                    <a:pt x="412" y="530"/>
                  </a:lnTo>
                  <a:lnTo>
                    <a:pt x="418" y="537"/>
                  </a:lnTo>
                  <a:lnTo>
                    <a:pt x="424" y="544"/>
                  </a:lnTo>
                  <a:lnTo>
                    <a:pt x="429" y="550"/>
                  </a:lnTo>
                  <a:lnTo>
                    <a:pt x="435" y="557"/>
                  </a:lnTo>
                  <a:lnTo>
                    <a:pt x="440" y="564"/>
                  </a:lnTo>
                  <a:lnTo>
                    <a:pt x="445" y="572"/>
                  </a:lnTo>
                  <a:lnTo>
                    <a:pt x="451" y="579"/>
                  </a:lnTo>
                  <a:lnTo>
                    <a:pt x="456" y="586"/>
                  </a:lnTo>
                  <a:lnTo>
                    <a:pt x="461" y="593"/>
                  </a:lnTo>
                  <a:lnTo>
                    <a:pt x="467" y="599"/>
                  </a:lnTo>
                  <a:lnTo>
                    <a:pt x="472" y="606"/>
                  </a:lnTo>
                  <a:lnTo>
                    <a:pt x="478" y="613"/>
                  </a:lnTo>
                  <a:lnTo>
                    <a:pt x="484" y="620"/>
                  </a:lnTo>
                  <a:lnTo>
                    <a:pt x="489" y="628"/>
                  </a:lnTo>
                  <a:lnTo>
                    <a:pt x="494" y="635"/>
                  </a:lnTo>
                  <a:lnTo>
                    <a:pt x="500" y="642"/>
                  </a:lnTo>
                  <a:lnTo>
                    <a:pt x="505" y="648"/>
                  </a:lnTo>
                  <a:lnTo>
                    <a:pt x="510" y="655"/>
                  </a:lnTo>
                  <a:lnTo>
                    <a:pt x="516" y="662"/>
                  </a:lnTo>
                  <a:lnTo>
                    <a:pt x="521" y="669"/>
                  </a:lnTo>
                  <a:lnTo>
                    <a:pt x="526" y="676"/>
                  </a:lnTo>
                  <a:lnTo>
                    <a:pt x="532" y="683"/>
                  </a:lnTo>
                  <a:lnTo>
                    <a:pt x="538" y="691"/>
                  </a:lnTo>
                  <a:lnTo>
                    <a:pt x="543" y="697"/>
                  </a:lnTo>
                  <a:lnTo>
                    <a:pt x="549" y="704"/>
                  </a:lnTo>
                  <a:lnTo>
                    <a:pt x="554" y="711"/>
                  </a:lnTo>
                  <a:lnTo>
                    <a:pt x="559" y="718"/>
                  </a:lnTo>
                  <a:lnTo>
                    <a:pt x="565" y="725"/>
                  </a:lnTo>
                  <a:lnTo>
                    <a:pt x="570" y="732"/>
                  </a:lnTo>
                  <a:lnTo>
                    <a:pt x="575" y="739"/>
                  </a:lnTo>
                  <a:lnTo>
                    <a:pt x="581" y="746"/>
                  </a:lnTo>
                  <a:lnTo>
                    <a:pt x="586" y="753"/>
                  </a:lnTo>
                  <a:lnTo>
                    <a:pt x="592" y="760"/>
                  </a:lnTo>
                  <a:lnTo>
                    <a:pt x="598" y="767"/>
                  </a:lnTo>
                  <a:lnTo>
                    <a:pt x="603" y="774"/>
                  </a:lnTo>
                  <a:lnTo>
                    <a:pt x="608" y="781"/>
                  </a:lnTo>
                  <a:lnTo>
                    <a:pt x="614" y="788"/>
                  </a:lnTo>
                  <a:lnTo>
                    <a:pt x="619" y="794"/>
                  </a:lnTo>
                  <a:lnTo>
                    <a:pt x="624" y="802"/>
                  </a:lnTo>
                  <a:lnTo>
                    <a:pt x="630" y="809"/>
                  </a:lnTo>
                  <a:lnTo>
                    <a:pt x="635" y="816"/>
                  </a:lnTo>
                  <a:lnTo>
                    <a:pt x="640" y="823"/>
                  </a:lnTo>
                  <a:lnTo>
                    <a:pt x="646" y="830"/>
                  </a:lnTo>
                  <a:lnTo>
                    <a:pt x="652" y="836"/>
                  </a:lnTo>
                  <a:lnTo>
                    <a:pt x="657" y="843"/>
                  </a:lnTo>
                  <a:lnTo>
                    <a:pt x="663" y="850"/>
                  </a:lnTo>
                  <a:lnTo>
                    <a:pt x="668" y="857"/>
                  </a:lnTo>
                  <a:lnTo>
                    <a:pt x="673" y="865"/>
                  </a:lnTo>
                  <a:lnTo>
                    <a:pt x="679" y="872"/>
                  </a:lnTo>
                  <a:lnTo>
                    <a:pt x="684" y="879"/>
                  </a:lnTo>
                  <a:lnTo>
                    <a:pt x="689" y="885"/>
                  </a:lnTo>
                  <a:lnTo>
                    <a:pt x="695" y="892"/>
                  </a:lnTo>
                  <a:lnTo>
                    <a:pt x="700" y="899"/>
                  </a:lnTo>
                  <a:lnTo>
                    <a:pt x="706" y="906"/>
                  </a:lnTo>
                  <a:lnTo>
                    <a:pt x="712" y="913"/>
                  </a:lnTo>
                  <a:lnTo>
                    <a:pt x="717" y="921"/>
                  </a:lnTo>
                  <a:lnTo>
                    <a:pt x="722" y="928"/>
                  </a:lnTo>
                  <a:lnTo>
                    <a:pt x="728" y="934"/>
                  </a:lnTo>
                  <a:lnTo>
                    <a:pt x="733" y="941"/>
                  </a:lnTo>
                  <a:lnTo>
                    <a:pt x="738" y="948"/>
                  </a:lnTo>
                  <a:lnTo>
                    <a:pt x="744" y="955"/>
                  </a:lnTo>
                  <a:lnTo>
                    <a:pt x="749" y="962"/>
                  </a:lnTo>
                  <a:lnTo>
                    <a:pt x="754" y="969"/>
                  </a:lnTo>
                  <a:lnTo>
                    <a:pt x="760" y="977"/>
                  </a:lnTo>
                  <a:lnTo>
                    <a:pt x="766" y="983"/>
                  </a:lnTo>
                  <a:lnTo>
                    <a:pt x="771" y="990"/>
                  </a:lnTo>
                  <a:lnTo>
                    <a:pt x="777" y="997"/>
                  </a:lnTo>
                  <a:lnTo>
                    <a:pt x="782" y="1004"/>
                  </a:lnTo>
                  <a:lnTo>
                    <a:pt x="787" y="1011"/>
                  </a:lnTo>
                  <a:lnTo>
                    <a:pt x="793" y="1018"/>
                  </a:lnTo>
                  <a:lnTo>
                    <a:pt x="798" y="1025"/>
                  </a:lnTo>
                  <a:lnTo>
                    <a:pt x="803" y="1031"/>
                  </a:lnTo>
                  <a:lnTo>
                    <a:pt x="809" y="1039"/>
                  </a:lnTo>
                  <a:lnTo>
                    <a:pt x="814" y="1046"/>
                  </a:lnTo>
                  <a:lnTo>
                    <a:pt x="821" y="1053"/>
                  </a:lnTo>
                  <a:lnTo>
                    <a:pt x="826" y="1060"/>
                  </a:lnTo>
                  <a:lnTo>
                    <a:pt x="831" y="1067"/>
                  </a:lnTo>
                  <a:lnTo>
                    <a:pt x="837" y="1074"/>
                  </a:lnTo>
                  <a:lnTo>
                    <a:pt x="842" y="1080"/>
                  </a:lnTo>
                  <a:lnTo>
                    <a:pt x="847" y="1087"/>
                  </a:lnTo>
                  <a:lnTo>
                    <a:pt x="853" y="1095"/>
                  </a:lnTo>
                  <a:lnTo>
                    <a:pt x="858" y="1102"/>
                  </a:lnTo>
                  <a:lnTo>
                    <a:pt x="863" y="1109"/>
                  </a:lnTo>
                  <a:lnTo>
                    <a:pt x="869" y="1116"/>
                  </a:lnTo>
                  <a:lnTo>
                    <a:pt x="875" y="1123"/>
                  </a:lnTo>
                  <a:lnTo>
                    <a:pt x="880" y="1129"/>
                  </a:lnTo>
                  <a:lnTo>
                    <a:pt x="886" y="1136"/>
                  </a:lnTo>
                  <a:lnTo>
                    <a:pt x="891" y="1143"/>
                  </a:lnTo>
                  <a:lnTo>
                    <a:pt x="896" y="1151"/>
                  </a:lnTo>
                  <a:lnTo>
                    <a:pt x="902" y="1158"/>
                  </a:lnTo>
                  <a:lnTo>
                    <a:pt x="907" y="1165"/>
                  </a:lnTo>
                  <a:lnTo>
                    <a:pt x="912" y="1172"/>
                  </a:lnTo>
                  <a:lnTo>
                    <a:pt x="918" y="1178"/>
                  </a:lnTo>
                  <a:lnTo>
                    <a:pt x="923" y="1185"/>
                  </a:lnTo>
                  <a:lnTo>
                    <a:pt x="928" y="1192"/>
                  </a:lnTo>
                  <a:lnTo>
                    <a:pt x="935" y="1199"/>
                  </a:lnTo>
                  <a:lnTo>
                    <a:pt x="940" y="1206"/>
                  </a:lnTo>
                  <a:lnTo>
                    <a:pt x="945" y="1214"/>
                  </a:lnTo>
                  <a:lnTo>
                    <a:pt x="951" y="1221"/>
                  </a:lnTo>
                  <a:lnTo>
                    <a:pt x="956" y="1227"/>
                  </a:lnTo>
                  <a:lnTo>
                    <a:pt x="961" y="1234"/>
                  </a:lnTo>
                  <a:lnTo>
                    <a:pt x="967" y="1241"/>
                  </a:lnTo>
                  <a:lnTo>
                    <a:pt x="972" y="1248"/>
                  </a:lnTo>
                  <a:lnTo>
                    <a:pt x="977" y="1255"/>
                  </a:lnTo>
                  <a:lnTo>
                    <a:pt x="983" y="1262"/>
                  </a:lnTo>
                  <a:lnTo>
                    <a:pt x="989" y="1269"/>
                  </a:lnTo>
                  <a:lnTo>
                    <a:pt x="994" y="1276"/>
                  </a:lnTo>
                  <a:lnTo>
                    <a:pt x="1000" y="1283"/>
                  </a:lnTo>
                  <a:lnTo>
                    <a:pt x="1005" y="1290"/>
                  </a:lnTo>
                  <a:lnTo>
                    <a:pt x="1010" y="1297"/>
                  </a:lnTo>
                  <a:lnTo>
                    <a:pt x="1016" y="1304"/>
                  </a:lnTo>
                  <a:lnTo>
                    <a:pt x="1021" y="1311"/>
                  </a:lnTo>
                  <a:lnTo>
                    <a:pt x="1026" y="1317"/>
                  </a:lnTo>
                  <a:lnTo>
                    <a:pt x="1032" y="1325"/>
                  </a:lnTo>
                  <a:lnTo>
                    <a:pt x="1037" y="1332"/>
                  </a:lnTo>
                  <a:lnTo>
                    <a:pt x="1042" y="1339"/>
                  </a:lnTo>
                  <a:lnTo>
                    <a:pt x="1049" y="1346"/>
                  </a:lnTo>
                  <a:lnTo>
                    <a:pt x="1054" y="1353"/>
                  </a:lnTo>
                  <a:lnTo>
                    <a:pt x="1059" y="1360"/>
                  </a:lnTo>
                  <a:lnTo>
                    <a:pt x="1065" y="1366"/>
                  </a:lnTo>
                  <a:lnTo>
                    <a:pt x="1070" y="1373"/>
                  </a:lnTo>
                  <a:lnTo>
                    <a:pt x="1075" y="1380"/>
                  </a:lnTo>
                  <a:lnTo>
                    <a:pt x="1081" y="1388"/>
                  </a:lnTo>
                  <a:lnTo>
                    <a:pt x="1086" y="1395"/>
                  </a:lnTo>
                  <a:lnTo>
                    <a:pt x="1091" y="1402"/>
                  </a:lnTo>
                  <a:lnTo>
                    <a:pt x="1097" y="1409"/>
                  </a:lnTo>
                  <a:lnTo>
                    <a:pt x="1103" y="1415"/>
                  </a:lnTo>
                  <a:lnTo>
                    <a:pt x="1108" y="1422"/>
                  </a:lnTo>
                  <a:lnTo>
                    <a:pt x="1114" y="1429"/>
                  </a:lnTo>
                </a:path>
              </a:pathLst>
            </a:custGeom>
            <a:noFill/>
            <a:ln w="19050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AB47E7A6-AF42-4FFD-9237-E866B30EF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4012899"/>
              <a:ext cx="12869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ED6E98C0-6C2B-4114-BCDE-62E13AE17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7994" y="3958188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7B299EE4-3163-4E21-B1B1-2920AA998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3588" y="1953168"/>
              <a:ext cx="1612900" cy="1643063"/>
            </a:xfrm>
            <a:custGeom>
              <a:avLst/>
              <a:gdLst>
                <a:gd name="T0" fmla="*/ 1016 w 1016"/>
                <a:gd name="T1" fmla="*/ 1035 h 1035"/>
                <a:gd name="T2" fmla="*/ 0 w 1016"/>
                <a:gd name="T3" fmla="*/ 20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16" h="1035">
                  <a:moveTo>
                    <a:pt x="1016" y="1035"/>
                  </a:moveTo>
                  <a:cubicBezTo>
                    <a:pt x="826" y="455"/>
                    <a:pt x="372" y="0"/>
                    <a:pt x="0" y="20"/>
                  </a:cubicBezTo>
                </a:path>
              </a:pathLst>
            </a:custGeom>
            <a:noFill/>
            <a:ln w="19050" cap="rnd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E14ADAB7-DCD4-4207-B966-E693D1076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1033" y="2094415"/>
              <a:ext cx="141064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4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.</a:t>
              </a:r>
              <a:endParaRPr kumimoji="0" lang="zh-CN" altLang="zh-CN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9F3104E4-0653-40A6-8D4E-3881089E9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0695" y="1625268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D6110705-C43A-4648-8098-7402E4165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9351" y="3466311"/>
              <a:ext cx="1570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603FD67-2D4A-4E06-A680-123EA8C261B0}"/>
                </a:ext>
              </a:extLst>
            </p:cNvPr>
            <p:cNvCxnSpPr>
              <a:stCxn id="22" idx="1"/>
            </p:cNvCxnSpPr>
            <p:nvPr/>
          </p:nvCxnSpPr>
          <p:spPr>
            <a:xfrm>
              <a:off x="5843588" y="1984918"/>
              <a:ext cx="0" cy="2037093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B221636-4345-4396-AE00-318F8D36199D}"/>
                </a:ext>
              </a:extLst>
            </p:cNvPr>
            <p:cNvCxnSpPr/>
            <p:nvPr/>
          </p:nvCxnSpPr>
          <p:spPr>
            <a:xfrm>
              <a:off x="7452258" y="3593534"/>
              <a:ext cx="0" cy="403028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5" name="对象 64">
              <a:extLst>
                <a:ext uri="{FF2B5EF4-FFF2-40B4-BE49-F238E27FC236}">
                  <a16:creationId xmlns:a16="http://schemas.microsoft.com/office/drawing/2014/main" id="{A476F7A4-C378-456E-BA2E-898B8A8C9B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0531161"/>
                </p:ext>
              </p:extLst>
            </p:nvPr>
          </p:nvGraphicFramePr>
          <p:xfrm>
            <a:off x="6048508" y="2717280"/>
            <a:ext cx="9398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722" name="Equation" r:id="rId5" imgW="939600" imgH="304560" progId="Equation.DSMT4">
                    <p:embed/>
                  </p:oleObj>
                </mc:Choice>
                <mc:Fallback>
                  <p:oleObj name="Equation" r:id="rId5" imgW="939600" imgH="304560" progId="Equation.DSMT4">
                    <p:embed/>
                    <p:pic>
                      <p:nvPicPr>
                        <p:cNvPr id="64" name="对象 63">
                          <a:extLst>
                            <a:ext uri="{FF2B5EF4-FFF2-40B4-BE49-F238E27FC236}">
                              <a16:creationId xmlns:a16="http://schemas.microsoft.com/office/drawing/2014/main" id="{19574E4F-7680-4686-97F0-650D23B872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48508" y="2717280"/>
                          <a:ext cx="9398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5131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26576" y="368494"/>
            <a:ext cx="7057792" cy="461665"/>
            <a:chOff x="833570" y="585264"/>
            <a:chExt cx="7057792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833570" y="585264"/>
              <a:ext cx="7057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定理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1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设函数       在    上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连续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在    内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可导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.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28436"/>
                </p:ext>
              </p:extLst>
            </p:nvPr>
          </p:nvGraphicFramePr>
          <p:xfrm>
            <a:off x="2797262" y="666680"/>
            <a:ext cx="985048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42" name="Equation" r:id="rId3" imgW="1104840" imgH="342720" progId="Equation.DSMT4">
                    <p:embed/>
                  </p:oleObj>
                </mc:Choice>
                <mc:Fallback>
                  <p:oleObj name="Equation" r:id="rId3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97262" y="666680"/>
                          <a:ext cx="985048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3134876"/>
                </p:ext>
              </p:extLst>
            </p:nvPr>
          </p:nvGraphicFramePr>
          <p:xfrm>
            <a:off x="4211960" y="669287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43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11960" y="669287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9608710"/>
                </p:ext>
              </p:extLst>
            </p:nvPr>
          </p:nvGraphicFramePr>
          <p:xfrm>
            <a:off x="6143476" y="664273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44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43476" y="664273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843018" y="1059664"/>
            <a:ext cx="7993896" cy="576248"/>
            <a:chOff x="538544" y="1349355"/>
            <a:chExt cx="7993896" cy="576248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41DD433-A162-4CEE-B562-B71A047AF27C}"/>
                </a:ext>
              </a:extLst>
            </p:cNvPr>
            <p:cNvSpPr txBox="1"/>
            <p:nvPr/>
          </p:nvSpPr>
          <p:spPr>
            <a:xfrm>
              <a:off x="538544" y="1349355"/>
              <a:ext cx="7993896" cy="57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如果在     内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且等号仅在有限多个点处成立，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601844"/>
                </p:ext>
              </p:extLst>
            </p:nvPr>
          </p:nvGraphicFramePr>
          <p:xfrm>
            <a:off x="1972271" y="1546932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45" name="Equation" r:id="rId9" imgW="660240" imgH="342720" progId="Equation.DSMT4">
                    <p:embed/>
                  </p:oleObj>
                </mc:Choice>
                <mc:Fallback>
                  <p:oleObj name="Equation" r:id="rId9" imgW="660240" imgH="342720" progId="Equation.DSMT4">
                    <p:embed/>
                    <p:pic>
                      <p:nvPicPr>
                        <p:cNvPr id="0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2271" y="1546932"/>
                          <a:ext cx="660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1749056"/>
                </p:ext>
              </p:extLst>
            </p:nvPr>
          </p:nvGraphicFramePr>
          <p:xfrm>
            <a:off x="2979800" y="1570003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46" name="Equation" r:id="rId11" imgW="1143000" imgH="355320" progId="Equation.DSMT4">
                    <p:embed/>
                  </p:oleObj>
                </mc:Choice>
                <mc:Fallback>
                  <p:oleObj name="Equation" r:id="rId11" imgW="11430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979800" y="1570003"/>
                          <a:ext cx="1143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843018" y="2570091"/>
            <a:ext cx="7849880" cy="576248"/>
            <a:chOff x="755576" y="2859782"/>
            <a:chExt cx="7849880" cy="576248"/>
          </a:xfrm>
        </p:grpSpPr>
        <p:sp>
          <p:nvSpPr>
            <p:cNvPr id="24" name="矩形 23"/>
            <p:cNvSpPr/>
            <p:nvPr/>
          </p:nvSpPr>
          <p:spPr>
            <a:xfrm>
              <a:off x="755576" y="2859782"/>
              <a:ext cx="7849880" cy="5762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如果在    内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且等号仅在有限多个点处成立，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5354117"/>
                </p:ext>
              </p:extLst>
            </p:nvPr>
          </p:nvGraphicFramePr>
          <p:xfrm>
            <a:off x="2184416" y="3054216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47" name="Equation" r:id="rId13" imgW="660113" imgH="342751" progId="Equation.DSMT4">
                    <p:embed/>
                  </p:oleObj>
                </mc:Choice>
                <mc:Fallback>
                  <p:oleObj name="Equation" r:id="rId13" imgW="660113" imgH="342751" progId="Equation.DSMT4">
                    <p:embed/>
                    <p:pic>
                      <p:nvPicPr>
                        <p:cNvPr id="0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4416" y="3054216"/>
                          <a:ext cx="660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8466426"/>
                </p:ext>
              </p:extLst>
            </p:nvPr>
          </p:nvGraphicFramePr>
          <p:xfrm>
            <a:off x="3183970" y="3047866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48" name="Equation" r:id="rId14" imgW="1143000" imgH="355320" progId="Equation.DSMT4">
                    <p:embed/>
                  </p:oleObj>
                </mc:Choice>
                <mc:Fallback>
                  <p:oleObj name="Equation" r:id="rId14" imgW="1143000" imgH="355320" progId="Equation.DSMT4">
                    <p:embed/>
                    <p:pic>
                      <p:nvPicPr>
                        <p:cNvPr id="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3970" y="3047866"/>
                          <a:ext cx="1143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195954" y="1912727"/>
            <a:ext cx="5956970" cy="461665"/>
            <a:chOff x="179512" y="2202418"/>
            <a:chExt cx="5956970" cy="461665"/>
          </a:xfrm>
        </p:grpSpPr>
        <p:grpSp>
          <p:nvGrpSpPr>
            <p:cNvPr id="6" name="组合 5"/>
            <p:cNvGrpSpPr/>
            <p:nvPr/>
          </p:nvGrpSpPr>
          <p:grpSpPr>
            <a:xfrm>
              <a:off x="179512" y="2202418"/>
              <a:ext cx="5956970" cy="461665"/>
              <a:chOff x="1403648" y="2202418"/>
              <a:chExt cx="5956970" cy="461665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403648" y="2202418"/>
                <a:ext cx="595697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那么函数       在     上</a:t>
                </a:r>
                <a:r>
                  <a:rPr lang="zh-CN" altLang="en-US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严格单调增加</a:t>
                </a:r>
                <a:r>
                  <a:rPr lang="en-US" altLang="zh-CN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.</a:t>
                </a:r>
                <a:r>
                  <a:rPr lang="zh-CN" altLang="en-US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 </a:t>
                </a:r>
                <a:endParaRPr lang="zh-CN" altLang="en-US" sz="2400" dirty="0">
                  <a:solidFill>
                    <a:srgbClr val="0064FF"/>
                  </a:solidFill>
                </a:endParaRPr>
              </a:p>
            </p:txBody>
          </p:sp>
          <p:graphicFrame>
            <p:nvGraphicFramePr>
              <p:cNvPr id="22" name="对象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9158634"/>
                  </p:ext>
                </p:extLst>
              </p:nvPr>
            </p:nvGraphicFramePr>
            <p:xfrm>
              <a:off x="2747020" y="2261800"/>
              <a:ext cx="1104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049" name="Equation" r:id="rId16" imgW="1104840" imgH="342720" progId="Equation.DSMT4">
                      <p:embed/>
                    </p:oleObj>
                  </mc:Choice>
                  <mc:Fallback>
                    <p:oleObj name="Equation" r:id="rId16" imgW="1104840" imgH="342720" progId="Equation.DSMT4">
                      <p:embed/>
                      <p:pic>
                        <p:nvPicPr>
                          <p:cNvPr id="0" name="对象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7020" y="2261800"/>
                            <a:ext cx="11049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7932287"/>
                </p:ext>
              </p:extLst>
            </p:nvPr>
          </p:nvGraphicFramePr>
          <p:xfrm>
            <a:off x="2915816" y="2268150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50" name="Equation" r:id="rId18" imgW="634680" imgH="330120" progId="Equation.DSMT4">
                    <p:embed/>
                  </p:oleObj>
                </mc:Choice>
                <mc:Fallback>
                  <p:oleObj name="Equation" r:id="rId18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915816" y="2268150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159950" y="3434187"/>
            <a:ext cx="5724636" cy="461665"/>
            <a:chOff x="179512" y="3718163"/>
            <a:chExt cx="5724636" cy="461665"/>
          </a:xfrm>
        </p:grpSpPr>
        <p:grpSp>
          <p:nvGrpSpPr>
            <p:cNvPr id="8" name="组合 7"/>
            <p:cNvGrpSpPr/>
            <p:nvPr/>
          </p:nvGrpSpPr>
          <p:grpSpPr>
            <a:xfrm>
              <a:off x="179512" y="3718163"/>
              <a:ext cx="5724636" cy="461665"/>
              <a:chOff x="1331640" y="3718163"/>
              <a:chExt cx="5724636" cy="461665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331640" y="3718163"/>
                <a:ext cx="572463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那么函数       在     上</a:t>
                </a:r>
                <a:r>
                  <a:rPr lang="zh-CN" altLang="en-US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严格单调减少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.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 </a:t>
                </a:r>
                <a:endParaRPr lang="zh-CN" altLang="en-US" sz="2400" dirty="0"/>
              </a:p>
            </p:txBody>
          </p:sp>
          <p:graphicFrame>
            <p:nvGraphicFramePr>
              <p:cNvPr id="28" name="对象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19663733"/>
                  </p:ext>
                </p:extLst>
              </p:nvPr>
            </p:nvGraphicFramePr>
            <p:xfrm>
              <a:off x="2641036" y="3777545"/>
              <a:ext cx="1104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051" name="Equation" r:id="rId20" imgW="1104900" imgH="342900" progId="Equation.DSMT4">
                      <p:embed/>
                    </p:oleObj>
                  </mc:Choice>
                  <mc:Fallback>
                    <p:oleObj name="Equation" r:id="rId20" imgW="1104900" imgH="342900" progId="Equation.DSMT4">
                      <p:embed/>
                      <p:pic>
                        <p:nvPicPr>
                          <p:cNvPr id="0" name="对象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1036" y="3777545"/>
                            <a:ext cx="11049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9620758"/>
                </p:ext>
              </p:extLst>
            </p:nvPr>
          </p:nvGraphicFramePr>
          <p:xfrm>
            <a:off x="3000896" y="3783895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52" name="Equation" r:id="rId21" imgW="634680" imgH="330120" progId="Equation.DSMT4">
                    <p:embed/>
                  </p:oleObj>
                </mc:Choice>
                <mc:Fallback>
                  <p:oleObj name="Equation" r:id="rId21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000896" y="3783895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3038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179512" y="3723878"/>
            <a:ext cx="7200800" cy="461665"/>
            <a:chOff x="827584" y="3723878"/>
            <a:chExt cx="7200800" cy="461665"/>
          </a:xfrm>
        </p:grpSpPr>
        <p:sp>
          <p:nvSpPr>
            <p:cNvPr id="27" name="矩形 26"/>
            <p:cNvSpPr/>
            <p:nvPr/>
          </p:nvSpPr>
          <p:spPr>
            <a:xfrm>
              <a:off x="827584" y="3723878"/>
              <a:ext cx="7200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这表明函数       在     上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严格单调增加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1201505"/>
                </p:ext>
              </p:extLst>
            </p:nvPr>
          </p:nvGraphicFramePr>
          <p:xfrm>
            <a:off x="2458988" y="3783260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94" name="Equation" r:id="rId3" imgW="1104900" imgH="342900" progId="Equation.DSMT4">
                    <p:embed/>
                  </p:oleObj>
                </mc:Choice>
                <mc:Fallback>
                  <p:oleObj name="Equation" r:id="rId3" imgW="1104900" imgH="342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8988" y="3783260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9469"/>
                </p:ext>
              </p:extLst>
            </p:nvPr>
          </p:nvGraphicFramePr>
          <p:xfrm>
            <a:off x="3930121" y="3789363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95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0121" y="3789363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288528"/>
              </p:ext>
            </p:extLst>
          </p:nvPr>
        </p:nvGraphicFramePr>
        <p:xfrm>
          <a:off x="2461882" y="2409917"/>
          <a:ext cx="363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96" name="Equation" r:id="rId7" imgW="3632040" imgH="380880" progId="Equation.DSMT4">
                  <p:embed/>
                </p:oleObj>
              </mc:Choice>
              <mc:Fallback>
                <p:oleObj name="Equation" r:id="rId7" imgW="3632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61882" y="2409917"/>
                        <a:ext cx="3632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179512" y="3080023"/>
            <a:ext cx="7632848" cy="461665"/>
            <a:chOff x="899592" y="3003798"/>
            <a:chExt cx="7632848" cy="461665"/>
          </a:xfrm>
        </p:grpSpPr>
        <p:sp>
          <p:nvSpPr>
            <p:cNvPr id="21" name="矩形 20"/>
            <p:cNvSpPr/>
            <p:nvPr/>
          </p:nvSpPr>
          <p:spPr>
            <a:xfrm>
              <a:off x="899592" y="3003798"/>
              <a:ext cx="76328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由已知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所以  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即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2188092"/>
                </p:ext>
              </p:extLst>
            </p:nvPr>
          </p:nvGraphicFramePr>
          <p:xfrm>
            <a:off x="1979712" y="3056830"/>
            <a:ext cx="1155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97" name="Equation" r:id="rId9" imgW="1155600" imgH="355320" progId="Equation.DSMT4">
                    <p:embed/>
                  </p:oleObj>
                </mc:Choice>
                <mc:Fallback>
                  <p:oleObj name="Equation" r:id="rId9" imgW="1155600" imgH="355320" progId="Equation.DSMT4">
                    <p:embed/>
                    <p:pic>
                      <p:nvPicPr>
                        <p:cNvPr id="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3056830"/>
                          <a:ext cx="11557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8099949"/>
                </p:ext>
              </p:extLst>
            </p:nvPr>
          </p:nvGraphicFramePr>
          <p:xfrm>
            <a:off x="3995936" y="3044130"/>
            <a:ext cx="2120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98" name="Equation" r:id="rId11" imgW="2120760" imgH="380880" progId="Equation.DSMT4">
                    <p:embed/>
                  </p:oleObj>
                </mc:Choice>
                <mc:Fallback>
                  <p:oleObj name="Equation" r:id="rId11" imgW="2120760" imgH="380880" progId="Equation.DSMT4">
                    <p:embed/>
                    <p:pic>
                      <p:nvPicPr>
                        <p:cNvPr id="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936" y="3044130"/>
                          <a:ext cx="21209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6982573"/>
                </p:ext>
              </p:extLst>
            </p:nvPr>
          </p:nvGraphicFramePr>
          <p:xfrm>
            <a:off x="6516216" y="3044130"/>
            <a:ext cx="1714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99" name="Equation" r:id="rId13" imgW="1714320" imgH="380880" progId="Equation.DSMT4">
                    <p:embed/>
                  </p:oleObj>
                </mc:Choice>
                <mc:Fallback>
                  <p:oleObj name="Equation" r:id="rId13" imgW="17143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516216" y="3044130"/>
                          <a:ext cx="1714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/>
          <p:nvPr/>
        </p:nvGrpSpPr>
        <p:grpSpPr>
          <a:xfrm>
            <a:off x="440846" y="990977"/>
            <a:ext cx="8503315" cy="461665"/>
            <a:chOff x="374824" y="1245989"/>
            <a:chExt cx="8503315" cy="461665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5412465"/>
                </p:ext>
              </p:extLst>
            </p:nvPr>
          </p:nvGraphicFramePr>
          <p:xfrm>
            <a:off x="374824" y="1277886"/>
            <a:ext cx="81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0" name="Equation" r:id="rId15" imgW="812520" imgH="380880" progId="Equation.DSMT4">
                    <p:embed/>
                  </p:oleObj>
                </mc:Choice>
                <mc:Fallback>
                  <p:oleObj name="Equation" r:id="rId15" imgW="812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74824" y="1277886"/>
                          <a:ext cx="812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71508"/>
                </p:ext>
              </p:extLst>
            </p:nvPr>
          </p:nvGraphicFramePr>
          <p:xfrm>
            <a:off x="1666664" y="131897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1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666664" y="131897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4431636"/>
                </p:ext>
              </p:extLst>
            </p:nvPr>
          </p:nvGraphicFramePr>
          <p:xfrm>
            <a:off x="2666380" y="1277886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2" name="Equation" r:id="rId19" imgW="825480" imgH="380880" progId="Equation.DSMT4">
                    <p:embed/>
                  </p:oleObj>
                </mc:Choice>
                <mc:Fallback>
                  <p:oleObj name="Equation" r:id="rId19" imgW="825480" imgH="380880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6380" y="1277886"/>
                          <a:ext cx="8255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4568013"/>
                </p:ext>
              </p:extLst>
            </p:nvPr>
          </p:nvGraphicFramePr>
          <p:xfrm>
            <a:off x="4932536" y="1277886"/>
            <a:ext cx="863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3" name="Equation" r:id="rId21" imgW="863280" imgH="380880" progId="Equation.DSMT4">
                    <p:embed/>
                  </p:oleObj>
                </mc:Choice>
                <mc:Fallback>
                  <p:oleObj name="Equation" r:id="rId21" imgW="863280" imgH="380880" progId="Equation.DSMT4">
                    <p:embed/>
                    <p:pic>
                      <p:nvPicPr>
                        <p:cNvPr id="0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536" y="1277886"/>
                          <a:ext cx="863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459189" y="1245989"/>
              <a:ext cx="8418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则    在      上连续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在      内可导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由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拉格朗日</a:t>
              </a:r>
              <a:endPara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69298" y="1602152"/>
            <a:ext cx="7465068" cy="461665"/>
            <a:chOff x="203276" y="1857164"/>
            <a:chExt cx="7465068" cy="461665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6520591"/>
                </p:ext>
              </p:extLst>
            </p:nvPr>
          </p:nvGraphicFramePr>
          <p:xfrm>
            <a:off x="2339752" y="1897496"/>
            <a:ext cx="863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4" name="Equation" r:id="rId23" imgW="863280" imgH="380880" progId="Equation.DSMT4">
                    <p:embed/>
                  </p:oleObj>
                </mc:Choice>
                <mc:Fallback>
                  <p:oleObj name="Equation" r:id="rId23" imgW="8632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339752" y="1897496"/>
                          <a:ext cx="863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5239755"/>
                </p:ext>
              </p:extLst>
            </p:nvPr>
          </p:nvGraphicFramePr>
          <p:xfrm>
            <a:off x="5447978" y="1922896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5" name="Equation" r:id="rId25" imgW="203040" imgH="330120" progId="Equation.DSMT4">
                    <p:embed/>
                  </p:oleObj>
                </mc:Choice>
                <mc:Fallback>
                  <p:oleObj name="Equation" r:id="rId25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447978" y="1922896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03276" y="1857164"/>
              <a:ext cx="7465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中值定理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知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在      内至少存在一点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使得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259632" y="330252"/>
            <a:ext cx="7698870" cy="461665"/>
            <a:chOff x="1193610" y="585264"/>
            <a:chExt cx="7698870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1193610" y="585264"/>
              <a:ext cx="76988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证明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设在     内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任取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且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8791561"/>
                </p:ext>
              </p:extLst>
            </p:nvPr>
          </p:nvGraphicFramePr>
          <p:xfrm>
            <a:off x="6235326" y="627534"/>
            <a:ext cx="1536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6" name="Equation" r:id="rId27" imgW="1536480" imgH="380880" progId="Equation.DSMT4">
                    <p:embed/>
                  </p:oleObj>
                </mc:Choice>
                <mc:Fallback>
                  <p:oleObj name="Equation" r:id="rId27" imgW="1536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235326" y="627534"/>
                          <a:ext cx="1536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6285900"/>
                </p:ext>
              </p:extLst>
            </p:nvPr>
          </p:nvGraphicFramePr>
          <p:xfrm>
            <a:off x="3079130" y="668356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7" name="Equation" r:id="rId29" imgW="660240" imgH="342720" progId="Equation.DSMT4">
                    <p:embed/>
                  </p:oleObj>
                </mc:Choice>
                <mc:Fallback>
                  <p:oleObj name="Equation" r:id="rId29" imgW="6602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9130" y="668356"/>
                          <a:ext cx="660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7132287"/>
                </p:ext>
              </p:extLst>
            </p:nvPr>
          </p:nvGraphicFramePr>
          <p:xfrm>
            <a:off x="4211960" y="681948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08" name="Equation" r:id="rId31" imgW="1143000" imgH="355320" progId="Equation.DSMT4">
                    <p:embed/>
                  </p:oleObj>
                </mc:Choice>
                <mc:Fallback>
                  <p:oleObj name="Equation" r:id="rId31" imgW="11430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211960" y="681948"/>
                          <a:ext cx="1143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1266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23528" y="1299534"/>
            <a:ext cx="8569960" cy="646331"/>
            <a:chOff x="323528" y="1275606"/>
            <a:chExt cx="8569960" cy="646331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41DD433-A162-4CEE-B562-B71A047AF27C}"/>
                </a:ext>
              </a:extLst>
            </p:cNvPr>
            <p:cNvSpPr txBox="1"/>
            <p:nvPr/>
          </p:nvSpPr>
          <p:spPr>
            <a:xfrm>
              <a:off x="323528" y="1275606"/>
              <a:ext cx="85699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 在区间     和区间     上都是单调增加的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,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因此函数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8340816"/>
                </p:ext>
              </p:extLst>
            </p:nvPr>
          </p:nvGraphicFramePr>
          <p:xfrm>
            <a:off x="2077492" y="1433671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13" name="Equation" r:id="rId3" imgW="622080" imgH="330120" progId="Equation.DSMT4">
                    <p:embed/>
                  </p:oleObj>
                </mc:Choice>
                <mc:Fallback>
                  <p:oleObj name="Equation" r:id="rId3" imgW="6220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77492" y="1433671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8290265"/>
                </p:ext>
              </p:extLst>
            </p:nvPr>
          </p:nvGraphicFramePr>
          <p:xfrm>
            <a:off x="395536" y="142732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14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36" y="1427321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2579528"/>
                </p:ext>
              </p:extLst>
            </p:nvPr>
          </p:nvGraphicFramePr>
          <p:xfrm>
            <a:off x="3779912" y="1433671"/>
            <a:ext cx="609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15" name="Equation" r:id="rId7" imgW="609480" imgH="330120" progId="Equation.DSMT4">
                    <p:embed/>
                  </p:oleObj>
                </mc:Choice>
                <mc:Fallback>
                  <p:oleObj name="Equation" r:id="rId7" imgW="609480" imgH="330120" progId="Equation.DSMT4">
                    <p:embed/>
                    <p:pic>
                      <p:nvPicPr>
                        <p:cNvPr id="0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912" y="1433671"/>
                          <a:ext cx="6096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323528" y="2912740"/>
            <a:ext cx="8640960" cy="559769"/>
            <a:chOff x="323528" y="2859782"/>
            <a:chExt cx="8640960" cy="559769"/>
          </a:xfrm>
        </p:grpSpPr>
        <p:sp>
          <p:nvSpPr>
            <p:cNvPr id="24" name="矩形 23"/>
            <p:cNvSpPr/>
            <p:nvPr/>
          </p:nvSpPr>
          <p:spPr>
            <a:xfrm>
              <a:off x="323528" y="2859782"/>
              <a:ext cx="8640960" cy="559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的点为有限多个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那么    在区间     上仍是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严格单调增加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      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9289589"/>
                </p:ext>
              </p:extLst>
            </p:nvPr>
          </p:nvGraphicFramePr>
          <p:xfrm>
            <a:off x="3347864" y="304454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16" name="Equation" r:id="rId9" imgW="622030" imgH="342751" progId="Equation.DSMT4">
                    <p:embed/>
                  </p:oleObj>
                </mc:Choice>
                <mc:Fallback>
                  <p:oleObj name="Equation" r:id="rId9" imgW="622030" imgH="342751" progId="Equation.DSMT4">
                    <p:embed/>
                    <p:pic>
                      <p:nvPicPr>
                        <p:cNvPr id="0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3044548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5511902"/>
                </p:ext>
              </p:extLst>
            </p:nvPr>
          </p:nvGraphicFramePr>
          <p:xfrm>
            <a:off x="5004048" y="3028855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17" name="Equation" r:id="rId10" imgW="634680" imgH="330120" progId="Equation.DSMT4">
                    <p:embed/>
                  </p:oleObj>
                </mc:Choice>
                <mc:Fallback>
                  <p:oleObj name="Equation" r:id="rId10" imgW="634680" imgH="330120" progId="Equation.DSMT4">
                    <p:embed/>
                    <p:pic>
                      <p:nvPicPr>
                        <p:cNvPr id="0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048" y="3028855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矩形 27"/>
          <p:cNvSpPr/>
          <p:nvPr/>
        </p:nvSpPr>
        <p:spPr>
          <a:xfrm>
            <a:off x="899592" y="3811676"/>
            <a:ext cx="22322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(2)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类似可证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4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755576" y="585264"/>
            <a:ext cx="8208912" cy="461665"/>
            <a:chOff x="755576" y="585264"/>
            <a:chExt cx="8208912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755576" y="585264"/>
              <a:ext cx="82089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若存在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使得        且当    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那么             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9379833"/>
                </p:ext>
              </p:extLst>
            </p:nvPr>
          </p:nvGraphicFramePr>
          <p:xfrm>
            <a:off x="1800261" y="704029"/>
            <a:ext cx="1052922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18" name="Equation" r:id="rId12" imgW="1091880" imgH="342720" progId="Equation.DSMT4">
                    <p:embed/>
                  </p:oleObj>
                </mc:Choice>
                <mc:Fallback>
                  <p:oleObj name="Equation" r:id="rId12" imgW="1091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800261" y="704029"/>
                          <a:ext cx="1052922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2600350"/>
                </p:ext>
              </p:extLst>
            </p:nvPr>
          </p:nvGraphicFramePr>
          <p:xfrm>
            <a:off x="3642364" y="680312"/>
            <a:ext cx="1089652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19" name="Equation" r:id="rId14" imgW="1130040" imgH="355320" progId="Equation.DSMT4">
                    <p:embed/>
                  </p:oleObj>
                </mc:Choice>
                <mc:Fallback>
                  <p:oleObj name="Equation" r:id="rId14" imgW="113004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642364" y="680312"/>
                          <a:ext cx="1089652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280245"/>
                </p:ext>
              </p:extLst>
            </p:nvPr>
          </p:nvGraphicFramePr>
          <p:xfrm>
            <a:off x="5534868" y="665163"/>
            <a:ext cx="2349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20" name="Equation" r:id="rId16" imgW="2349360" imgH="380880" progId="Equation.DSMT4">
                    <p:embed/>
                  </p:oleObj>
                </mc:Choice>
                <mc:Fallback>
                  <p:oleObj name="Equation" r:id="rId16" imgW="2349360" imgH="380880" progId="Equation.DSMT4">
                    <p:embed/>
                    <p:pic>
                      <p:nvPicPr>
                        <p:cNvPr id="0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4868" y="665163"/>
                          <a:ext cx="23495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323528" y="2198470"/>
            <a:ext cx="8569960" cy="461665"/>
            <a:chOff x="323528" y="2202418"/>
            <a:chExt cx="8569960" cy="461665"/>
          </a:xfrm>
        </p:grpSpPr>
        <p:sp>
          <p:nvSpPr>
            <p:cNvPr id="21" name="矩形 20"/>
            <p:cNvSpPr/>
            <p:nvPr/>
          </p:nvSpPr>
          <p:spPr>
            <a:xfrm>
              <a:off x="323528" y="2202418"/>
              <a:ext cx="85699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      在     上单调增加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显然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如果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在     内等于零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9095592"/>
                </p:ext>
              </p:extLst>
            </p:nvPr>
          </p:nvGraphicFramePr>
          <p:xfrm>
            <a:off x="395536" y="2261800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21" name="Equation" r:id="rId18" imgW="1104840" imgH="342720" progId="Equation.DSMT4">
                    <p:embed/>
                  </p:oleObj>
                </mc:Choice>
                <mc:Fallback>
                  <p:oleObj name="Equation" r:id="rId18" imgW="11048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36" y="2261800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9906245"/>
                </p:ext>
              </p:extLst>
            </p:nvPr>
          </p:nvGraphicFramePr>
          <p:xfrm>
            <a:off x="1907704" y="2268538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22" name="Equation" r:id="rId20" imgW="634680" imgH="330120" progId="Equation.DSMT4">
                    <p:embed/>
                  </p:oleObj>
                </mc:Choice>
                <mc:Fallback>
                  <p:oleObj name="Equation" r:id="rId20" imgW="6346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7704" y="2268538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0586054"/>
                </p:ext>
              </p:extLst>
            </p:nvPr>
          </p:nvGraphicFramePr>
          <p:xfrm>
            <a:off x="5686400" y="2255450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23" name="Equation" r:id="rId22" imgW="685800" imgH="355320" progId="Equation.DSMT4">
                    <p:embed/>
                  </p:oleObj>
                </mc:Choice>
                <mc:Fallback>
                  <p:oleObj name="Equation" r:id="rId22" imgW="68580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6400" y="2255450"/>
                          <a:ext cx="6858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075425"/>
                </p:ext>
              </p:extLst>
            </p:nvPr>
          </p:nvGraphicFramePr>
          <p:xfrm>
            <a:off x="6713538" y="2261373"/>
            <a:ext cx="67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224" name="Equation" r:id="rId24" imgW="672840" imgH="342720" progId="Equation.DSMT4">
                    <p:embed/>
                  </p:oleObj>
                </mc:Choice>
                <mc:Fallback>
                  <p:oleObj name="Equation" r:id="rId24" imgW="6728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3538" y="2261373"/>
                          <a:ext cx="673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639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DF072FF-56F5-4007-80A0-369AE1813D53}"/>
              </a:ext>
            </a:extLst>
          </p:cNvPr>
          <p:cNvSpPr/>
          <p:nvPr/>
        </p:nvSpPr>
        <p:spPr>
          <a:xfrm>
            <a:off x="539552" y="627534"/>
            <a:ext cx="82492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1. </a:t>
            </a:r>
            <a:r>
              <a:rPr kumimoji="1" lang="zh-CN" altLang="en-US" sz="2400" b="1" dirty="0">
                <a:latin typeface="+mn-ea"/>
              </a:rPr>
              <a:t>定理条件不变</a:t>
            </a:r>
            <a:r>
              <a:rPr kumimoji="1" lang="en-US" altLang="zh-CN" sz="2400" b="1" dirty="0">
                <a:latin typeface="+mn-ea"/>
              </a:rPr>
              <a:t>,</a:t>
            </a:r>
            <a:r>
              <a:rPr kumimoji="1" lang="zh-CN" altLang="en-US" sz="2400" b="1" dirty="0">
                <a:latin typeface="+mn-ea"/>
              </a:rPr>
              <a:t>区间     改为其它区间</a:t>
            </a:r>
            <a:r>
              <a:rPr kumimoji="1" lang="en-US" altLang="zh-CN" sz="2400" b="1" dirty="0">
                <a:latin typeface="+mn-ea"/>
              </a:rPr>
              <a:t>,</a:t>
            </a:r>
            <a:r>
              <a:rPr kumimoji="1" lang="zh-CN" altLang="en-US" sz="2400" b="1" dirty="0">
                <a:latin typeface="+mn-ea"/>
              </a:rPr>
              <a:t>结论亦成立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EDD51B3-2B28-49F2-B680-A604A81F70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691710"/>
              </p:ext>
            </p:extLst>
          </p:nvPr>
        </p:nvGraphicFramePr>
        <p:xfrm>
          <a:off x="4085828" y="699542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32" name="Equation" r:id="rId3" imgW="634680" imgH="330120" progId="Equation.DSMT4">
                  <p:embed/>
                </p:oleObj>
              </mc:Choice>
              <mc:Fallback>
                <p:oleObj name="Equation" r:id="rId3" imgW="634680" imgH="33012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828" y="699542"/>
                        <a:ext cx="635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6F53AD78-CE87-47BC-AA34-AFEBA4EA6D62}"/>
              </a:ext>
            </a:extLst>
          </p:cNvPr>
          <p:cNvSpPr/>
          <p:nvPr/>
        </p:nvSpPr>
        <p:spPr>
          <a:xfrm>
            <a:off x="539552" y="2284531"/>
            <a:ext cx="85007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3.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kumimoji="1" lang="zh-CN" altLang="en-US" sz="2400" b="1" dirty="0">
                <a:latin typeface="+mn-ea"/>
              </a:rPr>
              <a:t>函数的单调性是函数在一个区间上的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整体性质</a:t>
            </a:r>
            <a:r>
              <a:rPr kumimoji="1" lang="en-US" altLang="zh-CN" sz="2400" b="1" dirty="0">
                <a:latin typeface="+mn-ea"/>
              </a:rPr>
              <a:t>,</a:t>
            </a:r>
            <a:r>
              <a:rPr kumimoji="1" lang="zh-CN" altLang="en-US" sz="2400" b="1" dirty="0">
                <a:latin typeface="+mn-ea"/>
              </a:rPr>
              <a:t>不能由</a:t>
            </a:r>
            <a:endParaRPr lang="zh-CN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426B83-F1C6-4414-BFBA-8075935CC4CF}"/>
              </a:ext>
            </a:extLst>
          </p:cNvPr>
          <p:cNvSpPr/>
          <p:nvPr/>
        </p:nvSpPr>
        <p:spPr>
          <a:xfrm>
            <a:off x="363836" y="3044864"/>
            <a:ext cx="6084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这个区间内某一点处的导数符号来判别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7C9127-6034-4CB8-B33C-22C11674FC82}"/>
              </a:ext>
            </a:extLst>
          </p:cNvPr>
          <p:cNvSpPr/>
          <p:nvPr/>
        </p:nvSpPr>
        <p:spPr>
          <a:xfrm>
            <a:off x="539552" y="1462826"/>
            <a:ext cx="66650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2.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kumimoji="1" lang="zh-CN" altLang="en-US" sz="2400" b="1" dirty="0">
                <a:latin typeface="+mn-ea"/>
              </a:rPr>
              <a:t>函数单调性的判别法是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充分非必要条件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1944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45994" y="418124"/>
            <a:ext cx="7842886" cy="461665"/>
            <a:chOff x="833570" y="585264"/>
            <a:chExt cx="7842886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833570" y="585264"/>
              <a:ext cx="78428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定理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设函数       在    上连续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在    内可导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.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9977904"/>
                </p:ext>
              </p:extLst>
            </p:nvPr>
          </p:nvGraphicFramePr>
          <p:xfrm>
            <a:off x="2797262" y="666680"/>
            <a:ext cx="985048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913" name="Equation" r:id="rId3" imgW="1104840" imgH="342720" progId="Equation.DSMT4">
                    <p:embed/>
                  </p:oleObj>
                </mc:Choice>
                <mc:Fallback>
                  <p:oleObj name="Equation" r:id="rId3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97262" y="666680"/>
                          <a:ext cx="985048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1948459"/>
                </p:ext>
              </p:extLst>
            </p:nvPr>
          </p:nvGraphicFramePr>
          <p:xfrm>
            <a:off x="4211960" y="669287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914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11960" y="669287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1294924"/>
                </p:ext>
              </p:extLst>
            </p:nvPr>
          </p:nvGraphicFramePr>
          <p:xfrm>
            <a:off x="6143476" y="664273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915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43476" y="664273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矩形 29"/>
          <p:cNvSpPr/>
          <p:nvPr/>
        </p:nvSpPr>
        <p:spPr>
          <a:xfrm>
            <a:off x="7890900" y="41812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则函数</a:t>
            </a:r>
            <a:endParaRPr lang="zh-CN" altLang="en-US" dirty="0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199899"/>
              </p:ext>
            </p:extLst>
          </p:nvPr>
        </p:nvGraphicFramePr>
        <p:xfrm>
          <a:off x="370938" y="1227204"/>
          <a:ext cx="9842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16" name="Equation" r:id="rId9" imgW="1104840" imgH="342720" progId="Equation.DSMT4">
                  <p:embed/>
                </p:oleObj>
              </mc:Choice>
              <mc:Fallback>
                <p:oleObj name="Equation" r:id="rId9" imgW="1104840" imgH="342720" progId="Equation.DSMT4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38" y="1227204"/>
                        <a:ext cx="9842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1346365" y="117704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在</a:t>
            </a: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700143"/>
              </p:ext>
            </p:extLst>
          </p:nvPr>
        </p:nvGraphicFramePr>
        <p:xfrm>
          <a:off x="1840411" y="1233554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17" name="Equation" r:id="rId11" imgW="634680" imgH="330120" progId="Equation.DSMT4">
                  <p:embed/>
                </p:oleObj>
              </mc:Choice>
              <mc:Fallback>
                <p:oleObj name="Equation" r:id="rId11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40411" y="1233554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/>
          <p:cNvSpPr/>
          <p:nvPr/>
        </p:nvSpPr>
        <p:spPr>
          <a:xfrm>
            <a:off x="2530599" y="1126273"/>
            <a:ext cx="5533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上</a:t>
            </a:r>
            <a:r>
              <a:rPr lang="zh-CN" altLang="en-US" sz="2400" b="1" dirty="0">
                <a:solidFill>
                  <a:srgbClr val="0064FF"/>
                </a:solidFill>
              </a:rPr>
              <a:t>严格</a:t>
            </a:r>
            <a:r>
              <a:rPr lang="zh-CN" altLang="en-US" sz="2400" b="1" dirty="0"/>
              <a:t>单调递增（递减）的</a:t>
            </a:r>
            <a:r>
              <a:rPr lang="zh-CN" altLang="en-US" sz="2400" b="1" dirty="0">
                <a:solidFill>
                  <a:srgbClr val="FF0000"/>
                </a:solidFill>
              </a:rPr>
              <a:t>充要</a:t>
            </a:r>
            <a:r>
              <a:rPr lang="zh-CN" altLang="en-US" sz="2400" b="1" dirty="0"/>
              <a:t>条件为</a:t>
            </a:r>
          </a:p>
        </p:txBody>
      </p:sp>
      <p:sp>
        <p:nvSpPr>
          <p:cNvPr id="36" name="矩形 35"/>
          <p:cNvSpPr/>
          <p:nvPr/>
        </p:nvSpPr>
        <p:spPr>
          <a:xfrm>
            <a:off x="914269" y="1922728"/>
            <a:ext cx="1934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对一切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677350"/>
              </p:ext>
            </p:extLst>
          </p:nvPr>
        </p:nvGraphicFramePr>
        <p:xfrm>
          <a:off x="2596929" y="2116964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18" name="Equation" r:id="rId13" imgW="1180800" imgH="342720" progId="Equation.DSMT4">
                  <p:embed/>
                </p:oleObj>
              </mc:Choice>
              <mc:Fallback>
                <p:oleObj name="Equation" r:id="rId13" imgW="1180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96929" y="2116964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7515"/>
              </p:ext>
            </p:extLst>
          </p:nvPr>
        </p:nvGraphicFramePr>
        <p:xfrm>
          <a:off x="3918901" y="2113912"/>
          <a:ext cx="1803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19" name="Equation" r:id="rId15" imgW="1803240" imgH="355320" progId="Equation.DSMT4">
                  <p:embed/>
                </p:oleObj>
              </mc:Choice>
              <mc:Fallback>
                <p:oleObj name="Equation" r:id="rId15" imgW="18032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8901" y="2113912"/>
                        <a:ext cx="1803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/>
          <p:cNvSpPr/>
          <p:nvPr/>
        </p:nvSpPr>
        <p:spPr>
          <a:xfrm>
            <a:off x="914269" y="2786457"/>
            <a:ext cx="651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1500297" y="2658385"/>
            <a:ext cx="1687182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526937" y="2758746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不存在</a:t>
            </a:r>
            <a:r>
              <a:rPr lang="zh-CN" altLang="en-US" sz="2400" b="1" dirty="0"/>
              <a:t>区间</a:t>
            </a:r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452926"/>
              </p:ext>
            </p:extLst>
          </p:nvPr>
        </p:nvGraphicFramePr>
        <p:xfrm>
          <a:off x="3258501" y="2812889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20" name="Equation" r:id="rId17" imgW="660240" imgH="342720" progId="Equation.DSMT4">
                  <p:embed/>
                </p:oleObj>
              </mc:Choice>
              <mc:Fallback>
                <p:oleObj name="Equation" r:id="rId17" imgW="660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58501" y="2812889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矩形 43"/>
          <p:cNvSpPr/>
          <p:nvPr/>
        </p:nvSpPr>
        <p:spPr>
          <a:xfrm>
            <a:off x="3918901" y="2615103"/>
            <a:ext cx="2760696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任何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子区间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，使得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857068"/>
              </p:ext>
            </p:extLst>
          </p:nvPr>
        </p:nvGraphicFramePr>
        <p:xfrm>
          <a:off x="6458885" y="2785994"/>
          <a:ext cx="120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21" name="Equation" r:id="rId19" imgW="1206360" imgH="355320" progId="Equation.DSMT4">
                  <p:embed/>
                </p:oleObj>
              </mc:Choice>
              <mc:Fallback>
                <p:oleObj name="Equation" r:id="rId19" imgW="12063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8885" y="2785994"/>
                        <a:ext cx="1206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E172509-6EE7-4E3E-AA09-0550A8F07C83}"/>
              </a:ext>
            </a:extLst>
          </p:cNvPr>
          <p:cNvSpPr/>
          <p:nvPr/>
        </p:nvSpPr>
        <p:spPr>
          <a:xfrm>
            <a:off x="1760200" y="3626202"/>
            <a:ext cx="39560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函数单增</a:t>
            </a:r>
            <a:r>
              <a:rPr lang="en-US" altLang="zh-CN" sz="2400" b="1" dirty="0">
                <a:latin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</a:rPr>
              <a:t>单减</a:t>
            </a:r>
            <a:r>
              <a:rPr lang="en-US" altLang="zh-CN" sz="2400" b="1" dirty="0">
                <a:latin typeface="宋体" panose="02010600030101010101" pitchFamily="2" charset="-122"/>
              </a:rPr>
              <a:t>)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5231DE6-E410-42E2-B2A7-C7CC4B6529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510888"/>
              </p:ext>
            </p:extLst>
          </p:nvPr>
        </p:nvGraphicFramePr>
        <p:xfrm>
          <a:off x="4802701" y="3710012"/>
          <a:ext cx="251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22" name="Equation" r:id="rId21" imgW="2514600" imgH="355320" progId="Equation.DSMT4">
                  <p:embed/>
                </p:oleObj>
              </mc:Choice>
              <mc:Fallback>
                <p:oleObj name="Equation" r:id="rId21" imgW="25146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02701" y="3710012"/>
                        <a:ext cx="251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B262429E-B15B-469B-AD01-58BE3DCA6351}"/>
              </a:ext>
            </a:extLst>
          </p:cNvPr>
          <p:cNvSpPr/>
          <p:nvPr/>
        </p:nvSpPr>
        <p:spPr>
          <a:xfrm>
            <a:off x="994824" y="3595425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64FF"/>
                </a:solidFill>
                <a:latin typeface="宋体" panose="02010600030101010101" pitchFamily="2" charset="-122"/>
              </a:rPr>
              <a:t>注</a:t>
            </a:r>
            <a:endParaRPr lang="zh-CN" altLang="en-US" sz="2800" dirty="0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B41B43F-1ADB-4E4E-9DE8-0FBCE722ED13}"/>
              </a:ext>
            </a:extLst>
          </p:cNvPr>
          <p:cNvSpPr/>
          <p:nvPr/>
        </p:nvSpPr>
        <p:spPr>
          <a:xfrm>
            <a:off x="4100464" y="3797226"/>
            <a:ext cx="702237" cy="186299"/>
          </a:xfrm>
          <a:prstGeom prst="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EAC852A-72F2-4A20-896F-DA01FB1DEC3B}"/>
              </a:ext>
            </a:extLst>
          </p:cNvPr>
          <p:cNvCxnSpPr/>
          <p:nvPr/>
        </p:nvCxnSpPr>
        <p:spPr>
          <a:xfrm>
            <a:off x="4226637" y="3656980"/>
            <a:ext cx="360040" cy="46166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0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5" grpId="0"/>
      <p:bldP spid="36" grpId="0"/>
      <p:bldP spid="39" grpId="0"/>
      <p:bldP spid="40" grpId="0"/>
      <p:bldP spid="42" grpId="0"/>
      <p:bldP spid="44" grpId="0"/>
      <p:bldP spid="7" grpId="0"/>
      <p:bldP spid="9" grpId="0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11E2CDE-6CB6-4F3C-A560-EB0998A5B6A3}"/>
              </a:ext>
            </a:extLst>
          </p:cNvPr>
          <p:cNvSpPr/>
          <p:nvPr/>
        </p:nvSpPr>
        <p:spPr>
          <a:xfrm>
            <a:off x="899592" y="555526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 </a:t>
            </a:r>
            <a:r>
              <a:rPr kumimoji="1" lang="zh-CN" altLang="en-US" sz="2400" b="1" dirty="0">
                <a:latin typeface="+mn-ea"/>
              </a:rPr>
              <a:t>讨论函数          的单调性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2565068-AC13-4194-9CBE-4C01F6F6CE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497276"/>
              </p:ext>
            </p:extLst>
          </p:nvPr>
        </p:nvGraphicFramePr>
        <p:xfrm>
          <a:off x="2881561" y="431800"/>
          <a:ext cx="14239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100" name="Equation" r:id="rId3" imgW="1409400" imgH="736560" progId="Equation.DSMT4">
                  <p:embed/>
                </p:oleObj>
              </mc:Choice>
              <mc:Fallback>
                <p:oleObj name="Equation" r:id="rId3" imgW="1409400" imgH="73656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1561" y="431800"/>
                        <a:ext cx="1423987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A8B22A37-2EC7-4166-B781-21BE8FB680DD}"/>
              </a:ext>
            </a:extLst>
          </p:cNvPr>
          <p:cNvGrpSpPr/>
          <p:nvPr/>
        </p:nvGrpSpPr>
        <p:grpSpPr>
          <a:xfrm>
            <a:off x="899592" y="1254492"/>
            <a:ext cx="7774984" cy="461665"/>
            <a:chOff x="467544" y="1162949"/>
            <a:chExt cx="7774984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2183D4C-7314-4891-99C3-794F115EDBBA}"/>
                </a:ext>
              </a:extLst>
            </p:cNvPr>
            <p:cNvSpPr/>
            <p:nvPr/>
          </p:nvSpPr>
          <p:spPr>
            <a:xfrm>
              <a:off x="467544" y="1162949"/>
              <a:ext cx="7774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r>
                <a:rPr kumimoji="1" lang="zh-CN" altLang="en-US" sz="2400" b="1" dirty="0">
                  <a:latin typeface="+mn-ea"/>
                </a:rPr>
                <a:t>  函数的定义域为      ，在定义域内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632C1E7E-C781-4F59-B3DB-5E2E4163E5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2790653"/>
                </p:ext>
              </p:extLst>
            </p:nvPr>
          </p:nvGraphicFramePr>
          <p:xfrm>
            <a:off x="3393368" y="1222331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01" name="Equation" r:id="rId5" imgW="888840" imgH="342720" progId="Equation.DSMT4">
                    <p:embed/>
                  </p:oleObj>
                </mc:Choice>
                <mc:Fallback>
                  <p:oleObj name="Equation" r:id="rId5" imgW="888840" imgH="342720" progId="Equation.DSMT4">
                    <p:embed/>
                    <p:pic>
                      <p:nvPicPr>
                        <p:cNvPr id="10" name="对象 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93368" y="1222331"/>
                          <a:ext cx="889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EB0B81C-B245-461D-8AFB-84243C2B4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497587"/>
              </p:ext>
            </p:extLst>
          </p:nvPr>
        </p:nvGraphicFramePr>
        <p:xfrm>
          <a:off x="2936875" y="1801813"/>
          <a:ext cx="194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102" name="Equation" r:id="rId7" imgW="1942920" imgH="736560" progId="Equation.DSMT4">
                  <p:embed/>
                </p:oleObj>
              </mc:Choice>
              <mc:Fallback>
                <p:oleObj name="Equation" r:id="rId7" imgW="1942920" imgH="73656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36875" y="1801813"/>
                        <a:ext cx="1943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7BF54F3A-C3C5-4A5D-817E-FD5A6F3ABAB0}"/>
              </a:ext>
            </a:extLst>
          </p:cNvPr>
          <p:cNvGrpSpPr/>
          <p:nvPr/>
        </p:nvGrpSpPr>
        <p:grpSpPr>
          <a:xfrm>
            <a:off x="867515" y="2667987"/>
            <a:ext cx="3312368" cy="461665"/>
            <a:chOff x="1043608" y="2191411"/>
            <a:chExt cx="3312368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A8213EC-1D01-43CC-B871-E1D943B0F9DD}"/>
                </a:ext>
              </a:extLst>
            </p:cNvPr>
            <p:cNvSpPr/>
            <p:nvPr/>
          </p:nvSpPr>
          <p:spPr>
            <a:xfrm>
              <a:off x="1043608" y="2191411"/>
              <a:ext cx="33123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令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得     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   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0A183BE-B322-4999-B9C3-9DF216D1CA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0190365"/>
                </p:ext>
              </p:extLst>
            </p:nvPr>
          </p:nvGraphicFramePr>
          <p:xfrm>
            <a:off x="1475656" y="2244443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03" name="Equation" r:id="rId9" imgW="1143000" imgH="355320" progId="Equation.DSMT4">
                    <p:embed/>
                  </p:oleObj>
                </mc:Choice>
                <mc:Fallback>
                  <p:oleObj name="Equation" r:id="rId9" imgW="1143000" imgH="35532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656" y="2244443"/>
                          <a:ext cx="1143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2E4598D-078E-4C4E-93CF-CD0FF55B06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6062233"/>
                </p:ext>
              </p:extLst>
            </p:nvPr>
          </p:nvGraphicFramePr>
          <p:xfrm>
            <a:off x="3203377" y="2314433"/>
            <a:ext cx="635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04" name="Equation" r:id="rId11" imgW="634680" imgH="215640" progId="Equation.DSMT4">
                    <p:embed/>
                  </p:oleObj>
                </mc:Choice>
                <mc:Fallback>
                  <p:oleObj name="Equation" r:id="rId11" imgW="634680" imgH="215640" progId="Equation.DSMT4">
                    <p:embed/>
                    <p:pic>
                      <p:nvPicPr>
                        <p:cNvPr id="21" name="对象 2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03377" y="2314433"/>
                          <a:ext cx="6350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953CFA4-2A09-4CED-AFAE-325D3F8CC527}"/>
              </a:ext>
            </a:extLst>
          </p:cNvPr>
          <p:cNvGrpSpPr/>
          <p:nvPr/>
        </p:nvGrpSpPr>
        <p:grpSpPr>
          <a:xfrm>
            <a:off x="467544" y="3172698"/>
            <a:ext cx="7921820" cy="736600"/>
            <a:chOff x="647094" y="2859782"/>
            <a:chExt cx="7921820" cy="7366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1AEAB1B-DE01-4094-BB5D-45B74264C4AC}"/>
                </a:ext>
              </a:extLst>
            </p:cNvPr>
            <p:cNvSpPr/>
            <p:nvPr/>
          </p:nvSpPr>
          <p:spPr>
            <a:xfrm>
              <a:off x="647094" y="2997250"/>
              <a:ext cx="7921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在    内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故函数          在     上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单调增加</a:t>
              </a:r>
              <a:r>
                <a:rPr kumimoji="1" lang="zh-CN" altLang="en-US" sz="2400" b="1" dirty="0">
                  <a:latin typeface="+mn-ea"/>
                </a:rPr>
                <a:t>，                          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AEF4DD5B-F8B0-425D-AFA6-AE382BBEBB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5506446"/>
                </p:ext>
              </p:extLst>
            </p:nvPr>
          </p:nvGraphicFramePr>
          <p:xfrm>
            <a:off x="1030108" y="3067649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05" name="Equation" r:id="rId13" imgW="634680" imgH="342720" progId="Equation.DSMT4">
                    <p:embed/>
                  </p:oleObj>
                </mc:Choice>
                <mc:Fallback>
                  <p:oleObj name="Equation" r:id="rId13" imgW="634680" imgH="342720" progId="Equation.DSMT4">
                    <p:embed/>
                    <p:pic>
                      <p:nvPicPr>
                        <p:cNvPr id="23" name="对象 2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30108" y="3067649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7A6687F-C12B-4E3F-AC38-02B3F8D8C4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9464966"/>
                </p:ext>
              </p:extLst>
            </p:nvPr>
          </p:nvGraphicFramePr>
          <p:xfrm>
            <a:off x="1977229" y="3061299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06" name="Equation" r:id="rId15" imgW="1143000" imgH="355320" progId="Equation.DSMT4">
                    <p:embed/>
                  </p:oleObj>
                </mc:Choice>
                <mc:Fallback>
                  <p:oleObj name="Equation" r:id="rId15" imgW="1143000" imgH="355320" progId="Equation.DSMT4">
                    <p:embed/>
                    <p:pic>
                      <p:nvPicPr>
                        <p:cNvPr id="24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7229" y="3061299"/>
                          <a:ext cx="1143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615386B8-A3FC-483F-ACBC-B782E843CE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7518414"/>
                </p:ext>
              </p:extLst>
            </p:nvPr>
          </p:nvGraphicFramePr>
          <p:xfrm>
            <a:off x="4320442" y="2859782"/>
            <a:ext cx="1423987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07" name="Equation" r:id="rId17" imgW="1409400" imgH="736560" progId="Equation.DSMT4">
                    <p:embed/>
                  </p:oleObj>
                </mc:Choice>
                <mc:Fallback>
                  <p:oleObj name="Equation" r:id="rId17" imgW="1409400" imgH="736560" progId="Equation.DSMT4">
                    <p:embed/>
                    <p:pic>
                      <p:nvPicPr>
                        <p:cNvPr id="25" name="对象 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0442" y="2859782"/>
                          <a:ext cx="1423987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9CB5EF5-3100-4F5F-9245-F9FDB8A43B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9644364"/>
                </p:ext>
              </p:extLst>
            </p:nvPr>
          </p:nvGraphicFramePr>
          <p:xfrm>
            <a:off x="6198901" y="305663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08" name="Equation" r:id="rId18" imgW="622080" imgH="342720" progId="Equation.DSMT4">
                    <p:embed/>
                  </p:oleObj>
                </mc:Choice>
                <mc:Fallback>
                  <p:oleObj name="Equation" r:id="rId18" imgW="622080" imgH="342720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8901" y="3056632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73544DD-7E6A-439E-9468-8ECFA0F0514F}"/>
              </a:ext>
            </a:extLst>
          </p:cNvPr>
          <p:cNvGrpSpPr/>
          <p:nvPr/>
        </p:nvGrpSpPr>
        <p:grpSpPr>
          <a:xfrm>
            <a:off x="467544" y="3995390"/>
            <a:ext cx="8173378" cy="736600"/>
            <a:chOff x="647094" y="3658418"/>
            <a:chExt cx="8173378" cy="73660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1A6F180-2985-4F04-808F-A0B829607422}"/>
                </a:ext>
              </a:extLst>
            </p:cNvPr>
            <p:cNvSpPr/>
            <p:nvPr/>
          </p:nvSpPr>
          <p:spPr>
            <a:xfrm>
              <a:off x="647094" y="3795886"/>
              <a:ext cx="81733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在     内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故函数          在     上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单调减少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F9140B3E-7789-479D-92DA-6E7946ACA3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47062"/>
                </p:ext>
              </p:extLst>
            </p:nvPr>
          </p:nvGraphicFramePr>
          <p:xfrm>
            <a:off x="2128292" y="3848918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09" name="Equation" r:id="rId20" imgW="1143000" imgH="355320" progId="Equation.DSMT4">
                    <p:embed/>
                  </p:oleObj>
                </mc:Choice>
                <mc:Fallback>
                  <p:oleObj name="Equation" r:id="rId20" imgW="1143000" imgH="355320" progId="Equation.DSMT4">
                    <p:embed/>
                    <p:pic>
                      <p:nvPicPr>
                        <p:cNvPr id="29" name="对象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8292" y="3848918"/>
                          <a:ext cx="1143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994A25FF-C584-4591-80D0-B215582CA8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8353660"/>
                </p:ext>
              </p:extLst>
            </p:nvPr>
          </p:nvGraphicFramePr>
          <p:xfrm>
            <a:off x="4444157" y="3658418"/>
            <a:ext cx="1423987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10" name="Equation" r:id="rId22" imgW="1409400" imgH="736560" progId="Equation.DSMT4">
                    <p:embed/>
                  </p:oleObj>
                </mc:Choice>
                <mc:Fallback>
                  <p:oleObj name="Equation" r:id="rId22" imgW="1409400" imgH="736560" progId="Equation.DSMT4">
                    <p:embed/>
                    <p:pic>
                      <p:nvPicPr>
                        <p:cNvPr id="30" name="对象 2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44157" y="3658418"/>
                          <a:ext cx="1423987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9527FBBB-4503-46C2-99DF-1B3ECE9608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1297092"/>
                </p:ext>
              </p:extLst>
            </p:nvPr>
          </p:nvGraphicFramePr>
          <p:xfrm>
            <a:off x="971600" y="3855268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11" name="Equation" r:id="rId23" imgW="876240" imgH="342720" progId="Equation.DSMT4">
                    <p:embed/>
                  </p:oleObj>
                </mc:Choice>
                <mc:Fallback>
                  <p:oleObj name="Equation" r:id="rId23" imgW="876240" imgH="342720" progId="Equation.DSMT4">
                    <p:embed/>
                    <p:pic>
                      <p:nvPicPr>
                        <p:cNvPr id="31" name="对象 30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971600" y="3855268"/>
                          <a:ext cx="876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E3FDBBE7-B3C5-48BF-B4AC-E656081BA7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3396724"/>
                </p:ext>
              </p:extLst>
            </p:nvPr>
          </p:nvGraphicFramePr>
          <p:xfrm>
            <a:off x="6252053" y="3855268"/>
            <a:ext cx="863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112" name="Equation" r:id="rId25" imgW="863280" imgH="342720" progId="Equation.DSMT4">
                    <p:embed/>
                  </p:oleObj>
                </mc:Choice>
                <mc:Fallback>
                  <p:oleObj name="Equation" r:id="rId25" imgW="863280" imgH="342720" progId="Equation.DSMT4">
                    <p:embed/>
                    <p:pic>
                      <p:nvPicPr>
                        <p:cNvPr id="32" name="对象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2053" y="3855268"/>
                          <a:ext cx="8636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7267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71BC359-534A-4FA8-A759-3701AF1C65BF}"/>
              </a:ext>
            </a:extLst>
          </p:cNvPr>
          <p:cNvSpPr/>
          <p:nvPr/>
        </p:nvSpPr>
        <p:spPr>
          <a:xfrm>
            <a:off x="899592" y="555526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 </a:t>
            </a:r>
            <a:r>
              <a:rPr kumimoji="1" lang="zh-CN" altLang="en-US" sz="2400" b="1" dirty="0">
                <a:latin typeface="+mn-ea"/>
              </a:rPr>
              <a:t>讨论函数                        的单调区间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BA29551-B3A3-454B-A624-1E2A1D4F7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725372"/>
              </p:ext>
            </p:extLst>
          </p:nvPr>
        </p:nvGraphicFramePr>
        <p:xfrm>
          <a:off x="2926833" y="508853"/>
          <a:ext cx="34877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80" name="Equation" r:id="rId3" imgW="3454200" imgH="495000" progId="Equation.DSMT4">
                  <p:embed/>
                </p:oleObj>
              </mc:Choice>
              <mc:Fallback>
                <p:oleObj name="Equation" r:id="rId3" imgW="3454200" imgH="4950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6833" y="508853"/>
                        <a:ext cx="3487737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BAC85B6F-DE40-41A0-BE23-4DB39E8FD1D2}"/>
              </a:ext>
            </a:extLst>
          </p:cNvPr>
          <p:cNvGrpSpPr/>
          <p:nvPr/>
        </p:nvGrpSpPr>
        <p:grpSpPr>
          <a:xfrm>
            <a:off x="901472" y="1162949"/>
            <a:ext cx="7774984" cy="461665"/>
            <a:chOff x="467544" y="1162949"/>
            <a:chExt cx="7774984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3C443D1-2FC0-4698-97C8-468B305C8325}"/>
                </a:ext>
              </a:extLst>
            </p:cNvPr>
            <p:cNvSpPr/>
            <p:nvPr/>
          </p:nvSpPr>
          <p:spPr>
            <a:xfrm>
              <a:off x="467544" y="1162949"/>
              <a:ext cx="7774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r>
                <a:rPr kumimoji="1" lang="zh-CN" altLang="en-US" sz="2400" b="1" dirty="0">
                  <a:latin typeface="+mn-ea"/>
                </a:rPr>
                <a:t>  函数的定义域为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C429052-770D-44D6-833F-8FE5A876BC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4898471"/>
                </p:ext>
              </p:extLst>
            </p:nvPr>
          </p:nvGraphicFramePr>
          <p:xfrm>
            <a:off x="3417992" y="1222331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81" name="Equation" r:id="rId5" imgW="1130040" imgH="342720" progId="Equation.DSMT4">
                    <p:embed/>
                  </p:oleObj>
                </mc:Choice>
                <mc:Fallback>
                  <p:oleObj name="Equation" r:id="rId5" imgW="1130040" imgH="342720" progId="Equation.DSMT4">
                    <p:embed/>
                    <p:pic>
                      <p:nvPicPr>
                        <p:cNvPr id="10" name="对象 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17992" y="1222331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C981C9D-9CFE-4643-A296-4979E7A1FF0B}"/>
              </a:ext>
            </a:extLst>
          </p:cNvPr>
          <p:cNvGrpSpPr/>
          <p:nvPr/>
        </p:nvGrpSpPr>
        <p:grpSpPr>
          <a:xfrm>
            <a:off x="1080082" y="3395324"/>
            <a:ext cx="7921820" cy="723900"/>
            <a:chOff x="1042668" y="2901912"/>
            <a:chExt cx="7921820" cy="7239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7A44387-0A8D-46C3-8656-62C993997CB7}"/>
                </a:ext>
              </a:extLst>
            </p:cNvPr>
            <p:cNvSpPr/>
            <p:nvPr/>
          </p:nvSpPr>
          <p:spPr>
            <a:xfrm>
              <a:off x="1042668" y="3003798"/>
              <a:ext cx="7921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当            时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函数的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导数不存在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   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51341F4-424A-441D-9E45-353B4235B4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7673599"/>
                </p:ext>
              </p:extLst>
            </p:nvPr>
          </p:nvGraphicFramePr>
          <p:xfrm>
            <a:off x="1546724" y="2901912"/>
            <a:ext cx="1638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82" name="Equation" r:id="rId7" imgW="1638000" imgH="723600" progId="Equation.DSMT4">
                    <p:embed/>
                  </p:oleObj>
                </mc:Choice>
                <mc:Fallback>
                  <p:oleObj name="Equation" r:id="rId7" imgW="1638000" imgH="723600" progId="Equation.DSMT4">
                    <p:embed/>
                    <p:pic>
                      <p:nvPicPr>
                        <p:cNvPr id="23" name="对象 2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46724" y="2901912"/>
                          <a:ext cx="16383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A8C25F8-604F-40BF-B845-129A74907FD8}"/>
              </a:ext>
            </a:extLst>
          </p:cNvPr>
          <p:cNvGrpSpPr/>
          <p:nvPr/>
        </p:nvGrpSpPr>
        <p:grpSpPr>
          <a:xfrm>
            <a:off x="683568" y="1766888"/>
            <a:ext cx="5055245" cy="876300"/>
            <a:chOff x="1043608" y="1553594"/>
            <a:chExt cx="5055245" cy="876300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F2DA21C-F1FE-451E-99BF-882F55E2FD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4331876"/>
                </p:ext>
              </p:extLst>
            </p:nvPr>
          </p:nvGraphicFramePr>
          <p:xfrm>
            <a:off x="3114353" y="1553594"/>
            <a:ext cx="29845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83" name="Equation" r:id="rId9" imgW="2984400" imgH="876240" progId="Equation.DSMT4">
                    <p:embed/>
                  </p:oleObj>
                </mc:Choice>
                <mc:Fallback>
                  <p:oleObj name="Equation" r:id="rId9" imgW="2984400" imgH="876240" progId="Equation.DSMT4">
                    <p:embed/>
                    <p:pic>
                      <p:nvPicPr>
                        <p:cNvPr id="13" name="对象 1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14353" y="1553594"/>
                          <a:ext cx="2984500" cy="876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2B6CDA3-8B23-4588-A116-7EC78C862489}"/>
                </a:ext>
              </a:extLst>
            </p:cNvPr>
            <p:cNvSpPr/>
            <p:nvPr/>
          </p:nvSpPr>
          <p:spPr>
            <a:xfrm>
              <a:off x="1043608" y="1761481"/>
              <a:ext cx="38164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+mn-ea"/>
                </a:rPr>
                <a:t>           </a:t>
              </a:r>
              <a:endParaRPr lang="zh-CN" altLang="en-US" sz="2400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C7F5F54-5DDC-45E4-830F-76D6FAC13C36}"/>
              </a:ext>
            </a:extLst>
          </p:cNvPr>
          <p:cNvGrpSpPr/>
          <p:nvPr/>
        </p:nvGrpSpPr>
        <p:grpSpPr>
          <a:xfrm>
            <a:off x="1165796" y="2757383"/>
            <a:ext cx="7632848" cy="736600"/>
            <a:chOff x="1043608" y="2285555"/>
            <a:chExt cx="7632848" cy="7366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056E7F5-0715-439F-8B69-7172FDDF3FE8}"/>
                </a:ext>
              </a:extLst>
            </p:cNvPr>
            <p:cNvSpPr/>
            <p:nvPr/>
          </p:nvSpPr>
          <p:spPr>
            <a:xfrm>
              <a:off x="1043608" y="2423559"/>
              <a:ext cx="76328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令     得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驻点</a:t>
              </a:r>
              <a:r>
                <a:rPr kumimoji="1" lang="zh-CN" altLang="en-US" sz="2400" b="1" dirty="0">
                  <a:latin typeface="+mn-ea"/>
                </a:rPr>
                <a:t>       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   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C57CAADF-F713-40D9-BB19-3D2E35FB85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9035965"/>
                </p:ext>
              </p:extLst>
            </p:nvPr>
          </p:nvGraphicFramePr>
          <p:xfrm>
            <a:off x="1440122" y="2476055"/>
            <a:ext cx="736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84" name="Equation" r:id="rId11" imgW="736560" imgH="355320" progId="Equation.DSMT4">
                    <p:embed/>
                  </p:oleObj>
                </mc:Choice>
                <mc:Fallback>
                  <p:oleObj name="Equation" r:id="rId11" imgW="736560" imgH="355320" progId="Equation.DSMT4">
                    <p:embed/>
                    <p:pic>
                      <p:nvPicPr>
                        <p:cNvPr id="35" name="对象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122" y="2476055"/>
                          <a:ext cx="7366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6FFACA0-E277-4B4C-98D1-CC118EA8B0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2193244"/>
                </p:ext>
              </p:extLst>
            </p:nvPr>
          </p:nvGraphicFramePr>
          <p:xfrm>
            <a:off x="3240322" y="2285555"/>
            <a:ext cx="901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85" name="Equation" r:id="rId13" imgW="901440" imgH="736560" progId="Equation.DSMT4">
                    <p:embed/>
                  </p:oleObj>
                </mc:Choice>
                <mc:Fallback>
                  <p:oleObj name="Equation" r:id="rId13" imgW="901440" imgH="736560" progId="Equation.DSMT4">
                    <p:embed/>
                    <p:pic>
                      <p:nvPicPr>
                        <p:cNvPr id="36" name="对象 3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40322" y="2285555"/>
                          <a:ext cx="9017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A1ECEF9-FC0D-4232-B3A3-3B7A2A23255B}"/>
              </a:ext>
            </a:extLst>
          </p:cNvPr>
          <p:cNvSpPr/>
          <p:nvPr/>
        </p:nvSpPr>
        <p:spPr>
          <a:xfrm>
            <a:off x="1115616" y="4211520"/>
            <a:ext cx="8389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这些点将函数的定义域分成四个子区间</a:t>
            </a:r>
            <a:r>
              <a:rPr kumimoji="1" lang="en-US" altLang="zh-CN" sz="2400" b="1" dirty="0">
                <a:latin typeface="+mn-ea"/>
              </a:rPr>
              <a:t>,</a:t>
            </a:r>
            <a:r>
              <a:rPr kumimoji="1" lang="zh-CN" altLang="en-US" sz="2400" b="1" dirty="0">
                <a:latin typeface="+mn-ea"/>
              </a:rPr>
              <a:t>列表得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251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27584" y="1534021"/>
            <a:ext cx="792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827584" y="508853"/>
            <a:ext cx="8280920" cy="508338"/>
            <a:chOff x="755576" y="508853"/>
            <a:chExt cx="8280920" cy="508338"/>
          </a:xfrm>
        </p:grpSpPr>
        <p:sp>
          <p:nvSpPr>
            <p:cNvPr id="22" name="矩形 21"/>
            <p:cNvSpPr/>
            <p:nvPr/>
          </p:nvSpPr>
          <p:spPr>
            <a:xfrm>
              <a:off x="755576" y="555526"/>
              <a:ext cx="8280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2 </a:t>
              </a:r>
              <a:r>
                <a:rPr kumimoji="1" lang="zh-CN" altLang="en-US" sz="2400" b="1" dirty="0">
                  <a:latin typeface="+mn-ea"/>
                </a:rPr>
                <a:t>讨论函数                        的单调区间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7912871"/>
                </p:ext>
              </p:extLst>
            </p:nvPr>
          </p:nvGraphicFramePr>
          <p:xfrm>
            <a:off x="2782817" y="508853"/>
            <a:ext cx="3487737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63" name="Equation" r:id="rId3" imgW="3454200" imgH="495000" progId="Equation.DSMT4">
                    <p:embed/>
                  </p:oleObj>
                </mc:Choice>
                <mc:Fallback>
                  <p:oleObj name="Equation" r:id="rId3" imgW="3454200" imgH="495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82817" y="508853"/>
                          <a:ext cx="3487737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4" name="直接连接符 23"/>
          <p:cNvCxnSpPr/>
          <p:nvPr/>
        </p:nvCxnSpPr>
        <p:spPr>
          <a:xfrm>
            <a:off x="323528" y="1203598"/>
            <a:ext cx="8496944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4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5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5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7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1" name="Rectangle 9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3" name="Rectangle 9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5" name="Rectangle 10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79512" y="3811588"/>
            <a:ext cx="8418388" cy="781050"/>
            <a:chOff x="179512" y="3811588"/>
            <a:chExt cx="8418388" cy="781050"/>
          </a:xfrm>
        </p:grpSpPr>
        <p:sp>
          <p:nvSpPr>
            <p:cNvPr id="15" name="矩形 14"/>
            <p:cNvSpPr/>
            <p:nvPr/>
          </p:nvSpPr>
          <p:spPr>
            <a:xfrm>
              <a:off x="179512" y="3987453"/>
              <a:ext cx="822742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因此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单调增加区间</a:t>
              </a:r>
              <a:r>
                <a:rPr kumimoji="1" lang="zh-CN" altLang="en-US" sz="2400" b="1" dirty="0">
                  <a:latin typeface="+mn-ea"/>
                </a:rPr>
                <a:t>是        </a:t>
              </a:r>
              <a:r>
                <a:rPr kumimoji="1" lang="en-US" altLang="zh-CN" sz="2400" b="1" dirty="0">
                  <a:latin typeface="+mn-ea"/>
                </a:rPr>
                <a:t>,       ,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单调减少区间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62" name="对象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2885807"/>
                </p:ext>
              </p:extLst>
            </p:nvPr>
          </p:nvGraphicFramePr>
          <p:xfrm>
            <a:off x="3216275" y="3841750"/>
            <a:ext cx="1112838" cy="750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64" name="Equation" r:id="rId5" imgW="1130040" imgH="736560" progId="Equation.DSMT4">
                    <p:embed/>
                  </p:oleObj>
                </mc:Choice>
                <mc:Fallback>
                  <p:oleObj name="Equation" r:id="rId5" imgW="1130040" imgH="736560" progId="Equation.DSMT4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275" y="3841750"/>
                          <a:ext cx="1112838" cy="7508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8055943"/>
                </p:ext>
              </p:extLst>
            </p:nvPr>
          </p:nvGraphicFramePr>
          <p:xfrm>
            <a:off x="4621213" y="4059238"/>
            <a:ext cx="889000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65" name="Equation" r:id="rId7" imgW="888840" imgH="342720" progId="Equation.DSMT4">
                    <p:embed/>
                  </p:oleObj>
                </mc:Choice>
                <mc:Fallback>
                  <p:oleObj name="Equation" r:id="rId7" imgW="888840" imgH="342720" progId="Equation.DSMT4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1213" y="4059238"/>
                          <a:ext cx="889000" cy="346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对象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9273827"/>
                </p:ext>
              </p:extLst>
            </p:nvPr>
          </p:nvGraphicFramePr>
          <p:xfrm>
            <a:off x="7659688" y="3811588"/>
            <a:ext cx="938212" cy="744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66" name="Equation" r:id="rId9" imgW="952200" imgH="736560" progId="Equation.DSMT4">
                    <p:embed/>
                  </p:oleObj>
                </mc:Choice>
                <mc:Fallback>
                  <p:oleObj name="Equation" r:id="rId9" imgW="952200" imgH="736560" progId="Equation.DSMT4">
                    <p:embed/>
                    <p:pic>
                      <p:nvPicPr>
                        <p:cNvPr id="0" name="Object 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9688" y="3811588"/>
                          <a:ext cx="938212" cy="7445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2051720" y="2436937"/>
            <a:ext cx="1440036" cy="350837"/>
            <a:chOff x="1763688" y="2436937"/>
            <a:chExt cx="1440036" cy="350837"/>
          </a:xfrm>
        </p:grpSpPr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7EA87C3A-4C11-4B10-A59F-8F3C4FB410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0207263"/>
                </p:ext>
              </p:extLst>
            </p:nvPr>
          </p:nvGraphicFramePr>
          <p:xfrm>
            <a:off x="1763688" y="2436937"/>
            <a:ext cx="279400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67" name="Equation" r:id="rId11" imgW="279360" imgH="355320" progId="Equation.DSMT4">
                    <p:embed/>
                  </p:oleObj>
                </mc:Choice>
                <mc:Fallback>
                  <p:oleObj name="Equation" r:id="rId11" imgW="27936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2436937"/>
                          <a:ext cx="279400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AAC414A6-D034-478F-B137-77FE13973F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9135685"/>
                </p:ext>
              </p:extLst>
            </p:nvPr>
          </p:nvGraphicFramePr>
          <p:xfrm>
            <a:off x="2987824" y="2505993"/>
            <a:ext cx="215900" cy="21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68" name="Equation" r:id="rId13" imgW="215640" imgH="215640" progId="Equation.DSMT4">
                    <p:embed/>
                  </p:oleObj>
                </mc:Choice>
                <mc:Fallback>
                  <p:oleObj name="Equation" r:id="rId13" imgW="2156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824" y="2505993"/>
                          <a:ext cx="215900" cy="212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F239EB41-EBCB-41B1-B2ED-1D423B5179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512195"/>
              </p:ext>
            </p:extLst>
          </p:nvPr>
        </p:nvGraphicFramePr>
        <p:xfrm>
          <a:off x="6948264" y="2505993"/>
          <a:ext cx="2159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69" name="Equation" r:id="rId15" imgW="215640" imgH="215640" progId="Equation.DSMT4">
                  <p:embed/>
                </p:oleObj>
              </mc:Choice>
              <mc:Fallback>
                <p:oleObj name="Equation" r:id="rId15" imgW="215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2505993"/>
                        <a:ext cx="2159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E8AA0859-3641-476B-A630-436A16996E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945791"/>
              </p:ext>
            </p:extLst>
          </p:nvPr>
        </p:nvGraphicFramePr>
        <p:xfrm>
          <a:off x="5796136" y="2543299"/>
          <a:ext cx="203200" cy="13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70" name="Equation" r:id="rId16" imgW="203040" imgH="139680" progId="Equation.DSMT4">
                  <p:embed/>
                </p:oleObj>
              </mc:Choice>
              <mc:Fallback>
                <p:oleObj name="Equation" r:id="rId16" imgW="20304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2543299"/>
                        <a:ext cx="203200" cy="138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119150"/>
              </p:ext>
            </p:extLst>
          </p:nvPr>
        </p:nvGraphicFramePr>
        <p:xfrm>
          <a:off x="4644008" y="2505993"/>
          <a:ext cx="2159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71" name="Equation" r:id="rId18" imgW="215619" imgH="215619" progId="Equation.DSMT4">
                  <p:embed/>
                </p:oleObj>
              </mc:Choice>
              <mc:Fallback>
                <p:oleObj name="Equation" r:id="rId18" imgW="215619" imgH="215619" progId="Equation.DSMT4">
                  <p:embed/>
                  <p:pic>
                    <p:nvPicPr>
                      <p:cNvPr id="0" name="对象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2505993"/>
                        <a:ext cx="2159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2051720" y="1577975"/>
            <a:ext cx="5425405" cy="681038"/>
            <a:chOff x="1763688" y="1577975"/>
            <a:chExt cx="5425405" cy="681038"/>
          </a:xfrm>
        </p:grpSpPr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FF1ABDE9-6471-448E-AD7B-5DCEEA793C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0960917"/>
                </p:ext>
              </p:extLst>
            </p:nvPr>
          </p:nvGraphicFramePr>
          <p:xfrm>
            <a:off x="1763688" y="1817787"/>
            <a:ext cx="190500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72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1817787"/>
                          <a:ext cx="190500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8761580"/>
                </p:ext>
              </p:extLst>
            </p:nvPr>
          </p:nvGraphicFramePr>
          <p:xfrm>
            <a:off x="2605981" y="1577975"/>
            <a:ext cx="1060450" cy="679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73" name="Equation" r:id="rId21" imgW="1054080" imgH="672840" progId="Equation.DSMT4">
                    <p:embed/>
                  </p:oleObj>
                </mc:Choice>
                <mc:Fallback>
                  <p:oleObj name="Equation" r:id="rId21" imgW="1054080" imgH="672840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5981" y="1577975"/>
                          <a:ext cx="1060450" cy="679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1264251"/>
                </p:ext>
              </p:extLst>
            </p:nvPr>
          </p:nvGraphicFramePr>
          <p:xfrm>
            <a:off x="3860106" y="1577975"/>
            <a:ext cx="1092200" cy="68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74" name="Equation" r:id="rId23" imgW="1091880" imgH="672840" progId="Equation.DSMT4">
                    <p:embed/>
                  </p:oleObj>
                </mc:Choice>
                <mc:Fallback>
                  <p:oleObj name="Equation" r:id="rId23" imgW="1091880" imgH="67284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0106" y="1577975"/>
                          <a:ext cx="1092200" cy="6810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0639471"/>
                </p:ext>
              </p:extLst>
            </p:nvPr>
          </p:nvGraphicFramePr>
          <p:xfrm>
            <a:off x="5192018" y="1584325"/>
            <a:ext cx="838200" cy="666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75" name="Equation" r:id="rId25" imgW="838080" imgH="672840" progId="Equation.DSMT4">
                    <p:embed/>
                  </p:oleObj>
                </mc:Choice>
                <mc:Fallback>
                  <p:oleObj name="Equation" r:id="rId25" imgW="838080" imgH="67284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2018" y="1584325"/>
                          <a:ext cx="838200" cy="666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对象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2269495"/>
                </p:ext>
              </p:extLst>
            </p:nvPr>
          </p:nvGraphicFramePr>
          <p:xfrm>
            <a:off x="6338193" y="1752600"/>
            <a:ext cx="850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76" name="Equation" r:id="rId27" imgW="850680" imgH="330120" progId="Equation.DSMT4">
                    <p:embed/>
                  </p:oleObj>
                </mc:Choice>
                <mc:Fallback>
                  <p:oleObj name="Equation" r:id="rId27" imgW="850680" imgH="33012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8193" y="1752600"/>
                          <a:ext cx="8509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2051720" y="3168342"/>
            <a:ext cx="1512168" cy="288032"/>
            <a:chOff x="1763688" y="3168342"/>
            <a:chExt cx="1512168" cy="288032"/>
          </a:xfrm>
        </p:grpSpPr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D73F6763-D936-43A9-B31C-39F55E54F9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2921617"/>
                </p:ext>
              </p:extLst>
            </p:nvPr>
          </p:nvGraphicFramePr>
          <p:xfrm>
            <a:off x="1763688" y="3180596"/>
            <a:ext cx="215900" cy="263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77" name="Equation" r:id="rId29" imgW="215640" imgH="266400" progId="Equation.DSMT4">
                    <p:embed/>
                  </p:oleObj>
                </mc:Choice>
                <mc:Fallback>
                  <p:oleObj name="Equation" r:id="rId29" imgW="21564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3180596"/>
                          <a:ext cx="215900" cy="263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5" name="直接箭头连接符 54"/>
            <p:cNvCxnSpPr/>
            <p:nvPr/>
          </p:nvCxnSpPr>
          <p:spPr>
            <a:xfrm flipV="1">
              <a:off x="2915816" y="3168342"/>
              <a:ext cx="360040" cy="2880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直接箭头连接符 55"/>
          <p:cNvCxnSpPr/>
          <p:nvPr/>
        </p:nvCxnSpPr>
        <p:spPr>
          <a:xfrm flipV="1">
            <a:off x="7020272" y="3168342"/>
            <a:ext cx="36004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4572000" y="3168342"/>
            <a:ext cx="36004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5652120" y="3168342"/>
            <a:ext cx="432048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1619672" y="1563638"/>
            <a:ext cx="6192688" cy="2088232"/>
            <a:chOff x="1331640" y="1563638"/>
            <a:chExt cx="6192688" cy="2088232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F3150695-3DAF-4D6F-A20D-2E34EA24E33A}"/>
                </a:ext>
              </a:extLst>
            </p:cNvPr>
            <p:cNvSpPr/>
            <p:nvPr/>
          </p:nvSpPr>
          <p:spPr>
            <a:xfrm>
              <a:off x="1331640" y="1563638"/>
              <a:ext cx="6192688" cy="2088232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F6EF40ED-5C20-45F9-A7D8-A11D400322F1}"/>
                </a:ext>
              </a:extLst>
            </p:cNvPr>
            <p:cNvCxnSpPr/>
            <p:nvPr/>
          </p:nvCxnSpPr>
          <p:spPr>
            <a:xfrm>
              <a:off x="2411760" y="1563638"/>
              <a:ext cx="0" cy="2088232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264B13C8-A8C7-485D-B556-E56BD9CA054B}"/>
                </a:ext>
              </a:extLst>
            </p:cNvPr>
            <p:cNvCxnSpPr/>
            <p:nvPr/>
          </p:nvCxnSpPr>
          <p:spPr>
            <a:xfrm>
              <a:off x="3779912" y="1563638"/>
              <a:ext cx="0" cy="2088232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877BBAF2-F982-4ADB-80F2-3029922E99CF}"/>
                </a:ext>
              </a:extLst>
            </p:cNvPr>
            <p:cNvCxnSpPr/>
            <p:nvPr/>
          </p:nvCxnSpPr>
          <p:spPr>
            <a:xfrm>
              <a:off x="5004048" y="1563638"/>
              <a:ext cx="0" cy="2088232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07A4DDA-3E76-480B-B08B-F459A5E5BC15}"/>
                </a:ext>
              </a:extLst>
            </p:cNvPr>
            <p:cNvCxnSpPr/>
            <p:nvPr/>
          </p:nvCxnSpPr>
          <p:spPr>
            <a:xfrm>
              <a:off x="6156176" y="1563638"/>
              <a:ext cx="0" cy="2088232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1331640" y="2355726"/>
              <a:ext cx="6192688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1331640" y="2931790"/>
              <a:ext cx="6192688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42098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774440" y="273944"/>
            <a:ext cx="3961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确定函数单调性的步骤如下：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95335" y="3065914"/>
            <a:ext cx="784988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列出表格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确定导数在各个子区间上的符号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从而判断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80694" y="1041838"/>
            <a:ext cx="3750164" cy="576248"/>
            <a:chOff x="752702" y="924599"/>
            <a:chExt cx="3750164" cy="576248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41DD433-A162-4CEE-B562-B71A047AF27C}"/>
                </a:ext>
              </a:extLst>
            </p:cNvPr>
            <p:cNvSpPr txBox="1"/>
            <p:nvPr/>
          </p:nvSpPr>
          <p:spPr>
            <a:xfrm>
              <a:off x="752702" y="924599"/>
              <a:ext cx="3750164" cy="57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2400" dirty="0">
                  <a:solidFill>
                    <a:srgbClr val="0064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确定函数    的定义域；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3441864"/>
                </p:ext>
              </p:extLst>
            </p:nvPr>
          </p:nvGraphicFramePr>
          <p:xfrm>
            <a:off x="2516022" y="114297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732" name="Equation" r:id="rId3" imgW="622030" imgH="342751" progId="Equation.DSMT4">
                    <p:embed/>
                  </p:oleObj>
                </mc:Choice>
                <mc:Fallback>
                  <p:oleObj name="Equation" r:id="rId3" imgW="622030" imgH="342751" progId="Equation.DSMT4">
                    <p:embed/>
                    <p:pic>
                      <p:nvPicPr>
                        <p:cNvPr id="0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6022" y="1142979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680694" y="1851188"/>
            <a:ext cx="7560840" cy="461665"/>
            <a:chOff x="686442" y="1706534"/>
            <a:chExt cx="7560840" cy="461665"/>
          </a:xfrm>
        </p:grpSpPr>
        <p:sp>
          <p:nvSpPr>
            <p:cNvPr id="21" name="矩形 20"/>
            <p:cNvSpPr/>
            <p:nvPr/>
          </p:nvSpPr>
          <p:spPr>
            <a:xfrm>
              <a:off x="686442" y="1706534"/>
              <a:ext cx="75608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rgbClr val="0064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求出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     的点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驻点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及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一阶导数不存在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8434985"/>
                </p:ext>
              </p:extLst>
            </p:nvPr>
          </p:nvGraphicFramePr>
          <p:xfrm>
            <a:off x="1763962" y="1764248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733" name="Equation" r:id="rId5" imgW="685800" imgH="355320" progId="Equation.DSMT4">
                    <p:embed/>
                  </p:oleObj>
                </mc:Choice>
                <mc:Fallback>
                  <p:oleObj name="Equation" r:id="rId5" imgW="685800" imgH="355320" progId="Equation.DSMT4">
                    <p:embed/>
                    <p:pic>
                      <p:nvPicPr>
                        <p:cNvPr id="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962" y="1764248"/>
                          <a:ext cx="6858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8511419"/>
                </p:ext>
              </p:extLst>
            </p:nvPr>
          </p:nvGraphicFramePr>
          <p:xfrm>
            <a:off x="2705540" y="1800366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734" name="Equation" r:id="rId7" imgW="1143000" imgH="355320" progId="Equation.DSMT4">
                    <p:embed/>
                  </p:oleObj>
                </mc:Choice>
                <mc:Fallback>
                  <p:oleObj name="Equation" r:id="rId7" imgW="1143000" imgH="355320" progId="Equation.DSMT4">
                    <p:embed/>
                    <p:pic>
                      <p:nvPicPr>
                        <p:cNvPr id="0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5540" y="1800366"/>
                          <a:ext cx="1143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/>
          <p:nvPr/>
        </p:nvSpPr>
        <p:spPr>
          <a:xfrm>
            <a:off x="179512" y="2571750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的点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用这些点把定义域划分为若干个子区间；</a:t>
            </a:r>
            <a:endParaRPr lang="zh-CN" altLang="en-US" sz="24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79512" y="3772120"/>
            <a:ext cx="5328592" cy="559769"/>
            <a:chOff x="848378" y="3816793"/>
            <a:chExt cx="5328592" cy="559769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6561035"/>
                </p:ext>
              </p:extLst>
            </p:nvPr>
          </p:nvGraphicFramePr>
          <p:xfrm>
            <a:off x="1861468" y="399227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735" name="Equation" r:id="rId9" imgW="622030" imgH="342751" progId="Equation.DSMT4">
                    <p:embed/>
                  </p:oleObj>
                </mc:Choice>
                <mc:Fallback>
                  <p:oleObj name="Equation" r:id="rId9" imgW="622030" imgH="342751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1468" y="399227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/>
            <p:cNvSpPr/>
            <p:nvPr/>
          </p:nvSpPr>
          <p:spPr>
            <a:xfrm>
              <a:off x="848378" y="3816793"/>
              <a:ext cx="5328592" cy="559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出函数    在各个子区间上的单调性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56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355C61-1A6D-4CDA-95C1-1637D9BC2315}"/>
              </a:ext>
            </a:extLst>
          </p:cNvPr>
          <p:cNvGrpSpPr/>
          <p:nvPr/>
        </p:nvGrpSpPr>
        <p:grpSpPr>
          <a:xfrm>
            <a:off x="973480" y="2058194"/>
            <a:ext cx="4966672" cy="736600"/>
            <a:chOff x="949132" y="1723864"/>
            <a:chExt cx="4966672" cy="7366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0687A5E-CD39-4E36-B8DA-4295C593461F}"/>
                </a:ext>
              </a:extLst>
            </p:cNvPr>
            <p:cNvSpPr/>
            <p:nvPr/>
          </p:nvSpPr>
          <p:spPr>
            <a:xfrm>
              <a:off x="949132" y="1861916"/>
              <a:ext cx="49666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证明</a:t>
              </a:r>
              <a:r>
                <a:rPr kumimoji="1" lang="zh-CN" altLang="en-US" sz="2400" b="1" dirty="0">
                  <a:latin typeface="+mn-ea"/>
                </a:rPr>
                <a:t>  令            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则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6E159885-B81F-4608-BF94-7B0AEEE79D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2498881"/>
                </p:ext>
              </p:extLst>
            </p:nvPr>
          </p:nvGraphicFramePr>
          <p:xfrm>
            <a:off x="2417798" y="1723864"/>
            <a:ext cx="2794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74" name="Equation" r:id="rId3" imgW="2793960" imgH="736560" progId="Equation.DSMT4">
                    <p:embed/>
                  </p:oleObj>
                </mc:Choice>
                <mc:Fallback>
                  <p:oleObj name="Equation" r:id="rId3" imgW="2793960" imgH="736560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7798" y="1723864"/>
                          <a:ext cx="27940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0388D81-84AC-41F6-8AE3-9785E000BF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70431"/>
              </p:ext>
            </p:extLst>
          </p:nvPr>
        </p:nvGraphicFramePr>
        <p:xfrm>
          <a:off x="2339752" y="2972594"/>
          <a:ext cx="266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75" name="Equation" r:id="rId5" imgW="2666880" imgH="736560" progId="Equation.DSMT4">
                  <p:embed/>
                </p:oleObj>
              </mc:Choice>
              <mc:Fallback>
                <p:oleObj name="Equation" r:id="rId5" imgW="2666880" imgH="73656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972594"/>
                        <a:ext cx="2667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4A2F09A8-FBF8-4E38-883E-F53E55E258FF}"/>
              </a:ext>
            </a:extLst>
          </p:cNvPr>
          <p:cNvGrpSpPr/>
          <p:nvPr/>
        </p:nvGrpSpPr>
        <p:grpSpPr>
          <a:xfrm>
            <a:off x="971600" y="267494"/>
            <a:ext cx="5760640" cy="736600"/>
            <a:chOff x="467544" y="425450"/>
            <a:chExt cx="5760640" cy="7366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D89C8D6-EF1C-498F-9C3A-34B2125E4CA7}"/>
                </a:ext>
              </a:extLst>
            </p:cNvPr>
            <p:cNvSpPr/>
            <p:nvPr/>
          </p:nvSpPr>
          <p:spPr>
            <a:xfrm>
              <a:off x="467544" y="562846"/>
              <a:ext cx="57606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3 </a:t>
              </a:r>
              <a:r>
                <a:rPr kumimoji="1" lang="zh-CN" altLang="en-US" sz="2400" b="1" dirty="0">
                  <a:latin typeface="+mn-ea"/>
                </a:rPr>
                <a:t>证明：当          时</a:t>
              </a:r>
              <a:r>
                <a:rPr kumimoji="1" lang="en-US" altLang="zh-CN" sz="2400" b="1" dirty="0">
                  <a:latin typeface="+mn-ea"/>
                </a:rPr>
                <a:t>,          .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47E9AC2-39D9-4E6F-BD4D-63236DA3BE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5567994"/>
                </p:ext>
              </p:extLst>
            </p:nvPr>
          </p:nvGraphicFramePr>
          <p:xfrm>
            <a:off x="2639765" y="431800"/>
            <a:ext cx="1155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76" name="Equation" r:id="rId7" imgW="1155600" imgH="723600" progId="Equation.DSMT4">
                    <p:embed/>
                  </p:oleObj>
                </mc:Choice>
                <mc:Fallback>
                  <p:oleObj name="Equation" r:id="rId7" imgW="1155600" imgH="72360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639765" y="431800"/>
                          <a:ext cx="1155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65266FEF-95AF-4F98-B3EF-4091AF2A9E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1272347"/>
                </p:ext>
              </p:extLst>
            </p:nvPr>
          </p:nvGraphicFramePr>
          <p:xfrm>
            <a:off x="4513015" y="425450"/>
            <a:ext cx="13081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77" name="Equation" r:id="rId9" imgW="1307880" imgH="736560" progId="Equation.DSMT4">
                    <p:embed/>
                  </p:oleObj>
                </mc:Choice>
                <mc:Fallback>
                  <p:oleObj name="Equation" r:id="rId9" imgW="1307880" imgH="73656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13015" y="425450"/>
                          <a:ext cx="13081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88D05E6-9489-4024-9FBF-C87AFDBFDC6D}"/>
              </a:ext>
            </a:extLst>
          </p:cNvPr>
          <p:cNvGrpSpPr/>
          <p:nvPr/>
        </p:nvGrpSpPr>
        <p:grpSpPr>
          <a:xfrm>
            <a:off x="938361" y="1162844"/>
            <a:ext cx="5675735" cy="736600"/>
            <a:chOff x="971600" y="1133041"/>
            <a:chExt cx="5675735" cy="7366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A7DD61E-2863-49FB-914B-0F7705E88BED}"/>
                </a:ext>
              </a:extLst>
            </p:cNvPr>
            <p:cNvSpPr/>
            <p:nvPr/>
          </p:nvSpPr>
          <p:spPr>
            <a:xfrm>
              <a:off x="971600" y="1270765"/>
              <a:ext cx="43537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分析</a:t>
              </a:r>
              <a:r>
                <a:rPr kumimoji="1" lang="zh-CN" altLang="en-US" sz="2400" b="1" dirty="0">
                  <a:latin typeface="+mn-ea"/>
                </a:rPr>
                <a:t>  只需证明当         时</a:t>
              </a:r>
              <a:r>
                <a:rPr kumimoji="1" lang="en-US" altLang="zh-CN" sz="2400" b="1" dirty="0">
                  <a:latin typeface="+mn-ea"/>
                </a:rPr>
                <a:t>,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92B96B0A-7392-4E1D-AB1B-85A19706C2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1569926"/>
                </p:ext>
              </p:extLst>
            </p:nvPr>
          </p:nvGraphicFramePr>
          <p:xfrm>
            <a:off x="3604097" y="1139391"/>
            <a:ext cx="1155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78" name="Equation" r:id="rId11" imgW="1155600" imgH="723600" progId="Equation.DSMT4">
                    <p:embed/>
                  </p:oleObj>
                </mc:Choice>
                <mc:Fallback>
                  <p:oleObj name="Equation" r:id="rId11" imgW="1155600" imgH="72360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4097" y="1139391"/>
                          <a:ext cx="11557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D1A3B17-2744-41A4-823A-E8BF100517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1469942"/>
                </p:ext>
              </p:extLst>
            </p:nvPr>
          </p:nvGraphicFramePr>
          <p:xfrm>
            <a:off x="5415435" y="1133041"/>
            <a:ext cx="1231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79" name="Equation" r:id="rId13" imgW="1231560" imgH="736560" progId="Equation.DSMT4">
                    <p:embed/>
                  </p:oleObj>
                </mc:Choice>
                <mc:Fallback>
                  <p:oleObj name="Equation" r:id="rId13" imgW="1231560" imgH="73656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5435" y="1133041"/>
                          <a:ext cx="12319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3A855F3-DD2A-49D7-B929-A0D62316B51B}"/>
              </a:ext>
            </a:extLst>
          </p:cNvPr>
          <p:cNvGrpSpPr/>
          <p:nvPr/>
        </p:nvGrpSpPr>
        <p:grpSpPr>
          <a:xfrm>
            <a:off x="2843808" y="3853954"/>
            <a:ext cx="5472608" cy="723900"/>
            <a:chOff x="5007606" y="4160490"/>
            <a:chExt cx="5472608" cy="72390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D479E52-7945-4926-B536-8A256259AA1F}"/>
                </a:ext>
              </a:extLst>
            </p:cNvPr>
            <p:cNvSpPr/>
            <p:nvPr/>
          </p:nvSpPr>
          <p:spPr>
            <a:xfrm>
              <a:off x="5007606" y="4291608"/>
              <a:ext cx="54726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 当         时</a:t>
              </a:r>
              <a:r>
                <a:rPr kumimoji="1" lang="en-US" altLang="zh-CN" sz="2400" b="1" dirty="0">
                  <a:latin typeface="+mn-ea"/>
                </a:rPr>
                <a:t>,   </a:t>
              </a:r>
              <a:r>
                <a:rPr kumimoji="1" lang="zh-CN" altLang="en-US" sz="2400" b="1" dirty="0">
                  <a:latin typeface="+mn-ea"/>
                </a:rPr>
                <a:t>             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59FF3FD-9ACD-4CC5-9E08-355213DDF4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5640144"/>
                </p:ext>
              </p:extLst>
            </p:nvPr>
          </p:nvGraphicFramePr>
          <p:xfrm>
            <a:off x="5970648" y="4160490"/>
            <a:ext cx="1155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80" name="Equation" r:id="rId15" imgW="1155600" imgH="723600" progId="Equation.DSMT4">
                    <p:embed/>
                  </p:oleObj>
                </mc:Choice>
                <mc:Fallback>
                  <p:oleObj name="Equation" r:id="rId15" imgW="1155600" imgH="72360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0648" y="4160490"/>
                          <a:ext cx="11557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3150999-39C4-4642-8F2E-D2688BB433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3769555"/>
                </p:ext>
              </p:extLst>
            </p:nvPr>
          </p:nvGraphicFramePr>
          <p:xfrm>
            <a:off x="7719905" y="4318892"/>
            <a:ext cx="2489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81" name="Equation" r:id="rId17" imgW="2489040" imgH="406080" progId="Equation.DSMT4">
                    <p:embed/>
                  </p:oleObj>
                </mc:Choice>
                <mc:Fallback>
                  <p:oleObj name="Equation" r:id="rId17" imgW="2489040" imgH="406080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9905" y="4318892"/>
                          <a:ext cx="24892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3E1DFCA-7AF0-491B-AE04-50AF9CA3C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183423"/>
              </p:ext>
            </p:extLst>
          </p:nvPr>
        </p:nvGraphicFramePr>
        <p:xfrm>
          <a:off x="5004543" y="2989858"/>
          <a:ext cx="223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82" name="Equation" r:id="rId19" imgW="2234880" imgH="736560" progId="Equation.DSMT4">
                  <p:embed/>
                </p:oleObj>
              </mc:Choice>
              <mc:Fallback>
                <p:oleObj name="Equation" r:id="rId19" imgW="2234880" imgH="73656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04543" y="2989858"/>
                        <a:ext cx="2235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2F2C9C9B-BC35-4B2B-8CB8-53A8C75A5753}"/>
              </a:ext>
            </a:extLst>
          </p:cNvPr>
          <p:cNvGrpSpPr/>
          <p:nvPr/>
        </p:nvGrpSpPr>
        <p:grpSpPr>
          <a:xfrm>
            <a:off x="691952" y="3985072"/>
            <a:ext cx="2727920" cy="461665"/>
            <a:chOff x="619944" y="4143028"/>
            <a:chExt cx="2727920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86E4342-5F72-4FD6-9277-38701B09FF16}"/>
                </a:ext>
              </a:extLst>
            </p:cNvPr>
            <p:cNvSpPr/>
            <p:nvPr/>
          </p:nvSpPr>
          <p:spPr>
            <a:xfrm>
              <a:off x="619944" y="4143028"/>
              <a:ext cx="2727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令      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                        </a:t>
              </a:r>
              <a:endParaRPr lang="zh-CN" altLang="en-US" sz="2400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54E603FA-197A-4FE8-9033-4168AA3105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3579741"/>
                </p:ext>
              </p:extLst>
            </p:nvPr>
          </p:nvGraphicFramePr>
          <p:xfrm>
            <a:off x="1160474" y="4202410"/>
            <a:ext cx="190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83" name="Equation" r:id="rId21" imgW="1904760" imgH="342720" progId="Equation.DSMT4">
                    <p:embed/>
                  </p:oleObj>
                </mc:Choice>
                <mc:Fallback>
                  <p:oleObj name="Equation" r:id="rId21" imgW="1904760" imgH="342720" progId="Equation.DSMT4">
                    <p:embed/>
                    <p:pic>
                      <p:nvPicPr>
                        <p:cNvPr id="29" name="对象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474" y="4202410"/>
                          <a:ext cx="1905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900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1D76EB8-AA97-4224-BA0D-04A7CDAFB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708833"/>
              </p:ext>
            </p:extLst>
          </p:nvPr>
        </p:nvGraphicFramePr>
        <p:xfrm>
          <a:off x="2699792" y="2140286"/>
          <a:ext cx="3403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98" name="Equation" r:id="rId3" imgW="3403440" imgH="736560" progId="Equation.DSMT4">
                  <p:embed/>
                </p:oleObj>
              </mc:Choice>
              <mc:Fallback>
                <p:oleObj name="Equation" r:id="rId3" imgW="3403440" imgH="73656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140286"/>
                        <a:ext cx="3403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016F3EC0-87E1-4398-9938-F198F224A716}"/>
              </a:ext>
            </a:extLst>
          </p:cNvPr>
          <p:cNvGrpSpPr/>
          <p:nvPr/>
        </p:nvGrpSpPr>
        <p:grpSpPr>
          <a:xfrm>
            <a:off x="780790" y="260880"/>
            <a:ext cx="5735426" cy="736600"/>
            <a:chOff x="467544" y="425450"/>
            <a:chExt cx="5735426" cy="7366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BF60FCC-F26A-4B25-8F8E-1FC005DFEF0C}"/>
                </a:ext>
              </a:extLst>
            </p:cNvPr>
            <p:cNvSpPr/>
            <p:nvPr/>
          </p:nvSpPr>
          <p:spPr>
            <a:xfrm>
              <a:off x="467544" y="562846"/>
              <a:ext cx="573542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3 </a:t>
              </a:r>
              <a:r>
                <a:rPr kumimoji="1" lang="zh-CN" altLang="en-US" sz="2400" b="1" dirty="0">
                  <a:latin typeface="+mn-ea"/>
                </a:rPr>
                <a:t>证明：当          时</a:t>
              </a:r>
              <a:r>
                <a:rPr kumimoji="1" lang="en-US" altLang="zh-CN" sz="2400" b="1" dirty="0">
                  <a:latin typeface="+mn-ea"/>
                </a:rPr>
                <a:t>,          .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6BB99C9-9FB8-4CF8-A5A4-266E2E5924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3109743"/>
                </p:ext>
              </p:extLst>
            </p:nvPr>
          </p:nvGraphicFramePr>
          <p:xfrm>
            <a:off x="2639765" y="431800"/>
            <a:ext cx="1155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399" name="Equation" r:id="rId5" imgW="1155600" imgH="723600" progId="Equation.DSMT4">
                    <p:embed/>
                  </p:oleObj>
                </mc:Choice>
                <mc:Fallback>
                  <p:oleObj name="Equation" r:id="rId5" imgW="1155600" imgH="72360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39765" y="431800"/>
                          <a:ext cx="1155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15A8351-C8D6-4281-92EB-FF71917E2B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3987428"/>
                </p:ext>
              </p:extLst>
            </p:nvPr>
          </p:nvGraphicFramePr>
          <p:xfrm>
            <a:off x="4519365" y="425450"/>
            <a:ext cx="1295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00" name="Equation" r:id="rId7" imgW="1295280" imgH="736560" progId="Equation.DSMT4">
                    <p:embed/>
                  </p:oleObj>
                </mc:Choice>
                <mc:Fallback>
                  <p:oleObj name="Equation" r:id="rId7" imgW="1295280" imgH="73656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519365" y="425450"/>
                          <a:ext cx="12954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707D2D5-7C63-48ED-B9C8-88A3BF93B0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377635"/>
              </p:ext>
            </p:extLst>
          </p:nvPr>
        </p:nvGraphicFramePr>
        <p:xfrm>
          <a:off x="3322638" y="3867150"/>
          <a:ext cx="123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01" name="Equation" r:id="rId9" imgW="1231560" imgH="736560" progId="Equation.DSMT4">
                  <p:embed/>
                </p:oleObj>
              </mc:Choice>
              <mc:Fallback>
                <p:oleObj name="Equation" r:id="rId9" imgW="1231560" imgH="73656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638" y="3867150"/>
                        <a:ext cx="1231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30AFB8A2-747C-4538-ADC5-0DC4AEB1D6C4}"/>
              </a:ext>
            </a:extLst>
          </p:cNvPr>
          <p:cNvGrpSpPr/>
          <p:nvPr/>
        </p:nvGrpSpPr>
        <p:grpSpPr>
          <a:xfrm>
            <a:off x="899592" y="1304925"/>
            <a:ext cx="7774984" cy="723900"/>
            <a:chOff x="611560" y="1170044"/>
            <a:chExt cx="7774984" cy="7239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D996516-A746-46CD-9EBF-A0C648366B10}"/>
                </a:ext>
              </a:extLst>
            </p:cNvPr>
            <p:cNvSpPr/>
            <p:nvPr/>
          </p:nvSpPr>
          <p:spPr>
            <a:xfrm>
              <a:off x="611560" y="1285419"/>
              <a:ext cx="7774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证明</a:t>
              </a:r>
              <a:r>
                <a:rPr kumimoji="1" lang="zh-CN" altLang="en-US" sz="2400" b="1" dirty="0">
                  <a:latin typeface="+mn-ea"/>
                </a:rPr>
                <a:t>  故    在     上单调减少</a:t>
              </a:r>
              <a:r>
                <a:rPr kumimoji="1" lang="en-US" altLang="zh-CN" sz="2400" b="1" dirty="0">
                  <a:latin typeface="+mn-ea"/>
                </a:rPr>
                <a:t>,              </a:t>
              </a:r>
              <a:r>
                <a:rPr kumimoji="1" lang="zh-CN" altLang="en-US" sz="2400" b="1" dirty="0">
                  <a:latin typeface="+mn-ea"/>
                </a:rPr>
                <a:t>从而</a:t>
              </a:r>
              <a:r>
                <a:rPr kumimoji="1" lang="en-US" altLang="zh-CN" sz="2400" b="1" dirty="0">
                  <a:latin typeface="+mn-ea"/>
                </a:rPr>
                <a:t>   </a:t>
              </a:r>
              <a:r>
                <a:rPr kumimoji="1" lang="zh-CN" altLang="en-US" sz="2400" b="1" dirty="0">
                  <a:latin typeface="+mn-ea"/>
                </a:rPr>
                <a:t>                    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984CE6C-C6D3-4E7B-8CFC-EAF90C403A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4979751"/>
                </p:ext>
              </p:extLst>
            </p:nvPr>
          </p:nvGraphicFramePr>
          <p:xfrm>
            <a:off x="1979712" y="1344801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02" name="Equation" r:id="rId11" imgW="596880" imgH="342720" progId="Equation.DSMT4">
                    <p:embed/>
                  </p:oleObj>
                </mc:Choice>
                <mc:Fallback>
                  <p:oleObj name="Equation" r:id="rId11" imgW="59688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79712" y="1344801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00FFF2F9-037B-4864-93CC-3A9A0EEE17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8482755"/>
                </p:ext>
              </p:extLst>
            </p:nvPr>
          </p:nvGraphicFramePr>
          <p:xfrm>
            <a:off x="2898081" y="1170044"/>
            <a:ext cx="7112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03" name="Equation" r:id="rId13" imgW="711000" imgH="723600" progId="Equation.DSMT4">
                    <p:embed/>
                  </p:oleObj>
                </mc:Choice>
                <mc:Fallback>
                  <p:oleObj name="Equation" r:id="rId13" imgW="711000" imgH="72360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98081" y="1170044"/>
                          <a:ext cx="7112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809B36D-8C85-4A35-A16E-3F1163E41F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4629559"/>
                </p:ext>
              </p:extLst>
            </p:nvPr>
          </p:nvGraphicFramePr>
          <p:xfrm>
            <a:off x="5364088" y="1344801"/>
            <a:ext cx="198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04" name="Equation" r:id="rId15" imgW="1981080" imgH="342720" progId="Equation.DSMT4">
                    <p:embed/>
                  </p:oleObj>
                </mc:Choice>
                <mc:Fallback>
                  <p:oleObj name="Equation" r:id="rId15" imgW="1981080" imgH="342720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088" y="1344801"/>
                          <a:ext cx="1981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6F9E8E-14F4-4809-AADF-DA85165624BE}"/>
              </a:ext>
            </a:extLst>
          </p:cNvPr>
          <p:cNvGrpSpPr/>
          <p:nvPr/>
        </p:nvGrpSpPr>
        <p:grpSpPr>
          <a:xfrm>
            <a:off x="323528" y="3003550"/>
            <a:ext cx="7921820" cy="736600"/>
            <a:chOff x="647094" y="2973740"/>
            <a:chExt cx="7921820" cy="7366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9AE346D-CBCD-4C42-932F-48C7FC81E172}"/>
                </a:ext>
              </a:extLst>
            </p:cNvPr>
            <p:cNvSpPr/>
            <p:nvPr/>
          </p:nvSpPr>
          <p:spPr>
            <a:xfrm>
              <a:off x="647094" y="3111748"/>
              <a:ext cx="7921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故    在      上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单调减少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因此       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即                            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F4D4679-03AA-476D-A7DD-00128E5094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612041"/>
                </p:ext>
              </p:extLst>
            </p:nvPr>
          </p:nvGraphicFramePr>
          <p:xfrm>
            <a:off x="1043608" y="317113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05" name="Equation" r:id="rId17" imgW="622030" imgH="342751" progId="Equation.DSMT4">
                    <p:embed/>
                  </p:oleObj>
                </mc:Choice>
                <mc:Fallback>
                  <p:oleObj name="Equation" r:id="rId17" imgW="622030" imgH="342751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608" y="317113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72E8E70E-AD69-4030-9897-346CC0B2E0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2542258"/>
                </p:ext>
              </p:extLst>
            </p:nvPr>
          </p:nvGraphicFramePr>
          <p:xfrm>
            <a:off x="2071404" y="2980090"/>
            <a:ext cx="698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06" name="Equation" r:id="rId19" imgW="698400" imgH="723600" progId="Equation.DSMT4">
                    <p:embed/>
                  </p:oleObj>
                </mc:Choice>
                <mc:Fallback>
                  <p:oleObj name="Equation" r:id="rId19" imgW="698400" imgH="72360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1404" y="2980090"/>
                          <a:ext cx="6985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B51C78ED-5BC9-4E22-9230-022E7A5B2A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4348595"/>
                </p:ext>
              </p:extLst>
            </p:nvPr>
          </p:nvGraphicFramePr>
          <p:xfrm>
            <a:off x="5244816" y="2973740"/>
            <a:ext cx="2095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407" name="Equation" r:id="rId21" imgW="2095200" imgH="736560" progId="Equation.DSMT4">
                    <p:embed/>
                  </p:oleObj>
                </mc:Choice>
                <mc:Fallback>
                  <p:oleObj name="Equation" r:id="rId21" imgW="2095200" imgH="73656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4816" y="2973740"/>
                          <a:ext cx="20955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0778A7D-84F7-443B-A54B-6A95B8103898}"/>
              </a:ext>
            </a:extLst>
          </p:cNvPr>
          <p:cNvCxnSpPr/>
          <p:nvPr/>
        </p:nvCxnSpPr>
        <p:spPr>
          <a:xfrm>
            <a:off x="107504" y="1203598"/>
            <a:ext cx="8496944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49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ACAFFF2-DB56-4F5E-AF4C-77CD065751F5}"/>
              </a:ext>
            </a:extLst>
          </p:cNvPr>
          <p:cNvGrpSpPr/>
          <p:nvPr/>
        </p:nvGrpSpPr>
        <p:grpSpPr>
          <a:xfrm>
            <a:off x="755576" y="320803"/>
            <a:ext cx="7774984" cy="461665"/>
            <a:chOff x="467544" y="555526"/>
            <a:chExt cx="7774984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6073CAC-ADDC-4258-87B6-FA3BB08E1451}"/>
                </a:ext>
              </a:extLst>
            </p:cNvPr>
            <p:cNvSpPr/>
            <p:nvPr/>
          </p:nvSpPr>
          <p:spPr>
            <a:xfrm>
              <a:off x="467544" y="555526"/>
              <a:ext cx="7774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4 </a:t>
              </a:r>
              <a:r>
                <a:rPr kumimoji="1" lang="zh-CN" altLang="en-US" sz="2400" b="1" dirty="0">
                  <a:latin typeface="+mn-ea"/>
                </a:rPr>
                <a:t>证明方程         </a:t>
              </a:r>
              <a:r>
                <a:rPr kumimoji="1" lang="en-US" altLang="zh-CN" sz="2400" b="1" dirty="0"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在闭区间     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只有</a:t>
              </a:r>
              <a:r>
                <a:rPr kumimoji="1" lang="zh-CN" altLang="en-US" sz="2400" b="1" dirty="0">
                  <a:latin typeface="+mn-ea"/>
                </a:rPr>
                <a:t>一个根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E8825828-8888-45B1-B9F3-F5DC547E28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2460005"/>
                </p:ext>
              </p:extLst>
            </p:nvPr>
          </p:nvGraphicFramePr>
          <p:xfrm>
            <a:off x="2455044" y="646658"/>
            <a:ext cx="1612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56" name="Equation" r:id="rId3" imgW="1612800" imgH="279360" progId="Equation.DSMT4">
                    <p:embed/>
                  </p:oleObj>
                </mc:Choice>
                <mc:Fallback>
                  <p:oleObj name="Equation" r:id="rId3" imgW="1612800" imgH="27936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55044" y="646658"/>
                          <a:ext cx="1612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98090EC-7727-4528-B18E-D0BC5A0634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7021562"/>
                </p:ext>
              </p:extLst>
            </p:nvPr>
          </p:nvGraphicFramePr>
          <p:xfrm>
            <a:off x="5405626" y="621258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57" name="Equation" r:id="rId5" imgW="622080" imgH="330120" progId="Equation.DSMT4">
                    <p:embed/>
                  </p:oleObj>
                </mc:Choice>
                <mc:Fallback>
                  <p:oleObj name="Equation" r:id="rId5" imgW="622080" imgH="33012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05626" y="621258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702821E-D90A-4346-A801-9BBD1C8FE168}"/>
              </a:ext>
            </a:extLst>
          </p:cNvPr>
          <p:cNvGrpSpPr/>
          <p:nvPr/>
        </p:nvGrpSpPr>
        <p:grpSpPr>
          <a:xfrm>
            <a:off x="684508" y="1687126"/>
            <a:ext cx="6407772" cy="385960"/>
            <a:chOff x="467544" y="1285419"/>
            <a:chExt cx="6407772" cy="3859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428FA59-702B-4683-8905-A4DDC1F6DFB9}"/>
                </a:ext>
              </a:extLst>
            </p:cNvPr>
            <p:cNvSpPr/>
            <p:nvPr/>
          </p:nvSpPr>
          <p:spPr>
            <a:xfrm>
              <a:off x="467544" y="1285419"/>
              <a:ext cx="6407772" cy="3693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设        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则    在    上连续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且</a:t>
              </a:r>
              <a:r>
                <a:rPr kumimoji="1" lang="en-US" altLang="zh-CN" sz="2400" b="1" dirty="0">
                  <a:latin typeface="+mn-ea"/>
                </a:rPr>
                <a:t>                 </a:t>
              </a:r>
              <a:r>
                <a:rPr kumimoji="1" lang="zh-CN" altLang="en-US" sz="2400" b="1" dirty="0">
                  <a:latin typeface="+mn-ea"/>
                </a:rPr>
                <a:t>                    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7F0D9E3A-D3DD-407F-82B2-2837E28E08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7735525"/>
                </p:ext>
              </p:extLst>
            </p:nvPr>
          </p:nvGraphicFramePr>
          <p:xfrm>
            <a:off x="923954" y="1328479"/>
            <a:ext cx="246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58" name="Equation" r:id="rId7" imgW="2463480" imgH="342720" progId="Equation.DSMT4">
                    <p:embed/>
                  </p:oleObj>
                </mc:Choice>
                <mc:Fallback>
                  <p:oleObj name="Equation" r:id="rId7" imgW="2463480" imgH="34272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3954" y="1328479"/>
                          <a:ext cx="2463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AB69CC2-5D4B-4B56-A66C-4AA2F07A92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7341022"/>
                </p:ext>
              </p:extLst>
            </p:nvPr>
          </p:nvGraphicFramePr>
          <p:xfrm>
            <a:off x="3827862" y="129863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59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827862" y="129863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B7BFB40C-B153-4480-8506-497C318C0F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2125390"/>
                </p:ext>
              </p:extLst>
            </p:nvPr>
          </p:nvGraphicFramePr>
          <p:xfrm>
            <a:off x="4820385" y="1301810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60" name="Equation" r:id="rId11" imgW="622080" imgH="330120" progId="Equation.DSMT4">
                    <p:embed/>
                  </p:oleObj>
                </mc:Choice>
                <mc:Fallback>
                  <p:oleObj name="Equation" r:id="rId11" imgW="622080" imgH="33012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820385" y="1301810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637D859-3DE3-4199-A2D2-5E38CCD4F7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174607"/>
              </p:ext>
            </p:extLst>
          </p:nvPr>
        </p:nvGraphicFramePr>
        <p:xfrm>
          <a:off x="1825600" y="2316544"/>
          <a:ext cx="454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61" name="Equation" r:id="rId13" imgW="4546440" imgH="342720" progId="Equation.DSMT4">
                  <p:embed/>
                </p:oleObj>
              </mc:Choice>
              <mc:Fallback>
                <p:oleObj name="Equation" r:id="rId13" imgW="4546440" imgH="34272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25600" y="2316544"/>
                        <a:ext cx="4546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830A4BD5-107E-4D61-9261-06EAE00F40E4}"/>
              </a:ext>
            </a:extLst>
          </p:cNvPr>
          <p:cNvGrpSpPr/>
          <p:nvPr/>
        </p:nvGrpSpPr>
        <p:grpSpPr>
          <a:xfrm>
            <a:off x="755576" y="2883190"/>
            <a:ext cx="7526312" cy="461665"/>
            <a:chOff x="899592" y="2617916"/>
            <a:chExt cx="7526312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D23E5EF-19F0-4CB4-9618-D0A39FC9C0EC}"/>
                </a:ext>
              </a:extLst>
            </p:cNvPr>
            <p:cNvSpPr/>
            <p:nvPr/>
          </p:nvSpPr>
          <p:spPr>
            <a:xfrm>
              <a:off x="899592" y="2617916"/>
              <a:ext cx="73429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由闭区间连续函数的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零点定理</a:t>
              </a:r>
              <a:r>
                <a:rPr kumimoji="1" lang="zh-CN" altLang="en-US" sz="2400" b="1" dirty="0">
                  <a:latin typeface="+mn-ea"/>
                </a:rPr>
                <a:t>知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至少存在一点 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DD58599-E386-4B8B-9282-AD0771C0B4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1759017"/>
                </p:ext>
              </p:extLst>
            </p:nvPr>
          </p:nvGraphicFramePr>
          <p:xfrm>
            <a:off x="7308304" y="2677298"/>
            <a:ext cx="1117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62" name="Equation" r:id="rId15" imgW="1117440" imgH="342720" progId="Equation.DSMT4">
                    <p:embed/>
                  </p:oleObj>
                </mc:Choice>
                <mc:Fallback>
                  <p:oleObj name="Equation" r:id="rId15" imgW="1117440" imgH="342720" progId="Equation.DSMT4">
                    <p:embed/>
                    <p:pic>
                      <p:nvPicPr>
                        <p:cNvPr id="18" name="对象 1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308304" y="2677298"/>
                          <a:ext cx="1117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4225C55-7E50-4E76-8AF7-37D6CB824FDA}"/>
              </a:ext>
            </a:extLst>
          </p:cNvPr>
          <p:cNvGrpSpPr/>
          <p:nvPr/>
        </p:nvGrpSpPr>
        <p:grpSpPr>
          <a:xfrm>
            <a:off x="755576" y="3488871"/>
            <a:ext cx="7921820" cy="461665"/>
            <a:chOff x="647094" y="3406229"/>
            <a:chExt cx="7921820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AF8AFC8-DC7F-41A5-A858-5638D31DEDD5}"/>
                </a:ext>
              </a:extLst>
            </p:cNvPr>
            <p:cNvSpPr/>
            <p:nvPr/>
          </p:nvSpPr>
          <p:spPr>
            <a:xfrm>
              <a:off x="647094" y="3406229"/>
              <a:ext cx="7921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使得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即方程         </a:t>
              </a:r>
              <a:r>
                <a:rPr kumimoji="1" lang="en-US" altLang="zh-CN" sz="2400" b="1" dirty="0"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在闭区间     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至少</a:t>
              </a:r>
              <a:r>
                <a:rPr kumimoji="1" lang="zh-CN" altLang="en-US" sz="2400" b="1" dirty="0">
                  <a:latin typeface="+mn-ea"/>
                </a:rPr>
                <a:t>                          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75AA5403-845D-4D0C-94F6-D32FB5FF1F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7983356"/>
                </p:ext>
              </p:extLst>
            </p:nvPr>
          </p:nvGraphicFramePr>
          <p:xfrm>
            <a:off x="1403648" y="3465611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63" name="Equation" r:id="rId17" imgW="1091880" imgH="342720" progId="Equation.DSMT4">
                    <p:embed/>
                  </p:oleObj>
                </mc:Choice>
                <mc:Fallback>
                  <p:oleObj name="Equation" r:id="rId17" imgW="1091880" imgH="34272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3465611"/>
                          <a:ext cx="1092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B64AC4E-570C-4707-A481-2ABA5B2DAF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4362921"/>
                </p:ext>
              </p:extLst>
            </p:nvPr>
          </p:nvGraphicFramePr>
          <p:xfrm>
            <a:off x="3764610" y="3497361"/>
            <a:ext cx="1612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64" name="Equation" r:id="rId19" imgW="1612800" imgH="279360" progId="Equation.DSMT4">
                    <p:embed/>
                  </p:oleObj>
                </mc:Choice>
                <mc:Fallback>
                  <p:oleObj name="Equation" r:id="rId19" imgW="1612800" imgH="27936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4610" y="3497361"/>
                          <a:ext cx="16129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6C2C13C6-CA99-4CB2-B8BE-8A239CBAEC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6652772"/>
                </p:ext>
              </p:extLst>
            </p:nvPr>
          </p:nvGraphicFramePr>
          <p:xfrm>
            <a:off x="6732240" y="3471961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65" name="Equation" r:id="rId21" imgW="622080" imgH="330120" progId="Equation.DSMT4">
                    <p:embed/>
                  </p:oleObj>
                </mc:Choice>
                <mc:Fallback>
                  <p:oleObj name="Equation" r:id="rId21" imgW="622080" imgH="330120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2240" y="3471961"/>
                          <a:ext cx="6223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65230DA8-5382-4D00-BD89-F3E65D4119A4}"/>
              </a:ext>
            </a:extLst>
          </p:cNvPr>
          <p:cNvSpPr/>
          <p:nvPr/>
        </p:nvSpPr>
        <p:spPr>
          <a:xfrm>
            <a:off x="755576" y="406493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存在一个根</a:t>
            </a:r>
            <a:r>
              <a:rPr kumimoji="1" lang="en-US" altLang="zh-CN" sz="2400" b="1" dirty="0">
                <a:latin typeface="+mn-ea"/>
              </a:rPr>
              <a:t>.</a:t>
            </a:r>
            <a:r>
              <a:rPr kumimoji="1" lang="zh-CN" altLang="en-US" sz="2400" b="1" dirty="0">
                <a:latin typeface="+mn-ea"/>
              </a:rPr>
              <a:t>                           </a:t>
            </a:r>
            <a:endParaRPr lang="zh-CN" altLang="en-US" sz="2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C49115-1129-40B3-AA3A-4C3CF3136F79}"/>
              </a:ext>
            </a:extLst>
          </p:cNvPr>
          <p:cNvSpPr/>
          <p:nvPr/>
        </p:nvSpPr>
        <p:spPr>
          <a:xfrm>
            <a:off x="757456" y="856170"/>
            <a:ext cx="3238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证明</a:t>
            </a:r>
            <a:r>
              <a:rPr kumimoji="1" lang="zh-CN" altLang="en-US" sz="2400" b="1" dirty="0">
                <a:latin typeface="+mn-ea"/>
              </a:rPr>
              <a:t>  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(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根的存在性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)                 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                    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64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E6C2D77-0770-4E31-B198-7A5492B8001A}"/>
              </a:ext>
            </a:extLst>
          </p:cNvPr>
          <p:cNvGrpSpPr/>
          <p:nvPr/>
        </p:nvGrpSpPr>
        <p:grpSpPr>
          <a:xfrm>
            <a:off x="695680" y="481484"/>
            <a:ext cx="8280920" cy="461665"/>
            <a:chOff x="467544" y="555526"/>
            <a:chExt cx="8280920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8F03CE8-BCCE-4E9C-8D2E-D58EF7684721}"/>
                </a:ext>
              </a:extLst>
            </p:cNvPr>
            <p:cNvSpPr/>
            <p:nvPr/>
          </p:nvSpPr>
          <p:spPr>
            <a:xfrm>
              <a:off x="467544" y="555526"/>
              <a:ext cx="8280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4 </a:t>
              </a:r>
              <a:r>
                <a:rPr kumimoji="1" lang="zh-CN" altLang="en-US" sz="2400" b="1" dirty="0">
                  <a:latin typeface="+mn-ea"/>
                </a:rPr>
                <a:t>证明方程         </a:t>
              </a:r>
              <a:r>
                <a:rPr kumimoji="1" lang="en-US" altLang="zh-CN" sz="2400" b="1" dirty="0"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在闭区间     上只有一个根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83997020-8A3F-465D-8633-89C1F0B4AA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543292"/>
                </p:ext>
              </p:extLst>
            </p:nvPr>
          </p:nvGraphicFramePr>
          <p:xfrm>
            <a:off x="2455044" y="646658"/>
            <a:ext cx="1612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20" name="Equation" r:id="rId3" imgW="1612800" imgH="279360" progId="Equation.DSMT4">
                    <p:embed/>
                  </p:oleObj>
                </mc:Choice>
                <mc:Fallback>
                  <p:oleObj name="Equation" r:id="rId3" imgW="1612800" imgH="27936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55044" y="646658"/>
                          <a:ext cx="1612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444A1B5-C98B-4766-BAAA-5E86FF7A18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8016825"/>
                </p:ext>
              </p:extLst>
            </p:nvPr>
          </p:nvGraphicFramePr>
          <p:xfrm>
            <a:off x="5364088" y="621258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21" name="Equation" r:id="rId5" imgW="622080" imgH="330120" progId="Equation.DSMT4">
                    <p:embed/>
                  </p:oleObj>
                </mc:Choice>
                <mc:Fallback>
                  <p:oleObj name="Equation" r:id="rId5" imgW="622080" imgH="33012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64088" y="621258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43F3895-FF08-48CE-A1DD-5DBAF91875FD}"/>
              </a:ext>
            </a:extLst>
          </p:cNvPr>
          <p:cNvGrpSpPr/>
          <p:nvPr/>
        </p:nvGrpSpPr>
        <p:grpSpPr>
          <a:xfrm>
            <a:off x="593472" y="2422451"/>
            <a:ext cx="7774984" cy="461665"/>
            <a:chOff x="467544" y="1285419"/>
            <a:chExt cx="7774984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133E1D4-9BE4-4893-AAAD-3B373AC0FC0D}"/>
                </a:ext>
              </a:extLst>
            </p:cNvPr>
            <p:cNvSpPr/>
            <p:nvPr/>
          </p:nvSpPr>
          <p:spPr>
            <a:xfrm>
              <a:off x="467544" y="1285419"/>
              <a:ext cx="7774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由                 得    在    上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单调增加</a:t>
              </a:r>
              <a:r>
                <a:rPr kumimoji="1" lang="en-US" altLang="zh-CN" sz="2400" b="1" dirty="0">
                  <a:latin typeface="+mn-ea"/>
                </a:rPr>
                <a:t>.                 </a:t>
              </a:r>
              <a:r>
                <a:rPr kumimoji="1" lang="zh-CN" altLang="en-US" sz="2400" b="1" dirty="0">
                  <a:latin typeface="+mn-ea"/>
                </a:rPr>
                <a:t>                    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CC469012-225B-44DA-BFCF-D76FA829E1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1573958"/>
                </p:ext>
              </p:extLst>
            </p:nvPr>
          </p:nvGraphicFramePr>
          <p:xfrm>
            <a:off x="1160961" y="1353273"/>
            <a:ext cx="2540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22" name="Equation" r:id="rId7" imgW="2539800" imgH="355320" progId="Equation.DSMT4">
                    <p:embed/>
                  </p:oleObj>
                </mc:Choice>
                <mc:Fallback>
                  <p:oleObj name="Equation" r:id="rId7" imgW="2539800" imgH="35532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961" y="1353273"/>
                          <a:ext cx="2540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1E3E5A9-3BDE-4C3A-A32F-EA53A0481E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6721409"/>
                </p:ext>
              </p:extLst>
            </p:nvPr>
          </p:nvGraphicFramePr>
          <p:xfrm>
            <a:off x="4134922" y="136458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23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134922" y="136458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6F9BBD0-5C35-421F-A029-BBAE7C1C75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4942532"/>
                </p:ext>
              </p:extLst>
            </p:nvPr>
          </p:nvGraphicFramePr>
          <p:xfrm>
            <a:off x="5036755" y="1365973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24" name="Equation" r:id="rId11" imgW="622080" imgH="330120" progId="Equation.DSMT4">
                    <p:embed/>
                  </p:oleObj>
                </mc:Choice>
                <mc:Fallback>
                  <p:oleObj name="Equation" r:id="rId11" imgW="622080" imgH="33012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36755" y="1365973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C8E7A8D-5825-4E7B-B821-42C660C2FC53}"/>
              </a:ext>
            </a:extLst>
          </p:cNvPr>
          <p:cNvGrpSpPr/>
          <p:nvPr/>
        </p:nvGrpSpPr>
        <p:grpSpPr>
          <a:xfrm>
            <a:off x="904962" y="3930106"/>
            <a:ext cx="7956376" cy="461665"/>
            <a:chOff x="1187624" y="2787774"/>
            <a:chExt cx="7956376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2DCA42D-F2E6-49DA-95BB-C6EDC64D79CD}"/>
                </a:ext>
              </a:extLst>
            </p:cNvPr>
            <p:cNvSpPr/>
            <p:nvPr/>
          </p:nvSpPr>
          <p:spPr>
            <a:xfrm>
              <a:off x="1187624" y="2787774"/>
              <a:ext cx="79563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综上可知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 方程         </a:t>
              </a:r>
              <a:r>
                <a:rPr kumimoji="1" lang="en-US" altLang="zh-CN" sz="2400" b="1" dirty="0"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在闭区间    上只有一个根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39B8EED-F5AA-4BA5-9138-A77BA71213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6017717"/>
                </p:ext>
              </p:extLst>
            </p:nvPr>
          </p:nvGraphicFramePr>
          <p:xfrm>
            <a:off x="3450352" y="2878906"/>
            <a:ext cx="1612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25" name="Equation" r:id="rId13" imgW="1612800" imgH="279360" progId="Equation.DSMT4">
                    <p:embed/>
                  </p:oleObj>
                </mc:Choice>
                <mc:Fallback>
                  <p:oleObj name="Equation" r:id="rId13" imgW="1612800" imgH="27936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0352" y="2878906"/>
                          <a:ext cx="16129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81066B5-A661-4E84-B2C5-E81ED81C72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2803177"/>
                </p:ext>
              </p:extLst>
            </p:nvPr>
          </p:nvGraphicFramePr>
          <p:xfrm>
            <a:off x="6372200" y="2853506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26" name="Equation" r:id="rId15" imgW="622080" imgH="330120" progId="Equation.DSMT4">
                    <p:embed/>
                  </p:oleObj>
                </mc:Choice>
                <mc:Fallback>
                  <p:oleObj name="Equation" r:id="rId15" imgW="622080" imgH="330120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2200" y="2853506"/>
                          <a:ext cx="6223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1FFA70-2BFB-403A-9F56-2E9D91444307}"/>
              </a:ext>
            </a:extLst>
          </p:cNvPr>
          <p:cNvGrpSpPr/>
          <p:nvPr/>
        </p:nvGrpSpPr>
        <p:grpSpPr>
          <a:xfrm>
            <a:off x="844560" y="3135140"/>
            <a:ext cx="7523896" cy="461665"/>
            <a:chOff x="755576" y="2119867"/>
            <a:chExt cx="7523896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49DD073-7F5F-4E12-8C96-7EA25B00E88B}"/>
                </a:ext>
              </a:extLst>
            </p:cNvPr>
            <p:cNvSpPr/>
            <p:nvPr/>
          </p:nvSpPr>
          <p:spPr>
            <a:xfrm>
              <a:off x="755576" y="2119867"/>
              <a:ext cx="7523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因此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方程         </a:t>
              </a:r>
              <a:r>
                <a:rPr kumimoji="1" lang="en-US" altLang="zh-CN" sz="2400" b="1" dirty="0">
                  <a:latin typeface="+mn-ea"/>
                </a:rPr>
                <a:t>  </a:t>
              </a:r>
              <a:r>
                <a:rPr kumimoji="1" lang="zh-CN" altLang="en-US" sz="2400" b="1" dirty="0">
                  <a:latin typeface="+mn-ea"/>
                </a:rPr>
                <a:t>在闭区间     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至多</a:t>
              </a:r>
              <a:r>
                <a:rPr kumimoji="1" lang="zh-CN" altLang="en-US" sz="2400" b="1" dirty="0">
                  <a:latin typeface="+mn-ea"/>
                </a:rPr>
                <a:t>有一个根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F58C85F-0973-4438-AA6A-E1C978B93E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4407665"/>
                </p:ext>
              </p:extLst>
            </p:nvPr>
          </p:nvGraphicFramePr>
          <p:xfrm>
            <a:off x="2267744" y="2210999"/>
            <a:ext cx="1612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27" name="Equation" r:id="rId17" imgW="1612800" imgH="279360" progId="Equation.DSMT4">
                    <p:embed/>
                  </p:oleObj>
                </mc:Choice>
                <mc:Fallback>
                  <p:oleObj name="Equation" r:id="rId17" imgW="1612800" imgH="279360" progId="Equation.DSMT4">
                    <p:embed/>
                    <p:pic>
                      <p:nvPicPr>
                        <p:cNvPr id="5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4" y="2210999"/>
                          <a:ext cx="16129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9D602D5-A7C5-43D1-9448-01D7F6F237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7837677"/>
                </p:ext>
              </p:extLst>
            </p:nvPr>
          </p:nvGraphicFramePr>
          <p:xfrm>
            <a:off x="5220072" y="2185599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428" name="Equation" r:id="rId18" imgW="622080" imgH="330120" progId="Equation.DSMT4">
                    <p:embed/>
                  </p:oleObj>
                </mc:Choice>
                <mc:Fallback>
                  <p:oleObj name="Equation" r:id="rId18" imgW="622080" imgH="33012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0072" y="2185599"/>
                          <a:ext cx="6223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775AC1E-732F-4A6B-A105-0B71A6611BA9}"/>
              </a:ext>
            </a:extLst>
          </p:cNvPr>
          <p:cNvCxnSpPr/>
          <p:nvPr/>
        </p:nvCxnSpPr>
        <p:spPr>
          <a:xfrm>
            <a:off x="369077" y="1203598"/>
            <a:ext cx="8496944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CDC1287-8D31-4747-B889-09C0D145B2A8}"/>
              </a:ext>
            </a:extLst>
          </p:cNvPr>
          <p:cNvSpPr/>
          <p:nvPr/>
        </p:nvSpPr>
        <p:spPr>
          <a:xfrm>
            <a:off x="829464" y="1678037"/>
            <a:ext cx="3166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证明</a:t>
            </a:r>
            <a:r>
              <a:rPr kumimoji="1" lang="zh-CN" altLang="en-US" sz="2400" b="1" dirty="0">
                <a:latin typeface="+mn-ea"/>
              </a:rPr>
              <a:t>  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(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根的唯一性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)                 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                    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77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00043" y="513170"/>
            <a:ext cx="4104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曲线的凹凸性与拐点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5220072" y="1131590"/>
            <a:ext cx="3208846" cy="2904941"/>
            <a:chOff x="4984750" y="1419622"/>
            <a:chExt cx="3208846" cy="2904941"/>
          </a:xfrm>
        </p:grpSpPr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583D7191-87A8-4992-93B0-E805013BF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1682" y="4011378"/>
              <a:ext cx="3171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F9E3153D-97A4-4CB4-90F7-7983E645D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8448" y="1446319"/>
              <a:ext cx="0" cy="2780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D58CC73D-C570-4310-9853-8090A1192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8542" y="3900700"/>
              <a:ext cx="292100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任意多边形: 形状 21">
              <a:extLst>
                <a:ext uri="{FF2B5EF4-FFF2-40B4-BE49-F238E27FC236}">
                  <a16:creationId xmlns:a16="http://schemas.microsoft.com/office/drawing/2014/main" id="{5E631349-C34C-493B-AF84-5F63DF99BE64}"/>
                </a:ext>
              </a:extLst>
            </p:cNvPr>
            <p:cNvSpPr/>
            <p:nvPr/>
          </p:nvSpPr>
          <p:spPr>
            <a:xfrm>
              <a:off x="5288448" y="1635647"/>
              <a:ext cx="2019856" cy="2375732"/>
            </a:xfrm>
            <a:custGeom>
              <a:avLst/>
              <a:gdLst>
                <a:gd name="connsiteX0" fmla="*/ 0 w 1159098"/>
                <a:gd name="connsiteY0" fmla="*/ 1410236 h 1410236"/>
                <a:gd name="connsiteX1" fmla="*/ 444321 w 1159098"/>
                <a:gd name="connsiteY1" fmla="*/ 1126901 h 1410236"/>
                <a:gd name="connsiteX2" fmla="*/ 1159098 w 1159098"/>
                <a:gd name="connsiteY2" fmla="*/ 0 h 141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9098" h="1410236">
                  <a:moveTo>
                    <a:pt x="0" y="1410236"/>
                  </a:moveTo>
                  <a:cubicBezTo>
                    <a:pt x="125569" y="1386088"/>
                    <a:pt x="251138" y="1361940"/>
                    <a:pt x="444321" y="1126901"/>
                  </a:cubicBezTo>
                  <a:cubicBezTo>
                    <a:pt x="637504" y="891862"/>
                    <a:pt x="898301" y="445931"/>
                    <a:pt x="1159098" y="0"/>
                  </a:cubicBezTo>
                </a:path>
              </a:pathLst>
            </a:cu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: 形状 22">
              <a:extLst>
                <a:ext uri="{FF2B5EF4-FFF2-40B4-BE49-F238E27FC236}">
                  <a16:creationId xmlns:a16="http://schemas.microsoft.com/office/drawing/2014/main" id="{1BDAF875-4C05-461C-A8EF-7C7BE23098B4}"/>
                </a:ext>
              </a:extLst>
            </p:cNvPr>
            <p:cNvSpPr/>
            <p:nvPr/>
          </p:nvSpPr>
          <p:spPr>
            <a:xfrm rot="16200000" flipV="1">
              <a:off x="5473307" y="1817877"/>
              <a:ext cx="2017230" cy="2372847"/>
            </a:xfrm>
            <a:custGeom>
              <a:avLst/>
              <a:gdLst>
                <a:gd name="connsiteX0" fmla="*/ 0 w 1159098"/>
                <a:gd name="connsiteY0" fmla="*/ 1410236 h 1410236"/>
                <a:gd name="connsiteX1" fmla="*/ 444321 w 1159098"/>
                <a:gd name="connsiteY1" fmla="*/ 1126901 h 1410236"/>
                <a:gd name="connsiteX2" fmla="*/ 1159098 w 1159098"/>
                <a:gd name="connsiteY2" fmla="*/ 0 h 141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9098" h="1410236">
                  <a:moveTo>
                    <a:pt x="0" y="1410236"/>
                  </a:moveTo>
                  <a:cubicBezTo>
                    <a:pt x="125569" y="1386088"/>
                    <a:pt x="251138" y="1361940"/>
                    <a:pt x="444321" y="1126901"/>
                  </a:cubicBezTo>
                  <a:cubicBezTo>
                    <a:pt x="637504" y="891862"/>
                    <a:pt x="898301" y="445931"/>
                    <a:pt x="1159098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934321"/>
                </p:ext>
              </p:extLst>
            </p:nvPr>
          </p:nvGraphicFramePr>
          <p:xfrm>
            <a:off x="5525492" y="2499742"/>
            <a:ext cx="7747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741" name="Equation" r:id="rId3" imgW="774360" imgH="368280" progId="Equation.DSMT4">
                    <p:embed/>
                  </p:oleObj>
                </mc:Choice>
                <mc:Fallback>
                  <p:oleObj name="Equation" r:id="rId3" imgW="774360" imgH="368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25492" y="2499742"/>
                          <a:ext cx="7747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2739966"/>
                </p:ext>
              </p:extLst>
            </p:nvPr>
          </p:nvGraphicFramePr>
          <p:xfrm>
            <a:off x="6522666" y="3075682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742" name="Equation" r:id="rId5" imgW="660240" imgH="342720" progId="Equation.DSMT4">
                    <p:embed/>
                  </p:oleObj>
                </mc:Choice>
                <mc:Fallback>
                  <p:oleObj name="Equation" r:id="rId5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22666" y="3075682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7224079"/>
                </p:ext>
              </p:extLst>
            </p:nvPr>
          </p:nvGraphicFramePr>
          <p:xfrm>
            <a:off x="4984750" y="1419622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743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84750" y="1419622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180831"/>
                </p:ext>
              </p:extLst>
            </p:nvPr>
          </p:nvGraphicFramePr>
          <p:xfrm>
            <a:off x="7994600" y="410944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744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994600" y="410944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矩形 32"/>
          <p:cNvSpPr/>
          <p:nvPr/>
        </p:nvSpPr>
        <p:spPr>
          <a:xfrm>
            <a:off x="766316" y="3147814"/>
            <a:ext cx="2941586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+mn-ea"/>
              </a:rPr>
              <a:t>它们的凹凸性不同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0046" y="2261172"/>
            <a:ext cx="4835276" cy="559769"/>
            <a:chOff x="480046" y="2333180"/>
            <a:chExt cx="4835276" cy="559769"/>
          </a:xfrm>
        </p:grpSpPr>
        <p:sp>
          <p:nvSpPr>
            <p:cNvPr id="11" name="矩形 10"/>
            <p:cNvSpPr/>
            <p:nvPr/>
          </p:nvSpPr>
          <p:spPr>
            <a:xfrm>
              <a:off x="480046" y="2333180"/>
              <a:ext cx="4835276" cy="559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latin typeface="+mn-ea"/>
                </a:rPr>
                <a:t>       </a:t>
              </a:r>
              <a:r>
                <a:rPr lang="zh-CN" altLang="zh-CN" sz="2400" b="1" dirty="0">
                  <a:latin typeface="+mn-ea"/>
                </a:rPr>
                <a:t>是向</a:t>
              </a:r>
              <a:r>
                <a:rPr lang="zh-CN" altLang="zh-CN" sz="2400" b="1" dirty="0">
                  <a:solidFill>
                    <a:srgbClr val="FF0000"/>
                  </a:solidFill>
                  <a:latin typeface="+mn-ea"/>
                </a:rPr>
                <a:t>上凸</a:t>
              </a:r>
              <a:r>
                <a:rPr lang="zh-CN" altLang="en-US" sz="2400" b="1" dirty="0">
                  <a:latin typeface="+mn-ea"/>
                </a:rPr>
                <a:t>的</a:t>
              </a:r>
              <a:r>
                <a:rPr lang="zh-CN" altLang="zh-CN" sz="2400" b="1" dirty="0">
                  <a:latin typeface="+mn-ea"/>
                </a:rPr>
                <a:t>曲线弧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5260852"/>
                </p:ext>
              </p:extLst>
            </p:nvPr>
          </p:nvGraphicFramePr>
          <p:xfrm>
            <a:off x="825674" y="2447639"/>
            <a:ext cx="901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745" name="Equation" r:id="rId11" imgW="901440" imgH="431640" progId="Equation.DSMT4">
                    <p:embed/>
                  </p:oleObj>
                </mc:Choice>
                <mc:Fallback>
                  <p:oleObj name="Equation" r:id="rId11" imgW="90144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25674" y="2447639"/>
                          <a:ext cx="9017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622300" y="1275606"/>
            <a:ext cx="4253842" cy="559769"/>
            <a:chOff x="622300" y="1545054"/>
            <a:chExt cx="4253842" cy="559769"/>
          </a:xfrm>
        </p:grpSpPr>
        <p:sp>
          <p:nvSpPr>
            <p:cNvPr id="10" name="矩形 9"/>
            <p:cNvSpPr/>
            <p:nvPr/>
          </p:nvSpPr>
          <p:spPr>
            <a:xfrm>
              <a:off x="622300" y="1545054"/>
              <a:ext cx="4253842" cy="559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latin typeface="+mn-ea"/>
                </a:rPr>
                <a:t>      </a:t>
              </a:r>
              <a:r>
                <a:rPr lang="zh-CN" altLang="zh-CN" sz="2400" b="1" dirty="0">
                  <a:latin typeface="+mn-ea"/>
                </a:rPr>
                <a:t>是向</a:t>
              </a:r>
              <a:r>
                <a:rPr lang="zh-CN" altLang="zh-CN" sz="2400" b="1" dirty="0">
                  <a:solidFill>
                    <a:srgbClr val="0064FF"/>
                  </a:solidFill>
                  <a:latin typeface="+mn-ea"/>
                </a:rPr>
                <a:t>上凹</a:t>
              </a:r>
              <a:r>
                <a:rPr lang="zh-CN" altLang="zh-CN" sz="2400" b="1" dirty="0">
                  <a:latin typeface="+mn-ea"/>
                </a:rPr>
                <a:t>的曲线弧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6239033"/>
                </p:ext>
              </p:extLst>
            </p:nvPr>
          </p:nvGraphicFramePr>
          <p:xfrm>
            <a:off x="825674" y="1690298"/>
            <a:ext cx="774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746" name="Equation" r:id="rId13" imgW="774360" imgH="406080" progId="Equation.DSMT4">
                    <p:embed/>
                  </p:oleObj>
                </mc:Choice>
                <mc:Fallback>
                  <p:oleObj name="Equation" r:id="rId13" imgW="7743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5674" y="1690298"/>
                          <a:ext cx="7747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5637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841794" y="981289"/>
            <a:ext cx="3370166" cy="3292881"/>
            <a:chOff x="841794" y="981289"/>
            <a:chExt cx="3370166" cy="3292881"/>
          </a:xfrm>
        </p:grpSpPr>
        <p:sp>
          <p:nvSpPr>
            <p:cNvPr id="8" name="Line 22">
              <a:extLst>
                <a:ext uri="{FF2B5EF4-FFF2-40B4-BE49-F238E27FC236}">
                  <a16:creationId xmlns:a16="http://schemas.microsoft.com/office/drawing/2014/main" id="{F55D8C98-F92F-483B-9362-43606D078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488" y="3651870"/>
              <a:ext cx="3171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23">
              <a:extLst>
                <a:ext uri="{FF2B5EF4-FFF2-40B4-BE49-F238E27FC236}">
                  <a16:creationId xmlns:a16="http://schemas.microsoft.com/office/drawing/2014/main" id="{07ECBABF-FE9F-43FF-9691-DA3FD7E6C0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4254" y="1086811"/>
              <a:ext cx="0" cy="2780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45D80C-7B07-4C2E-93B7-66C31EE47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322" y="3583631"/>
              <a:ext cx="274638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71807D-0BAD-43A2-ACC0-7BE1B1BDB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794" y="981289"/>
              <a:ext cx="2698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5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y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5217B7-AC24-4B62-9139-E9470A10F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348" y="3541192"/>
              <a:ext cx="292100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4AA38098-091B-414A-8C02-2052E8DAE63E}"/>
                </a:ext>
              </a:extLst>
            </p:cNvPr>
            <p:cNvSpPr/>
            <p:nvPr/>
          </p:nvSpPr>
          <p:spPr>
            <a:xfrm>
              <a:off x="1501898" y="1724934"/>
              <a:ext cx="2237874" cy="984547"/>
            </a:xfrm>
            <a:custGeom>
              <a:avLst/>
              <a:gdLst>
                <a:gd name="connsiteX0" fmla="*/ 0 w 2237874"/>
                <a:gd name="connsiteY0" fmla="*/ 0 h 984547"/>
                <a:gd name="connsiteX1" fmla="*/ 842211 w 2237874"/>
                <a:gd name="connsiteY1" fmla="*/ 974558 h 984547"/>
                <a:gd name="connsiteX2" fmla="*/ 2237874 w 2237874"/>
                <a:gd name="connsiteY2" fmla="*/ 421105 h 98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7874" h="984547">
                  <a:moveTo>
                    <a:pt x="0" y="0"/>
                  </a:moveTo>
                  <a:cubicBezTo>
                    <a:pt x="234616" y="452187"/>
                    <a:pt x="469232" y="904374"/>
                    <a:pt x="842211" y="974558"/>
                  </a:cubicBezTo>
                  <a:cubicBezTo>
                    <a:pt x="1215190" y="1044742"/>
                    <a:pt x="1726532" y="732923"/>
                    <a:pt x="2237874" y="421105"/>
                  </a:cubicBezTo>
                </a:path>
              </a:pathLst>
            </a:cu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E7C797-53AF-459E-BDAF-22EE0504A459}"/>
                </a:ext>
              </a:extLst>
            </p:cNvPr>
            <p:cNvCxnSpPr/>
            <p:nvPr/>
          </p:nvCxnSpPr>
          <p:spPr>
            <a:xfrm>
              <a:off x="1704960" y="2067694"/>
              <a:ext cx="0" cy="158417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35CDC0B-AB1D-4AF9-8339-D616DD7B6D69}"/>
                </a:ext>
              </a:extLst>
            </p:cNvPr>
            <p:cNvCxnSpPr/>
            <p:nvPr/>
          </p:nvCxnSpPr>
          <p:spPr>
            <a:xfrm>
              <a:off x="2411760" y="2313266"/>
              <a:ext cx="0" cy="130923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9575887-01AD-419D-A284-C9857C9C503E}"/>
                </a:ext>
              </a:extLst>
            </p:cNvPr>
            <p:cNvCxnSpPr/>
            <p:nvPr/>
          </p:nvCxnSpPr>
          <p:spPr>
            <a:xfrm>
              <a:off x="3131840" y="2475581"/>
              <a:ext cx="0" cy="119021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323A4B5-690D-4E8B-86B8-B8D9A20BB0C8}"/>
                </a:ext>
              </a:extLst>
            </p:cNvPr>
            <p:cNvCxnSpPr/>
            <p:nvPr/>
          </p:nvCxnSpPr>
          <p:spPr>
            <a:xfrm>
              <a:off x="1704960" y="2067694"/>
              <a:ext cx="1426880" cy="40788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7637868"/>
                </p:ext>
              </p:extLst>
            </p:nvPr>
          </p:nvGraphicFramePr>
          <p:xfrm>
            <a:off x="1691680" y="1635646"/>
            <a:ext cx="14605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46" name="Equation" r:id="rId3" imgW="1460160" imgH="622080" progId="Equation.DSMT4">
                    <p:embed/>
                  </p:oleObj>
                </mc:Choice>
                <mc:Fallback>
                  <p:oleObj name="Equation" r:id="rId3" imgW="146016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1635646"/>
                          <a:ext cx="14605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878860"/>
                </p:ext>
              </p:extLst>
            </p:nvPr>
          </p:nvGraphicFramePr>
          <p:xfrm>
            <a:off x="1882924" y="2669530"/>
            <a:ext cx="11049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47" name="Equation" r:id="rId5" imgW="1104840" imgH="622080" progId="Equation.DSMT4">
                    <p:embed/>
                  </p:oleObj>
                </mc:Choice>
                <mc:Fallback>
                  <p:oleObj name="Equation" r:id="rId5" imgW="1104840" imgH="622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82924" y="2669530"/>
                          <a:ext cx="11049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5042467"/>
                </p:ext>
              </p:extLst>
            </p:nvPr>
          </p:nvGraphicFramePr>
          <p:xfrm>
            <a:off x="1187624" y="2499742"/>
            <a:ext cx="596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48" name="Equation" r:id="rId7" imgW="596880" imgH="330120" progId="Equation.DSMT4">
                    <p:embed/>
                  </p:oleObj>
                </mc:Choice>
                <mc:Fallback>
                  <p:oleObj name="Equation" r:id="rId7" imgW="5968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87624" y="2499742"/>
                          <a:ext cx="596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1675576"/>
                </p:ext>
              </p:extLst>
            </p:nvPr>
          </p:nvGraphicFramePr>
          <p:xfrm>
            <a:off x="3216920" y="2529582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49" name="Equation" r:id="rId9" imgW="634680" imgH="330120" progId="Equation.DSMT4">
                    <p:embed/>
                  </p:oleObj>
                </mc:Choice>
                <mc:Fallback>
                  <p:oleObj name="Equation" r:id="rId9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16920" y="2529582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4491690"/>
                </p:ext>
              </p:extLst>
            </p:nvPr>
          </p:nvGraphicFramePr>
          <p:xfrm>
            <a:off x="2035200" y="3651870"/>
            <a:ext cx="7366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0" name="Equation" r:id="rId11" imgW="736560" imgH="622080" progId="Equation.DSMT4">
                    <p:embed/>
                  </p:oleObj>
                </mc:Choice>
                <mc:Fallback>
                  <p:oleObj name="Equation" r:id="rId11" imgW="736560" imgH="622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35200" y="3651870"/>
                          <a:ext cx="7366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339223"/>
                </p:ext>
              </p:extLst>
            </p:nvPr>
          </p:nvGraphicFramePr>
          <p:xfrm>
            <a:off x="1619796" y="3729038"/>
            <a:ext cx="215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1" name="Equation" r:id="rId13" imgW="215640" imgH="330120" progId="Equation.DSMT4">
                    <p:embed/>
                  </p:oleObj>
                </mc:Choice>
                <mc:Fallback>
                  <p:oleObj name="Equation" r:id="rId13" imgW="2156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19796" y="3729038"/>
                          <a:ext cx="215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7408428"/>
                </p:ext>
              </p:extLst>
            </p:nvPr>
          </p:nvGraphicFramePr>
          <p:xfrm>
            <a:off x="3035300" y="3723878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2" name="Equation" r:id="rId15" imgW="241200" imgH="330120" progId="Equation.DSMT4">
                    <p:embed/>
                  </p:oleObj>
                </mc:Choice>
                <mc:Fallback>
                  <p:oleObj name="Equation" r:id="rId15" imgW="241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035300" y="3723878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5D9F642-3512-48B0-A066-4BCB4BDC7914}"/>
                </a:ext>
              </a:extLst>
            </p:cNvPr>
            <p:cNvSpPr/>
            <p:nvPr/>
          </p:nvSpPr>
          <p:spPr>
            <a:xfrm>
              <a:off x="2267744" y="2097359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95D9F642-3512-48B0-A066-4BCB4BDC7914}"/>
                </a:ext>
              </a:extLst>
            </p:cNvPr>
            <p:cNvSpPr/>
            <p:nvPr/>
          </p:nvSpPr>
          <p:spPr>
            <a:xfrm>
              <a:off x="2255694" y="2512484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4965041" y="981289"/>
            <a:ext cx="3370166" cy="3292881"/>
            <a:chOff x="4965041" y="981289"/>
            <a:chExt cx="3370166" cy="3292881"/>
          </a:xfrm>
        </p:grpSpPr>
        <p:sp>
          <p:nvSpPr>
            <p:cNvPr id="2" name="Line 22">
              <a:extLst>
                <a:ext uri="{FF2B5EF4-FFF2-40B4-BE49-F238E27FC236}">
                  <a16:creationId xmlns:a16="http://schemas.microsoft.com/office/drawing/2014/main" id="{9E719845-7400-414E-BD6F-289130A51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0735" y="3668319"/>
              <a:ext cx="3171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23">
              <a:extLst>
                <a:ext uri="{FF2B5EF4-FFF2-40B4-BE49-F238E27FC236}">
                  <a16:creationId xmlns:a16="http://schemas.microsoft.com/office/drawing/2014/main" id="{3CB91267-D387-4112-AFA5-CF30B67AFB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7501" y="1103260"/>
              <a:ext cx="0" cy="2780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01AA98D9-035C-4972-A0B0-DD98D389A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0569" y="3600080"/>
              <a:ext cx="274638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C27B32C5-7C77-4F39-8AF8-6262B447E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041" y="997738"/>
              <a:ext cx="2698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5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y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42F4CA69-86CA-4A05-816A-6404AD234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564" y="3588047"/>
              <a:ext cx="292100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8718145C-5E1D-4396-B82E-E4A83F0A014F}"/>
                </a:ext>
              </a:extLst>
            </p:cNvPr>
            <p:cNvSpPr/>
            <p:nvPr/>
          </p:nvSpPr>
          <p:spPr>
            <a:xfrm rot="20249296" flipH="1" flipV="1">
              <a:off x="5625145" y="1741383"/>
              <a:ext cx="2237874" cy="984547"/>
            </a:xfrm>
            <a:custGeom>
              <a:avLst/>
              <a:gdLst>
                <a:gd name="connsiteX0" fmla="*/ 0 w 2237874"/>
                <a:gd name="connsiteY0" fmla="*/ 0 h 984547"/>
                <a:gd name="connsiteX1" fmla="*/ 842211 w 2237874"/>
                <a:gd name="connsiteY1" fmla="*/ 974558 h 984547"/>
                <a:gd name="connsiteX2" fmla="*/ 2237874 w 2237874"/>
                <a:gd name="connsiteY2" fmla="*/ 421105 h 98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7874" h="984547">
                  <a:moveTo>
                    <a:pt x="0" y="0"/>
                  </a:moveTo>
                  <a:cubicBezTo>
                    <a:pt x="234616" y="452187"/>
                    <a:pt x="469232" y="904374"/>
                    <a:pt x="842211" y="974558"/>
                  </a:cubicBezTo>
                  <a:cubicBezTo>
                    <a:pt x="1215190" y="1044742"/>
                    <a:pt x="1726532" y="732923"/>
                    <a:pt x="2237874" y="421105"/>
                  </a:cubicBezTo>
                </a:path>
              </a:pathLst>
            </a:cu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9BC08EF4-8AD2-4E98-8AC5-2C7B30DED9C3}"/>
                </a:ext>
              </a:extLst>
            </p:cNvPr>
            <p:cNvCxnSpPr/>
            <p:nvPr/>
          </p:nvCxnSpPr>
          <p:spPr>
            <a:xfrm>
              <a:off x="5988096" y="2392012"/>
              <a:ext cx="0" cy="119021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4EF48F18-B064-46A4-B900-57FD98048E90}"/>
                </a:ext>
              </a:extLst>
            </p:cNvPr>
            <p:cNvCxnSpPr/>
            <p:nvPr/>
          </p:nvCxnSpPr>
          <p:spPr>
            <a:xfrm>
              <a:off x="6754872" y="1695622"/>
              <a:ext cx="0" cy="191685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F0206E0-2911-457F-938D-196EEB77BA4C}"/>
                </a:ext>
              </a:extLst>
            </p:cNvPr>
            <p:cNvCxnSpPr/>
            <p:nvPr/>
          </p:nvCxnSpPr>
          <p:spPr>
            <a:xfrm>
              <a:off x="7462920" y="1867981"/>
              <a:ext cx="0" cy="174259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BB29B6C-E023-4329-89E4-765359139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4817" y="1867981"/>
              <a:ext cx="1488103" cy="53454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7091467"/>
                </p:ext>
              </p:extLst>
            </p:nvPr>
          </p:nvGraphicFramePr>
          <p:xfrm>
            <a:off x="6135836" y="2309490"/>
            <a:ext cx="14605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3" name="Equation" r:id="rId17" imgW="1460160" imgH="622080" progId="Equation.DSMT4">
                    <p:embed/>
                  </p:oleObj>
                </mc:Choice>
                <mc:Fallback>
                  <p:oleObj name="Equation" r:id="rId17" imgW="146016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5836" y="2309490"/>
                          <a:ext cx="14605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4733600"/>
                </p:ext>
              </p:extLst>
            </p:nvPr>
          </p:nvGraphicFramePr>
          <p:xfrm>
            <a:off x="6298419" y="981289"/>
            <a:ext cx="11049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4" name="Equation" r:id="rId19" imgW="1104840" imgH="622080" progId="Equation.DSMT4">
                    <p:embed/>
                  </p:oleObj>
                </mc:Choice>
                <mc:Fallback>
                  <p:oleObj name="Equation" r:id="rId19" imgW="110484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8419" y="981289"/>
                          <a:ext cx="11049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9266276"/>
                </p:ext>
              </p:extLst>
            </p:nvPr>
          </p:nvGraphicFramePr>
          <p:xfrm>
            <a:off x="5364088" y="2787774"/>
            <a:ext cx="596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5" name="Equation" r:id="rId21" imgW="596880" imgH="330120" progId="Equation.DSMT4">
                    <p:embed/>
                  </p:oleObj>
                </mc:Choice>
                <mc:Fallback>
                  <p:oleObj name="Equation" r:id="rId21" imgW="5968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088" y="2787774"/>
                          <a:ext cx="5969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7326924"/>
                </p:ext>
              </p:extLst>
            </p:nvPr>
          </p:nvGraphicFramePr>
          <p:xfrm>
            <a:off x="7524328" y="2745606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6" name="Equation" r:id="rId23" imgW="634680" imgH="330120" progId="Equation.DSMT4">
                    <p:embed/>
                  </p:oleObj>
                </mc:Choice>
                <mc:Fallback>
                  <p:oleObj name="Equation" r:id="rId23" imgW="6346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4328" y="2745606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7082693"/>
                </p:ext>
              </p:extLst>
            </p:nvPr>
          </p:nvGraphicFramePr>
          <p:xfrm>
            <a:off x="7355036" y="3723878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7" name="Equation" r:id="rId25" imgW="241200" imgH="330120" progId="Equation.DSMT4">
                    <p:embed/>
                  </p:oleObj>
                </mc:Choice>
                <mc:Fallback>
                  <p:oleObj name="Equation" r:id="rId25" imgW="24120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5036" y="3723878"/>
                          <a:ext cx="2413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7700892"/>
                </p:ext>
              </p:extLst>
            </p:nvPr>
          </p:nvGraphicFramePr>
          <p:xfrm>
            <a:off x="6372200" y="3651870"/>
            <a:ext cx="7366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8" name="Equation" r:id="rId27" imgW="736560" imgH="622080" progId="Equation.DSMT4">
                    <p:embed/>
                  </p:oleObj>
                </mc:Choice>
                <mc:Fallback>
                  <p:oleObj name="Equation" r:id="rId27" imgW="73656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2200" y="3651870"/>
                          <a:ext cx="7366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1716565"/>
                </p:ext>
              </p:extLst>
            </p:nvPr>
          </p:nvGraphicFramePr>
          <p:xfrm>
            <a:off x="5940276" y="3723878"/>
            <a:ext cx="215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059" name="Equation" r:id="rId29" imgW="215640" imgH="330120" progId="Equation.DSMT4">
                    <p:embed/>
                  </p:oleObj>
                </mc:Choice>
                <mc:Fallback>
                  <p:oleObj name="Equation" r:id="rId29" imgW="21564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276" y="3723878"/>
                          <a:ext cx="2159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5D9F642-3512-48B0-A066-4BCB4BDC7914}"/>
                </a:ext>
              </a:extLst>
            </p:cNvPr>
            <p:cNvSpPr/>
            <p:nvPr/>
          </p:nvSpPr>
          <p:spPr>
            <a:xfrm>
              <a:off x="6609225" y="1947437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5D9F642-3512-48B0-A066-4BCB4BDC7914}"/>
                </a:ext>
              </a:extLst>
            </p:cNvPr>
            <p:cNvSpPr/>
            <p:nvPr/>
          </p:nvSpPr>
          <p:spPr>
            <a:xfrm>
              <a:off x="6610258" y="1502647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53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67544" y="391759"/>
            <a:ext cx="4393496" cy="461665"/>
            <a:chOff x="466536" y="411510"/>
            <a:chExt cx="4393496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466536" y="411510"/>
              <a:ext cx="43934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定义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1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设    在区间  上连续，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3782582"/>
                </p:ext>
              </p:extLst>
            </p:nvPr>
          </p:nvGraphicFramePr>
          <p:xfrm>
            <a:off x="1789460" y="48410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095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89460" y="48410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4646692"/>
                </p:ext>
              </p:extLst>
            </p:nvPr>
          </p:nvGraphicFramePr>
          <p:xfrm>
            <a:off x="3445396" y="508992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096" name="Equation" r:id="rId5" imgW="190440" imgH="266400" progId="Equation.DSMT4">
                    <p:embed/>
                  </p:oleObj>
                </mc:Choice>
                <mc:Fallback>
                  <p:oleObj name="Equation" r:id="rId5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45396" y="508992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122236"/>
              </p:ext>
            </p:extLst>
          </p:nvPr>
        </p:nvGraphicFramePr>
        <p:xfrm>
          <a:off x="774468" y="1657598"/>
          <a:ext cx="3276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097" name="Equation" r:id="rId7" imgW="3276360" imgH="723600" progId="Equation.DSMT4">
                  <p:embed/>
                </p:oleObj>
              </mc:Choice>
              <mc:Fallback>
                <p:oleObj name="Equation" r:id="rId7" imgW="32763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4468" y="1657598"/>
                        <a:ext cx="3276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223712" y="3192115"/>
            <a:ext cx="233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凹的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或凹弧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) .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8151" y="2532739"/>
            <a:ext cx="5040560" cy="461665"/>
            <a:chOff x="107504" y="1923678"/>
            <a:chExt cx="5040560" cy="461665"/>
          </a:xfrm>
        </p:grpSpPr>
        <p:sp>
          <p:nvSpPr>
            <p:cNvPr id="21" name="矩形 20"/>
            <p:cNvSpPr/>
            <p:nvPr/>
          </p:nvSpPr>
          <p:spPr>
            <a:xfrm>
              <a:off x="107504" y="1923678"/>
              <a:ext cx="50405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那么称    在  上的图形是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(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向上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)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graphicFrame>
          <p:nvGraphicFramePr>
            <p:cNvPr id="49" name="对象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9888930"/>
                </p:ext>
              </p:extLst>
            </p:nvPr>
          </p:nvGraphicFramePr>
          <p:xfrm>
            <a:off x="1115616" y="198306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098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15616" y="198306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8171118"/>
                </p:ext>
              </p:extLst>
            </p:nvPr>
          </p:nvGraphicFramePr>
          <p:xfrm>
            <a:off x="2123728" y="202116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099" name="Equation" r:id="rId11" imgW="190440" imgH="266400" progId="Equation.DSMT4">
                    <p:embed/>
                  </p:oleObj>
                </mc:Choice>
                <mc:Fallback>
                  <p:oleObj name="Equation" r:id="rId11" imgW="19044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2021160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24536" y="953793"/>
            <a:ext cx="4176464" cy="461665"/>
            <a:chOff x="4139952" y="1147226"/>
            <a:chExt cx="4176464" cy="461665"/>
          </a:xfrm>
        </p:grpSpPr>
        <p:sp>
          <p:nvSpPr>
            <p:cNvPr id="56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4139952" y="1147226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如果对</a:t>
              </a:r>
              <a:r>
                <a:rPr lang="zh-CN" altLang="en-US" sz="11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上任意两点</a:t>
              </a:r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   恒有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54" name="对象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8257116"/>
                </p:ext>
              </p:extLst>
            </p:nvPr>
          </p:nvGraphicFramePr>
          <p:xfrm>
            <a:off x="5246604" y="1244708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00" name="Equation" r:id="rId13" imgW="190440" imgH="266400" progId="Equation.DSMT4">
                    <p:embed/>
                  </p:oleObj>
                </mc:Choice>
                <mc:Fallback>
                  <p:oleObj name="Equation" r:id="rId13" imgW="19044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6604" y="1244708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对象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024242"/>
                </p:ext>
              </p:extLst>
            </p:nvPr>
          </p:nvGraphicFramePr>
          <p:xfrm>
            <a:off x="6975044" y="1187558"/>
            <a:ext cx="622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01" name="Equation" r:id="rId14" imgW="622080" imgH="380880" progId="Equation.DSMT4">
                    <p:embed/>
                  </p:oleObj>
                </mc:Choice>
                <mc:Fallback>
                  <p:oleObj name="Equation" r:id="rId14" imgW="6220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975044" y="1187558"/>
                          <a:ext cx="622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/>
          <p:cNvGrpSpPr/>
          <p:nvPr/>
        </p:nvGrpSpPr>
        <p:grpSpPr>
          <a:xfrm>
            <a:off x="5306290" y="863045"/>
            <a:ext cx="3370166" cy="3292881"/>
            <a:chOff x="841794" y="981289"/>
            <a:chExt cx="3370166" cy="3292881"/>
          </a:xfrm>
        </p:grpSpPr>
        <p:sp>
          <p:nvSpPr>
            <p:cNvPr id="59" name="Line 22">
              <a:extLst>
                <a:ext uri="{FF2B5EF4-FFF2-40B4-BE49-F238E27FC236}">
                  <a16:creationId xmlns:a16="http://schemas.microsoft.com/office/drawing/2014/main" id="{F55D8C98-F92F-483B-9362-43606D078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488" y="3651870"/>
              <a:ext cx="3171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23">
              <a:extLst>
                <a:ext uri="{FF2B5EF4-FFF2-40B4-BE49-F238E27FC236}">
                  <a16:creationId xmlns:a16="http://schemas.microsoft.com/office/drawing/2014/main" id="{07ECBABF-FE9F-43FF-9691-DA3FD7E6C0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4254" y="1086811"/>
              <a:ext cx="0" cy="2780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9">
              <a:extLst>
                <a:ext uri="{FF2B5EF4-FFF2-40B4-BE49-F238E27FC236}">
                  <a16:creationId xmlns:a16="http://schemas.microsoft.com/office/drawing/2014/main" id="{2145D80C-7B07-4C2E-93B7-66C31EE47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322" y="3583631"/>
              <a:ext cx="274638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10">
              <a:extLst>
                <a:ext uri="{FF2B5EF4-FFF2-40B4-BE49-F238E27FC236}">
                  <a16:creationId xmlns:a16="http://schemas.microsoft.com/office/drawing/2014/main" id="{EE71807D-0BAD-43A2-ACC0-7BE1B1BDB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794" y="981289"/>
              <a:ext cx="2698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5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y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11">
              <a:extLst>
                <a:ext uri="{FF2B5EF4-FFF2-40B4-BE49-F238E27FC236}">
                  <a16:creationId xmlns:a16="http://schemas.microsoft.com/office/drawing/2014/main" id="{115217B7-AC24-4B62-9139-E9470A10F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348" y="3541192"/>
              <a:ext cx="292100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任意多边形: 形状 12">
              <a:extLst>
                <a:ext uri="{FF2B5EF4-FFF2-40B4-BE49-F238E27FC236}">
                  <a16:creationId xmlns:a16="http://schemas.microsoft.com/office/drawing/2014/main" id="{4AA38098-091B-414A-8C02-2052E8DAE63E}"/>
                </a:ext>
              </a:extLst>
            </p:cNvPr>
            <p:cNvSpPr/>
            <p:nvPr/>
          </p:nvSpPr>
          <p:spPr>
            <a:xfrm>
              <a:off x="1501898" y="1724934"/>
              <a:ext cx="2237874" cy="984547"/>
            </a:xfrm>
            <a:custGeom>
              <a:avLst/>
              <a:gdLst>
                <a:gd name="connsiteX0" fmla="*/ 0 w 2237874"/>
                <a:gd name="connsiteY0" fmla="*/ 0 h 984547"/>
                <a:gd name="connsiteX1" fmla="*/ 842211 w 2237874"/>
                <a:gd name="connsiteY1" fmla="*/ 974558 h 984547"/>
                <a:gd name="connsiteX2" fmla="*/ 2237874 w 2237874"/>
                <a:gd name="connsiteY2" fmla="*/ 421105 h 98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7874" h="984547">
                  <a:moveTo>
                    <a:pt x="0" y="0"/>
                  </a:moveTo>
                  <a:cubicBezTo>
                    <a:pt x="234616" y="452187"/>
                    <a:pt x="469232" y="904374"/>
                    <a:pt x="842211" y="974558"/>
                  </a:cubicBezTo>
                  <a:cubicBezTo>
                    <a:pt x="1215190" y="1044742"/>
                    <a:pt x="1726532" y="732923"/>
                    <a:pt x="2237874" y="421105"/>
                  </a:cubicBezTo>
                </a:path>
              </a:pathLst>
            </a:cu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DAE7C797-53AF-459E-BDAF-22EE0504A459}"/>
                </a:ext>
              </a:extLst>
            </p:cNvPr>
            <p:cNvCxnSpPr/>
            <p:nvPr/>
          </p:nvCxnSpPr>
          <p:spPr>
            <a:xfrm>
              <a:off x="1704960" y="2067694"/>
              <a:ext cx="0" cy="158417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335CDC0B-AB1D-4AF9-8339-D616DD7B6D69}"/>
                </a:ext>
              </a:extLst>
            </p:cNvPr>
            <p:cNvCxnSpPr/>
            <p:nvPr/>
          </p:nvCxnSpPr>
          <p:spPr>
            <a:xfrm>
              <a:off x="2411760" y="2313266"/>
              <a:ext cx="0" cy="130923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19575887-01AD-419D-A284-C9857C9C503E}"/>
                </a:ext>
              </a:extLst>
            </p:cNvPr>
            <p:cNvCxnSpPr/>
            <p:nvPr/>
          </p:nvCxnSpPr>
          <p:spPr>
            <a:xfrm>
              <a:off x="3131840" y="2475581"/>
              <a:ext cx="0" cy="119021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3323A4B5-690D-4E8B-86B8-B8D9A20BB0C8}"/>
                </a:ext>
              </a:extLst>
            </p:cNvPr>
            <p:cNvCxnSpPr/>
            <p:nvPr/>
          </p:nvCxnSpPr>
          <p:spPr>
            <a:xfrm>
              <a:off x="1704960" y="2067694"/>
              <a:ext cx="1426880" cy="40788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9" name="对象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4412003"/>
                </p:ext>
              </p:extLst>
            </p:nvPr>
          </p:nvGraphicFramePr>
          <p:xfrm>
            <a:off x="1691680" y="1635646"/>
            <a:ext cx="14605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02" name="Equation" r:id="rId16" imgW="1460160" imgH="622080" progId="Equation.DSMT4">
                    <p:embed/>
                  </p:oleObj>
                </mc:Choice>
                <mc:Fallback>
                  <p:oleObj name="Equation" r:id="rId16" imgW="146016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1635646"/>
                          <a:ext cx="14605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对象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027631"/>
                </p:ext>
              </p:extLst>
            </p:nvPr>
          </p:nvGraphicFramePr>
          <p:xfrm>
            <a:off x="1882924" y="2669530"/>
            <a:ext cx="11049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03" name="Equation" r:id="rId18" imgW="1104840" imgH="622080" progId="Equation.DSMT4">
                    <p:embed/>
                  </p:oleObj>
                </mc:Choice>
                <mc:Fallback>
                  <p:oleObj name="Equation" r:id="rId18" imgW="1104840" imgH="622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882924" y="2669530"/>
                          <a:ext cx="11049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对象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4865058"/>
                </p:ext>
              </p:extLst>
            </p:nvPr>
          </p:nvGraphicFramePr>
          <p:xfrm>
            <a:off x="1187624" y="2499742"/>
            <a:ext cx="596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04" name="Equation" r:id="rId20" imgW="596880" imgH="330120" progId="Equation.DSMT4">
                    <p:embed/>
                  </p:oleObj>
                </mc:Choice>
                <mc:Fallback>
                  <p:oleObj name="Equation" r:id="rId20" imgW="5968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187624" y="2499742"/>
                          <a:ext cx="596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对象 7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1686922"/>
                </p:ext>
              </p:extLst>
            </p:nvPr>
          </p:nvGraphicFramePr>
          <p:xfrm>
            <a:off x="3216920" y="2529582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05" name="Equation" r:id="rId22" imgW="634680" imgH="330120" progId="Equation.DSMT4">
                    <p:embed/>
                  </p:oleObj>
                </mc:Choice>
                <mc:Fallback>
                  <p:oleObj name="Equation" r:id="rId22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216920" y="2529582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对象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4464472"/>
                </p:ext>
              </p:extLst>
            </p:nvPr>
          </p:nvGraphicFramePr>
          <p:xfrm>
            <a:off x="2035200" y="3651870"/>
            <a:ext cx="7366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06" name="Equation" r:id="rId24" imgW="736560" imgH="622080" progId="Equation.DSMT4">
                    <p:embed/>
                  </p:oleObj>
                </mc:Choice>
                <mc:Fallback>
                  <p:oleObj name="Equation" r:id="rId24" imgW="736560" imgH="622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035200" y="3651870"/>
                          <a:ext cx="7366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对象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3080640"/>
                </p:ext>
              </p:extLst>
            </p:nvPr>
          </p:nvGraphicFramePr>
          <p:xfrm>
            <a:off x="1619796" y="3729038"/>
            <a:ext cx="215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07" name="Equation" r:id="rId26" imgW="215640" imgH="330120" progId="Equation.DSMT4">
                    <p:embed/>
                  </p:oleObj>
                </mc:Choice>
                <mc:Fallback>
                  <p:oleObj name="Equation" r:id="rId26" imgW="2156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619796" y="3729038"/>
                          <a:ext cx="215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对象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203895"/>
                </p:ext>
              </p:extLst>
            </p:nvPr>
          </p:nvGraphicFramePr>
          <p:xfrm>
            <a:off x="3035300" y="3723878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08" name="Equation" r:id="rId28" imgW="241200" imgH="330120" progId="Equation.DSMT4">
                    <p:embed/>
                  </p:oleObj>
                </mc:Choice>
                <mc:Fallback>
                  <p:oleObj name="Equation" r:id="rId28" imgW="241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035300" y="3723878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95D9F642-3512-48B0-A066-4BCB4BDC7914}"/>
                </a:ext>
              </a:extLst>
            </p:cNvPr>
            <p:cNvSpPr/>
            <p:nvPr/>
          </p:nvSpPr>
          <p:spPr>
            <a:xfrm>
              <a:off x="2267744" y="2097359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5D9F642-3512-48B0-A066-4BCB4BDC7914}"/>
                </a:ext>
              </a:extLst>
            </p:cNvPr>
            <p:cNvSpPr/>
            <p:nvPr/>
          </p:nvSpPr>
          <p:spPr>
            <a:xfrm>
              <a:off x="2255694" y="2512484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905E87-844B-4612-AB2A-DF01C2F1E070}"/>
              </a:ext>
            </a:extLst>
          </p:cNvPr>
          <p:cNvGrpSpPr/>
          <p:nvPr/>
        </p:nvGrpSpPr>
        <p:grpSpPr>
          <a:xfrm>
            <a:off x="742217" y="4054301"/>
            <a:ext cx="5125926" cy="466607"/>
            <a:chOff x="742217" y="4054301"/>
            <a:chExt cx="5125926" cy="46660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65892FF-FB50-47BA-9CF0-326C2D87DDE4}"/>
                </a:ext>
              </a:extLst>
            </p:cNvPr>
            <p:cNvSpPr/>
            <p:nvPr/>
          </p:nvSpPr>
          <p:spPr>
            <a:xfrm>
              <a:off x="742217" y="405430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cs typeface="微软雅黑" panose="020B0503020204020204" charset="-122"/>
                  <a:sym typeface="+mn-ea"/>
                </a:rPr>
                <a:t>注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B24E838-83F6-4F03-8A70-C7020A20B887}"/>
                </a:ext>
              </a:extLst>
            </p:cNvPr>
            <p:cNvSpPr/>
            <p:nvPr/>
          </p:nvSpPr>
          <p:spPr>
            <a:xfrm>
              <a:off x="1278406" y="4059243"/>
              <a:ext cx="45897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cs typeface="微软雅黑" panose="020B0503020204020204" charset="-122"/>
                  <a:sym typeface="+mn-ea"/>
                </a:rPr>
                <a:t>有些书上把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cs typeface="微软雅黑" panose="020B0503020204020204" charset="-122"/>
                  <a:sym typeface="+mn-ea"/>
                </a:rPr>
                <a:t>凹弧</a:t>
              </a:r>
              <a:r>
                <a:rPr lang="zh-CN" altLang="en-US" sz="2400" b="1" dirty="0">
                  <a:latin typeface="宋体" panose="02010600030101010101" pitchFamily="2" charset="-122"/>
                  <a:cs typeface="微软雅黑" panose="020B0503020204020204" charset="-122"/>
                  <a:sym typeface="+mn-ea"/>
                </a:rPr>
                <a:t>也叫作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cs typeface="微软雅黑" panose="020B0503020204020204" charset="-122"/>
                  <a:sym typeface="+mn-ea"/>
                </a:rPr>
                <a:t>下凸弧</a:t>
              </a:r>
              <a:r>
                <a:rPr lang="en-US" altLang="zh-CN" sz="2400" b="1" dirty="0">
                  <a:latin typeface="宋体" panose="02010600030101010101" pitchFamily="2" charset="-122"/>
                  <a:cs typeface="微软雅黑" panose="020B0503020204020204" charset="-122"/>
                  <a:sym typeface="+mn-ea"/>
                </a:rPr>
                <a:t>.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06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435337"/>
              </p:ext>
            </p:extLst>
          </p:nvPr>
        </p:nvGraphicFramePr>
        <p:xfrm>
          <a:off x="604838" y="1941513"/>
          <a:ext cx="3289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958" name="Equation" r:id="rId3" imgW="3288960" imgH="723600" progId="Equation.DSMT4">
                  <p:embed/>
                </p:oleObj>
              </mc:Choice>
              <mc:Fallback>
                <p:oleObj name="Equation" r:id="rId3" imgW="32889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4838" y="1941513"/>
                        <a:ext cx="3289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251520" y="3677214"/>
            <a:ext cx="233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凸的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或凸弧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) .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51520" y="2940087"/>
            <a:ext cx="5040560" cy="461665"/>
            <a:chOff x="107504" y="1923678"/>
            <a:chExt cx="5040560" cy="461665"/>
          </a:xfrm>
        </p:grpSpPr>
        <p:sp>
          <p:nvSpPr>
            <p:cNvPr id="21" name="矩形 20"/>
            <p:cNvSpPr/>
            <p:nvPr/>
          </p:nvSpPr>
          <p:spPr>
            <a:xfrm>
              <a:off x="107504" y="1923678"/>
              <a:ext cx="50405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那么称    在  上的图形是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(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向上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49" name="对象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0974936"/>
                </p:ext>
              </p:extLst>
            </p:nvPr>
          </p:nvGraphicFramePr>
          <p:xfrm>
            <a:off x="1115616" y="198306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59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15616" y="198306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7060715"/>
                </p:ext>
              </p:extLst>
            </p:nvPr>
          </p:nvGraphicFramePr>
          <p:xfrm>
            <a:off x="2123728" y="202116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0" name="Equation" r:id="rId7" imgW="190440" imgH="266400" progId="Equation.DSMT4">
                    <p:embed/>
                  </p:oleObj>
                </mc:Choice>
                <mc:Fallback>
                  <p:oleObj name="Equation" r:id="rId7" imgW="19044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2021160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06376" y="888818"/>
            <a:ext cx="4176464" cy="461665"/>
            <a:chOff x="4139952" y="1147226"/>
            <a:chExt cx="4176464" cy="461665"/>
          </a:xfrm>
        </p:grpSpPr>
        <p:sp>
          <p:nvSpPr>
            <p:cNvPr id="56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4139952" y="1147226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如果对</a:t>
              </a:r>
              <a:r>
                <a:rPr lang="zh-CN" altLang="en-US" sz="11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上任意两点</a:t>
              </a:r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    恒有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54" name="对象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9750639"/>
                </p:ext>
              </p:extLst>
            </p:nvPr>
          </p:nvGraphicFramePr>
          <p:xfrm>
            <a:off x="5246604" y="1244708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1" name="Equation" r:id="rId9" imgW="190440" imgH="266400" progId="Equation.DSMT4">
                    <p:embed/>
                  </p:oleObj>
                </mc:Choice>
                <mc:Fallback>
                  <p:oleObj name="Equation" r:id="rId9" imgW="19044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6604" y="1244708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对象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0462583"/>
                </p:ext>
              </p:extLst>
            </p:nvPr>
          </p:nvGraphicFramePr>
          <p:xfrm>
            <a:off x="6975044" y="1187558"/>
            <a:ext cx="622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2" name="Equation" r:id="rId10" imgW="622080" imgH="380880" progId="Equation.DSMT4">
                    <p:embed/>
                  </p:oleObj>
                </mc:Choice>
                <mc:Fallback>
                  <p:oleObj name="Equation" r:id="rId10" imgW="6220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975044" y="1187558"/>
                          <a:ext cx="622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/>
          <p:cNvGrpSpPr/>
          <p:nvPr/>
        </p:nvGrpSpPr>
        <p:grpSpPr>
          <a:xfrm>
            <a:off x="5144937" y="665247"/>
            <a:ext cx="3370166" cy="3276432"/>
            <a:chOff x="4965041" y="997738"/>
            <a:chExt cx="3370166" cy="3276432"/>
          </a:xfrm>
        </p:grpSpPr>
        <p:sp>
          <p:nvSpPr>
            <p:cNvPr id="37" name="Line 22">
              <a:extLst>
                <a:ext uri="{FF2B5EF4-FFF2-40B4-BE49-F238E27FC236}">
                  <a16:creationId xmlns:a16="http://schemas.microsoft.com/office/drawing/2014/main" id="{9E719845-7400-414E-BD6F-289130A51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0735" y="3668319"/>
              <a:ext cx="3171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23">
              <a:extLst>
                <a:ext uri="{FF2B5EF4-FFF2-40B4-BE49-F238E27FC236}">
                  <a16:creationId xmlns:a16="http://schemas.microsoft.com/office/drawing/2014/main" id="{3CB91267-D387-4112-AFA5-CF30B67AFB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7501" y="1103260"/>
              <a:ext cx="0" cy="2780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01AA98D9-035C-4972-A0B0-DD98D389A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0569" y="3600080"/>
              <a:ext cx="274638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10">
              <a:extLst>
                <a:ext uri="{FF2B5EF4-FFF2-40B4-BE49-F238E27FC236}">
                  <a16:creationId xmlns:a16="http://schemas.microsoft.com/office/drawing/2014/main" id="{C27B32C5-7C77-4F39-8AF8-6262B447E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041" y="997738"/>
              <a:ext cx="2698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5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y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11">
              <a:extLst>
                <a:ext uri="{FF2B5EF4-FFF2-40B4-BE49-F238E27FC236}">
                  <a16:creationId xmlns:a16="http://schemas.microsoft.com/office/drawing/2014/main" id="{42F4CA69-86CA-4A05-816A-6404AD234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564" y="3588047"/>
              <a:ext cx="292100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任意多边形: 形状 6">
              <a:extLst>
                <a:ext uri="{FF2B5EF4-FFF2-40B4-BE49-F238E27FC236}">
                  <a16:creationId xmlns:a16="http://schemas.microsoft.com/office/drawing/2014/main" id="{8718145C-5E1D-4396-B82E-E4A83F0A014F}"/>
                </a:ext>
              </a:extLst>
            </p:cNvPr>
            <p:cNvSpPr/>
            <p:nvPr/>
          </p:nvSpPr>
          <p:spPr>
            <a:xfrm rot="20249296" flipH="1" flipV="1">
              <a:off x="5625145" y="1741383"/>
              <a:ext cx="2237874" cy="984547"/>
            </a:xfrm>
            <a:custGeom>
              <a:avLst/>
              <a:gdLst>
                <a:gd name="connsiteX0" fmla="*/ 0 w 2237874"/>
                <a:gd name="connsiteY0" fmla="*/ 0 h 984547"/>
                <a:gd name="connsiteX1" fmla="*/ 842211 w 2237874"/>
                <a:gd name="connsiteY1" fmla="*/ 974558 h 984547"/>
                <a:gd name="connsiteX2" fmla="*/ 2237874 w 2237874"/>
                <a:gd name="connsiteY2" fmla="*/ 421105 h 98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7874" h="984547">
                  <a:moveTo>
                    <a:pt x="0" y="0"/>
                  </a:moveTo>
                  <a:cubicBezTo>
                    <a:pt x="234616" y="452187"/>
                    <a:pt x="469232" y="904374"/>
                    <a:pt x="842211" y="974558"/>
                  </a:cubicBezTo>
                  <a:cubicBezTo>
                    <a:pt x="1215190" y="1044742"/>
                    <a:pt x="1726532" y="732923"/>
                    <a:pt x="2237874" y="421105"/>
                  </a:cubicBezTo>
                </a:path>
              </a:pathLst>
            </a:cu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BC08EF4-8AD2-4E98-8AC5-2C7B30DED9C3}"/>
                </a:ext>
              </a:extLst>
            </p:cNvPr>
            <p:cNvCxnSpPr/>
            <p:nvPr/>
          </p:nvCxnSpPr>
          <p:spPr>
            <a:xfrm>
              <a:off x="5988096" y="2392012"/>
              <a:ext cx="0" cy="119021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EF48F18-B064-46A4-B900-57FD98048E90}"/>
                </a:ext>
              </a:extLst>
            </p:cNvPr>
            <p:cNvCxnSpPr/>
            <p:nvPr/>
          </p:nvCxnSpPr>
          <p:spPr>
            <a:xfrm>
              <a:off x="6754872" y="1695622"/>
              <a:ext cx="0" cy="191685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3F0206E0-2911-457F-938D-196EEB77BA4C}"/>
                </a:ext>
              </a:extLst>
            </p:cNvPr>
            <p:cNvCxnSpPr/>
            <p:nvPr/>
          </p:nvCxnSpPr>
          <p:spPr>
            <a:xfrm>
              <a:off x="7462920" y="1867981"/>
              <a:ext cx="0" cy="174259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5BB29B6C-E023-4329-89E4-765359139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4817" y="1867981"/>
              <a:ext cx="1488103" cy="53454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2728801"/>
                </p:ext>
              </p:extLst>
            </p:nvPr>
          </p:nvGraphicFramePr>
          <p:xfrm>
            <a:off x="6084168" y="2309490"/>
            <a:ext cx="14605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3" name="Equation" r:id="rId12" imgW="1460160" imgH="622080" progId="Equation.DSMT4">
                    <p:embed/>
                  </p:oleObj>
                </mc:Choice>
                <mc:Fallback>
                  <p:oleObj name="Equation" r:id="rId12" imgW="146016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4168" y="2309490"/>
                          <a:ext cx="14605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8455038"/>
                </p:ext>
              </p:extLst>
            </p:nvPr>
          </p:nvGraphicFramePr>
          <p:xfrm>
            <a:off x="6356857" y="997738"/>
            <a:ext cx="11049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4" name="Equation" r:id="rId14" imgW="1104840" imgH="622080" progId="Equation.DSMT4">
                    <p:embed/>
                  </p:oleObj>
                </mc:Choice>
                <mc:Fallback>
                  <p:oleObj name="Equation" r:id="rId14" imgW="110484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6857" y="997738"/>
                          <a:ext cx="11049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1365936"/>
                </p:ext>
              </p:extLst>
            </p:nvPr>
          </p:nvGraphicFramePr>
          <p:xfrm>
            <a:off x="5364088" y="2787774"/>
            <a:ext cx="596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5" name="Equation" r:id="rId16" imgW="596880" imgH="330120" progId="Equation.DSMT4">
                    <p:embed/>
                  </p:oleObj>
                </mc:Choice>
                <mc:Fallback>
                  <p:oleObj name="Equation" r:id="rId16" imgW="5968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088" y="2787774"/>
                          <a:ext cx="5969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对象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8202688"/>
                </p:ext>
              </p:extLst>
            </p:nvPr>
          </p:nvGraphicFramePr>
          <p:xfrm>
            <a:off x="7524328" y="281761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6" name="Equation" r:id="rId18" imgW="634680" imgH="330120" progId="Equation.DSMT4">
                    <p:embed/>
                  </p:oleObj>
                </mc:Choice>
                <mc:Fallback>
                  <p:oleObj name="Equation" r:id="rId18" imgW="6346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4328" y="2817614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对象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6846204"/>
                </p:ext>
              </p:extLst>
            </p:nvPr>
          </p:nvGraphicFramePr>
          <p:xfrm>
            <a:off x="7355036" y="3723878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7" name="Equation" r:id="rId20" imgW="241200" imgH="330120" progId="Equation.DSMT4">
                    <p:embed/>
                  </p:oleObj>
                </mc:Choice>
                <mc:Fallback>
                  <p:oleObj name="Equation" r:id="rId20" imgW="24120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5036" y="3723878"/>
                          <a:ext cx="2413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对象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9865979"/>
                </p:ext>
              </p:extLst>
            </p:nvPr>
          </p:nvGraphicFramePr>
          <p:xfrm>
            <a:off x="6372200" y="3651870"/>
            <a:ext cx="7366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8" name="Equation" r:id="rId22" imgW="736560" imgH="622080" progId="Equation.DSMT4">
                    <p:embed/>
                  </p:oleObj>
                </mc:Choice>
                <mc:Fallback>
                  <p:oleObj name="Equation" r:id="rId22" imgW="73656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2200" y="3651870"/>
                          <a:ext cx="7366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对象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9426407"/>
                </p:ext>
              </p:extLst>
            </p:nvPr>
          </p:nvGraphicFramePr>
          <p:xfrm>
            <a:off x="5940276" y="3723878"/>
            <a:ext cx="215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69" name="Equation" r:id="rId24" imgW="215640" imgH="330120" progId="Equation.DSMT4">
                    <p:embed/>
                  </p:oleObj>
                </mc:Choice>
                <mc:Fallback>
                  <p:oleObj name="Equation" r:id="rId24" imgW="21564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276" y="3723878"/>
                          <a:ext cx="2159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5D9F642-3512-48B0-A066-4BCB4BDC7914}"/>
                </a:ext>
              </a:extLst>
            </p:cNvPr>
            <p:cNvSpPr/>
            <p:nvPr/>
          </p:nvSpPr>
          <p:spPr>
            <a:xfrm>
              <a:off x="6609225" y="1947437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95D9F642-3512-48B0-A066-4BCB4BDC7914}"/>
                </a:ext>
              </a:extLst>
            </p:cNvPr>
            <p:cNvSpPr/>
            <p:nvPr/>
          </p:nvSpPr>
          <p:spPr>
            <a:xfrm>
              <a:off x="6610258" y="1502647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792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98584" y="425769"/>
            <a:ext cx="7842886" cy="461665"/>
            <a:chOff x="833570" y="843558"/>
            <a:chExt cx="7842886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833570" y="843558"/>
              <a:ext cx="78428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定理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2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设函数     在    上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连续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在    内具有一阶和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6588891"/>
                </p:ext>
              </p:extLst>
            </p:nvPr>
          </p:nvGraphicFramePr>
          <p:xfrm>
            <a:off x="2850802" y="93270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1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50802" y="93270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8913595"/>
                </p:ext>
              </p:extLst>
            </p:nvPr>
          </p:nvGraphicFramePr>
          <p:xfrm>
            <a:off x="3865563" y="901273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13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65563" y="901273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6538834"/>
                </p:ext>
              </p:extLst>
            </p:nvPr>
          </p:nvGraphicFramePr>
          <p:xfrm>
            <a:off x="5832330" y="932706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14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32330" y="932706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857804" y="1800780"/>
            <a:ext cx="7705864" cy="559769"/>
            <a:chOff x="538544" y="2285459"/>
            <a:chExt cx="7705864" cy="559769"/>
          </a:xfrm>
        </p:grpSpPr>
        <p:grpSp>
          <p:nvGrpSpPr>
            <p:cNvPr id="9" name="组合 8"/>
            <p:cNvGrpSpPr/>
            <p:nvPr/>
          </p:nvGrpSpPr>
          <p:grpSpPr>
            <a:xfrm>
              <a:off x="538544" y="2285459"/>
              <a:ext cx="7705864" cy="559769"/>
              <a:chOff x="538544" y="1349355"/>
              <a:chExt cx="7705864" cy="559769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41DD433-A162-4CEE-B562-B71A047AF27C}"/>
                  </a:ext>
                </a:extLst>
              </p:cNvPr>
              <p:cNvSpPr txBox="1"/>
              <p:nvPr/>
            </p:nvSpPr>
            <p:spPr>
              <a:xfrm>
                <a:off x="538544" y="1349355"/>
                <a:ext cx="770586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(1)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若在    内       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则    在    上的图形是</a:t>
                </a:r>
                <a:r>
                  <a:rPr lang="zh-CN" altLang="en-US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凹的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；     </a:t>
                </a:r>
                <a:endPara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graphicFrame>
            <p:nvGraphicFramePr>
              <p:cNvPr id="19" name="对象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88018083"/>
                  </p:ext>
                </p:extLst>
              </p:nvPr>
            </p:nvGraphicFramePr>
            <p:xfrm>
              <a:off x="1681520" y="1529090"/>
              <a:ext cx="660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015" name="Equation" r:id="rId9" imgW="660240" imgH="342720" progId="Equation.DSMT4">
                      <p:embed/>
                    </p:oleObj>
                  </mc:Choice>
                  <mc:Fallback>
                    <p:oleObj name="Equation" r:id="rId9" imgW="66024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1520" y="1529090"/>
                            <a:ext cx="6604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对象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86119602"/>
                  </p:ext>
                </p:extLst>
              </p:nvPr>
            </p:nvGraphicFramePr>
            <p:xfrm>
              <a:off x="2608263" y="1536065"/>
              <a:ext cx="11811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016" name="Equation" r:id="rId11" imgW="1180800" imgH="355320" progId="Equation.DSMT4">
                      <p:embed/>
                    </p:oleObj>
                  </mc:Choice>
                  <mc:Fallback>
                    <p:oleObj name="Equation" r:id="rId11" imgW="1180800" imgH="355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608263" y="1536065"/>
                            <a:ext cx="11811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3436875"/>
                </p:ext>
              </p:extLst>
            </p:nvPr>
          </p:nvGraphicFramePr>
          <p:xfrm>
            <a:off x="4325496" y="248551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17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25496" y="248551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6727586"/>
                </p:ext>
              </p:extLst>
            </p:nvPr>
          </p:nvGraphicFramePr>
          <p:xfrm>
            <a:off x="5381885" y="249186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18" name="Equation" r:id="rId15" imgW="634680" imgH="330120" progId="Equation.DSMT4">
                    <p:embed/>
                  </p:oleObj>
                </mc:Choice>
                <mc:Fallback>
                  <p:oleObj name="Equation" r:id="rId15" imgW="6346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1885" y="2491864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822388" y="2716141"/>
            <a:ext cx="7849880" cy="559769"/>
            <a:chOff x="538544" y="3149555"/>
            <a:chExt cx="7849880" cy="559769"/>
          </a:xfrm>
        </p:grpSpPr>
        <p:grpSp>
          <p:nvGrpSpPr>
            <p:cNvPr id="7" name="组合 6"/>
            <p:cNvGrpSpPr/>
            <p:nvPr/>
          </p:nvGrpSpPr>
          <p:grpSpPr>
            <a:xfrm>
              <a:off x="538544" y="3149555"/>
              <a:ext cx="7849880" cy="559769"/>
              <a:chOff x="755576" y="2859782"/>
              <a:chExt cx="7849880" cy="559769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755576" y="2859782"/>
                <a:ext cx="7849880" cy="559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(2)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若在    内       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则    在    上的图形是</a:t>
                </a:r>
                <a:r>
                  <a:rPr lang="zh-CN" altLang="en-US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凸的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.</a:t>
                </a:r>
                <a:endPara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graphicFrame>
            <p:nvGraphicFramePr>
              <p:cNvPr id="25" name="对象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1842665"/>
                  </p:ext>
                </p:extLst>
              </p:nvPr>
            </p:nvGraphicFramePr>
            <p:xfrm>
              <a:off x="1908712" y="3041258"/>
              <a:ext cx="660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019" name="Equation" r:id="rId17" imgW="660113" imgH="342751" progId="Equation.DSMT4">
                      <p:embed/>
                    </p:oleObj>
                  </mc:Choice>
                  <mc:Fallback>
                    <p:oleObj name="Equation" r:id="rId17" imgW="660113" imgH="34275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8712" y="3041258"/>
                            <a:ext cx="6604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对象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4804222"/>
                  </p:ext>
                </p:extLst>
              </p:nvPr>
            </p:nvGraphicFramePr>
            <p:xfrm>
              <a:off x="2868157" y="3054350"/>
              <a:ext cx="11811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8020" name="Equation" r:id="rId18" imgW="1180800" imgH="355320" progId="Equation.DSMT4">
                      <p:embed/>
                    </p:oleObj>
                  </mc:Choice>
                  <mc:Fallback>
                    <p:oleObj name="Equation" r:id="rId18" imgW="1180800" imgH="3553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68157" y="3054350"/>
                            <a:ext cx="1181100" cy="355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4214830"/>
                </p:ext>
              </p:extLst>
            </p:nvPr>
          </p:nvGraphicFramePr>
          <p:xfrm>
            <a:off x="4325496" y="333945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21" name="Equation" r:id="rId20" imgW="622080" imgH="342720" progId="Equation.DSMT4">
                    <p:embed/>
                  </p:oleObj>
                </mc:Choice>
                <mc:Fallback>
                  <p:oleObj name="Equation" r:id="rId20" imgW="622080" imgH="342720" progId="Equation.DSMT4">
                    <p:embed/>
                    <p:pic>
                      <p:nvPicPr>
                        <p:cNvPr id="0" name="对象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5496" y="333945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656654"/>
                </p:ext>
              </p:extLst>
            </p:nvPr>
          </p:nvGraphicFramePr>
          <p:xfrm>
            <a:off x="5257741" y="3322955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22" name="Equation" r:id="rId22" imgW="634680" imgH="330120" progId="Equation.DSMT4">
                    <p:embed/>
                  </p:oleObj>
                </mc:Choice>
                <mc:Fallback>
                  <p:oleObj name="Equation" r:id="rId22" imgW="634680" imgH="330120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741" y="3322955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Box 5"/>
          <p:cNvSpPr txBox="1"/>
          <p:nvPr/>
        </p:nvSpPr>
        <p:spPr>
          <a:xfrm>
            <a:off x="244526" y="1217857"/>
            <a:ext cx="23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二阶导数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那么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915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27584" y="339502"/>
            <a:ext cx="7842886" cy="723900"/>
            <a:chOff x="827584" y="767730"/>
            <a:chExt cx="7842886" cy="723900"/>
          </a:xfrm>
        </p:grpSpPr>
        <p:grpSp>
          <p:nvGrpSpPr>
            <p:cNvPr id="2" name="组合 1"/>
            <p:cNvGrpSpPr/>
            <p:nvPr/>
          </p:nvGrpSpPr>
          <p:grpSpPr>
            <a:xfrm>
              <a:off x="827584" y="885949"/>
              <a:ext cx="7842886" cy="461665"/>
              <a:chOff x="833570" y="585264"/>
              <a:chExt cx="7842886" cy="461665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47C9E60-37DB-480B-B13E-EAB64D7D375B}"/>
                  </a:ext>
                </a:extLst>
              </p:cNvPr>
              <p:cNvSpPr txBox="1"/>
              <p:nvPr/>
            </p:nvSpPr>
            <p:spPr>
              <a:xfrm>
                <a:off x="833570" y="585264"/>
                <a:ext cx="78428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证明</a:t>
                </a:r>
                <a:r>
                  <a:rPr lang="en-US" altLang="zh-CN" sz="2400" b="1" dirty="0">
                    <a:solidFill>
                      <a:srgbClr val="0064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</a:rPr>
                  <a:t>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(1)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任取         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且     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记         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</a:t>
                </a: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endParaRPr>
              </a:p>
            </p:txBody>
          </p:sp>
          <p:graphicFrame>
            <p:nvGraphicFramePr>
              <p:cNvPr id="17" name="对象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71125533"/>
                  </p:ext>
                </p:extLst>
              </p:nvPr>
            </p:nvGraphicFramePr>
            <p:xfrm>
              <a:off x="2777761" y="624828"/>
              <a:ext cx="15367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284" name="Equation" r:id="rId3" imgW="1536480" imgH="380880" progId="Equation.DSMT4">
                      <p:embed/>
                    </p:oleObj>
                  </mc:Choice>
                  <mc:Fallback>
                    <p:oleObj name="Equation" r:id="rId3" imgW="1536480" imgH="380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777761" y="624828"/>
                            <a:ext cx="15367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05131477"/>
                  </p:ext>
                </p:extLst>
              </p:nvPr>
            </p:nvGraphicFramePr>
            <p:xfrm>
              <a:off x="4787329" y="625596"/>
              <a:ext cx="8128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285" name="Equation" r:id="rId5" imgW="812520" imgH="380880" progId="Equation.DSMT4">
                      <p:embed/>
                    </p:oleObj>
                  </mc:Choice>
                  <mc:Fallback>
                    <p:oleObj name="Equation" r:id="rId5" imgW="812520" imgH="380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787329" y="625596"/>
                            <a:ext cx="8128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3159133"/>
                </p:ext>
              </p:extLst>
            </p:nvPr>
          </p:nvGraphicFramePr>
          <p:xfrm>
            <a:off x="6156176" y="767730"/>
            <a:ext cx="1435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86" name="Equation" r:id="rId7" imgW="1434960" imgH="723600" progId="Equation.DSMT4">
                    <p:embed/>
                  </p:oleObj>
                </mc:Choice>
                <mc:Fallback>
                  <p:oleObj name="Equation" r:id="rId7" imgW="1434960" imgH="723600" progId="Equation.DSMT4">
                    <p:embed/>
                    <p:pic>
                      <p:nvPicPr>
                        <p:cNvPr id="0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176" y="767730"/>
                          <a:ext cx="14351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257506" y="2571750"/>
            <a:ext cx="7842886" cy="461665"/>
            <a:chOff x="813892" y="1678037"/>
            <a:chExt cx="7842886" cy="461665"/>
          </a:xfrm>
        </p:grpSpPr>
        <p:sp>
          <p:nvSpPr>
            <p:cNvPr id="18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813892" y="1678037"/>
              <a:ext cx="78428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并记    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7475652"/>
                </p:ext>
              </p:extLst>
            </p:nvPr>
          </p:nvGraphicFramePr>
          <p:xfrm>
            <a:off x="1619672" y="1758702"/>
            <a:ext cx="23685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87" name="Equation" r:id="rId9" imgW="2374560" imgH="380880" progId="Equation.DSMT4">
                    <p:embed/>
                  </p:oleObj>
                </mc:Choice>
                <mc:Fallback>
                  <p:oleObj name="Equation" r:id="rId9" imgW="2374560" imgH="380880" progId="Equation.DSMT4">
                    <p:embed/>
                    <p:pic>
                      <p:nvPicPr>
                        <p:cNvPr id="0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1758702"/>
                          <a:ext cx="23685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1281113" y="3219450"/>
            <a:ext cx="6551612" cy="719138"/>
            <a:chOff x="1281113" y="2356933"/>
            <a:chExt cx="6551612" cy="719138"/>
          </a:xfrm>
        </p:grpSpPr>
        <p:graphicFrame>
          <p:nvGraphicFramePr>
            <p:cNvPr id="38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792371"/>
                </p:ext>
              </p:extLst>
            </p:nvPr>
          </p:nvGraphicFramePr>
          <p:xfrm>
            <a:off x="1281113" y="2356933"/>
            <a:ext cx="4527550" cy="719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88" name="Equation" r:id="rId11" imgW="4533840" imgH="723600" progId="Equation.DSMT4">
                    <p:embed/>
                  </p:oleObj>
                </mc:Choice>
                <mc:Fallback>
                  <p:oleObj name="Equation" r:id="rId11" imgW="4533840" imgH="723600" progId="Equation.DSMT4">
                    <p:embed/>
                    <p:pic>
                      <p:nvPicPr>
                        <p:cNvPr id="0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1113" y="2356933"/>
                          <a:ext cx="4527550" cy="719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7966110"/>
                </p:ext>
              </p:extLst>
            </p:nvPr>
          </p:nvGraphicFramePr>
          <p:xfrm>
            <a:off x="6394450" y="2528383"/>
            <a:ext cx="1438275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89" name="Equation" r:id="rId13" imgW="1447560" imgH="380880" progId="Equation.DSMT4">
                    <p:embed/>
                  </p:oleObj>
                </mc:Choice>
                <mc:Fallback>
                  <p:oleObj name="Equation" r:id="rId13" imgW="1447560" imgH="380880" progId="Equation.DSMT4">
                    <p:embed/>
                    <p:pic>
                      <p:nvPicPr>
                        <p:cNvPr id="0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4450" y="2528383"/>
                          <a:ext cx="1438275" cy="374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2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262435" y="4006086"/>
            <a:ext cx="6670303" cy="717550"/>
            <a:chOff x="1265238" y="3294063"/>
            <a:chExt cx="6670303" cy="717550"/>
          </a:xfrm>
        </p:grpSpPr>
        <p:graphicFrame>
          <p:nvGraphicFramePr>
            <p:cNvPr id="43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58089"/>
                </p:ext>
              </p:extLst>
            </p:nvPr>
          </p:nvGraphicFramePr>
          <p:xfrm>
            <a:off x="1265238" y="3294063"/>
            <a:ext cx="4603750" cy="71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90" name="Equation" r:id="rId15" imgW="4609800" imgH="723600" progId="Equation.DSMT4">
                    <p:embed/>
                  </p:oleObj>
                </mc:Choice>
                <mc:Fallback>
                  <p:oleObj name="Equation" r:id="rId15" imgW="4609800" imgH="7236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5238" y="3294063"/>
                          <a:ext cx="4603750" cy="717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9383347"/>
                </p:ext>
              </p:extLst>
            </p:nvPr>
          </p:nvGraphicFramePr>
          <p:xfrm>
            <a:off x="6432178" y="3466277"/>
            <a:ext cx="1503363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91" name="Equation" r:id="rId17" imgW="1511280" imgH="380880" progId="Equation.DSMT4">
                    <p:embed/>
                  </p:oleObj>
                </mc:Choice>
                <mc:Fallback>
                  <p:oleObj name="Equation" r:id="rId17" imgW="1511280" imgH="38088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2178" y="3466277"/>
                          <a:ext cx="1503363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5724128" y="2484578"/>
            <a:ext cx="2650902" cy="636007"/>
            <a:chOff x="1259632" y="3369899"/>
            <a:chExt cx="2650902" cy="636007"/>
          </a:xfrm>
        </p:grpSpPr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F55D8C98-F92F-483B-9362-43606D078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1680" y="3616584"/>
              <a:ext cx="72008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stealth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F55D8C98-F92F-483B-9362-43606D078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632" y="3651870"/>
              <a:ext cx="2592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2145D80C-7B07-4C2E-93B7-66C31EE47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96" y="3583631"/>
              <a:ext cx="274638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AE7C797-53AF-459E-BDAF-22EE0504A459}"/>
                </a:ext>
              </a:extLst>
            </p:cNvPr>
            <p:cNvCxnSpPr/>
            <p:nvPr/>
          </p:nvCxnSpPr>
          <p:spPr>
            <a:xfrm>
              <a:off x="1691680" y="3583631"/>
              <a:ext cx="0" cy="6823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19575887-01AD-419D-A284-C9857C9C503E}"/>
                </a:ext>
              </a:extLst>
            </p:cNvPr>
            <p:cNvCxnSpPr/>
            <p:nvPr/>
          </p:nvCxnSpPr>
          <p:spPr>
            <a:xfrm>
              <a:off x="3131840" y="3583631"/>
              <a:ext cx="0" cy="8216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8633149"/>
                </p:ext>
              </p:extLst>
            </p:nvPr>
          </p:nvGraphicFramePr>
          <p:xfrm>
            <a:off x="2309016" y="3651870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92" name="Equation" r:id="rId19" imgW="241200" imgH="330120" progId="Equation.DSMT4">
                    <p:embed/>
                  </p:oleObj>
                </mc:Choice>
                <mc:Fallback>
                  <p:oleObj name="Equation" r:id="rId19" imgW="241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309016" y="3651870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3263177"/>
                </p:ext>
              </p:extLst>
            </p:nvPr>
          </p:nvGraphicFramePr>
          <p:xfrm>
            <a:off x="1586462" y="3654251"/>
            <a:ext cx="215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93" name="Equation" r:id="rId21" imgW="215640" imgH="330120" progId="Equation.DSMT4">
                    <p:embed/>
                  </p:oleObj>
                </mc:Choice>
                <mc:Fallback>
                  <p:oleObj name="Equation" r:id="rId21" imgW="2156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586462" y="3654251"/>
                          <a:ext cx="215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0310658"/>
                </p:ext>
              </p:extLst>
            </p:nvPr>
          </p:nvGraphicFramePr>
          <p:xfrm>
            <a:off x="3037681" y="3651870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94" name="Equation" r:id="rId23" imgW="241200" imgH="330120" progId="Equation.DSMT4">
                    <p:embed/>
                  </p:oleObj>
                </mc:Choice>
                <mc:Fallback>
                  <p:oleObj name="Equation" r:id="rId23" imgW="241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037681" y="3651870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9575887-01AD-419D-A284-C9857C9C503E}"/>
                </a:ext>
              </a:extLst>
            </p:cNvPr>
            <p:cNvCxnSpPr/>
            <p:nvPr/>
          </p:nvCxnSpPr>
          <p:spPr>
            <a:xfrm>
              <a:off x="2411760" y="3579862"/>
              <a:ext cx="0" cy="8216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5091050"/>
                </p:ext>
              </p:extLst>
            </p:nvPr>
          </p:nvGraphicFramePr>
          <p:xfrm>
            <a:off x="2699792" y="3369899"/>
            <a:ext cx="177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95" name="Equation" r:id="rId25" imgW="177480" imgH="253800" progId="Equation.DSMT4">
                    <p:embed/>
                  </p:oleObj>
                </mc:Choice>
                <mc:Fallback>
                  <p:oleObj name="Equation" r:id="rId25" imgW="1774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792" y="3369899"/>
                          <a:ext cx="1778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3846532"/>
                </p:ext>
              </p:extLst>
            </p:nvPr>
          </p:nvGraphicFramePr>
          <p:xfrm>
            <a:off x="1945928" y="3369899"/>
            <a:ext cx="177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96" name="Equation" r:id="rId27" imgW="177480" imgH="253800" progId="Equation.DSMT4">
                    <p:embed/>
                  </p:oleObj>
                </mc:Choice>
                <mc:Fallback>
                  <p:oleObj name="Equation" r:id="rId27" imgW="1774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5928" y="3369899"/>
                          <a:ext cx="1778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Line 22">
              <a:extLst>
                <a:ext uri="{FF2B5EF4-FFF2-40B4-BE49-F238E27FC236}">
                  <a16:creationId xmlns:a16="http://schemas.microsoft.com/office/drawing/2014/main" id="{F55D8C98-F92F-483B-9362-43606D078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1760" y="3615577"/>
              <a:ext cx="72008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stealth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23528" y="1635646"/>
            <a:ext cx="8568952" cy="719138"/>
            <a:chOff x="251520" y="1059582"/>
            <a:chExt cx="8568952" cy="719138"/>
          </a:xfrm>
        </p:grpSpPr>
        <p:graphicFrame>
          <p:nvGraphicFramePr>
            <p:cNvPr id="57" name="对象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5894359"/>
                </p:ext>
              </p:extLst>
            </p:nvPr>
          </p:nvGraphicFramePr>
          <p:xfrm>
            <a:off x="251520" y="1059582"/>
            <a:ext cx="5770563" cy="719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297" name="Equation" r:id="rId28" imgW="5778360" imgH="723600" progId="Equation.DSMT4">
                    <p:embed/>
                  </p:oleObj>
                </mc:Choice>
                <mc:Fallback>
                  <p:oleObj name="Equation" r:id="rId28" imgW="5778360" imgH="723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520" y="1059582"/>
                          <a:ext cx="5770563" cy="719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8" name="组合 57"/>
            <p:cNvGrpSpPr/>
            <p:nvPr/>
          </p:nvGrpSpPr>
          <p:grpSpPr>
            <a:xfrm>
              <a:off x="5940152" y="1173981"/>
              <a:ext cx="2880320" cy="461665"/>
              <a:chOff x="467544" y="3219822"/>
              <a:chExt cx="2880320" cy="461665"/>
            </a:xfrm>
          </p:grpSpPr>
          <p:sp>
            <p:nvSpPr>
              <p:cNvPr id="59" name="文本框 2">
                <a:extLst>
                  <a:ext uri="{FF2B5EF4-FFF2-40B4-BE49-F238E27FC236}">
                    <a16:creationId xmlns:a16="http://schemas.microsoft.com/office/drawing/2014/main" id="{347C9E60-37DB-480B-B13E-EAB64D7D375B}"/>
                  </a:ext>
                </a:extLst>
              </p:cNvPr>
              <p:cNvSpPr txBox="1"/>
              <p:nvPr/>
            </p:nvSpPr>
            <p:spPr>
              <a:xfrm>
                <a:off x="467544" y="3219822"/>
                <a:ext cx="28803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，</a:t>
                </a:r>
                <a:r>
                  <a:rPr lang="zh-CN" altLang="en-US" sz="9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介于 </a:t>
                </a:r>
                <a:r>
                  <a:rPr lang="zh-CN" altLang="en-US" sz="9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微软雅黑" panose="020B0503020204020204" charset="-122"/>
                    <a:sym typeface="+mn-ea"/>
                  </a:rPr>
                  <a:t>与  之间，</a:t>
                </a: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endParaRPr>
              </a:p>
            </p:txBody>
          </p:sp>
          <p:graphicFrame>
            <p:nvGraphicFramePr>
              <p:cNvPr id="60" name="对象 5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9590994"/>
                  </p:ext>
                </p:extLst>
              </p:nvPr>
            </p:nvGraphicFramePr>
            <p:xfrm>
              <a:off x="729950" y="3285554"/>
              <a:ext cx="2032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298" name="Equation" r:id="rId30" imgW="203040" imgH="330120" progId="Equation.DSMT4">
                      <p:embed/>
                    </p:oleObj>
                  </mc:Choice>
                  <mc:Fallback>
                    <p:oleObj name="Equation" r:id="rId30" imgW="20304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729950" y="3285554"/>
                            <a:ext cx="2032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对象 6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2290976"/>
                  </p:ext>
                </p:extLst>
              </p:nvPr>
            </p:nvGraphicFramePr>
            <p:xfrm>
              <a:off x="1547664" y="3363838"/>
              <a:ext cx="190500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299" name="Equation" r:id="rId32" imgW="190440" imgH="203040" progId="Equation.DSMT4">
                      <p:embed/>
                    </p:oleObj>
                  </mc:Choice>
                  <mc:Fallback>
                    <p:oleObj name="Equation" r:id="rId32" imgW="19044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1547664" y="3363838"/>
                            <a:ext cx="190500" cy="203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" name="对象 6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68738774"/>
                  </p:ext>
                </p:extLst>
              </p:nvPr>
            </p:nvGraphicFramePr>
            <p:xfrm>
              <a:off x="2073604" y="327087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300" name="Equation" r:id="rId34" imgW="279360" imgH="380880" progId="Equation.DSMT4">
                      <p:embed/>
                    </p:oleObj>
                  </mc:Choice>
                  <mc:Fallback>
                    <p:oleObj name="Equation" r:id="rId34" imgW="279360" imgH="380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5"/>
                          <a:stretch>
                            <a:fillRect/>
                          </a:stretch>
                        </p:blipFill>
                        <p:spPr>
                          <a:xfrm>
                            <a:off x="2073604" y="3270870"/>
                            <a:ext cx="2794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4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251520" y="3334221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得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98817" y="1089199"/>
            <a:ext cx="5641336" cy="461665"/>
            <a:chOff x="298817" y="1089199"/>
            <a:chExt cx="5641336" cy="461665"/>
          </a:xfrm>
        </p:grpSpPr>
        <p:sp>
          <p:nvSpPr>
            <p:cNvPr id="6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298817" y="1089199"/>
              <a:ext cx="5641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将函数    在点  处展开一阶泰勒公式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4782919"/>
                </p:ext>
              </p:extLst>
            </p:nvPr>
          </p:nvGraphicFramePr>
          <p:xfrm>
            <a:off x="1357412" y="118011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301" name="Equation" r:id="rId36" imgW="622080" imgH="342720" progId="Equation.DSMT4">
                    <p:embed/>
                  </p:oleObj>
                </mc:Choice>
                <mc:Fallback>
                  <p:oleObj name="Equation" r:id="rId36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1357412" y="118011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6883628"/>
                </p:ext>
              </p:extLst>
            </p:nvPr>
          </p:nvGraphicFramePr>
          <p:xfrm>
            <a:off x="2564408" y="113741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302" name="Equation" r:id="rId38" imgW="279360" imgH="380880" progId="Equation.DSMT4">
                    <p:embed/>
                  </p:oleObj>
                </mc:Choice>
                <mc:Fallback>
                  <p:oleObj name="Equation" r:id="rId38" imgW="279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4408" y="1137414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8637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7C9E60-37DB-480B-B13E-EAB64D7D375B}"/>
              </a:ext>
            </a:extLst>
          </p:cNvPr>
          <p:cNvSpPr txBox="1"/>
          <p:nvPr/>
        </p:nvSpPr>
        <p:spPr>
          <a:xfrm>
            <a:off x="899592" y="525909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两式相加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40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2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68063"/>
              </p:ext>
            </p:extLst>
          </p:nvPr>
        </p:nvGraphicFramePr>
        <p:xfrm>
          <a:off x="1691680" y="987574"/>
          <a:ext cx="56070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70" name="Equation" r:id="rId4" imgW="5613120" imgH="723600" progId="Equation.DSMT4">
                  <p:embed/>
                </p:oleObj>
              </mc:Choice>
              <mc:Fallback>
                <p:oleObj name="Equation" r:id="rId4" imgW="5613120" imgH="723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987574"/>
                        <a:ext cx="56070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79512" y="1852613"/>
            <a:ext cx="7488832" cy="723900"/>
            <a:chOff x="827584" y="1780264"/>
            <a:chExt cx="7488832" cy="723900"/>
          </a:xfrm>
        </p:grpSpPr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0480572"/>
                </p:ext>
              </p:extLst>
            </p:nvPr>
          </p:nvGraphicFramePr>
          <p:xfrm>
            <a:off x="2123728" y="1995686"/>
            <a:ext cx="1181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671" name="Equation" r:id="rId6" imgW="1180800" imgH="355320" progId="Equation.DSMT4">
                    <p:embed/>
                  </p:oleObj>
                </mc:Choice>
                <mc:Fallback>
                  <p:oleObj name="Equation" r:id="rId6" imgW="1180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123728" y="1995686"/>
                          <a:ext cx="1181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>
            <a:xfrm>
              <a:off x="827584" y="1894061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在    内        ，得        </a:t>
              </a:r>
              <a:endParaRPr lang="zh-CN" altLang="en-US" dirty="0"/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4635294"/>
                </p:ext>
              </p:extLst>
            </p:nvPr>
          </p:nvGraphicFramePr>
          <p:xfrm>
            <a:off x="1187624" y="1995686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672" name="Equation" r:id="rId8" imgW="660240" imgH="342720" progId="Equation.DSMT4">
                    <p:embed/>
                  </p:oleObj>
                </mc:Choice>
                <mc:Fallback>
                  <p:oleObj name="Equation" r:id="rId8" imgW="6602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624" y="1995686"/>
                          <a:ext cx="660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8239392"/>
                </p:ext>
              </p:extLst>
            </p:nvPr>
          </p:nvGraphicFramePr>
          <p:xfrm>
            <a:off x="4023816" y="1780264"/>
            <a:ext cx="42926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673" name="Equation" r:id="rId10" imgW="4292280" imgH="723600" progId="Equation.DSMT4">
                    <p:embed/>
                  </p:oleObj>
                </mc:Choice>
                <mc:Fallback>
                  <p:oleObj name="Equation" r:id="rId10" imgW="4292280" imgH="723600" progId="Equation.DSMT4">
                    <p:embed/>
                    <p:pic>
                      <p:nvPicPr>
                        <p:cNvPr id="0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3816" y="1780264"/>
                          <a:ext cx="42926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179512" y="2722798"/>
            <a:ext cx="7056784" cy="461665"/>
            <a:chOff x="827584" y="2614141"/>
            <a:chExt cx="7056784" cy="461665"/>
          </a:xfrm>
        </p:grpSpPr>
        <p:sp>
          <p:nvSpPr>
            <p:cNvPr id="8" name="矩形 7"/>
            <p:cNvSpPr/>
            <p:nvPr/>
          </p:nvSpPr>
          <p:spPr>
            <a:xfrm>
              <a:off x="827584" y="2614141"/>
              <a:ext cx="70567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所以    在    上的图形是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凹的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592977"/>
                </p:ext>
              </p:extLst>
            </p:nvPr>
          </p:nvGraphicFramePr>
          <p:xfrm>
            <a:off x="1517184" y="268121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674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0" name="对象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7184" y="2681218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1630040"/>
                </p:ext>
              </p:extLst>
            </p:nvPr>
          </p:nvGraphicFramePr>
          <p:xfrm>
            <a:off x="2469252" y="2674548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675" name="Equation" r:id="rId14" imgW="634680" imgH="330120" progId="Equation.DSMT4">
                    <p:embed/>
                  </p:oleObj>
                </mc:Choice>
                <mc:Fallback>
                  <p:oleObj name="Equation" r:id="rId14" imgW="634680" imgH="330120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9252" y="2674548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/>
          <p:nvPr/>
        </p:nvSpPr>
        <p:spPr>
          <a:xfrm>
            <a:off x="899592" y="3406229"/>
            <a:ext cx="5688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类似方法可证明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179512" y="4054301"/>
            <a:ext cx="8640960" cy="461665"/>
            <a:chOff x="1259632" y="915566"/>
            <a:chExt cx="8640960" cy="461665"/>
          </a:xfrm>
        </p:grpSpPr>
        <p:sp>
          <p:nvSpPr>
            <p:cNvPr id="24" name="矩形 23"/>
            <p:cNvSpPr/>
            <p:nvPr/>
          </p:nvSpPr>
          <p:spPr>
            <a:xfrm>
              <a:off x="1259632" y="915566"/>
              <a:ext cx="86409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4234FE"/>
                  </a:solidFill>
                  <a:latin typeface="+mn-ea"/>
                </a:rPr>
                <a:t>    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注</a:t>
              </a:r>
              <a:r>
                <a:rPr kumimoji="1" lang="en-US" altLang="zh-CN" sz="2400" b="1" dirty="0">
                  <a:solidFill>
                    <a:srgbClr val="4234FE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定理条件不变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区间     改为其它区间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结论亦成立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5096019"/>
                </p:ext>
              </p:extLst>
            </p:nvPr>
          </p:nvGraphicFramePr>
          <p:xfrm>
            <a:off x="5070068" y="98757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676" name="Equation" r:id="rId16" imgW="634680" imgH="330120" progId="Equation.DSMT4">
                    <p:embed/>
                  </p:oleObj>
                </mc:Choice>
                <mc:Fallback>
                  <p:oleObj name="Equation" r:id="rId16" imgW="6346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0068" y="987574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97195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79427" y="362050"/>
            <a:ext cx="7842886" cy="461665"/>
            <a:chOff x="833570" y="843558"/>
            <a:chExt cx="7842886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47C9E60-37DB-480B-B13E-EAB64D7D375B}"/>
                </a:ext>
              </a:extLst>
            </p:cNvPr>
            <p:cNvSpPr txBox="1"/>
            <p:nvPr/>
          </p:nvSpPr>
          <p:spPr>
            <a:xfrm>
              <a:off x="833570" y="843558"/>
              <a:ext cx="78428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定理 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设函数     在    上连续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在    内具有一阶和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717935"/>
                </p:ext>
              </p:extLst>
            </p:nvPr>
          </p:nvGraphicFramePr>
          <p:xfrm>
            <a:off x="2850802" y="93270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93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50802" y="93270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8793573"/>
                </p:ext>
              </p:extLst>
            </p:nvPr>
          </p:nvGraphicFramePr>
          <p:xfrm>
            <a:off x="3865563" y="931930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94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65563" y="931930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3928730"/>
                </p:ext>
              </p:extLst>
            </p:nvPr>
          </p:nvGraphicFramePr>
          <p:xfrm>
            <a:off x="5832330" y="932706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95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32330" y="932706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">
            <a:extLst>
              <a:ext uri="{FF2B5EF4-FFF2-40B4-BE49-F238E27FC236}">
                <a16:creationId xmlns:a16="http://schemas.microsoft.com/office/drawing/2014/main" id="{141DD433-A162-4CEE-B562-B71A047AF27C}"/>
              </a:ext>
            </a:extLst>
          </p:cNvPr>
          <p:cNvSpPr txBox="1"/>
          <p:nvPr/>
        </p:nvSpPr>
        <p:spPr>
          <a:xfrm>
            <a:off x="899021" y="1621934"/>
            <a:ext cx="12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若在               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436211"/>
              </p:ext>
            </p:extLst>
          </p:nvPr>
        </p:nvGraphicFramePr>
        <p:xfrm>
          <a:off x="2190840" y="1793529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96" name="Equation" r:id="rId9" imgW="660240" imgH="342720" progId="Equation.DSMT4">
                  <p:embed/>
                </p:oleObj>
              </mc:Choice>
              <mc:Fallback>
                <p:oleObj name="Equation" r:id="rId9" imgW="660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0840" y="1793529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/>
          <p:nvPr/>
        </p:nvSpPr>
        <p:spPr>
          <a:xfrm>
            <a:off x="2816812" y="173074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内，</a:t>
            </a:r>
            <a:endParaRPr lang="zh-CN" altLang="en-US" sz="2400" dirty="0"/>
          </a:p>
        </p:txBody>
      </p:sp>
      <p:sp>
        <p:nvSpPr>
          <p:cNvPr id="44" name="矩形 43"/>
          <p:cNvSpPr/>
          <p:nvPr/>
        </p:nvSpPr>
        <p:spPr>
          <a:xfrm>
            <a:off x="275663" y="1010122"/>
            <a:ext cx="2313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二阶导数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794012"/>
              </p:ext>
            </p:extLst>
          </p:nvPr>
        </p:nvGraphicFramePr>
        <p:xfrm>
          <a:off x="3365868" y="1823375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97" name="Equation" r:id="rId10" imgW="1244520" imgH="355320" progId="Equation.DSMT4">
                  <p:embed/>
                </p:oleObj>
              </mc:Choice>
              <mc:Fallback>
                <p:oleObj name="Equation" r:id="rId10" imgW="12445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65868" y="1823375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矩形 45"/>
          <p:cNvSpPr/>
          <p:nvPr/>
        </p:nvSpPr>
        <p:spPr>
          <a:xfrm>
            <a:off x="4591150" y="1722251"/>
            <a:ext cx="2735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且仅在有限个点处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909240"/>
              </p:ext>
            </p:extLst>
          </p:nvPr>
        </p:nvGraphicFramePr>
        <p:xfrm>
          <a:off x="7164288" y="1773144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98" name="Equation" r:id="rId12" imgW="1257120" imgH="355320" progId="Equation.DSMT4">
                  <p:embed/>
                </p:oleObj>
              </mc:Choice>
              <mc:Fallback>
                <p:oleObj name="Equation" r:id="rId12" imgW="1257120" imgH="355320" progId="Equation.DSMT4">
                  <p:embed/>
                  <p:pic>
                    <p:nvPicPr>
                      <p:cNvPr id="0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1773144"/>
                        <a:ext cx="1257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矩形 47"/>
          <p:cNvSpPr/>
          <p:nvPr/>
        </p:nvSpPr>
        <p:spPr>
          <a:xfrm>
            <a:off x="391878" y="2254625"/>
            <a:ext cx="583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则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409172"/>
              </p:ext>
            </p:extLst>
          </p:nvPr>
        </p:nvGraphicFramePr>
        <p:xfrm>
          <a:off x="950104" y="237351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99" name="Equation" r:id="rId14" imgW="622080" imgH="342720" progId="Equation.DSMT4">
                  <p:embed/>
                </p:oleObj>
              </mc:Choice>
              <mc:Fallback>
                <p:oleObj name="Equation" r:id="rId14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50104" y="237351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矩形 49"/>
          <p:cNvSpPr/>
          <p:nvPr/>
        </p:nvSpPr>
        <p:spPr>
          <a:xfrm>
            <a:off x="1572404" y="2296294"/>
            <a:ext cx="583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在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660657"/>
              </p:ext>
            </p:extLst>
          </p:nvPr>
        </p:nvGraphicFramePr>
        <p:xfrm>
          <a:off x="2099646" y="2373127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0" name="Equation" r:id="rId16" imgW="634680" imgH="330120" progId="Equation.DSMT4">
                  <p:embed/>
                </p:oleObj>
              </mc:Choice>
              <mc:Fallback>
                <p:oleObj name="Equation" r:id="rId16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99646" y="2373127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矩形 51"/>
          <p:cNvSpPr/>
          <p:nvPr/>
        </p:nvSpPr>
        <p:spPr>
          <a:xfrm>
            <a:off x="2714550" y="2268265"/>
            <a:ext cx="28649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上的曲线是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凹的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sp>
        <p:nvSpPr>
          <p:cNvPr id="63" name="文本框 1">
            <a:extLst>
              <a:ext uri="{FF2B5EF4-FFF2-40B4-BE49-F238E27FC236}">
                <a16:creationId xmlns:a16="http://schemas.microsoft.com/office/drawing/2014/main" id="{141DD433-A162-4CEE-B562-B71A047AF27C}"/>
              </a:ext>
            </a:extLst>
          </p:cNvPr>
          <p:cNvSpPr txBox="1"/>
          <p:nvPr/>
        </p:nvSpPr>
        <p:spPr>
          <a:xfrm>
            <a:off x="900890" y="2914605"/>
            <a:ext cx="1261656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若在               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09651"/>
              </p:ext>
            </p:extLst>
          </p:nvPr>
        </p:nvGraphicFramePr>
        <p:xfrm>
          <a:off x="2152722" y="3118152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1" name="Equation" r:id="rId17" imgW="660240" imgH="342720" progId="Equation.DSMT4">
                  <p:embed/>
                </p:oleObj>
              </mc:Choice>
              <mc:Fallback>
                <p:oleObj name="Equation" r:id="rId17" imgW="660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52722" y="3118152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矩形 64"/>
          <p:cNvSpPr/>
          <p:nvPr/>
        </p:nvSpPr>
        <p:spPr>
          <a:xfrm>
            <a:off x="2813122" y="300563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内，</a:t>
            </a:r>
            <a:endParaRPr lang="zh-CN" altLang="en-US" sz="2400" dirty="0"/>
          </a:p>
        </p:txBody>
      </p:sp>
      <p:graphicFrame>
        <p:nvGraphicFramePr>
          <p:cNvPr id="66" name="对象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492163"/>
              </p:ext>
            </p:extLst>
          </p:nvPr>
        </p:nvGraphicFramePr>
        <p:xfrm>
          <a:off x="3365868" y="3058665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2" name="Equation" r:id="rId18" imgW="1244520" imgH="355320" progId="Equation.DSMT4">
                  <p:embed/>
                </p:oleObj>
              </mc:Choice>
              <mc:Fallback>
                <p:oleObj name="Equation" r:id="rId18" imgW="12445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365868" y="3058665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矩形 66"/>
          <p:cNvSpPr/>
          <p:nvPr/>
        </p:nvSpPr>
        <p:spPr>
          <a:xfrm>
            <a:off x="4645877" y="2950865"/>
            <a:ext cx="2735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且仅在有限个点处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6570"/>
              </p:ext>
            </p:extLst>
          </p:nvPr>
        </p:nvGraphicFramePr>
        <p:xfrm>
          <a:off x="7328470" y="3010074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3" name="Equation" r:id="rId20" imgW="1257120" imgH="355320" progId="Equation.DSMT4">
                  <p:embed/>
                </p:oleObj>
              </mc:Choice>
              <mc:Fallback>
                <p:oleObj name="Equation" r:id="rId20" imgW="12571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8470" y="3010074"/>
                        <a:ext cx="1257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矩形 68"/>
          <p:cNvSpPr/>
          <p:nvPr/>
        </p:nvSpPr>
        <p:spPr>
          <a:xfrm>
            <a:off x="394965" y="3606800"/>
            <a:ext cx="583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则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70" name="对象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673833"/>
              </p:ext>
            </p:extLst>
          </p:nvPr>
        </p:nvGraphicFramePr>
        <p:xfrm>
          <a:off x="860193" y="367970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4" name="Equation" r:id="rId22" imgW="622080" imgH="342720" progId="Equation.DSMT4">
                  <p:embed/>
                </p:oleObj>
              </mc:Choice>
              <mc:Fallback>
                <p:oleObj name="Equation" r:id="rId22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60193" y="367970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矩形 70"/>
          <p:cNvSpPr/>
          <p:nvPr/>
        </p:nvSpPr>
        <p:spPr>
          <a:xfrm>
            <a:off x="1432260" y="3586668"/>
            <a:ext cx="583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在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72" name="对象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77641"/>
              </p:ext>
            </p:extLst>
          </p:nvPr>
        </p:nvGraphicFramePr>
        <p:xfrm>
          <a:off x="1864364" y="3679700"/>
          <a:ext cx="635000" cy="29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5" name="Equation" r:id="rId23" imgW="634680" imgH="330120" progId="Equation.DSMT4">
                  <p:embed/>
                </p:oleObj>
              </mc:Choice>
              <mc:Fallback>
                <p:oleObj name="Equation" r:id="rId23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4364" y="3679700"/>
                        <a:ext cx="635000" cy="29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矩形 72"/>
          <p:cNvSpPr/>
          <p:nvPr/>
        </p:nvSpPr>
        <p:spPr>
          <a:xfrm>
            <a:off x="2442273" y="3546697"/>
            <a:ext cx="28649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上的曲线是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凸的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sp>
        <p:nvSpPr>
          <p:cNvPr id="74" name="矩形 73"/>
          <p:cNvSpPr/>
          <p:nvPr/>
        </p:nvSpPr>
        <p:spPr>
          <a:xfrm>
            <a:off x="3343699" y="4228703"/>
            <a:ext cx="1505813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充分条件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16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45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6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6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41" decel="50000">
                                          <p:stCondLst>
                                            <p:cond delay="33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6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6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3" grpId="0"/>
      <p:bldP spid="44" grpId="0"/>
      <p:bldP spid="46" grpId="0"/>
      <p:bldP spid="48" grpId="0"/>
      <p:bldP spid="50" grpId="0"/>
      <p:bldP spid="52" grpId="0"/>
      <p:bldP spid="63" grpId="0"/>
      <p:bldP spid="65" grpId="0"/>
      <p:bldP spid="67" grpId="0"/>
      <p:bldP spid="69" grpId="0"/>
      <p:bldP spid="71" grpId="0"/>
      <p:bldP spid="73" grpId="0"/>
      <p:bldP spid="7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49011DF-4DCD-4079-86E3-C3946DBCABC0}"/>
              </a:ext>
            </a:extLst>
          </p:cNvPr>
          <p:cNvGrpSpPr/>
          <p:nvPr/>
        </p:nvGrpSpPr>
        <p:grpSpPr>
          <a:xfrm>
            <a:off x="854728" y="517787"/>
            <a:ext cx="7842886" cy="461665"/>
            <a:chOff x="833570" y="843558"/>
            <a:chExt cx="7842886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053576D-280D-40B9-A3E1-5B87087F74DC}"/>
                </a:ext>
              </a:extLst>
            </p:cNvPr>
            <p:cNvSpPr txBox="1"/>
            <p:nvPr/>
          </p:nvSpPr>
          <p:spPr>
            <a:xfrm>
              <a:off x="833570" y="843558"/>
              <a:ext cx="78428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定理 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设函数     在    上连续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在    内具有一阶和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62F48C5-5F91-4EF9-926B-83D99BCF99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8607255"/>
                </p:ext>
              </p:extLst>
            </p:nvPr>
          </p:nvGraphicFramePr>
          <p:xfrm>
            <a:off x="2850802" y="93270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44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50802" y="93270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27DEA5C-A232-415C-902B-BF14276E80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6181281"/>
                </p:ext>
              </p:extLst>
            </p:nvPr>
          </p:nvGraphicFramePr>
          <p:xfrm>
            <a:off x="3856009" y="935843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45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56009" y="935843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CC6F19EF-4C4D-4AF0-AA8E-DC8A88D7CA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4148868"/>
                </p:ext>
              </p:extLst>
            </p:nvPr>
          </p:nvGraphicFramePr>
          <p:xfrm>
            <a:off x="5832330" y="932706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46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32330" y="932706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60345A7-4AF7-4B24-A472-0C7D167A430C}"/>
              </a:ext>
            </a:extLst>
          </p:cNvPr>
          <p:cNvGrpSpPr/>
          <p:nvPr/>
        </p:nvGrpSpPr>
        <p:grpSpPr>
          <a:xfrm>
            <a:off x="899592" y="1900146"/>
            <a:ext cx="3847724" cy="603092"/>
            <a:chOff x="755576" y="2287191"/>
            <a:chExt cx="3847724" cy="603092"/>
          </a:xfrm>
        </p:grpSpPr>
        <p:sp>
          <p:nvSpPr>
            <p:cNvPr id="8" name="文本框 1">
              <a:extLst>
                <a:ext uri="{FF2B5EF4-FFF2-40B4-BE49-F238E27FC236}">
                  <a16:creationId xmlns:a16="http://schemas.microsoft.com/office/drawing/2014/main" id="{0EF1EB1A-2A77-4D6D-B0FB-C6761256E6F2}"/>
                </a:ext>
              </a:extLst>
            </p:cNvPr>
            <p:cNvSpPr txBox="1"/>
            <p:nvPr/>
          </p:nvSpPr>
          <p:spPr>
            <a:xfrm>
              <a:off x="755576" y="2287191"/>
              <a:ext cx="1261656" cy="57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在                   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D944767A-2E95-4E13-863F-B95E65D0A7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1390521"/>
                </p:ext>
              </p:extLst>
            </p:nvPr>
          </p:nvGraphicFramePr>
          <p:xfrm>
            <a:off x="1558855" y="2481884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47" name="Equation" r:id="rId9" imgW="660240" imgH="342720" progId="Equation.DSMT4">
                    <p:embed/>
                  </p:oleObj>
                </mc:Choice>
                <mc:Fallback>
                  <p:oleObj name="Equation" r:id="rId9" imgW="660240" imgH="34272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58855" y="2481884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DEAF2BD-7BF8-4A62-9D76-499894A48FB2}"/>
                </a:ext>
              </a:extLst>
            </p:cNvPr>
            <p:cNvSpPr/>
            <p:nvPr/>
          </p:nvSpPr>
          <p:spPr>
            <a:xfrm>
              <a:off x="2182471" y="2428618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  <a:sym typeface="+mn-ea"/>
                </a:rPr>
                <a:t>内，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C26BDF8-E5A9-4CF8-8702-F71540B84B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4983620"/>
                </p:ext>
              </p:extLst>
            </p:nvPr>
          </p:nvGraphicFramePr>
          <p:xfrm>
            <a:off x="2774500" y="2493001"/>
            <a:ext cx="1828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48" name="Equation" r:id="rId10" imgW="1828800" imgH="355320" progId="Equation.DSMT4">
                    <p:embed/>
                  </p:oleObj>
                </mc:Choice>
                <mc:Fallback>
                  <p:oleObj name="Equation" r:id="rId10" imgW="1828800" imgH="35532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774500" y="2493001"/>
                          <a:ext cx="1828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AC97E9B-547D-450D-B2C8-9736B921B5B7}"/>
              </a:ext>
            </a:extLst>
          </p:cNvPr>
          <p:cNvGrpSpPr/>
          <p:nvPr/>
        </p:nvGrpSpPr>
        <p:grpSpPr>
          <a:xfrm>
            <a:off x="250964" y="1155191"/>
            <a:ext cx="8446650" cy="472333"/>
            <a:chOff x="229806" y="1480962"/>
            <a:chExt cx="8446650" cy="4723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D5D813B-1528-42B2-8D4D-47F8DB1F3F61}"/>
                </a:ext>
              </a:extLst>
            </p:cNvPr>
            <p:cNvSpPr/>
            <p:nvPr/>
          </p:nvSpPr>
          <p:spPr>
            <a:xfrm>
              <a:off x="229806" y="1491630"/>
              <a:ext cx="231319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二阶导数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B38B356-25E6-4B36-AF82-50D1AE46380E}"/>
                </a:ext>
              </a:extLst>
            </p:cNvPr>
            <p:cNvSpPr/>
            <p:nvPr/>
          </p:nvSpPr>
          <p:spPr>
            <a:xfrm>
              <a:off x="1696247" y="1480962"/>
              <a:ext cx="583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则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E71DEAD4-FC57-455F-AA96-4009AB343F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6711686"/>
                </p:ext>
              </p:extLst>
            </p:nvPr>
          </p:nvGraphicFramePr>
          <p:xfrm>
            <a:off x="2248541" y="155465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49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32" name="对象 31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248541" y="155465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2AB10F4-8CFC-47D9-9ED5-3E19E3D889F0}"/>
                </a:ext>
              </a:extLst>
            </p:cNvPr>
            <p:cNvSpPr/>
            <p:nvPr/>
          </p:nvSpPr>
          <p:spPr>
            <a:xfrm>
              <a:off x="2897358" y="1480963"/>
              <a:ext cx="583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在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A9BB4775-4F9E-4167-843C-F0B86F4430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3606013"/>
                </p:ext>
              </p:extLst>
            </p:nvPr>
          </p:nvGraphicFramePr>
          <p:xfrm>
            <a:off x="3372047" y="1569218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50" name="Equation" r:id="rId14" imgW="634680" imgH="330120" progId="Equation.DSMT4">
                    <p:embed/>
                  </p:oleObj>
                </mc:Choice>
                <mc:Fallback>
                  <p:oleObj name="Equation" r:id="rId14" imgW="634680" imgH="330120" progId="Equation.DSMT4">
                    <p:embed/>
                    <p:pic>
                      <p:nvPicPr>
                        <p:cNvPr id="34" name="对象 3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72047" y="1569218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A07DB0F-82CD-412F-8E50-B30DB8DA4DEB}"/>
                </a:ext>
              </a:extLst>
            </p:cNvPr>
            <p:cNvSpPr/>
            <p:nvPr/>
          </p:nvSpPr>
          <p:spPr>
            <a:xfrm>
              <a:off x="4035151" y="1491629"/>
              <a:ext cx="464130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上的曲线是凹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(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凸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的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充要条件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为</a:t>
              </a:r>
              <a:endPara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F131119-4BB3-4AB3-8AEA-BD48EB0B74C7}"/>
              </a:ext>
            </a:extLst>
          </p:cNvPr>
          <p:cNvGrpSpPr/>
          <p:nvPr/>
        </p:nvGrpSpPr>
        <p:grpSpPr>
          <a:xfrm>
            <a:off x="937002" y="2762616"/>
            <a:ext cx="6800745" cy="646331"/>
            <a:chOff x="786189" y="3221587"/>
            <a:chExt cx="6800745" cy="646331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B58BEAE-C512-46AD-8243-1FC91BA7D742}"/>
                </a:ext>
              </a:extLst>
            </p:cNvPr>
            <p:cNvSpPr/>
            <p:nvPr/>
          </p:nvSpPr>
          <p:spPr>
            <a:xfrm>
              <a:off x="786189" y="3366953"/>
              <a:ext cx="5437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4329B70-B34D-439B-BA71-4FC1C3565A6E}"/>
                </a:ext>
              </a:extLst>
            </p:cNvPr>
            <p:cNvSpPr/>
            <p:nvPr/>
          </p:nvSpPr>
          <p:spPr>
            <a:xfrm>
              <a:off x="1372217" y="3238881"/>
              <a:ext cx="1687182" cy="559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ABB3858-3B98-477C-ABEA-E4EAB95F9D4B}"/>
                </a:ext>
              </a:extLst>
            </p:cNvPr>
            <p:cNvSpPr/>
            <p:nvPr/>
          </p:nvSpPr>
          <p:spPr>
            <a:xfrm>
              <a:off x="1209355" y="3376334"/>
              <a:ext cx="17315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不存在</a:t>
              </a:r>
              <a:r>
                <a:rPr lang="zh-CN" altLang="en-US" sz="2400" b="1" dirty="0"/>
                <a:t>区间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36D7FF63-CFFA-4F14-8A98-84F3939A79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5838017"/>
                </p:ext>
              </p:extLst>
            </p:nvPr>
          </p:nvGraphicFramePr>
          <p:xfrm>
            <a:off x="2873113" y="3419312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51" name="Equation" r:id="rId15" imgW="660240" imgH="342720" progId="Equation.DSMT4">
                    <p:embed/>
                  </p:oleObj>
                </mc:Choice>
                <mc:Fallback>
                  <p:oleObj name="Equation" r:id="rId15" imgW="660240" imgH="342720" progId="Equation.DSMT4">
                    <p:embed/>
                    <p:pic>
                      <p:nvPicPr>
                        <p:cNvPr id="39" name="对象 3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873113" y="3419312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10F7137-E104-41FA-AC25-A23B2280ED8C}"/>
                </a:ext>
              </a:extLst>
            </p:cNvPr>
            <p:cNvSpPr/>
            <p:nvPr/>
          </p:nvSpPr>
          <p:spPr>
            <a:xfrm>
              <a:off x="3459847" y="3221587"/>
              <a:ext cx="333236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的任何子区间，使得    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A529F481-DDA0-4FED-A9F0-79FE65BB42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0269926"/>
                </p:ext>
              </p:extLst>
            </p:nvPr>
          </p:nvGraphicFramePr>
          <p:xfrm>
            <a:off x="6342334" y="3406612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52" name="Equation" r:id="rId17" imgW="1244520" imgH="355320" progId="Equation.DSMT4">
                    <p:embed/>
                  </p:oleObj>
                </mc:Choice>
                <mc:Fallback>
                  <p:oleObj name="Equation" r:id="rId17" imgW="1244520" imgH="355320" progId="Equation.DSMT4">
                    <p:embed/>
                    <p:pic>
                      <p:nvPicPr>
                        <p:cNvPr id="41" name="对象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42334" y="3406612"/>
                          <a:ext cx="12446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7270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4B2F893-FF8E-4AC4-B18F-8D9998FB570F}"/>
              </a:ext>
            </a:extLst>
          </p:cNvPr>
          <p:cNvGrpSpPr/>
          <p:nvPr/>
        </p:nvGrpSpPr>
        <p:grpSpPr>
          <a:xfrm>
            <a:off x="827584" y="555526"/>
            <a:ext cx="8280920" cy="461665"/>
            <a:chOff x="755576" y="555526"/>
            <a:chExt cx="8280920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0802F7E-A118-4774-BE22-57B91819B415}"/>
                </a:ext>
              </a:extLst>
            </p:cNvPr>
            <p:cNvSpPr/>
            <p:nvPr/>
          </p:nvSpPr>
          <p:spPr>
            <a:xfrm>
              <a:off x="755576" y="555526"/>
              <a:ext cx="82809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5 </a:t>
              </a:r>
              <a:r>
                <a:rPr kumimoji="1" lang="zh-CN" altLang="en-US" sz="2400" b="1" dirty="0">
                  <a:latin typeface="+mn-ea"/>
                </a:rPr>
                <a:t>判断曲线     的凹凸性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F611BDBF-01EB-4AA4-A25C-F44A02332B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3875111"/>
                </p:ext>
              </p:extLst>
            </p:nvPr>
          </p:nvGraphicFramePr>
          <p:xfrm>
            <a:off x="2699792" y="555526"/>
            <a:ext cx="76835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74" name="Equation" r:id="rId3" imgW="761760" imgH="406080" progId="Equation.DSMT4">
                    <p:embed/>
                  </p:oleObj>
                </mc:Choice>
                <mc:Fallback>
                  <p:oleObj name="Equation" r:id="rId3" imgW="761760" imgH="40608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99792" y="555526"/>
                          <a:ext cx="76835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243B467-9089-483F-9B70-4D45704F21EA}"/>
              </a:ext>
            </a:extLst>
          </p:cNvPr>
          <p:cNvGrpSpPr/>
          <p:nvPr/>
        </p:nvGrpSpPr>
        <p:grpSpPr>
          <a:xfrm>
            <a:off x="827584" y="1207252"/>
            <a:ext cx="7774984" cy="472696"/>
            <a:chOff x="467544" y="1162949"/>
            <a:chExt cx="7774984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2B72C17-371A-43D2-9A17-3898CA07A72D}"/>
                </a:ext>
              </a:extLst>
            </p:cNvPr>
            <p:cNvSpPr/>
            <p:nvPr/>
          </p:nvSpPr>
          <p:spPr>
            <a:xfrm>
              <a:off x="467544" y="1162949"/>
              <a:ext cx="7774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r>
                <a:rPr kumimoji="1" lang="zh-CN" altLang="en-US" sz="2400" b="1" dirty="0">
                  <a:latin typeface="+mn-ea"/>
                </a:rPr>
                <a:t>  所给曲线为        内的连续曲线弧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783B2362-3B48-4780-91DC-E81DC203AB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5380548"/>
                </p:ext>
              </p:extLst>
            </p:nvPr>
          </p:nvGraphicFramePr>
          <p:xfrm>
            <a:off x="2818718" y="1222331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75" name="Equation" r:id="rId5" imgW="1130040" imgH="342720" progId="Equation.DSMT4">
                    <p:embed/>
                  </p:oleObj>
                </mc:Choice>
                <mc:Fallback>
                  <p:oleObj name="Equation" r:id="rId5" imgW="1130040" imgH="342720" progId="Equation.DSMT4">
                    <p:embed/>
                    <p:pic>
                      <p:nvPicPr>
                        <p:cNvPr id="10" name="对象 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8718" y="1222331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00F143-3DC8-4C06-B9B5-A0EA9C98FD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272016"/>
              </p:ext>
            </p:extLst>
          </p:nvPr>
        </p:nvGraphicFramePr>
        <p:xfrm>
          <a:off x="2483768" y="1870009"/>
          <a:ext cx="208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76" name="Equation" r:id="rId7" imgW="2082600" imgH="406080" progId="Equation.DSMT4">
                  <p:embed/>
                </p:oleObj>
              </mc:Choice>
              <mc:Fallback>
                <p:oleObj name="Equation" r:id="rId7" imgW="2082600" imgH="40608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3768" y="1870009"/>
                        <a:ext cx="2082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6C06E73F-FB94-4D9D-B67F-0E6B387F8F39}"/>
              </a:ext>
            </a:extLst>
          </p:cNvPr>
          <p:cNvGrpSpPr/>
          <p:nvPr/>
        </p:nvGrpSpPr>
        <p:grpSpPr>
          <a:xfrm>
            <a:off x="400211" y="2487734"/>
            <a:ext cx="6942132" cy="461665"/>
            <a:chOff x="1230268" y="2139702"/>
            <a:chExt cx="6942132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E45DEC8-5BFC-41F2-95D7-1B7E4515BD4B}"/>
                </a:ext>
              </a:extLst>
            </p:cNvPr>
            <p:cNvSpPr/>
            <p:nvPr/>
          </p:nvSpPr>
          <p:spPr>
            <a:xfrm>
              <a:off x="1230268" y="2139702"/>
              <a:ext cx="69421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当     时</a:t>
              </a:r>
              <a:r>
                <a:rPr kumimoji="1" lang="en-US" altLang="zh-CN" sz="2400" b="1" dirty="0">
                  <a:latin typeface="+mn-ea"/>
                </a:rPr>
                <a:t>,         ,</a:t>
              </a:r>
              <a:r>
                <a:rPr kumimoji="1" lang="zh-CN" altLang="en-US" sz="2400" b="1" dirty="0">
                  <a:latin typeface="+mn-ea"/>
                </a:rPr>
                <a:t>曲线弧在      上为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凸弧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   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64B3F38-35FD-4B59-A1DA-0F088C36D7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6583991"/>
                </p:ext>
              </p:extLst>
            </p:nvPr>
          </p:nvGraphicFramePr>
          <p:xfrm>
            <a:off x="1691680" y="2230834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77" name="Equation" r:id="rId9" imgW="647640" imgH="279360" progId="Equation.DSMT4">
                    <p:embed/>
                  </p:oleObj>
                </mc:Choice>
                <mc:Fallback>
                  <p:oleObj name="Equation" r:id="rId9" imgW="647640" imgH="279360" progId="Equation.DSMT4">
                    <p:embed/>
                    <p:pic>
                      <p:nvPicPr>
                        <p:cNvPr id="18" name="对象 1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91680" y="2230834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BFE37E5-D59C-470F-B0F4-A66F5F29B8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0189799"/>
                </p:ext>
              </p:extLst>
            </p:nvPr>
          </p:nvGraphicFramePr>
          <p:xfrm>
            <a:off x="2843808" y="2192734"/>
            <a:ext cx="1384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78" name="Equation" r:id="rId11" imgW="1384200" imgH="355320" progId="Equation.DSMT4">
                    <p:embed/>
                  </p:oleObj>
                </mc:Choice>
                <mc:Fallback>
                  <p:oleObj name="Equation" r:id="rId11" imgW="1384200" imgH="35532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843808" y="2192734"/>
                          <a:ext cx="1384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0BB6FD50-95A0-41FE-A2E6-648016F9ED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7432494"/>
                </p:ext>
              </p:extLst>
            </p:nvPr>
          </p:nvGraphicFramePr>
          <p:xfrm>
            <a:off x="5652120" y="2212300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79" name="Equation" r:id="rId13" imgW="876240" imgH="342720" progId="Equation.DSMT4">
                    <p:embed/>
                  </p:oleObj>
                </mc:Choice>
                <mc:Fallback>
                  <p:oleObj name="Equation" r:id="rId13" imgW="876240" imgH="342720" progId="Equation.DSMT4">
                    <p:embed/>
                    <p:pic>
                      <p:nvPicPr>
                        <p:cNvPr id="21" name="对象 2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652120" y="2212300"/>
                          <a:ext cx="876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C80978A-7D60-45A1-B887-EDB6D4788FF0}"/>
              </a:ext>
            </a:extLst>
          </p:cNvPr>
          <p:cNvGrpSpPr/>
          <p:nvPr/>
        </p:nvGrpSpPr>
        <p:grpSpPr>
          <a:xfrm>
            <a:off x="179512" y="4083918"/>
            <a:ext cx="8676456" cy="461665"/>
            <a:chOff x="467544" y="3573314"/>
            <a:chExt cx="8676456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46B0011-1CFB-4F7A-B3B3-035AACC7C8BA}"/>
                </a:ext>
              </a:extLst>
            </p:cNvPr>
            <p:cNvSpPr/>
            <p:nvPr/>
          </p:nvSpPr>
          <p:spPr>
            <a:xfrm>
              <a:off x="467544" y="3573314"/>
              <a:ext cx="86764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本例中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点    是曲线     由凸变凹的分界点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称为曲线的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拐点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11986ED-BFFD-4AA6-BE1E-00C5D51234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5556527"/>
                </p:ext>
              </p:extLst>
            </p:nvPr>
          </p:nvGraphicFramePr>
          <p:xfrm>
            <a:off x="1949232" y="3648690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0" name="Equation" r:id="rId15" imgW="647640" imgH="342720" progId="Equation.DSMT4">
                    <p:embed/>
                  </p:oleObj>
                </mc:Choice>
                <mc:Fallback>
                  <p:oleObj name="Equation" r:id="rId15" imgW="647640" imgH="342720" progId="Equation.DSMT4">
                    <p:embed/>
                    <p:pic>
                      <p:nvPicPr>
                        <p:cNvPr id="36" name="对象 3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49232" y="3648690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A4E6AB02-0B25-4A6B-B059-A3D8127634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9919967"/>
                </p:ext>
              </p:extLst>
            </p:nvPr>
          </p:nvGraphicFramePr>
          <p:xfrm>
            <a:off x="3491880" y="3575030"/>
            <a:ext cx="76835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1" name="Equation" r:id="rId17" imgW="761760" imgH="406080" progId="Equation.DSMT4">
                    <p:embed/>
                  </p:oleObj>
                </mc:Choice>
                <mc:Fallback>
                  <p:oleObj name="Equation" r:id="rId17" imgW="761760" imgH="406080" progId="Equation.DSMT4">
                    <p:embed/>
                    <p:pic>
                      <p:nvPicPr>
                        <p:cNvPr id="37" name="对象 3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491880" y="3575030"/>
                          <a:ext cx="76835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E120FFF-311F-40AD-A51F-314AA115BC40}"/>
              </a:ext>
            </a:extLst>
          </p:cNvPr>
          <p:cNvGrpSpPr/>
          <p:nvPr/>
        </p:nvGrpSpPr>
        <p:grpSpPr>
          <a:xfrm>
            <a:off x="6760173" y="555526"/>
            <a:ext cx="2276323" cy="2979510"/>
            <a:chOff x="6760173" y="555526"/>
            <a:chExt cx="2276323" cy="297951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DF77FAA-BAA7-44EB-99B7-319EAB33A2C5}"/>
                </a:ext>
              </a:extLst>
            </p:cNvPr>
            <p:cNvGrpSpPr/>
            <p:nvPr/>
          </p:nvGrpSpPr>
          <p:grpSpPr>
            <a:xfrm>
              <a:off x="6760173" y="555526"/>
              <a:ext cx="2276323" cy="2979510"/>
              <a:chOff x="4296837" y="915566"/>
              <a:chExt cx="2276323" cy="2979510"/>
            </a:xfrm>
          </p:grpSpPr>
          <p:sp>
            <p:nvSpPr>
              <p:cNvPr id="22" name="Line 22">
                <a:extLst>
                  <a:ext uri="{FF2B5EF4-FFF2-40B4-BE49-F238E27FC236}">
                    <a16:creationId xmlns:a16="http://schemas.microsoft.com/office/drawing/2014/main" id="{637ADE0A-3DA1-4686-AF3B-ECD23490B3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6837" y="2613467"/>
                <a:ext cx="216645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3">
                <a:extLst>
                  <a:ext uri="{FF2B5EF4-FFF2-40B4-BE49-F238E27FC236}">
                    <a16:creationId xmlns:a16="http://schemas.microsoft.com/office/drawing/2014/main" id="{A1152416-51CA-494A-A8A9-B2F89D704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8448" y="1114872"/>
                <a:ext cx="0" cy="27802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Rectangle 9">
                <a:extLst>
                  <a:ext uri="{FF2B5EF4-FFF2-40B4-BE49-F238E27FC236}">
                    <a16:creationId xmlns:a16="http://schemas.microsoft.com/office/drawing/2014/main" id="{490CB25F-B056-4ABA-BC9E-332AC6841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8522" y="2571750"/>
                <a:ext cx="274638" cy="422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x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" name="Rectangle 10">
                <a:extLst>
                  <a:ext uri="{FF2B5EF4-FFF2-40B4-BE49-F238E27FC236}">
                    <a16:creationId xmlns:a16="http://schemas.microsoft.com/office/drawing/2014/main" id="{739E5B14-3EA4-4BD8-ACDA-B43F73CCE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5988" y="915566"/>
                <a:ext cx="269875" cy="438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5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y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" name="Rectangle 11">
                <a:extLst>
                  <a:ext uri="{FF2B5EF4-FFF2-40B4-BE49-F238E27FC236}">
                    <a16:creationId xmlns:a16="http://schemas.microsoft.com/office/drawing/2014/main" id="{6D0649E4-72E9-4406-93EC-E9B7313B1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0992" y="2175069"/>
                <a:ext cx="292100" cy="4238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" name="任意多边形: 形状 38">
                <a:extLst>
                  <a:ext uri="{FF2B5EF4-FFF2-40B4-BE49-F238E27FC236}">
                    <a16:creationId xmlns:a16="http://schemas.microsoft.com/office/drawing/2014/main" id="{8F07681E-CFB2-4119-A8E4-8AD4EB50A6FF}"/>
                  </a:ext>
                </a:extLst>
              </p:cNvPr>
              <p:cNvSpPr/>
              <p:nvPr/>
            </p:nvSpPr>
            <p:spPr>
              <a:xfrm rot="20907842">
                <a:off x="5161722" y="1328888"/>
                <a:ext cx="968510" cy="1200164"/>
              </a:xfrm>
              <a:custGeom>
                <a:avLst/>
                <a:gdLst>
                  <a:gd name="connsiteX0" fmla="*/ 0 w 1159098"/>
                  <a:gd name="connsiteY0" fmla="*/ 1410236 h 1410236"/>
                  <a:gd name="connsiteX1" fmla="*/ 444321 w 1159098"/>
                  <a:gd name="connsiteY1" fmla="*/ 1126901 h 1410236"/>
                  <a:gd name="connsiteX2" fmla="*/ 1159098 w 1159098"/>
                  <a:gd name="connsiteY2" fmla="*/ 0 h 1410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59098" h="1410236">
                    <a:moveTo>
                      <a:pt x="0" y="1410236"/>
                    </a:moveTo>
                    <a:cubicBezTo>
                      <a:pt x="125569" y="1386088"/>
                      <a:pt x="251138" y="1361940"/>
                      <a:pt x="444321" y="1126901"/>
                    </a:cubicBezTo>
                    <a:cubicBezTo>
                      <a:pt x="637504" y="891862"/>
                      <a:pt x="898301" y="445931"/>
                      <a:pt x="1159098" y="0"/>
                    </a:cubicBezTo>
                  </a:path>
                </a:pathLst>
              </a:custGeom>
              <a:noFill/>
              <a:ln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任意多边形: 形状 39">
                <a:extLst>
                  <a:ext uri="{FF2B5EF4-FFF2-40B4-BE49-F238E27FC236}">
                    <a16:creationId xmlns:a16="http://schemas.microsoft.com/office/drawing/2014/main" id="{9017E054-BDEC-4B00-BFC3-79B89E45CA21}"/>
                  </a:ext>
                </a:extLst>
              </p:cNvPr>
              <p:cNvSpPr/>
              <p:nvPr/>
            </p:nvSpPr>
            <p:spPr>
              <a:xfrm rot="10277823">
                <a:off x="4624673" y="2660040"/>
                <a:ext cx="772518" cy="1148549"/>
              </a:xfrm>
              <a:custGeom>
                <a:avLst/>
                <a:gdLst>
                  <a:gd name="connsiteX0" fmla="*/ 0 w 1159098"/>
                  <a:gd name="connsiteY0" fmla="*/ 1410236 h 1410236"/>
                  <a:gd name="connsiteX1" fmla="*/ 444321 w 1159098"/>
                  <a:gd name="connsiteY1" fmla="*/ 1126901 h 1410236"/>
                  <a:gd name="connsiteX2" fmla="*/ 1159098 w 1159098"/>
                  <a:gd name="connsiteY2" fmla="*/ 0 h 1410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59098" h="1410236">
                    <a:moveTo>
                      <a:pt x="0" y="1410236"/>
                    </a:moveTo>
                    <a:cubicBezTo>
                      <a:pt x="125569" y="1386088"/>
                      <a:pt x="251138" y="1361940"/>
                      <a:pt x="444321" y="1126901"/>
                    </a:cubicBezTo>
                    <a:cubicBezTo>
                      <a:pt x="637504" y="891862"/>
                      <a:pt x="898301" y="445931"/>
                      <a:pt x="1159098" y="0"/>
                    </a:cubicBezTo>
                  </a:path>
                </a:pathLst>
              </a:custGeom>
              <a:noFill/>
              <a:ln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5928D94E-CD2D-411A-9304-03EF9FC1B9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1261516"/>
                </p:ext>
              </p:extLst>
            </p:nvPr>
          </p:nvGraphicFramePr>
          <p:xfrm>
            <a:off x="8235950" y="1647825"/>
            <a:ext cx="65405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2" name="Equation" r:id="rId19" imgW="647640" imgH="342720" progId="Equation.DSMT4">
                    <p:embed/>
                  </p:oleObj>
                </mc:Choice>
                <mc:Fallback>
                  <p:oleObj name="Equation" r:id="rId19" imgW="647640" imgH="342720" progId="Equation.DSMT4">
                    <p:embed/>
                    <p:pic>
                      <p:nvPicPr>
                        <p:cNvPr id="46" name="对象 4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235950" y="1647825"/>
                          <a:ext cx="65405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81AD935-22AD-4E79-8EA5-65A86D93FF2E}"/>
                </a:ext>
              </a:extLst>
            </p:cNvPr>
            <p:cNvSpPr/>
            <p:nvPr/>
          </p:nvSpPr>
          <p:spPr>
            <a:xfrm>
              <a:off x="7596336" y="2074567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B314262-D838-41B9-A9F5-2A7F3B0F4751}"/>
              </a:ext>
            </a:extLst>
          </p:cNvPr>
          <p:cNvGrpSpPr/>
          <p:nvPr/>
        </p:nvGrpSpPr>
        <p:grpSpPr>
          <a:xfrm>
            <a:off x="48068" y="3301420"/>
            <a:ext cx="7921820" cy="461665"/>
            <a:chOff x="467544" y="2889399"/>
            <a:chExt cx="7921820" cy="461665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DED6C4F-4F16-4220-B27E-5464E605CC3F}"/>
                </a:ext>
              </a:extLst>
            </p:cNvPr>
            <p:cNvSpPr/>
            <p:nvPr/>
          </p:nvSpPr>
          <p:spPr>
            <a:xfrm>
              <a:off x="467544" y="2889399"/>
              <a:ext cx="7921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当     时，        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曲线弧在      上为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凹弧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   </a:t>
              </a:r>
              <a:endParaRPr lang="zh-CN" altLang="en-US" sz="2400" dirty="0"/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52FC07B3-8DD0-45C6-BB7F-601553B29A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3293597"/>
                </p:ext>
              </p:extLst>
            </p:nvPr>
          </p:nvGraphicFramePr>
          <p:xfrm>
            <a:off x="1231692" y="296660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3" name="Equation" r:id="rId21" imgW="647640" imgH="279360" progId="Equation.DSMT4">
                    <p:embed/>
                  </p:oleObj>
                </mc:Choice>
                <mc:Fallback>
                  <p:oleObj name="Equation" r:id="rId21" imgW="647640" imgH="279360" progId="Equation.DSMT4">
                    <p:embed/>
                    <p:pic>
                      <p:nvPicPr>
                        <p:cNvPr id="33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1692" y="2966605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ECDB9B1E-8493-4FF5-866D-E9C11B0564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8683481"/>
                </p:ext>
              </p:extLst>
            </p:nvPr>
          </p:nvGraphicFramePr>
          <p:xfrm>
            <a:off x="2411760" y="2919016"/>
            <a:ext cx="1384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4" name="Equation" r:id="rId23" imgW="1384200" imgH="355320" progId="Equation.DSMT4">
                    <p:embed/>
                  </p:oleObj>
                </mc:Choice>
                <mc:Fallback>
                  <p:oleObj name="Equation" r:id="rId23" imgW="1384200" imgH="355320" progId="Equation.DSMT4">
                    <p:embed/>
                    <p:pic>
                      <p:nvPicPr>
                        <p:cNvPr id="34" name="对象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760" y="2919016"/>
                          <a:ext cx="13843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D8B5B55A-2BD8-4D5A-8167-74F7DF5711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4313943"/>
                </p:ext>
              </p:extLst>
            </p:nvPr>
          </p:nvGraphicFramePr>
          <p:xfrm>
            <a:off x="5207868" y="2932380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5" name="Equation" r:id="rId25" imgW="876240" imgH="342720" progId="Equation.DSMT4">
                    <p:embed/>
                  </p:oleObj>
                </mc:Choice>
                <mc:Fallback>
                  <p:oleObj name="Equation" r:id="rId25" imgW="876240" imgH="342720" progId="Equation.DSMT4">
                    <p:embed/>
                    <p:pic>
                      <p:nvPicPr>
                        <p:cNvPr id="35" name="对象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7868" y="2932380"/>
                          <a:ext cx="876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8026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7B6D2E9-7798-4D78-80E1-2C44EBD9D4E4}"/>
              </a:ext>
            </a:extLst>
          </p:cNvPr>
          <p:cNvGrpSpPr/>
          <p:nvPr/>
        </p:nvGrpSpPr>
        <p:grpSpPr>
          <a:xfrm>
            <a:off x="747460" y="360489"/>
            <a:ext cx="7773731" cy="461665"/>
            <a:chOff x="965796" y="699541"/>
            <a:chExt cx="7773731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80DE079-7E09-4846-8B96-BB4190A0803E}"/>
                </a:ext>
              </a:extLst>
            </p:cNvPr>
            <p:cNvSpPr/>
            <p:nvPr/>
          </p:nvSpPr>
          <p:spPr>
            <a:xfrm>
              <a:off x="965796" y="699541"/>
              <a:ext cx="10187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定义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2  </a:t>
              </a:r>
              <a:endParaRPr lang="zh-CN" altLang="en-US" sz="2400" dirty="0">
                <a:solidFill>
                  <a:srgbClr val="0064FF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7B658DE-4A3F-464A-A52F-DD85A2748228}"/>
                </a:ext>
              </a:extLst>
            </p:cNvPr>
            <p:cNvSpPr/>
            <p:nvPr/>
          </p:nvSpPr>
          <p:spPr>
            <a:xfrm>
              <a:off x="2001044" y="699541"/>
              <a:ext cx="673848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400" b="1" dirty="0">
                  <a:latin typeface="+mn-ea"/>
                </a:rPr>
                <a:t>连续曲线上凹弧与凸弧的</a:t>
              </a:r>
              <a:r>
                <a:rPr lang="zh-CN" altLang="zh-CN" sz="2400" b="1" dirty="0">
                  <a:solidFill>
                    <a:srgbClr val="FF0000"/>
                  </a:solidFill>
                  <a:latin typeface="+mn-ea"/>
                </a:rPr>
                <a:t>分界点</a:t>
              </a:r>
              <a:r>
                <a:rPr lang="zh-CN" altLang="zh-CN" sz="2400" b="1" dirty="0">
                  <a:latin typeface="+mn-ea"/>
                </a:rPr>
                <a:t>，称为这条曲线</a:t>
              </a:r>
              <a:endParaRPr lang="zh-CN" altLang="en-US" dirty="0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F503F7E0-C698-423C-A896-6E621AFA7663}"/>
              </a:ext>
            </a:extLst>
          </p:cNvPr>
          <p:cNvSpPr/>
          <p:nvPr/>
        </p:nvSpPr>
        <p:spPr>
          <a:xfrm>
            <a:off x="161772" y="93655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+mn-ea"/>
              </a:rPr>
              <a:t>的</a:t>
            </a:r>
            <a:r>
              <a:rPr lang="zh-CN" altLang="zh-CN" sz="2400" b="1" dirty="0">
                <a:solidFill>
                  <a:srgbClr val="FF0000"/>
                </a:solidFill>
                <a:latin typeface="+mn-ea"/>
              </a:rPr>
              <a:t>拐点</a:t>
            </a:r>
            <a:r>
              <a:rPr lang="zh-CN" altLang="zh-CN" sz="2400" b="1" dirty="0"/>
              <a:t>．</a:t>
            </a:r>
            <a:endParaRPr lang="zh-CN" altLang="en-US" sz="24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0649796-6B90-4751-AB11-B328160B95F3}"/>
              </a:ext>
            </a:extLst>
          </p:cNvPr>
          <p:cNvGrpSpPr/>
          <p:nvPr/>
        </p:nvGrpSpPr>
        <p:grpSpPr>
          <a:xfrm>
            <a:off x="1629296" y="1584626"/>
            <a:ext cx="7200800" cy="461665"/>
            <a:chOff x="1763688" y="1940009"/>
            <a:chExt cx="7200800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152FFA-1262-440C-A299-DB9586E8F7DB}"/>
                </a:ext>
              </a:extLst>
            </p:cNvPr>
            <p:cNvSpPr/>
            <p:nvPr/>
          </p:nvSpPr>
          <p:spPr>
            <a:xfrm>
              <a:off x="1763688" y="1940009"/>
              <a:ext cx="7200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设函数    在    内具有二阶导数</a:t>
              </a:r>
              <a:r>
                <a:rPr kumimoji="1" lang="en-US" altLang="zh-CN" sz="2400" b="1" dirty="0">
                  <a:latin typeface="+mn-ea"/>
                </a:rPr>
                <a:t>,        </a:t>
              </a:r>
              <a:r>
                <a:rPr kumimoji="1" lang="zh-CN" altLang="en-US" sz="2400" b="1" dirty="0">
                  <a:latin typeface="+mn-ea"/>
                </a:rPr>
                <a:t>，若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6DA536C-FD1A-4B11-BB89-E3C2C1C05F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0494334"/>
                </p:ext>
              </p:extLst>
            </p:nvPr>
          </p:nvGraphicFramePr>
          <p:xfrm>
            <a:off x="2771800" y="1999365"/>
            <a:ext cx="6223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0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1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1999365"/>
                          <a:ext cx="62230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4D57D33-E95E-4531-A416-B187F29349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7384342"/>
                </p:ext>
              </p:extLst>
            </p:nvPr>
          </p:nvGraphicFramePr>
          <p:xfrm>
            <a:off x="3707904" y="2001772"/>
            <a:ext cx="6540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03" name="Equation" r:id="rId5" imgW="660240" imgH="342720" progId="Equation.DSMT4">
                    <p:embed/>
                  </p:oleObj>
                </mc:Choice>
                <mc:Fallback>
                  <p:oleObj name="Equation" r:id="rId5" imgW="660240" imgH="342720" progId="Equation.DSMT4">
                    <p:embed/>
                    <p:pic>
                      <p:nvPicPr>
                        <p:cNvPr id="32" name="对象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2001772"/>
                          <a:ext cx="65405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B910C9C-0B0D-4DCA-AD48-7FEB7064AF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3485765"/>
                </p:ext>
              </p:extLst>
            </p:nvPr>
          </p:nvGraphicFramePr>
          <p:xfrm>
            <a:off x="6660232" y="1977934"/>
            <a:ext cx="12128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04" name="Equation" r:id="rId7" imgW="1218960" imgH="380880" progId="Equation.DSMT4">
                    <p:embed/>
                  </p:oleObj>
                </mc:Choice>
                <mc:Fallback>
                  <p:oleObj name="Equation" r:id="rId7" imgW="1218960" imgH="380880" progId="Equation.DSMT4">
                    <p:embed/>
                    <p:pic>
                      <p:nvPicPr>
                        <p:cNvPr id="33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232" y="1977934"/>
                          <a:ext cx="121285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9FFA6A7-6E29-4F6E-A54F-4F47A4D540F9}"/>
              </a:ext>
            </a:extLst>
          </p:cNvPr>
          <p:cNvSpPr/>
          <p:nvPr/>
        </p:nvSpPr>
        <p:spPr>
          <a:xfrm>
            <a:off x="702816" y="1582219"/>
            <a:ext cx="11144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结论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 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543F3D-52E4-414A-B6AE-65264C0F20DE}"/>
              </a:ext>
            </a:extLst>
          </p:cNvPr>
          <p:cNvGrpSpPr/>
          <p:nvPr/>
        </p:nvGrpSpPr>
        <p:grpSpPr>
          <a:xfrm>
            <a:off x="161772" y="2249418"/>
            <a:ext cx="8839997" cy="461665"/>
            <a:chOff x="0" y="2053292"/>
            <a:chExt cx="9144000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C797A52-EAEC-4BC2-A663-C46F380917AA}"/>
                </a:ext>
              </a:extLst>
            </p:cNvPr>
            <p:cNvSpPr/>
            <p:nvPr/>
          </p:nvSpPr>
          <p:spPr>
            <a:xfrm>
              <a:off x="179512" y="2053292"/>
              <a:ext cx="81363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     为曲线        的拐点且    在  处连续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则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F3B1BC39-88CE-4CE3-BE8D-1C097B6221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1999662"/>
                </p:ext>
              </p:extLst>
            </p:nvPr>
          </p:nvGraphicFramePr>
          <p:xfrm>
            <a:off x="57996" y="2109561"/>
            <a:ext cx="13017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05" name="Equation" r:id="rId9" imgW="1307880" imgH="380880" progId="Equation.DSMT4">
                    <p:embed/>
                  </p:oleObj>
                </mc:Choice>
                <mc:Fallback>
                  <p:oleObj name="Equation" r:id="rId9" imgW="1307880" imgH="380880" progId="Equation.DSMT4">
                    <p:embed/>
                    <p:pic>
                      <p:nvPicPr>
                        <p:cNvPr id="44" name="对象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96" y="2109561"/>
                          <a:ext cx="130175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309EE9C-75E3-400A-BFB6-099651E036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004400"/>
                </p:ext>
              </p:extLst>
            </p:nvPr>
          </p:nvGraphicFramePr>
          <p:xfrm>
            <a:off x="2413055" y="2131612"/>
            <a:ext cx="1116013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06" name="Equation" r:id="rId11" imgW="1104840" imgH="342720" progId="Equation.DSMT4">
                    <p:embed/>
                  </p:oleObj>
                </mc:Choice>
                <mc:Fallback>
                  <p:oleObj name="Equation" r:id="rId11" imgW="1104840" imgH="342720" progId="Equation.DSMT4">
                    <p:embed/>
                    <p:pic>
                      <p:nvPicPr>
                        <p:cNvPr id="45" name="对象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055" y="2131612"/>
                          <a:ext cx="1116013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B73BD81A-3EA4-41B1-8D91-1F4D25EE9F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136210"/>
                </p:ext>
              </p:extLst>
            </p:nvPr>
          </p:nvGraphicFramePr>
          <p:xfrm>
            <a:off x="4829914" y="2120407"/>
            <a:ext cx="723900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07" name="Equation" r:id="rId13" imgW="723600" imgH="355320" progId="Equation.DSMT4">
                    <p:embed/>
                  </p:oleObj>
                </mc:Choice>
                <mc:Fallback>
                  <p:oleObj name="Equation" r:id="rId13" imgW="723600" imgH="355320" progId="Equation.DSMT4">
                    <p:embed/>
                    <p:pic>
                      <p:nvPicPr>
                        <p:cNvPr id="46" name="对象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9914" y="2120407"/>
                          <a:ext cx="723900" cy="350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A697A7C-608B-44DD-84C7-1B1504547D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6079626"/>
                </p:ext>
              </p:extLst>
            </p:nvPr>
          </p:nvGraphicFramePr>
          <p:xfrm>
            <a:off x="5811684" y="2060458"/>
            <a:ext cx="29051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08" name="Equation" r:id="rId15" imgW="279360" imgH="380880" progId="Equation.DSMT4">
                    <p:embed/>
                  </p:oleObj>
                </mc:Choice>
                <mc:Fallback>
                  <p:oleObj name="Equation" r:id="rId15" imgW="279360" imgH="380880" progId="Equation.DSMT4">
                    <p:embed/>
                    <p:pic>
                      <p:nvPicPr>
                        <p:cNvPr id="47" name="对象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1684" y="2060458"/>
                          <a:ext cx="29051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8785C8B-7F35-4058-9E75-0ECFD84900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7970566"/>
                </p:ext>
              </p:extLst>
            </p:nvPr>
          </p:nvGraphicFramePr>
          <p:xfrm>
            <a:off x="7566141" y="2093624"/>
            <a:ext cx="1358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09" name="Equation" r:id="rId17" imgW="1358640" imgH="380880" progId="Equation.DSMT4">
                    <p:embed/>
                  </p:oleObj>
                </mc:Choice>
                <mc:Fallback>
                  <p:oleObj name="Equation" r:id="rId17" imgW="1358640" imgH="380880" progId="Equation.DSMT4">
                    <p:embed/>
                    <p:pic>
                      <p:nvPicPr>
                        <p:cNvPr id="48" name="对象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6141" y="2093624"/>
                          <a:ext cx="13589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34">
              <a:extLst>
                <a:ext uri="{FF2B5EF4-FFF2-40B4-BE49-F238E27FC236}">
                  <a16:creationId xmlns:a16="http://schemas.microsoft.com/office/drawing/2014/main" id="{D2A4B608-0942-4F24-BBBC-3C69CF6E2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162175"/>
              <a:ext cx="9144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6FB34E-71DB-4498-9FA9-C2E8902E78AC}"/>
              </a:ext>
            </a:extLst>
          </p:cNvPr>
          <p:cNvGrpSpPr/>
          <p:nvPr/>
        </p:nvGrpSpPr>
        <p:grpSpPr>
          <a:xfrm>
            <a:off x="788169" y="2969016"/>
            <a:ext cx="8085882" cy="461665"/>
            <a:chOff x="837208" y="3291830"/>
            <a:chExt cx="8085882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D6D1488-624E-44A9-B45F-4809CE2077E7}"/>
                </a:ext>
              </a:extLst>
            </p:cNvPr>
            <p:cNvSpPr/>
            <p:nvPr/>
          </p:nvSpPr>
          <p:spPr>
            <a:xfrm>
              <a:off x="837208" y="3291830"/>
              <a:ext cx="80858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结论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2</a:t>
              </a:r>
              <a:r>
                <a:rPr kumimoji="1" lang="en-US" altLang="zh-CN" sz="2400" b="1" dirty="0">
                  <a:latin typeface="+mn-ea"/>
                </a:rPr>
                <a:t>(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拐点第一充分条件</a:t>
              </a:r>
              <a:r>
                <a:rPr kumimoji="1" lang="en-US" altLang="zh-CN" sz="2400" b="1" dirty="0">
                  <a:latin typeface="+mn-ea"/>
                </a:rPr>
                <a:t>) </a:t>
              </a:r>
              <a:r>
                <a:rPr kumimoji="1" lang="zh-CN" altLang="en-US" sz="2400" b="1" dirty="0">
                  <a:latin typeface="+mn-ea"/>
                </a:rPr>
                <a:t>设函数     在    内具有二阶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AD8AED13-4E97-4C19-95B6-682A436298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4131412"/>
                </p:ext>
              </p:extLst>
            </p:nvPr>
          </p:nvGraphicFramePr>
          <p:xfrm>
            <a:off x="5609518" y="3369190"/>
            <a:ext cx="6223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10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52" name="对象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9518" y="3369190"/>
                          <a:ext cx="622300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DF1B0F54-0866-41F2-B855-31C9D499A8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0369594"/>
                </p:ext>
              </p:extLst>
            </p:nvPr>
          </p:nvGraphicFramePr>
          <p:xfrm>
            <a:off x="6588224" y="3351212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11" name="Equation" r:id="rId21" imgW="660240" imgH="342720" progId="Equation.DSMT4">
                    <p:embed/>
                  </p:oleObj>
                </mc:Choice>
                <mc:Fallback>
                  <p:oleObj name="Equation" r:id="rId21" imgW="660240" imgH="342720" progId="Equation.DSMT4">
                    <p:embed/>
                    <p:pic>
                      <p:nvPicPr>
                        <p:cNvPr id="17" name="对象 16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588224" y="3351212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6D8F86D-FA1F-4B92-B9C9-B503FBA4CC40}"/>
              </a:ext>
            </a:extLst>
          </p:cNvPr>
          <p:cNvGrpSpPr/>
          <p:nvPr/>
        </p:nvGrpSpPr>
        <p:grpSpPr>
          <a:xfrm>
            <a:off x="93192" y="3545080"/>
            <a:ext cx="8859538" cy="461665"/>
            <a:chOff x="142231" y="3867894"/>
            <a:chExt cx="8859538" cy="461665"/>
          </a:xfrm>
        </p:grpSpPr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80E2CB03-B599-4254-97B7-53FFF41DB4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1320110"/>
                </p:ext>
              </p:extLst>
            </p:nvPr>
          </p:nvGraphicFramePr>
          <p:xfrm>
            <a:off x="5229696" y="3908226"/>
            <a:ext cx="13017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12" name="Equation" r:id="rId23" imgW="1307880" imgH="380880" progId="Equation.DSMT4">
                    <p:embed/>
                  </p:oleObj>
                </mc:Choice>
                <mc:Fallback>
                  <p:oleObj name="Equation" r:id="rId23" imgW="1307880" imgH="380880" progId="Equation.DSMT4">
                    <p:embed/>
                    <p:pic>
                      <p:nvPicPr>
                        <p:cNvPr id="51" name="对象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9696" y="3908226"/>
                          <a:ext cx="13017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C84F639-0C24-434D-9F6B-2D4D2441D63F}"/>
                </a:ext>
              </a:extLst>
            </p:cNvPr>
            <p:cNvSpPr/>
            <p:nvPr/>
          </p:nvSpPr>
          <p:spPr>
            <a:xfrm>
              <a:off x="142231" y="3867894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导数，</a:t>
              </a:r>
              <a:endParaRPr lang="zh-CN" altLang="en-US" sz="2400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DE1AA7E-D644-457A-8F6B-6EBB984E72C7}"/>
                </a:ext>
              </a:extLst>
            </p:cNvPr>
            <p:cNvSpPr/>
            <p:nvPr/>
          </p:nvSpPr>
          <p:spPr>
            <a:xfrm>
              <a:off x="1115616" y="3867894"/>
              <a:ext cx="788615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若     在  的两侧异号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则点         为曲线       的</a:t>
              </a:r>
              <a:endParaRPr lang="zh-CN" altLang="en-US" sz="2400" dirty="0"/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0BFF05CF-4335-42AC-A953-90B0FB2C5C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772814"/>
                </p:ext>
              </p:extLst>
            </p:nvPr>
          </p:nvGraphicFramePr>
          <p:xfrm>
            <a:off x="1487826" y="3915369"/>
            <a:ext cx="731838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13" name="Equation" r:id="rId25" imgW="723600" imgH="355320" progId="Equation.DSMT4">
                    <p:embed/>
                  </p:oleObj>
                </mc:Choice>
                <mc:Fallback>
                  <p:oleObj name="Equation" r:id="rId25" imgW="723600" imgH="35532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7826" y="3915369"/>
                          <a:ext cx="731838" cy="366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55A83835-688E-44B8-A7A8-588550B53E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4957028"/>
                </p:ext>
              </p:extLst>
            </p:nvPr>
          </p:nvGraphicFramePr>
          <p:xfrm>
            <a:off x="2557801" y="3897907"/>
            <a:ext cx="29051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14" name="Equation" r:id="rId27" imgW="279279" imgH="380835" progId="Equation.DSMT4">
                    <p:embed/>
                  </p:oleObj>
                </mc:Choice>
                <mc:Fallback>
                  <p:oleObj name="Equation" r:id="rId27" imgW="279279" imgH="380835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7801" y="3897907"/>
                          <a:ext cx="290513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20A26B7A-8498-40A7-B058-F7ED6C7B3E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815474"/>
                </p:ext>
              </p:extLst>
            </p:nvPr>
          </p:nvGraphicFramePr>
          <p:xfrm>
            <a:off x="7494926" y="3910607"/>
            <a:ext cx="1116013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15" name="Equation" r:id="rId29" imgW="1104900" imgH="342900" progId="Equation.DSMT4">
                    <p:embed/>
                  </p:oleObj>
                </mc:Choice>
                <mc:Fallback>
                  <p:oleObj name="Equation" r:id="rId29" imgW="1104900" imgH="342900" progId="Equation.DSMT4">
                    <p:embed/>
                    <p:pic>
                      <p:nvPicPr>
                        <p:cNvPr id="27" name="对象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94926" y="3910607"/>
                          <a:ext cx="1116013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032841B0-30F7-4A1A-A127-89C58B0DC166}"/>
              </a:ext>
            </a:extLst>
          </p:cNvPr>
          <p:cNvSpPr/>
          <p:nvPr/>
        </p:nvSpPr>
        <p:spPr>
          <a:xfrm>
            <a:off x="202481" y="419315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拐点</a:t>
            </a:r>
            <a:r>
              <a:rPr lang="zh-CN" altLang="zh-CN" sz="2400" b="1" dirty="0">
                <a:solidFill>
                  <a:srgbClr val="0064FF"/>
                </a:solidFill>
              </a:rPr>
              <a:t>．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27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5C8EE2D-D982-42CA-944D-667B33A406EE}"/>
              </a:ext>
            </a:extLst>
          </p:cNvPr>
          <p:cNvGrpSpPr/>
          <p:nvPr/>
        </p:nvGrpSpPr>
        <p:grpSpPr>
          <a:xfrm>
            <a:off x="971600" y="327591"/>
            <a:ext cx="7560840" cy="461665"/>
            <a:chOff x="648135" y="319720"/>
            <a:chExt cx="7560840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4B46DAD-367E-43CA-BEC8-FBF968266DAE}"/>
                </a:ext>
              </a:extLst>
            </p:cNvPr>
            <p:cNvSpPr/>
            <p:nvPr/>
          </p:nvSpPr>
          <p:spPr>
            <a:xfrm>
              <a:off x="648135" y="319720"/>
              <a:ext cx="75608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结论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+mn-ea"/>
                </a:rPr>
                <a:t>3 </a:t>
              </a:r>
              <a:r>
                <a:rPr kumimoji="1" lang="en-US" altLang="zh-CN" sz="2400" b="1" dirty="0">
                  <a:latin typeface="+mn-ea"/>
                </a:rPr>
                <a:t>(</a:t>
              </a:r>
              <a:r>
                <a:rPr kumimoji="1" lang="zh-CN" altLang="en-US" sz="2400" b="1" dirty="0">
                  <a:latin typeface="+mn-ea"/>
                </a:rPr>
                <a:t>拐点第二充分条件</a:t>
              </a:r>
              <a:r>
                <a:rPr kumimoji="1" lang="en-US" altLang="zh-CN" sz="2400" b="1" dirty="0">
                  <a:latin typeface="+mn-ea"/>
                </a:rPr>
                <a:t>)</a:t>
              </a:r>
              <a:r>
                <a:rPr kumimoji="1" lang="zh-CN" altLang="en-US" sz="2400" b="1" dirty="0">
                  <a:latin typeface="+mn-ea"/>
                </a:rPr>
                <a:t>设函数    在     内具有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790D656-16B7-40B2-81FC-C5CC194441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6731151"/>
                </p:ext>
              </p:extLst>
            </p:nvPr>
          </p:nvGraphicFramePr>
          <p:xfrm>
            <a:off x="5364088" y="391097"/>
            <a:ext cx="6223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74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6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088" y="391097"/>
                          <a:ext cx="622300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F5E577FA-7ED7-4CCF-B5FD-EDFD02E2B2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5798292"/>
                </p:ext>
              </p:extLst>
            </p:nvPr>
          </p:nvGraphicFramePr>
          <p:xfrm>
            <a:off x="6336767" y="390931"/>
            <a:ext cx="717550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75" name="Equation" r:id="rId5" imgW="723600" imgH="380880" progId="Equation.DSMT4">
                    <p:embed/>
                  </p:oleObj>
                </mc:Choice>
                <mc:Fallback>
                  <p:oleObj name="Equation" r:id="rId5" imgW="723600" imgH="380880" progId="Equation.DSMT4">
                    <p:embed/>
                    <p:pic>
                      <p:nvPicPr>
                        <p:cNvPr id="37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6767" y="390931"/>
                          <a:ext cx="717550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BA447ED-6B58-4E10-AEC9-04151CC5D777}"/>
              </a:ext>
            </a:extLst>
          </p:cNvPr>
          <p:cNvGrpSpPr/>
          <p:nvPr/>
        </p:nvGrpSpPr>
        <p:grpSpPr>
          <a:xfrm>
            <a:off x="288095" y="894086"/>
            <a:ext cx="7992888" cy="464294"/>
            <a:chOff x="288095" y="894086"/>
            <a:chExt cx="7992888" cy="464294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E984A05-956A-4838-A941-592D03F414CF}"/>
                </a:ext>
              </a:extLst>
            </p:cNvPr>
            <p:cNvGrpSpPr/>
            <p:nvPr/>
          </p:nvGrpSpPr>
          <p:grpSpPr>
            <a:xfrm>
              <a:off x="288095" y="894086"/>
              <a:ext cx="7992888" cy="464294"/>
              <a:chOff x="288095" y="894086"/>
              <a:chExt cx="7992888" cy="464294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DEE2A1E-E456-4481-9CBE-B2812AAFCF65}"/>
                  </a:ext>
                </a:extLst>
              </p:cNvPr>
              <p:cNvSpPr/>
              <p:nvPr/>
            </p:nvSpPr>
            <p:spPr>
              <a:xfrm>
                <a:off x="288095" y="894086"/>
                <a:ext cx="7992888" cy="375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latin typeface="+mn-ea"/>
                  </a:rPr>
                  <a:t>三阶连续导数</a:t>
                </a:r>
                <a:r>
                  <a:rPr kumimoji="1" lang="en-US" altLang="zh-CN" sz="2400" b="1" dirty="0">
                    <a:latin typeface="+mn-ea"/>
                  </a:rPr>
                  <a:t>,</a:t>
                </a:r>
                <a:r>
                  <a:rPr kumimoji="1" lang="zh-CN" altLang="en-US" sz="2400" b="1" dirty="0">
                    <a:latin typeface="+mn-ea"/>
                  </a:rPr>
                  <a:t>若                   </a:t>
                </a:r>
                <a:r>
                  <a:rPr kumimoji="1" lang="en-US" altLang="zh-CN" sz="2400" b="1" dirty="0">
                    <a:latin typeface="+mn-ea"/>
                  </a:rPr>
                  <a:t>,</a:t>
                </a:r>
                <a:r>
                  <a:rPr kumimoji="1" lang="zh-CN" altLang="en-US" sz="2400" b="1" dirty="0">
                    <a:latin typeface="+mn-ea"/>
                  </a:rPr>
                  <a:t>则点         为</a:t>
                </a:r>
                <a:endParaRPr lang="zh-CN" altLang="en-US" sz="2400" dirty="0"/>
              </a:p>
            </p:txBody>
          </p:sp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ECC06DA2-B74A-4396-AD93-48DEBFDE4EA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7345105"/>
                  </p:ext>
                </p:extLst>
              </p:nvPr>
            </p:nvGraphicFramePr>
            <p:xfrm>
              <a:off x="2744016" y="977500"/>
              <a:ext cx="2692080" cy="3808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7176" name="Equation" r:id="rId7" imgW="2692080" imgH="380880" progId="Equation.DSMT4">
                      <p:embed/>
                    </p:oleObj>
                  </mc:Choice>
                  <mc:Fallback>
                    <p:oleObj name="Equation" r:id="rId7" imgW="2692080" imgH="380880" progId="Equation.DSMT4">
                      <p:embed/>
                      <p:pic>
                        <p:nvPicPr>
                          <p:cNvPr id="26" name="对象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4016" y="977500"/>
                            <a:ext cx="2692080" cy="3808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4EDA790A-AE21-4759-8B7E-21012927B6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4905468"/>
                </p:ext>
              </p:extLst>
            </p:nvPr>
          </p:nvGraphicFramePr>
          <p:xfrm>
            <a:off x="6436965" y="933019"/>
            <a:ext cx="1308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77" name="Equation" r:id="rId9" imgW="1307880" imgH="380880" progId="Equation.DSMT4">
                    <p:embed/>
                  </p:oleObj>
                </mc:Choice>
                <mc:Fallback>
                  <p:oleObj name="Equation" r:id="rId9" imgW="13078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36965" y="933019"/>
                          <a:ext cx="1308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DB6C32-06E8-4A2A-82AC-96B1E7013822}"/>
              </a:ext>
            </a:extLst>
          </p:cNvPr>
          <p:cNvGrpSpPr/>
          <p:nvPr/>
        </p:nvGrpSpPr>
        <p:grpSpPr>
          <a:xfrm>
            <a:off x="288095" y="1563638"/>
            <a:ext cx="3168352" cy="461665"/>
            <a:chOff x="366616" y="1723578"/>
            <a:chExt cx="3082082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B088FCE-AFCB-4A77-A5DA-9711AC873CBA}"/>
                </a:ext>
              </a:extLst>
            </p:cNvPr>
            <p:cNvSpPr/>
            <p:nvPr/>
          </p:nvSpPr>
          <p:spPr>
            <a:xfrm>
              <a:off x="366616" y="1723578"/>
              <a:ext cx="30820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曲线        的拐点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DEED541-1ACE-4E2C-9744-136ADF5708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0718477"/>
                </p:ext>
              </p:extLst>
            </p:nvPr>
          </p:nvGraphicFramePr>
          <p:xfrm>
            <a:off x="1092087" y="1778130"/>
            <a:ext cx="1116012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78" name="Equation" r:id="rId11" imgW="1104840" imgH="342720" progId="Equation.DSMT4">
                    <p:embed/>
                  </p:oleObj>
                </mc:Choice>
                <mc:Fallback>
                  <p:oleObj name="Equation" r:id="rId11" imgW="110484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28F4DBED-85AD-4094-A9F6-CA3805DD62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087" y="1778130"/>
                          <a:ext cx="1116012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5C0BC6-8FEF-4F54-85CF-9CEA2624EC06}"/>
              </a:ext>
            </a:extLst>
          </p:cNvPr>
          <p:cNvGrpSpPr/>
          <p:nvPr/>
        </p:nvGrpSpPr>
        <p:grpSpPr>
          <a:xfrm>
            <a:off x="991345" y="2499742"/>
            <a:ext cx="5904656" cy="461665"/>
            <a:chOff x="467544" y="2931790"/>
            <a:chExt cx="5904656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C817570-DAE6-4FFF-9F2A-5CD018BED591}"/>
                </a:ext>
              </a:extLst>
            </p:cNvPr>
            <p:cNvSpPr/>
            <p:nvPr/>
          </p:nvSpPr>
          <p:spPr>
            <a:xfrm>
              <a:off x="467544" y="2931790"/>
              <a:ext cx="59046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</a:rPr>
                <a:t>证明</a:t>
              </a:r>
              <a:r>
                <a:rPr lang="zh-CN" altLang="en-US" sz="2400" b="1" dirty="0">
                  <a:solidFill>
                    <a:srgbClr val="4234FE"/>
                  </a:solidFill>
                </a:rPr>
                <a:t>  </a:t>
              </a:r>
              <a:r>
                <a:rPr lang="zh-CN" altLang="en-US" sz="2400" b="1" dirty="0"/>
                <a:t>不妨假设                    </a:t>
              </a:r>
              <a:r>
                <a:rPr lang="en-US" altLang="zh-CN" sz="2400" b="1" dirty="0"/>
                <a:t>,</a:t>
              </a:r>
              <a:r>
                <a:rPr lang="zh-CN" altLang="en-US" sz="2400" b="1" dirty="0"/>
                <a:t>由导数的定义</a:t>
              </a:r>
              <a:r>
                <a:rPr lang="zh-CN" altLang="en-US" sz="2400" dirty="0"/>
                <a:t>  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2E40C2F-3BDF-4B27-9BD9-6C8907B628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8712124"/>
                </p:ext>
              </p:extLst>
            </p:nvPr>
          </p:nvGraphicFramePr>
          <p:xfrm>
            <a:off x="2562548" y="2966336"/>
            <a:ext cx="1347787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79" name="Equation" r:id="rId13" imgW="1333440" imgH="380880" progId="Equation.DSMT4">
                    <p:embed/>
                  </p:oleObj>
                </mc:Choice>
                <mc:Fallback>
                  <p:oleObj name="Equation" r:id="rId13" imgW="1333440" imgH="380880" progId="Equation.DSMT4">
                    <p:embed/>
                    <p:pic>
                      <p:nvPicPr>
                        <p:cNvPr id="38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548" y="2966336"/>
                          <a:ext cx="1347787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1130A7D-6B2A-47F0-BD07-966B0CB031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433532"/>
              </p:ext>
            </p:extLst>
          </p:nvPr>
        </p:nvGraphicFramePr>
        <p:xfrm>
          <a:off x="1607498" y="3579862"/>
          <a:ext cx="553085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0" name="Equation" r:id="rId15" imgW="5499000" imgH="812520" progId="Equation.DSMT4">
                  <p:embed/>
                </p:oleObj>
              </mc:Choice>
              <mc:Fallback>
                <p:oleObj name="Equation" r:id="rId15" imgW="5499000" imgH="81252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7498" y="3579862"/>
                        <a:ext cx="5530850" cy="81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>
            <a:extLst>
              <a:ext uri="{FF2B5EF4-FFF2-40B4-BE49-F238E27FC236}">
                <a16:creationId xmlns:a16="http://schemas.microsoft.com/office/drawing/2014/main" id="{CCC3FD07-F358-4534-BBA2-557286D33AC9}"/>
              </a:ext>
            </a:extLst>
          </p:cNvPr>
          <p:cNvSpPr/>
          <p:nvPr/>
        </p:nvSpPr>
        <p:spPr>
          <a:xfrm>
            <a:off x="5796136" y="3520591"/>
            <a:ext cx="936104" cy="93610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8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80528" y="2944564"/>
            <a:ext cx="9144000" cy="461665"/>
            <a:chOff x="0" y="1779662"/>
            <a:chExt cx="9144000" cy="461665"/>
          </a:xfrm>
        </p:grpSpPr>
        <p:sp>
          <p:nvSpPr>
            <p:cNvPr id="22" name="矩形 21"/>
            <p:cNvSpPr/>
            <p:nvPr/>
          </p:nvSpPr>
          <p:spPr>
            <a:xfrm>
              <a:off x="462732" y="1779662"/>
              <a:ext cx="84969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   在  的两侧异号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故点         为曲线        的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拐点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</a:t>
              </a:r>
              <a:endParaRPr lang="zh-CN" altLang="en-US" sz="2400" dirty="0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0" y="2162175"/>
              <a:ext cx="9144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aphicFrame>
          <p:nvGraphicFramePr>
            <p:cNvPr id="38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2214195"/>
                </p:ext>
              </p:extLst>
            </p:nvPr>
          </p:nvGraphicFramePr>
          <p:xfrm>
            <a:off x="525264" y="1834807"/>
            <a:ext cx="731837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699" name="Equation" r:id="rId3" imgW="723600" imgH="355320" progId="Equation.DSMT4">
                    <p:embed/>
                  </p:oleObj>
                </mc:Choice>
                <mc:Fallback>
                  <p:oleObj name="Equation" r:id="rId3" imgW="72360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264" y="1834807"/>
                          <a:ext cx="731837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959379"/>
                </p:ext>
              </p:extLst>
            </p:nvPr>
          </p:nvGraphicFramePr>
          <p:xfrm>
            <a:off x="1648976" y="1808093"/>
            <a:ext cx="290512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700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8976" y="1808093"/>
                          <a:ext cx="290512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5037457"/>
                </p:ext>
              </p:extLst>
            </p:nvPr>
          </p:nvGraphicFramePr>
          <p:xfrm>
            <a:off x="4308281" y="1842272"/>
            <a:ext cx="13017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701" name="Equation" r:id="rId7" imgW="1307880" imgH="380880" progId="Equation.DSMT4">
                    <p:embed/>
                  </p:oleObj>
                </mc:Choice>
                <mc:Fallback>
                  <p:oleObj name="Equation" r:id="rId7" imgW="130788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8281" y="1842272"/>
                          <a:ext cx="13017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5884329"/>
                </p:ext>
              </p:extLst>
            </p:nvPr>
          </p:nvGraphicFramePr>
          <p:xfrm>
            <a:off x="6621241" y="1840367"/>
            <a:ext cx="1116012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702" name="Equation" r:id="rId9" imgW="1104840" imgH="342720" progId="Equation.DSMT4">
                    <p:embed/>
                  </p:oleObj>
                </mc:Choice>
                <mc:Fallback>
                  <p:oleObj name="Equation" r:id="rId9" imgW="11048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1241" y="1840367"/>
                          <a:ext cx="1116012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1187624" y="1754187"/>
            <a:ext cx="7848872" cy="817563"/>
            <a:chOff x="1187624" y="566072"/>
            <a:chExt cx="7848872" cy="817563"/>
          </a:xfrm>
        </p:grpSpPr>
        <p:sp>
          <p:nvSpPr>
            <p:cNvPr id="6" name="矩形 5"/>
            <p:cNvSpPr/>
            <p:nvPr/>
          </p:nvSpPr>
          <p:spPr>
            <a:xfrm>
              <a:off x="1187624" y="699542"/>
              <a:ext cx="78488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存在正数  </a:t>
              </a:r>
              <a:r>
                <a:rPr lang="en-US" altLang="zh-CN" sz="2400" b="1" dirty="0">
                  <a:latin typeface="+mn-ea"/>
                </a:rPr>
                <a:t>,</a:t>
              </a:r>
              <a:r>
                <a:rPr lang="zh-CN" altLang="en-US" sz="2400" b="1" dirty="0">
                  <a:latin typeface="+mn-ea"/>
                </a:rPr>
                <a:t>当            时</a:t>
              </a:r>
              <a:r>
                <a:rPr lang="en-US" altLang="zh-CN" sz="2400" b="1" dirty="0">
                  <a:latin typeface="+mn-ea"/>
                </a:rPr>
                <a:t>,</a:t>
              </a:r>
              <a:r>
                <a:rPr lang="zh-CN" altLang="en-US" sz="2400" b="1" dirty="0">
                  <a:latin typeface="+mn-ea"/>
                </a:rPr>
                <a:t>有         ，则</a:t>
              </a:r>
              <a:endParaRPr lang="zh-CN" altLang="en-US" sz="2400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7764071"/>
                </p:ext>
              </p:extLst>
            </p:nvPr>
          </p:nvGraphicFramePr>
          <p:xfrm>
            <a:off x="2555776" y="790674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703" name="Equation" r:id="rId11" imgW="215640" imgH="279360" progId="Equation.DSMT4">
                    <p:embed/>
                  </p:oleObj>
                </mc:Choice>
                <mc:Fallback>
                  <p:oleObj name="Equation" r:id="rId11" imgW="215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55776" y="790674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975005"/>
                </p:ext>
              </p:extLst>
            </p:nvPr>
          </p:nvGraphicFramePr>
          <p:xfrm>
            <a:off x="3359460" y="729407"/>
            <a:ext cx="1752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704" name="Equation" r:id="rId13" imgW="1752480" imgH="431640" progId="Equation.DSMT4">
                    <p:embed/>
                  </p:oleObj>
                </mc:Choice>
                <mc:Fallback>
                  <p:oleObj name="Equation" r:id="rId13" imgW="175248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359460" y="729407"/>
                          <a:ext cx="17526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637710"/>
                </p:ext>
              </p:extLst>
            </p:nvPr>
          </p:nvGraphicFramePr>
          <p:xfrm>
            <a:off x="6012160" y="566072"/>
            <a:ext cx="1238250" cy="817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705" name="Equation" r:id="rId15" imgW="1231560" imgH="812520" progId="Equation.DSMT4">
                    <p:embed/>
                  </p:oleObj>
                </mc:Choice>
                <mc:Fallback>
                  <p:oleObj name="Equation" r:id="rId15" imgW="1231560" imgH="812520" progId="Equation.DSMT4">
                    <p:embed/>
                    <p:pic>
                      <p:nvPicPr>
                        <p:cNvPr id="0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2160" y="566072"/>
                          <a:ext cx="1238250" cy="817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1187624" y="4054301"/>
            <a:ext cx="8496944" cy="461665"/>
            <a:chOff x="467544" y="3630082"/>
            <a:chExt cx="8496944" cy="461665"/>
          </a:xfrm>
        </p:grpSpPr>
        <p:sp>
          <p:nvSpPr>
            <p:cNvPr id="20" name="矩形 19"/>
            <p:cNvSpPr/>
            <p:nvPr/>
          </p:nvSpPr>
          <p:spPr>
            <a:xfrm>
              <a:off x="467544" y="3630082"/>
              <a:ext cx="84969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类似方法可证明         时命题成立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4986393"/>
                </p:ext>
              </p:extLst>
            </p:nvPr>
          </p:nvGraphicFramePr>
          <p:xfrm>
            <a:off x="2699792" y="3680019"/>
            <a:ext cx="1333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706" name="Equation" r:id="rId17" imgW="1320480" imgH="380880" progId="Equation.DSMT4">
                    <p:embed/>
                  </p:oleObj>
                </mc:Choice>
                <mc:Fallback>
                  <p:oleObj name="Equation" r:id="rId17" imgW="1320480" imgH="380880" progId="Equation.DSMT4">
                    <p:embed/>
                    <p:pic>
                      <p:nvPicPr>
                        <p:cNvPr id="0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792" y="3680019"/>
                          <a:ext cx="13335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3AE8497-8272-481C-9161-D71833A65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683632"/>
              </p:ext>
            </p:extLst>
          </p:nvPr>
        </p:nvGraphicFramePr>
        <p:xfrm>
          <a:off x="1544961" y="380857"/>
          <a:ext cx="5465763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707" name="Equation" r:id="rId19" imgW="5435280" imgH="812520" progId="Equation.DSMT4">
                  <p:embed/>
                </p:oleObj>
              </mc:Choice>
              <mc:Fallback>
                <p:oleObj name="Equation" r:id="rId19" imgW="5435280" imgH="81252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961" y="380857"/>
                        <a:ext cx="5465763" cy="81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723C794-2C6C-4893-BC63-62ACD78305EB}"/>
              </a:ext>
            </a:extLst>
          </p:cNvPr>
          <p:cNvCxnSpPr/>
          <p:nvPr/>
        </p:nvCxnSpPr>
        <p:spPr>
          <a:xfrm>
            <a:off x="429134" y="1487488"/>
            <a:ext cx="8285732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627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4F44BBC-04DF-4832-A779-02C6D73E8C47}"/>
              </a:ext>
            </a:extLst>
          </p:cNvPr>
          <p:cNvGrpSpPr/>
          <p:nvPr/>
        </p:nvGrpSpPr>
        <p:grpSpPr>
          <a:xfrm>
            <a:off x="631825" y="339502"/>
            <a:ext cx="3724151" cy="461665"/>
            <a:chOff x="755576" y="555526"/>
            <a:chExt cx="3724151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716CE18-1F77-4A22-B03B-E375CAF058BB}"/>
                </a:ext>
              </a:extLst>
            </p:cNvPr>
            <p:cNvSpPr/>
            <p:nvPr/>
          </p:nvSpPr>
          <p:spPr>
            <a:xfrm>
              <a:off x="755576" y="555526"/>
              <a:ext cx="372415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6 </a:t>
              </a:r>
              <a:r>
                <a:rPr kumimoji="1" lang="zh-CN" altLang="en-US" sz="2400" b="1" dirty="0">
                  <a:latin typeface="+mn-ea"/>
                </a:rPr>
                <a:t>求曲线      的拐点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01B818E-4941-4AA8-BA03-0FC683A76C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8967069"/>
                </p:ext>
              </p:extLst>
            </p:nvPr>
          </p:nvGraphicFramePr>
          <p:xfrm>
            <a:off x="2407746" y="555774"/>
            <a:ext cx="909638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43" name="Equation" r:id="rId3" imgW="901440" imgH="431640" progId="Equation.DSMT4">
                    <p:embed/>
                  </p:oleObj>
                </mc:Choice>
                <mc:Fallback>
                  <p:oleObj name="Equation" r:id="rId3" imgW="901440" imgH="43164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07746" y="555774"/>
                          <a:ext cx="909638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D009DF7-DA58-44AC-A878-D47BFEB68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921283"/>
              </p:ext>
            </p:extLst>
          </p:nvPr>
        </p:nvGraphicFramePr>
        <p:xfrm>
          <a:off x="2003946" y="1398464"/>
          <a:ext cx="3225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4" name="Equation" r:id="rId5" imgW="3225600" imgH="812520" progId="Equation.DSMT4">
                  <p:embed/>
                </p:oleObj>
              </mc:Choice>
              <mc:Fallback>
                <p:oleObj name="Equation" r:id="rId5" imgW="3225600" imgH="81252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03946" y="1398464"/>
                        <a:ext cx="3225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045A93D1-AAE8-4421-9CCB-E60EA7DC272D}"/>
              </a:ext>
            </a:extLst>
          </p:cNvPr>
          <p:cNvGrpSpPr/>
          <p:nvPr/>
        </p:nvGrpSpPr>
        <p:grpSpPr>
          <a:xfrm>
            <a:off x="631825" y="2361278"/>
            <a:ext cx="4041723" cy="461665"/>
            <a:chOff x="475084" y="2412925"/>
            <a:chExt cx="4041723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052DE82-77F1-41A2-A834-1F6A051315E8}"/>
                </a:ext>
              </a:extLst>
            </p:cNvPr>
            <p:cNvSpPr/>
            <p:nvPr/>
          </p:nvSpPr>
          <p:spPr>
            <a:xfrm>
              <a:off x="475084" y="2412925"/>
              <a:ext cx="40417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当     时</a:t>
              </a:r>
              <a:r>
                <a:rPr kumimoji="1" lang="en-US" altLang="zh-CN" sz="2400" b="1" dirty="0">
                  <a:latin typeface="+mn-ea"/>
                </a:rPr>
                <a:t>,     </a:t>
              </a:r>
              <a:r>
                <a:rPr kumimoji="1" lang="zh-CN" altLang="en-US" sz="2400" b="1" dirty="0">
                  <a:latin typeface="+mn-ea"/>
                </a:rPr>
                <a:t>都不存在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   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4967679-FA08-4724-9F52-8309342FC5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105098"/>
                </p:ext>
              </p:extLst>
            </p:nvPr>
          </p:nvGraphicFramePr>
          <p:xfrm>
            <a:off x="971972" y="2497357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45" name="Equation" r:id="rId7" imgW="647640" imgH="279360" progId="Equation.DSMT4">
                    <p:embed/>
                  </p:oleObj>
                </mc:Choice>
                <mc:Fallback>
                  <p:oleObj name="Equation" r:id="rId7" imgW="647640" imgH="279360" progId="Equation.DSMT4">
                    <p:embed/>
                    <p:pic>
                      <p:nvPicPr>
                        <p:cNvPr id="18" name="对象 1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71972" y="2497357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8D82D37-F759-41A7-9ED0-B2CB06783D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047391"/>
                </p:ext>
              </p:extLst>
            </p:nvPr>
          </p:nvGraphicFramePr>
          <p:xfrm>
            <a:off x="2123728" y="2432174"/>
            <a:ext cx="673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46" name="Equation" r:id="rId9" imgW="672840" imgH="355320" progId="Equation.DSMT4">
                    <p:embed/>
                  </p:oleObj>
                </mc:Choice>
                <mc:Fallback>
                  <p:oleObj name="Equation" r:id="rId9" imgW="672840" imgH="35532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23728" y="2432174"/>
                          <a:ext cx="673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20A3ECA-B352-4791-89C9-F1CF1B811F1A}"/>
              </a:ext>
            </a:extLst>
          </p:cNvPr>
          <p:cNvGrpSpPr/>
          <p:nvPr/>
        </p:nvGrpSpPr>
        <p:grpSpPr>
          <a:xfrm>
            <a:off x="633705" y="946926"/>
            <a:ext cx="7394679" cy="472696"/>
            <a:chOff x="467544" y="1162950"/>
            <a:chExt cx="7394679" cy="472696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CAE364D-AFC8-48B4-ACB7-7EA739E4CD24}"/>
                </a:ext>
              </a:extLst>
            </p:cNvPr>
            <p:cNvGrpSpPr/>
            <p:nvPr/>
          </p:nvGrpSpPr>
          <p:grpSpPr>
            <a:xfrm>
              <a:off x="467544" y="1162950"/>
              <a:ext cx="7394679" cy="472696"/>
              <a:chOff x="467544" y="1162949"/>
              <a:chExt cx="7394679" cy="461665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00AB9E5-96F3-40A6-8C38-C98C7D39CDEC}"/>
                  </a:ext>
                </a:extLst>
              </p:cNvPr>
              <p:cNvSpPr/>
              <p:nvPr/>
            </p:nvSpPr>
            <p:spPr>
              <a:xfrm>
                <a:off x="467544" y="1162949"/>
                <a:ext cx="739467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rgbClr val="0064FF"/>
                    </a:solidFill>
                    <a:latin typeface="+mn-ea"/>
                  </a:rPr>
                  <a:t>解</a:t>
                </a:r>
                <a:r>
                  <a:rPr kumimoji="1" lang="zh-CN" altLang="en-US" sz="2400" b="1" dirty="0">
                    <a:latin typeface="+mn-ea"/>
                  </a:rPr>
                  <a:t>  所给曲线为        内的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</a:rPr>
                  <a:t>连续</a:t>
                </a:r>
                <a:r>
                  <a:rPr kumimoji="1" lang="zh-CN" altLang="en-US" sz="2400" b="1" dirty="0">
                    <a:latin typeface="+mn-ea"/>
                  </a:rPr>
                  <a:t>曲线弧</a:t>
                </a:r>
                <a:r>
                  <a:rPr kumimoji="1" lang="en-US" altLang="zh-CN" sz="2400" b="1" dirty="0">
                    <a:latin typeface="+mn-ea"/>
                  </a:rPr>
                  <a:t>.</a:t>
                </a:r>
                <a:r>
                  <a:rPr kumimoji="1" lang="zh-CN" altLang="en-US" sz="2400" b="1" dirty="0">
                    <a:latin typeface="+mn-ea"/>
                  </a:rPr>
                  <a:t>当     时</a:t>
                </a:r>
                <a:r>
                  <a:rPr kumimoji="1" lang="en-US" altLang="zh-CN" sz="2400" b="1" dirty="0">
                    <a:latin typeface="+mn-ea"/>
                  </a:rPr>
                  <a:t>,</a:t>
                </a:r>
                <a:r>
                  <a:rPr kumimoji="1" lang="zh-CN" altLang="en-US" sz="2400" b="1" dirty="0">
                    <a:latin typeface="+mn-ea"/>
                  </a:rPr>
                  <a:t>        </a:t>
                </a:r>
                <a:endParaRPr lang="zh-CN" altLang="en-US" sz="2400" dirty="0"/>
              </a:p>
            </p:txBody>
          </p:sp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F1C53020-2006-42C5-97A2-3CAF4EF2F6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5262612"/>
                  </p:ext>
                </p:extLst>
              </p:nvPr>
            </p:nvGraphicFramePr>
            <p:xfrm>
              <a:off x="2818718" y="1222331"/>
              <a:ext cx="1130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4547" name="Equation" r:id="rId11" imgW="1130040" imgH="342720" progId="Equation.DSMT4">
                      <p:embed/>
                    </p:oleObj>
                  </mc:Choice>
                  <mc:Fallback>
                    <p:oleObj name="Equation" r:id="rId11" imgW="1130040" imgH="342720" progId="Equation.DSMT4">
                      <p:embed/>
                      <p:pic>
                        <p:nvPicPr>
                          <p:cNvPr id="10" name="对象 9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818718" y="1222331"/>
                            <a:ext cx="1130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ADF3CC2-DC48-47E1-BE21-1948667F5E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4309665"/>
                </p:ext>
              </p:extLst>
            </p:nvPr>
          </p:nvGraphicFramePr>
          <p:xfrm>
            <a:off x="6588224" y="124423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48" name="Equation" r:id="rId13" imgW="647640" imgH="279360" progId="Equation.DSMT4">
                    <p:embed/>
                  </p:oleObj>
                </mc:Choice>
                <mc:Fallback>
                  <p:oleObj name="Equation" r:id="rId13" imgW="647640" imgH="27936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588224" y="1244238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0F79113-DF99-4266-8E88-1AC2268AE524}"/>
              </a:ext>
            </a:extLst>
          </p:cNvPr>
          <p:cNvGrpSpPr/>
          <p:nvPr/>
        </p:nvGrpSpPr>
        <p:grpSpPr>
          <a:xfrm>
            <a:off x="370134" y="2890066"/>
            <a:ext cx="7921820" cy="461665"/>
            <a:chOff x="178572" y="2859782"/>
            <a:chExt cx="7921820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0AE0A81-9746-4E06-9182-8975B65A46BB}"/>
                </a:ext>
              </a:extLst>
            </p:cNvPr>
            <p:cNvSpPr/>
            <p:nvPr/>
          </p:nvSpPr>
          <p:spPr>
            <a:xfrm>
              <a:off x="178572" y="2859782"/>
              <a:ext cx="7921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在      内</a:t>
              </a:r>
              <a:r>
                <a:rPr kumimoji="1" lang="en-US" altLang="zh-CN" sz="2400" b="1" dirty="0">
                  <a:latin typeface="+mn-ea"/>
                </a:rPr>
                <a:t>,     </a:t>
              </a:r>
              <a:r>
                <a:rPr kumimoji="1" lang="zh-CN" altLang="en-US" sz="2400" b="1" dirty="0">
                  <a:latin typeface="+mn-ea"/>
                </a:rPr>
                <a:t>，这曲线在      上是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凹的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   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4E9E1E4-BD94-4C2B-AFFF-0E97FBE612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1632888"/>
                </p:ext>
              </p:extLst>
            </p:nvPr>
          </p:nvGraphicFramePr>
          <p:xfrm>
            <a:off x="2273948" y="2889399"/>
            <a:ext cx="774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49" name="Equation" r:id="rId15" imgW="774360" imgH="355320" progId="Equation.DSMT4">
                    <p:embed/>
                  </p:oleObj>
                </mc:Choice>
                <mc:Fallback>
                  <p:oleObj name="Equation" r:id="rId15" imgW="774360" imgH="355320" progId="Equation.DSMT4">
                    <p:embed/>
                    <p:pic>
                      <p:nvPicPr>
                        <p:cNvPr id="34" name="对象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3948" y="2889399"/>
                          <a:ext cx="7747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91302548-84F3-45A9-8B31-952B74C0AB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4369571"/>
                </p:ext>
              </p:extLst>
            </p:nvPr>
          </p:nvGraphicFramePr>
          <p:xfrm>
            <a:off x="4621324" y="2919164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50" name="Equation" r:id="rId17" imgW="876240" imgH="342720" progId="Equation.DSMT4">
                    <p:embed/>
                  </p:oleObj>
                </mc:Choice>
                <mc:Fallback>
                  <p:oleObj name="Equation" r:id="rId17" imgW="876240" imgH="342720" progId="Equation.DSMT4">
                    <p:embed/>
                    <p:pic>
                      <p:nvPicPr>
                        <p:cNvPr id="35" name="对象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1324" y="2919164"/>
                          <a:ext cx="876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B14E5378-2122-4D8C-A154-2D75BDF859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928693"/>
                </p:ext>
              </p:extLst>
            </p:nvPr>
          </p:nvGraphicFramePr>
          <p:xfrm>
            <a:off x="899592" y="2919164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51" name="Equation" r:id="rId19" imgW="888840" imgH="342720" progId="Equation.DSMT4">
                    <p:embed/>
                  </p:oleObj>
                </mc:Choice>
                <mc:Fallback>
                  <p:oleObj name="Equation" r:id="rId19" imgW="888840" imgH="34272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99592" y="2919164"/>
                          <a:ext cx="889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58969D1-A3F0-488F-9F39-B832ADA18354}"/>
              </a:ext>
            </a:extLst>
          </p:cNvPr>
          <p:cNvGrpSpPr/>
          <p:nvPr/>
        </p:nvGrpSpPr>
        <p:grpSpPr>
          <a:xfrm>
            <a:off x="475302" y="3492864"/>
            <a:ext cx="6892503" cy="461665"/>
            <a:chOff x="299536" y="3408064"/>
            <a:chExt cx="6892503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213F6DC-D237-4E44-9F32-306F37B6F72F}"/>
                </a:ext>
              </a:extLst>
            </p:cNvPr>
            <p:cNvSpPr/>
            <p:nvPr/>
          </p:nvSpPr>
          <p:spPr>
            <a:xfrm>
              <a:off x="299536" y="3408064"/>
              <a:ext cx="68925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在      内</a:t>
              </a:r>
              <a:r>
                <a:rPr kumimoji="1" lang="en-US" altLang="zh-CN" sz="2400" b="1" dirty="0">
                  <a:latin typeface="+mn-ea"/>
                </a:rPr>
                <a:t>,     </a:t>
              </a:r>
              <a:r>
                <a:rPr kumimoji="1" lang="zh-CN" altLang="en-US" sz="2400" b="1" dirty="0">
                  <a:latin typeface="+mn-ea"/>
                </a:rPr>
                <a:t>，这曲线在      上是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凸的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   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997CA501-0AF6-4EB6-B983-0C68E81FDE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2739398"/>
                </p:ext>
              </p:extLst>
            </p:nvPr>
          </p:nvGraphicFramePr>
          <p:xfrm>
            <a:off x="971600" y="3495228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52" name="Equation" r:id="rId21" imgW="888840" imgH="342720" progId="Equation.DSMT4">
                    <p:embed/>
                  </p:oleObj>
                </mc:Choice>
                <mc:Fallback>
                  <p:oleObj name="Equation" r:id="rId21" imgW="888840" imgH="34272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3495228"/>
                          <a:ext cx="889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799942A3-AFC3-465E-99EB-C3D322E931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9555250"/>
                </p:ext>
              </p:extLst>
            </p:nvPr>
          </p:nvGraphicFramePr>
          <p:xfrm>
            <a:off x="2274888" y="3481388"/>
            <a:ext cx="762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53" name="Equation" r:id="rId23" imgW="761760" imgH="355320" progId="Equation.DSMT4">
                    <p:embed/>
                  </p:oleObj>
                </mc:Choice>
                <mc:Fallback>
                  <p:oleObj name="Equation" r:id="rId23" imgW="761760" imgH="35532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4888" y="3481388"/>
                          <a:ext cx="762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DD37108B-6FAF-4216-818C-8CB9C17A43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2248904"/>
                </p:ext>
              </p:extLst>
            </p:nvPr>
          </p:nvGraphicFramePr>
          <p:xfrm>
            <a:off x="4614863" y="3495675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54" name="Equation" r:id="rId25" imgW="876240" imgH="342720" progId="Equation.DSMT4">
                    <p:embed/>
                  </p:oleObj>
                </mc:Choice>
                <mc:Fallback>
                  <p:oleObj name="Equation" r:id="rId25" imgW="876240" imgH="34272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4863" y="3495675"/>
                          <a:ext cx="876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0CA42C4-6956-4405-BAAF-D5F4BB4E54AD}"/>
              </a:ext>
            </a:extLst>
          </p:cNvPr>
          <p:cNvGrpSpPr/>
          <p:nvPr/>
        </p:nvGrpSpPr>
        <p:grpSpPr>
          <a:xfrm>
            <a:off x="770565" y="4135796"/>
            <a:ext cx="5983820" cy="461665"/>
            <a:chOff x="467544" y="3939902"/>
            <a:chExt cx="5983820" cy="46166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DA97AC2-3D43-4263-B0F8-84F1DBAD14C8}"/>
                </a:ext>
              </a:extLst>
            </p:cNvPr>
            <p:cNvSpPr/>
            <p:nvPr/>
          </p:nvSpPr>
          <p:spPr>
            <a:xfrm>
              <a:off x="467544" y="3939902"/>
              <a:ext cx="5983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当     时</a:t>
              </a:r>
              <a:r>
                <a:rPr kumimoji="1" lang="en-US" altLang="zh-CN" sz="2400" b="1" dirty="0">
                  <a:latin typeface="+mn-ea"/>
                </a:rPr>
                <a:t>,     ,</a:t>
              </a:r>
              <a:r>
                <a:rPr kumimoji="1" lang="zh-CN" altLang="en-US" sz="2400" b="1" dirty="0">
                  <a:latin typeface="+mn-ea"/>
                </a:rPr>
                <a:t>点     是曲线的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拐点</a:t>
              </a:r>
              <a:r>
                <a:rPr kumimoji="1" lang="en-US" altLang="zh-CN" sz="2400" b="1" dirty="0">
                  <a:latin typeface="+mn-ea"/>
                </a:rPr>
                <a:t>.</a:t>
              </a: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D1FF30F9-1497-4230-B477-D8EEECF4A2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6610734"/>
                </p:ext>
              </p:extLst>
            </p:nvPr>
          </p:nvGraphicFramePr>
          <p:xfrm>
            <a:off x="3424983" y="4050867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55" name="Equation" r:id="rId27" imgW="647640" imgH="342720" progId="Equation.DSMT4">
                    <p:embed/>
                  </p:oleObj>
                </mc:Choice>
                <mc:Fallback>
                  <p:oleObj name="Equation" r:id="rId27" imgW="647640" imgH="342720" progId="Equation.DSMT4">
                    <p:embed/>
                    <p:pic>
                      <p:nvPicPr>
                        <p:cNvPr id="36" name="对象 35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424983" y="4050867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D552BED3-DC50-47F0-B765-3BDD861F4F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2025885"/>
                </p:ext>
              </p:extLst>
            </p:nvPr>
          </p:nvGraphicFramePr>
          <p:xfrm>
            <a:off x="899592" y="408188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56" name="Equation" r:id="rId29" imgW="647640" imgH="279360" progId="Equation.DSMT4">
                    <p:embed/>
                  </p:oleObj>
                </mc:Choice>
                <mc:Fallback>
                  <p:oleObj name="Equation" r:id="rId29" imgW="647640" imgH="27936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4081883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65F89553-81DE-4861-A3BA-ACDD9FC36A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554448"/>
                </p:ext>
              </p:extLst>
            </p:nvPr>
          </p:nvGraphicFramePr>
          <p:xfrm>
            <a:off x="2123728" y="4044950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557" name="Equation" r:id="rId31" imgW="660240" imgH="342720" progId="Equation.DSMT4">
                    <p:embed/>
                  </p:oleObj>
                </mc:Choice>
                <mc:Fallback>
                  <p:oleObj name="Equation" r:id="rId31" imgW="660240" imgH="34272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4044950"/>
                          <a:ext cx="6604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6554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5C9F8E0-FA07-4EAD-A4E2-0E4BE48C3D61}"/>
              </a:ext>
            </a:extLst>
          </p:cNvPr>
          <p:cNvGrpSpPr/>
          <p:nvPr/>
        </p:nvGrpSpPr>
        <p:grpSpPr>
          <a:xfrm>
            <a:off x="647564" y="411510"/>
            <a:ext cx="7236804" cy="461665"/>
            <a:chOff x="395536" y="699542"/>
            <a:chExt cx="7236804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64E4BA1-2AC6-4FE2-B845-E2FF929910BE}"/>
                </a:ext>
              </a:extLst>
            </p:cNvPr>
            <p:cNvSpPr/>
            <p:nvPr/>
          </p:nvSpPr>
          <p:spPr>
            <a:xfrm>
              <a:off x="395536" y="699542"/>
              <a:ext cx="72368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求</a:t>
              </a:r>
              <a:r>
                <a:rPr lang="zh-CN" altLang="zh-CN" sz="2400" b="1" dirty="0">
                  <a:solidFill>
                    <a:srgbClr val="FF0000"/>
                  </a:solidFill>
                  <a:latin typeface="+mn-ea"/>
                </a:rPr>
                <a:t>连续</a:t>
              </a:r>
              <a:r>
                <a:rPr lang="zh-CN" altLang="zh-CN" sz="2400" b="1" dirty="0">
                  <a:latin typeface="+mn-ea"/>
                </a:rPr>
                <a:t>曲线</a:t>
              </a:r>
              <a:r>
                <a:rPr lang="en-US" altLang="zh-CN" sz="2400" b="1" dirty="0">
                  <a:latin typeface="+mn-ea"/>
                </a:rPr>
                <a:t>        </a:t>
              </a:r>
              <a:r>
                <a:rPr lang="zh-CN" altLang="en-US" sz="2400" b="1" dirty="0">
                  <a:latin typeface="+mn-ea"/>
                </a:rPr>
                <a:t>在定义区间</a:t>
              </a:r>
              <a:r>
                <a:rPr lang="zh-CN" altLang="zh-CN" sz="2400" b="1" dirty="0">
                  <a:latin typeface="+mn-ea"/>
                </a:rPr>
                <a:t>上拐点</a:t>
              </a:r>
              <a:r>
                <a:rPr lang="zh-CN" altLang="en-US" sz="2400" b="1" dirty="0">
                  <a:latin typeface="+mn-ea"/>
                </a:rPr>
                <a:t>的一般步骤：</a:t>
              </a:r>
              <a:endParaRPr lang="zh-CN" altLang="en-US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00F80DD2-659F-40A6-8B95-C9BDAD7A83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4820283"/>
                </p:ext>
              </p:extLst>
            </p:nvPr>
          </p:nvGraphicFramePr>
          <p:xfrm>
            <a:off x="2051720" y="762615"/>
            <a:ext cx="1116012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2" name="Equation" r:id="rId3" imgW="1104840" imgH="342720" progId="Equation.DSMT4">
                    <p:embed/>
                  </p:oleObj>
                </mc:Choice>
                <mc:Fallback>
                  <p:oleObj name="Equation" r:id="rId3" imgW="1104840" imgH="342720" progId="Equation.DSMT4">
                    <p:embed/>
                    <p:pic>
                      <p:nvPicPr>
                        <p:cNvPr id="4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720" y="762615"/>
                          <a:ext cx="1116012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3332F26-E5E1-4A98-A49D-A10C72185A65}"/>
              </a:ext>
            </a:extLst>
          </p:cNvPr>
          <p:cNvGrpSpPr/>
          <p:nvPr/>
        </p:nvGrpSpPr>
        <p:grpSpPr>
          <a:xfrm>
            <a:off x="503548" y="1088385"/>
            <a:ext cx="5652628" cy="461665"/>
            <a:chOff x="251520" y="1376417"/>
            <a:chExt cx="5652628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D04D7B6-FF97-4068-9900-2448E43C91A4}"/>
                </a:ext>
              </a:extLst>
            </p:cNvPr>
            <p:cNvSpPr/>
            <p:nvPr/>
          </p:nvSpPr>
          <p:spPr>
            <a:xfrm>
              <a:off x="251520" y="1376417"/>
              <a:ext cx="56526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(1) </a:t>
              </a:r>
              <a:r>
                <a:rPr kumimoji="1" lang="zh-CN" altLang="en-US" sz="2400" b="1" dirty="0">
                  <a:latin typeface="+mn-ea"/>
                </a:rPr>
                <a:t>求出        和     不存在的点；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45EDFA3-6D17-4A7D-8D98-0AB6CB4ACE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5747224"/>
                </p:ext>
              </p:extLst>
            </p:nvPr>
          </p:nvGraphicFramePr>
          <p:xfrm>
            <a:off x="1609512" y="1445523"/>
            <a:ext cx="1193800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3" name="Equation" r:id="rId5" imgW="1180800" imgH="355320" progId="Equation.DSMT4">
                    <p:embed/>
                  </p:oleObj>
                </mc:Choice>
                <mc:Fallback>
                  <p:oleObj name="Equation" r:id="rId5" imgW="1180800" imgH="355320" progId="Equation.DSMT4">
                    <p:embed/>
                    <p:pic>
                      <p:nvPicPr>
                        <p:cNvPr id="5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9512" y="1445523"/>
                          <a:ext cx="1193800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3D69F9A-1DA7-4879-9455-3030E0F4A4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0922141"/>
                </p:ext>
              </p:extLst>
            </p:nvPr>
          </p:nvGraphicFramePr>
          <p:xfrm>
            <a:off x="3173368" y="1456055"/>
            <a:ext cx="731837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4" name="Equation" r:id="rId7" imgW="723600" imgH="355320" progId="Equation.DSMT4">
                    <p:embed/>
                  </p:oleObj>
                </mc:Choice>
                <mc:Fallback>
                  <p:oleObj name="Equation" r:id="rId7" imgW="723600" imgH="35532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3368" y="1456055"/>
                          <a:ext cx="731837" cy="366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97538AF-509F-4B16-9BC4-0CAFA5B25863}"/>
              </a:ext>
            </a:extLst>
          </p:cNvPr>
          <p:cNvGrpSpPr/>
          <p:nvPr/>
        </p:nvGrpSpPr>
        <p:grpSpPr>
          <a:xfrm>
            <a:off x="359532" y="1822053"/>
            <a:ext cx="8316924" cy="461665"/>
            <a:chOff x="107504" y="2053292"/>
            <a:chExt cx="8316924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27ADE13-CB94-4878-B098-149588A3CD39}"/>
                </a:ext>
              </a:extLst>
            </p:cNvPr>
            <p:cNvSpPr/>
            <p:nvPr/>
          </p:nvSpPr>
          <p:spPr>
            <a:xfrm>
              <a:off x="107504" y="2053292"/>
              <a:ext cx="83169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(2) </a:t>
              </a:r>
              <a:r>
                <a:rPr kumimoji="1" lang="zh-CN" altLang="en-US" sz="2400" b="1" dirty="0">
                  <a:latin typeface="+mn-ea"/>
                </a:rPr>
                <a:t>判断上述点的两侧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函数的二阶导数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是否变号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若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C0CBB0B-AD54-40F7-9500-FF6FF923DE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0098836"/>
                </p:ext>
              </p:extLst>
            </p:nvPr>
          </p:nvGraphicFramePr>
          <p:xfrm>
            <a:off x="7366302" y="2096422"/>
            <a:ext cx="731838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5" name="Equation" r:id="rId9" imgW="723600" imgH="355320" progId="Equation.DSMT4">
                    <p:embed/>
                  </p:oleObj>
                </mc:Choice>
                <mc:Fallback>
                  <p:oleObj name="Equation" r:id="rId9" imgW="723600" imgH="35532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6302" y="2096422"/>
                          <a:ext cx="731838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7E92F73-3E85-44A4-AA09-91D70F8D9D82}"/>
              </a:ext>
            </a:extLst>
          </p:cNvPr>
          <p:cNvGrpSpPr/>
          <p:nvPr/>
        </p:nvGrpSpPr>
        <p:grpSpPr>
          <a:xfrm>
            <a:off x="344376" y="2540748"/>
            <a:ext cx="7995294" cy="461665"/>
            <a:chOff x="251520" y="2730167"/>
            <a:chExt cx="7995294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8597C2B-0851-4994-8CB5-09D669C6B6AC}"/>
                </a:ext>
              </a:extLst>
            </p:cNvPr>
            <p:cNvSpPr/>
            <p:nvPr/>
          </p:nvSpPr>
          <p:spPr>
            <a:xfrm>
              <a:off x="251520" y="2730167"/>
              <a:ext cx="799529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在  的两侧异号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则点         为曲线       的拐点；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B66AC27-726A-4F67-AA8E-8A97A5FA48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3249729"/>
                </p:ext>
              </p:extLst>
            </p:nvPr>
          </p:nvGraphicFramePr>
          <p:xfrm>
            <a:off x="3486274" y="2764665"/>
            <a:ext cx="13017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6" name="Equation" r:id="rId11" imgW="1307880" imgH="380880" progId="Equation.DSMT4">
                    <p:embed/>
                  </p:oleObj>
                </mc:Choice>
                <mc:Fallback>
                  <p:oleObj name="Equation" r:id="rId11" imgW="1307880" imgH="380880" progId="Equation.DSMT4">
                    <p:embed/>
                    <p:pic>
                      <p:nvPicPr>
                        <p:cNvPr id="40" name="对象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6274" y="2764665"/>
                          <a:ext cx="13017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A37DA22-B5E2-4731-802B-50E1B86334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6424943"/>
                </p:ext>
              </p:extLst>
            </p:nvPr>
          </p:nvGraphicFramePr>
          <p:xfrm>
            <a:off x="5724128" y="2813387"/>
            <a:ext cx="1116012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7" name="Equation" r:id="rId13" imgW="1104840" imgH="342720" progId="Equation.DSMT4">
                    <p:embed/>
                  </p:oleObj>
                </mc:Choice>
                <mc:Fallback>
                  <p:oleObj name="Equation" r:id="rId13" imgW="1104840" imgH="342720" progId="Equation.DSMT4">
                    <p:embed/>
                    <p:pic>
                      <p:nvPicPr>
                        <p:cNvPr id="41" name="对象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4128" y="2813387"/>
                          <a:ext cx="1116012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E01D9374-8562-41ED-9205-4AEDC245D4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0650757"/>
                </p:ext>
              </p:extLst>
            </p:nvPr>
          </p:nvGraphicFramePr>
          <p:xfrm>
            <a:off x="818312" y="2766014"/>
            <a:ext cx="29051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8" name="Equation" r:id="rId14" imgW="279279" imgH="380835" progId="Equation.DSMT4">
                    <p:embed/>
                  </p:oleObj>
                </mc:Choice>
                <mc:Fallback>
                  <p:oleObj name="Equation" r:id="rId14" imgW="279279" imgH="380835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312" y="2766014"/>
                          <a:ext cx="290513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823F991-11B8-4DF8-893C-D8E508845C65}"/>
              </a:ext>
            </a:extLst>
          </p:cNvPr>
          <p:cNvGrpSpPr/>
          <p:nvPr/>
        </p:nvGrpSpPr>
        <p:grpSpPr>
          <a:xfrm>
            <a:off x="359532" y="3235913"/>
            <a:ext cx="8285732" cy="461665"/>
            <a:chOff x="462732" y="3407042"/>
            <a:chExt cx="8285732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8ED71D0-1B1F-4EC0-9AD9-1363CD974A02}"/>
                </a:ext>
              </a:extLst>
            </p:cNvPr>
            <p:cNvSpPr/>
            <p:nvPr/>
          </p:nvSpPr>
          <p:spPr>
            <a:xfrm>
              <a:off x="462732" y="3407042"/>
              <a:ext cx="82857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若     在  的两侧同号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则点            </a:t>
              </a:r>
              <a:endParaRPr lang="zh-CN" altLang="en-US" sz="2400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DCB7EE2D-2F82-4899-91CD-58CAC4ABF6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0330572"/>
                </p:ext>
              </p:extLst>
            </p:nvPr>
          </p:nvGraphicFramePr>
          <p:xfrm>
            <a:off x="899592" y="3472378"/>
            <a:ext cx="731837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9" name="Equation" r:id="rId16" imgW="723600" imgH="355320" progId="Equation.DSMT4">
                    <p:embed/>
                  </p:oleObj>
                </mc:Choice>
                <mc:Fallback>
                  <p:oleObj name="Equation" r:id="rId16" imgW="723600" imgH="355320" progId="Equation.DSMT4">
                    <p:embed/>
                    <p:pic>
                      <p:nvPicPr>
                        <p:cNvPr id="38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3472378"/>
                          <a:ext cx="731837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1C0581F-7119-47AF-A769-1095BD618B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1512763"/>
                </p:ext>
              </p:extLst>
            </p:nvPr>
          </p:nvGraphicFramePr>
          <p:xfrm>
            <a:off x="1979712" y="3447374"/>
            <a:ext cx="290512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60" name="Equation" r:id="rId18" imgW="279360" imgH="380880" progId="Equation.DSMT4">
                    <p:embed/>
                  </p:oleObj>
                </mc:Choice>
                <mc:Fallback>
                  <p:oleObj name="Equation" r:id="rId18" imgW="279360" imgH="380880" progId="Equation.DSMT4">
                    <p:embed/>
                    <p:pic>
                      <p:nvPicPr>
                        <p:cNvPr id="39" name="对象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3447374"/>
                          <a:ext cx="290512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62E1DF9-DACD-419F-A5DD-A23DD74EF2BC}"/>
              </a:ext>
            </a:extLst>
          </p:cNvPr>
          <p:cNvGrpSpPr/>
          <p:nvPr/>
        </p:nvGrpSpPr>
        <p:grpSpPr>
          <a:xfrm>
            <a:off x="4353570" y="3219821"/>
            <a:ext cx="3986100" cy="461665"/>
            <a:chOff x="3991124" y="5668094"/>
            <a:chExt cx="3986100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5DA064A-5881-4194-A8BA-87B39B6D096C}"/>
                </a:ext>
              </a:extLst>
            </p:cNvPr>
            <p:cNvSpPr/>
            <p:nvPr/>
          </p:nvSpPr>
          <p:spPr>
            <a:xfrm>
              <a:off x="3991124" y="5668094"/>
              <a:ext cx="39861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       不是曲线的拐点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2FB5012-0BCE-45E8-BAB3-9FE7687A89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3162748"/>
                </p:ext>
              </p:extLst>
            </p:nvPr>
          </p:nvGraphicFramePr>
          <p:xfrm>
            <a:off x="4064261" y="5708426"/>
            <a:ext cx="13017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61" name="Equation" r:id="rId19" imgW="1308100" imgH="381000" progId="Equation.DSMT4">
                    <p:embed/>
                  </p:oleObj>
                </mc:Choice>
                <mc:Fallback>
                  <p:oleObj name="Equation" r:id="rId19" imgW="1308100" imgH="381000" progId="Equation.DSMT4">
                    <p:embed/>
                    <p:pic>
                      <p:nvPicPr>
                        <p:cNvPr id="47" name="对象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4261" y="5708426"/>
                          <a:ext cx="13017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1389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F701A99-58C7-4043-85F0-DA19A72264A0}"/>
              </a:ext>
            </a:extLst>
          </p:cNvPr>
          <p:cNvGrpSpPr/>
          <p:nvPr/>
        </p:nvGrpSpPr>
        <p:grpSpPr>
          <a:xfrm>
            <a:off x="848545" y="411510"/>
            <a:ext cx="7467871" cy="461665"/>
            <a:chOff x="755576" y="555526"/>
            <a:chExt cx="7467871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80022EB-0DFA-40BD-97AE-CA9228A63B9A}"/>
                </a:ext>
              </a:extLst>
            </p:cNvPr>
            <p:cNvSpPr/>
            <p:nvPr/>
          </p:nvSpPr>
          <p:spPr>
            <a:xfrm>
              <a:off x="755576" y="555526"/>
              <a:ext cx="746787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7 </a:t>
              </a:r>
              <a:r>
                <a:rPr kumimoji="1" lang="zh-CN" altLang="en-US" sz="2400" b="1" dirty="0">
                  <a:latin typeface="+mn-ea"/>
                </a:rPr>
                <a:t>求曲线                    的拐点及凹凸区间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717CDB7-7771-49B1-A507-26655A48AA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5635197"/>
                </p:ext>
              </p:extLst>
            </p:nvPr>
          </p:nvGraphicFramePr>
          <p:xfrm>
            <a:off x="2468488" y="568325"/>
            <a:ext cx="2895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67" name="Equation" r:id="rId3" imgW="2869920" imgH="406080" progId="Equation.DSMT4">
                    <p:embed/>
                  </p:oleObj>
                </mc:Choice>
                <mc:Fallback>
                  <p:oleObj name="Equation" r:id="rId3" imgW="2869920" imgH="40608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68488" y="568325"/>
                          <a:ext cx="2895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98611B5-1E9A-47DB-8CE1-BC0D7F5367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75462"/>
              </p:ext>
            </p:extLst>
          </p:nvPr>
        </p:nvGraphicFramePr>
        <p:xfrm>
          <a:off x="2288705" y="1834927"/>
          <a:ext cx="265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68" name="Equation" r:id="rId5" imgW="2654280" imgH="406080" progId="Equation.DSMT4">
                  <p:embed/>
                </p:oleObj>
              </mc:Choice>
              <mc:Fallback>
                <p:oleObj name="Equation" r:id="rId5" imgW="2654280" imgH="40608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8705" y="1834927"/>
                        <a:ext cx="2654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DB93BD5A-7455-4EF1-9186-B808F24B928C}"/>
              </a:ext>
            </a:extLst>
          </p:cNvPr>
          <p:cNvGrpSpPr/>
          <p:nvPr/>
        </p:nvGrpSpPr>
        <p:grpSpPr>
          <a:xfrm>
            <a:off x="839004" y="1124024"/>
            <a:ext cx="7465991" cy="461665"/>
            <a:chOff x="458003" y="1491418"/>
            <a:chExt cx="7465991" cy="46166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4B4CDF0-8170-4E13-AF54-23F7B92AD857}"/>
                </a:ext>
              </a:extLst>
            </p:cNvPr>
            <p:cNvGrpSpPr/>
            <p:nvPr/>
          </p:nvGrpSpPr>
          <p:grpSpPr>
            <a:xfrm>
              <a:off x="458003" y="1491418"/>
              <a:ext cx="7465991" cy="461665"/>
              <a:chOff x="456123" y="1191668"/>
              <a:chExt cx="7465991" cy="45089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524E908-AEA8-4395-AE57-146F54E838C3}"/>
                  </a:ext>
                </a:extLst>
              </p:cNvPr>
              <p:cNvSpPr/>
              <p:nvPr/>
            </p:nvSpPr>
            <p:spPr>
              <a:xfrm>
                <a:off x="456123" y="1191668"/>
                <a:ext cx="7465991" cy="4508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rgbClr val="0064FF"/>
                    </a:solidFill>
                    <a:latin typeface="+mn-ea"/>
                  </a:rPr>
                  <a:t>解</a:t>
                </a:r>
                <a:r>
                  <a:rPr kumimoji="1" lang="zh-CN" altLang="en-US" sz="2400" b="1" dirty="0">
                    <a:latin typeface="+mn-ea"/>
                  </a:rPr>
                  <a:t>  函数                   的定义域为         </a:t>
                </a:r>
                <a:endParaRPr lang="zh-CN" altLang="en-US" sz="2400" dirty="0"/>
              </a:p>
            </p:txBody>
          </p:sp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2FB0242D-5330-4BA4-B4A6-62450A8B5D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4377601"/>
                  </p:ext>
                </p:extLst>
              </p:nvPr>
            </p:nvGraphicFramePr>
            <p:xfrm>
              <a:off x="6349359" y="1250296"/>
              <a:ext cx="1206500" cy="342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569" name="Equation" r:id="rId7" imgW="1206360" imgH="342720" progId="Equation.DSMT4">
                      <p:embed/>
                    </p:oleObj>
                  </mc:Choice>
                  <mc:Fallback>
                    <p:oleObj name="Equation" r:id="rId7" imgW="1206360" imgH="342720" progId="Equation.DSMT4">
                      <p:embed/>
                      <p:pic>
                        <p:nvPicPr>
                          <p:cNvPr id="10" name="对象 9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6349359" y="1250296"/>
                            <a:ext cx="1206500" cy="3426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5C163B19-552A-45A0-915C-09174D4896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8250795"/>
                </p:ext>
              </p:extLst>
            </p:nvPr>
          </p:nvGraphicFramePr>
          <p:xfrm>
            <a:off x="1787054" y="1512775"/>
            <a:ext cx="2895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0" name="Equation" r:id="rId9" imgW="2869920" imgH="406080" progId="Equation.DSMT4">
                    <p:embed/>
                  </p:oleObj>
                </mc:Choice>
                <mc:Fallback>
                  <p:oleObj name="Equation" r:id="rId9" imgW="2869920" imgH="406080" progId="Equation.DSMT4">
                    <p:embed/>
                    <p:pic>
                      <p:nvPicPr>
                        <p:cNvPr id="25" name="对象 2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87054" y="1512775"/>
                          <a:ext cx="2895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8C476E6-7B38-4DFB-A79B-0419534BAC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826307"/>
              </p:ext>
            </p:extLst>
          </p:nvPr>
        </p:nvGraphicFramePr>
        <p:xfrm>
          <a:off x="2254574" y="2483644"/>
          <a:ext cx="466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71" name="Equation" r:id="rId11" imgW="4660560" imgH="406080" progId="Equation.DSMT4">
                  <p:embed/>
                </p:oleObj>
              </mc:Choice>
              <mc:Fallback>
                <p:oleObj name="Equation" r:id="rId11" imgW="4660560" imgH="40608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574" y="2483644"/>
                        <a:ext cx="4660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D1206133-A3B3-444F-AB4E-0297F7B66A3D}"/>
              </a:ext>
            </a:extLst>
          </p:cNvPr>
          <p:cNvGrpSpPr/>
          <p:nvPr/>
        </p:nvGrpSpPr>
        <p:grpSpPr>
          <a:xfrm>
            <a:off x="848545" y="3291830"/>
            <a:ext cx="4660900" cy="461665"/>
            <a:chOff x="826543" y="3438327"/>
            <a:chExt cx="4660900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02CAD6E-9944-4D11-AF84-05D31591D2D0}"/>
                </a:ext>
              </a:extLst>
            </p:cNvPr>
            <p:cNvSpPr/>
            <p:nvPr/>
          </p:nvSpPr>
          <p:spPr>
            <a:xfrm>
              <a:off x="826543" y="3438327"/>
              <a:ext cx="46609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  令     得          列表                          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B74DF7E-1641-499A-B947-14C3F0A6F7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6867185"/>
                </p:ext>
              </p:extLst>
            </p:nvPr>
          </p:nvGraphicFramePr>
          <p:xfrm>
            <a:off x="1564112" y="3507854"/>
            <a:ext cx="774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2" name="Equation" r:id="rId13" imgW="774360" imgH="355320" progId="Equation.DSMT4">
                    <p:embed/>
                  </p:oleObj>
                </mc:Choice>
                <mc:Fallback>
                  <p:oleObj name="Equation" r:id="rId13" imgW="774360" imgH="35532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112" y="3507854"/>
                          <a:ext cx="7747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0CC5D15-3F68-45BE-85D8-1AC7318ECE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0213336"/>
                </p:ext>
              </p:extLst>
            </p:nvPr>
          </p:nvGraphicFramePr>
          <p:xfrm>
            <a:off x="2698751" y="3504059"/>
            <a:ext cx="1397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73" name="Equation" r:id="rId15" imgW="1396800" imgH="330120" progId="Equation.DSMT4">
                    <p:embed/>
                  </p:oleObj>
                </mc:Choice>
                <mc:Fallback>
                  <p:oleObj name="Equation" r:id="rId15" imgW="1396800" imgH="330120" progId="Equation.DSMT4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698751" y="3504059"/>
                          <a:ext cx="1397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763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D90654B-16AF-4E82-BA5E-48B35373DB78}"/>
              </a:ext>
            </a:extLst>
          </p:cNvPr>
          <p:cNvSpPr/>
          <p:nvPr/>
        </p:nvSpPr>
        <p:spPr>
          <a:xfrm>
            <a:off x="5450187" y="2721330"/>
            <a:ext cx="504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凸</a:t>
            </a:r>
            <a:endParaRPr lang="zh-CN" altLang="en-US" sz="2400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CA99B2-547D-4704-9F84-88DA25FE0DA4}"/>
              </a:ext>
            </a:extLst>
          </p:cNvPr>
          <p:cNvSpPr/>
          <p:nvPr/>
        </p:nvSpPr>
        <p:spPr>
          <a:xfrm>
            <a:off x="7281646" y="2721330"/>
            <a:ext cx="5576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凹       </a:t>
            </a:r>
            <a:endParaRPr lang="zh-CN" altLang="en-US" sz="2400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A7E1D61-2B3E-48DE-8D8A-B05D8AD1F1A6}"/>
              </a:ext>
            </a:extLst>
          </p:cNvPr>
          <p:cNvGrpSpPr/>
          <p:nvPr/>
        </p:nvGrpSpPr>
        <p:grpSpPr>
          <a:xfrm>
            <a:off x="1494483" y="1281170"/>
            <a:ext cx="6552728" cy="2160240"/>
            <a:chOff x="1691680" y="1131590"/>
            <a:chExt cx="6552728" cy="216024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B0E6138-9D3A-4D93-AF64-1CBD6BFAF5F7}"/>
                </a:ext>
              </a:extLst>
            </p:cNvPr>
            <p:cNvSpPr/>
            <p:nvPr/>
          </p:nvSpPr>
          <p:spPr>
            <a:xfrm>
              <a:off x="1691680" y="1131590"/>
              <a:ext cx="6552728" cy="2160240"/>
            </a:xfrm>
            <a:prstGeom prst="rect">
              <a:avLst/>
            </a:prstGeom>
            <a:noFill/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C1C41BE-D302-42AA-B010-4D68CDAD54FD}"/>
                </a:ext>
              </a:extLst>
            </p:cNvPr>
            <p:cNvCxnSpPr/>
            <p:nvPr/>
          </p:nvCxnSpPr>
          <p:spPr>
            <a:xfrm>
              <a:off x="1691680" y="1779662"/>
              <a:ext cx="6552728" cy="0"/>
            </a:xfrm>
            <a:prstGeom prst="line">
              <a:avLst/>
            </a:prstGeom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2C125515-4B39-4CD6-880D-52E9E30B91DF}"/>
                </a:ext>
              </a:extLst>
            </p:cNvPr>
            <p:cNvCxnSpPr/>
            <p:nvPr/>
          </p:nvCxnSpPr>
          <p:spPr>
            <a:xfrm>
              <a:off x="1691680" y="2427734"/>
              <a:ext cx="6552728" cy="0"/>
            </a:xfrm>
            <a:prstGeom prst="line">
              <a:avLst/>
            </a:prstGeom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8FBB6BE-BFE0-4CBE-B73B-CD9ADDF67B16}"/>
                </a:ext>
              </a:extLst>
            </p:cNvPr>
            <p:cNvCxnSpPr/>
            <p:nvPr/>
          </p:nvCxnSpPr>
          <p:spPr>
            <a:xfrm>
              <a:off x="3131840" y="1131590"/>
              <a:ext cx="0" cy="2160240"/>
            </a:xfrm>
            <a:prstGeom prst="line">
              <a:avLst/>
            </a:prstGeom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70C1337-77A4-470E-AF87-5772F8006633}"/>
                </a:ext>
              </a:extLst>
            </p:cNvPr>
            <p:cNvCxnSpPr/>
            <p:nvPr/>
          </p:nvCxnSpPr>
          <p:spPr>
            <a:xfrm>
              <a:off x="4283968" y="1131590"/>
              <a:ext cx="0" cy="2160240"/>
            </a:xfrm>
            <a:prstGeom prst="line">
              <a:avLst/>
            </a:prstGeom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1EDDDD8D-FDCC-4E61-AD82-DF719D74EB6F}"/>
                </a:ext>
              </a:extLst>
            </p:cNvPr>
            <p:cNvCxnSpPr/>
            <p:nvPr/>
          </p:nvCxnSpPr>
          <p:spPr>
            <a:xfrm>
              <a:off x="5436096" y="1131590"/>
              <a:ext cx="0" cy="2160240"/>
            </a:xfrm>
            <a:prstGeom prst="line">
              <a:avLst/>
            </a:prstGeom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0D536699-6CCC-445B-8325-AE72B59FBEE6}"/>
                </a:ext>
              </a:extLst>
            </p:cNvPr>
            <p:cNvCxnSpPr/>
            <p:nvPr/>
          </p:nvCxnSpPr>
          <p:spPr>
            <a:xfrm>
              <a:off x="6300192" y="1131590"/>
              <a:ext cx="0" cy="2160240"/>
            </a:xfrm>
            <a:prstGeom prst="line">
              <a:avLst/>
            </a:prstGeom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4F9E39A-6056-4A51-AA27-E63786A796DA}"/>
                </a:ext>
              </a:extLst>
            </p:cNvPr>
            <p:cNvCxnSpPr/>
            <p:nvPr/>
          </p:nvCxnSpPr>
          <p:spPr>
            <a:xfrm>
              <a:off x="7236296" y="1131590"/>
              <a:ext cx="0" cy="2160240"/>
            </a:xfrm>
            <a:prstGeom prst="line">
              <a:avLst/>
            </a:prstGeom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8761EC9-A6FA-44E1-8DA4-F41C8980ECC0}"/>
              </a:ext>
            </a:extLst>
          </p:cNvPr>
          <p:cNvGrpSpPr/>
          <p:nvPr/>
        </p:nvGrpSpPr>
        <p:grpSpPr>
          <a:xfrm>
            <a:off x="2101565" y="1424308"/>
            <a:ext cx="5909734" cy="360614"/>
            <a:chOff x="2298762" y="1274728"/>
            <a:chExt cx="5909734" cy="360614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F30C7272-CC15-49BF-A6F3-8A095045F6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215565"/>
                </p:ext>
              </p:extLst>
            </p:nvPr>
          </p:nvGraphicFramePr>
          <p:xfrm>
            <a:off x="2298762" y="1319282"/>
            <a:ext cx="190500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12" name="Equation" r:id="rId3" imgW="190440" imgH="203040" progId="Equation.DSMT4">
                    <p:embed/>
                  </p:oleObj>
                </mc:Choice>
                <mc:Fallback>
                  <p:oleObj name="Equation" r:id="rId3" imgW="190440" imgH="20304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FF1ABDE9-6471-448E-AD7B-5DCEEA793C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8762" y="1319282"/>
                          <a:ext cx="190500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FCDE6CB-7321-4455-B3EF-43AF7A4072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9786081"/>
                </p:ext>
              </p:extLst>
            </p:nvPr>
          </p:nvGraphicFramePr>
          <p:xfrm>
            <a:off x="4796532" y="1300796"/>
            <a:ext cx="127000" cy="261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13" name="Equation" r:id="rId5" imgW="126720" imgH="266400" progId="Equation.DSMT4">
                    <p:embed/>
                  </p:oleObj>
                </mc:Choice>
                <mc:Fallback>
                  <p:oleObj name="Equation" r:id="rId5" imgW="126720" imgH="26640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51F5E430-CDA9-4355-A39D-236276F4E5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6532" y="1300796"/>
                          <a:ext cx="127000" cy="2619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3BA4E23B-1F78-4AA0-896A-8D62ABAA1F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973107"/>
                </p:ext>
              </p:extLst>
            </p:nvPr>
          </p:nvGraphicFramePr>
          <p:xfrm>
            <a:off x="3308102" y="1274728"/>
            <a:ext cx="831850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14" name="Equation" r:id="rId7" imgW="838080" imgH="342720" progId="Equation.DSMT4">
                    <p:embed/>
                  </p:oleObj>
                </mc:Choice>
                <mc:Fallback>
                  <p:oleObj name="Equation" r:id="rId7" imgW="838080" imgH="34272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D4665910-EF64-40ED-BAE8-869123EBB6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8102" y="1274728"/>
                          <a:ext cx="831850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E0F19FD-D89F-4976-9602-B8B88D87B4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4737355"/>
                </p:ext>
              </p:extLst>
            </p:nvPr>
          </p:nvGraphicFramePr>
          <p:xfrm>
            <a:off x="5594612" y="1297204"/>
            <a:ext cx="6096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15" name="Equation" r:id="rId9" imgW="609480" imgH="342720" progId="Equation.DSMT4">
                    <p:embed/>
                  </p:oleObj>
                </mc:Choice>
                <mc:Fallback>
                  <p:oleObj name="Equation" r:id="rId9" imgW="609480" imgH="34272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C28C17A7-DE37-4DDA-B1CF-20C5409AAF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4612" y="1297204"/>
                          <a:ext cx="60960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423A573-D35F-49A4-A632-3DE1F63AB3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9516675"/>
                </p:ext>
              </p:extLst>
            </p:nvPr>
          </p:nvGraphicFramePr>
          <p:xfrm>
            <a:off x="6674110" y="1297621"/>
            <a:ext cx="190500" cy="263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16" name="Equation" r:id="rId11" imgW="190440" imgH="266400" progId="Equation.DSMT4">
                    <p:embed/>
                  </p:oleObj>
                </mc:Choice>
                <mc:Fallback>
                  <p:oleObj name="Equation" r:id="rId11" imgW="190440" imgH="2664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26FB7939-B31D-4617-B24B-41D2BFB106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74110" y="1297621"/>
                          <a:ext cx="190500" cy="263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B2D67907-85F8-4E23-BF98-598731C6BC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6779884"/>
                </p:ext>
              </p:extLst>
            </p:nvPr>
          </p:nvGraphicFramePr>
          <p:xfrm>
            <a:off x="7306796" y="1279490"/>
            <a:ext cx="9017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17" name="Equation" r:id="rId13" imgW="901440" imgH="342720" progId="Equation.DSMT4">
                    <p:embed/>
                  </p:oleObj>
                </mc:Choice>
                <mc:Fallback>
                  <p:oleObj name="Equation" r:id="rId13" imgW="901440" imgH="34272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9D8F61B8-F219-4902-BBC9-560276B27B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6796" y="1279490"/>
                          <a:ext cx="90170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5D3FAC0-F437-4B63-9A21-122B65B131BF}"/>
              </a:ext>
            </a:extLst>
          </p:cNvPr>
          <p:cNvGrpSpPr/>
          <p:nvPr/>
        </p:nvGrpSpPr>
        <p:grpSpPr>
          <a:xfrm>
            <a:off x="2038065" y="2106414"/>
            <a:ext cx="1596715" cy="350837"/>
            <a:chOff x="2235262" y="1956834"/>
            <a:chExt cx="1596715" cy="350837"/>
          </a:xfrm>
        </p:grpSpPr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2BE0B921-9D30-441B-8C86-865FBDC0D9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5227931"/>
                </p:ext>
              </p:extLst>
            </p:nvPr>
          </p:nvGraphicFramePr>
          <p:xfrm>
            <a:off x="2235262" y="1956834"/>
            <a:ext cx="317500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18" name="Equation" r:id="rId15" imgW="317160" imgH="355320" progId="Equation.DSMT4">
                    <p:embed/>
                  </p:oleObj>
                </mc:Choice>
                <mc:Fallback>
                  <p:oleObj name="Equation" r:id="rId15" imgW="317160" imgH="3553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7EA87C3A-4C11-4B10-A59F-8F3C4FB410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5262" y="1956834"/>
                          <a:ext cx="317500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F3F56EAF-F385-4026-9CC3-4E9C6A1C34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1535897"/>
                </p:ext>
              </p:extLst>
            </p:nvPr>
          </p:nvGraphicFramePr>
          <p:xfrm>
            <a:off x="3616077" y="1998985"/>
            <a:ext cx="215900" cy="21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19" name="Equation" r:id="rId17" imgW="215640" imgH="215640" progId="Equation.DSMT4">
                    <p:embed/>
                  </p:oleObj>
                </mc:Choice>
                <mc:Fallback>
                  <p:oleObj name="Equation" r:id="rId17" imgW="215640" imgH="21564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AAC414A6-D034-478F-B137-77FE13973F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6077" y="1998985"/>
                          <a:ext cx="215900" cy="212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AA679C6-531B-4771-9447-22A2B8E4DD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109867"/>
              </p:ext>
            </p:extLst>
          </p:nvPr>
        </p:nvGraphicFramePr>
        <p:xfrm>
          <a:off x="7452499" y="2125956"/>
          <a:ext cx="2159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20" name="Equation" r:id="rId19" imgW="215640" imgH="215640" progId="Equation.DSMT4">
                  <p:embed/>
                </p:oleObj>
              </mc:Choice>
              <mc:Fallback>
                <p:oleObj name="Equation" r:id="rId19" imgW="215640" imgH="21564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F239EB41-EBCB-41B1-B2ED-1D423B5179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499" y="2125956"/>
                        <a:ext cx="2159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56192194-C7C5-40CB-B897-0FC5E0620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781193"/>
              </p:ext>
            </p:extLst>
          </p:nvPr>
        </p:nvGraphicFramePr>
        <p:xfrm>
          <a:off x="5584849" y="2198607"/>
          <a:ext cx="203200" cy="13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21" name="Equation" r:id="rId20" imgW="203040" imgH="139680" progId="Equation.DSMT4">
                  <p:embed/>
                </p:oleObj>
              </mc:Choice>
              <mc:Fallback>
                <p:oleObj name="Equation" r:id="rId20" imgW="203040" imgH="1396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E8AA0859-3641-476B-A630-436A16996E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49" y="2198607"/>
                        <a:ext cx="203200" cy="138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D6422660-3434-40F5-8F0F-E0DF8A4688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967495"/>
              </p:ext>
            </p:extLst>
          </p:nvPr>
        </p:nvGraphicFramePr>
        <p:xfrm>
          <a:off x="4567585" y="2098777"/>
          <a:ext cx="19050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22" name="Equation" r:id="rId22" imgW="190440" imgH="279360" progId="Equation.DSMT4">
                  <p:embed/>
                </p:oleObj>
              </mc:Choice>
              <mc:Fallback>
                <p:oleObj name="Equation" r:id="rId22" imgW="190440" imgH="27936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06BEF04C-8995-4A4F-88F4-602D5B24B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585" y="2098777"/>
                        <a:ext cx="190500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BCA8154-8544-4A8A-AA5D-25BD0F77C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576567"/>
              </p:ext>
            </p:extLst>
          </p:nvPr>
        </p:nvGraphicFramePr>
        <p:xfrm>
          <a:off x="6476913" y="2106793"/>
          <a:ext cx="19050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23" name="Equation" r:id="rId24" imgW="190440" imgH="279360" progId="Equation.DSMT4">
                  <p:embed/>
                </p:oleObj>
              </mc:Choice>
              <mc:Fallback>
                <p:oleObj name="Equation" r:id="rId24" imgW="190440" imgH="27936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66E56A5A-6592-4DA9-805A-6EA44E9187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913" y="2106793"/>
                        <a:ext cx="190500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26082CBF-9004-4B50-9ED9-1FA03125E71B}"/>
              </a:ext>
            </a:extLst>
          </p:cNvPr>
          <p:cNvGrpSpPr/>
          <p:nvPr/>
        </p:nvGrpSpPr>
        <p:grpSpPr>
          <a:xfrm>
            <a:off x="1603003" y="2699254"/>
            <a:ext cx="2202630" cy="742156"/>
            <a:chOff x="1800200" y="2549674"/>
            <a:chExt cx="2202630" cy="74215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5250596-3DC3-4C27-A83D-AB013BE11CD7}"/>
                </a:ext>
              </a:extLst>
            </p:cNvPr>
            <p:cNvSpPr/>
            <p:nvPr/>
          </p:nvSpPr>
          <p:spPr>
            <a:xfrm>
              <a:off x="3445224" y="2571750"/>
              <a:ext cx="5576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rgbClr val="0064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凹       </a:t>
              </a:r>
              <a:endParaRPr lang="zh-CN" altLang="en-US" sz="2400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652EBF1-4204-4234-99C3-80499712C562}"/>
                </a:ext>
              </a:extLst>
            </p:cNvPr>
            <p:cNvGrpSpPr/>
            <p:nvPr/>
          </p:nvGrpSpPr>
          <p:grpSpPr>
            <a:xfrm>
              <a:off x="1800200" y="2549674"/>
              <a:ext cx="1187624" cy="742156"/>
              <a:chOff x="1475656" y="461442"/>
              <a:chExt cx="1187624" cy="742156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14B77505-107E-4F06-9C37-76FDA3BD63E9}"/>
                  </a:ext>
                </a:extLst>
              </p:cNvPr>
              <p:cNvSpPr/>
              <p:nvPr/>
            </p:nvSpPr>
            <p:spPr>
              <a:xfrm>
                <a:off x="1475656" y="741933"/>
                <a:ext cx="118762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的图形</a:t>
                </a:r>
                <a:endPara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9A873D15-DAC0-4A93-8C3B-487EE3745F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21628727"/>
                  </p:ext>
                </p:extLst>
              </p:nvPr>
            </p:nvGraphicFramePr>
            <p:xfrm>
              <a:off x="1533525" y="461442"/>
              <a:ext cx="1104900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7624" name="Equation" r:id="rId25" imgW="1104840" imgH="342720" progId="Equation.DSMT4">
                      <p:embed/>
                    </p:oleObj>
                  </mc:Choice>
                  <mc:Fallback>
                    <p:oleObj name="Equation" r:id="rId25" imgW="1104840" imgH="342720" progId="Equation.DSMT4">
                      <p:embed/>
                      <p:pic>
                        <p:nvPicPr>
                          <p:cNvPr id="45" name="对象 44">
                            <a:extLst>
                              <a:ext uri="{FF2B5EF4-FFF2-40B4-BE49-F238E27FC236}">
                                <a16:creationId xmlns:a16="http://schemas.microsoft.com/office/drawing/2014/main" id="{D73F6763-D936-43A9-B31C-39F55E54F95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3525" y="461442"/>
                            <a:ext cx="1104900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82A5D9E-16D4-4BA1-8CAE-69660CD12A1A}"/>
              </a:ext>
            </a:extLst>
          </p:cNvPr>
          <p:cNvGrpSpPr/>
          <p:nvPr/>
        </p:nvGrpSpPr>
        <p:grpSpPr>
          <a:xfrm>
            <a:off x="4230787" y="2577314"/>
            <a:ext cx="864096" cy="745331"/>
            <a:chOff x="4427984" y="339502"/>
            <a:chExt cx="864096" cy="745331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0B0E35C-DFED-4EBC-AA2C-6754788D0B4C}"/>
                </a:ext>
              </a:extLst>
            </p:cNvPr>
            <p:cNvSpPr/>
            <p:nvPr/>
          </p:nvSpPr>
          <p:spPr>
            <a:xfrm>
              <a:off x="4427984" y="339502"/>
              <a:ext cx="8640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拐点</a:t>
              </a: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819DDA8E-5821-4A50-AAEF-7CA45DFAE5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9219309"/>
                </p:ext>
              </p:extLst>
            </p:nvPr>
          </p:nvGraphicFramePr>
          <p:xfrm>
            <a:off x="4499992" y="741933"/>
            <a:ext cx="76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25" name="Equation" r:id="rId27" imgW="761760" imgH="342720" progId="Equation.DSMT4">
                    <p:embed/>
                  </p:oleObj>
                </mc:Choice>
                <mc:Fallback>
                  <p:oleObj name="Equation" r:id="rId27" imgW="761760" imgH="342720" progId="Equation.DSMT4">
                    <p:embed/>
                    <p:pic>
                      <p:nvPicPr>
                        <p:cNvPr id="51" name="对象 50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499992" y="741933"/>
                          <a:ext cx="76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0FAA025-04B5-4F18-87A3-FBA58F47B99E}"/>
              </a:ext>
            </a:extLst>
          </p:cNvPr>
          <p:cNvGrpSpPr/>
          <p:nvPr/>
        </p:nvGrpSpPr>
        <p:grpSpPr>
          <a:xfrm>
            <a:off x="6140115" y="2577314"/>
            <a:ext cx="864096" cy="744984"/>
            <a:chOff x="6337312" y="339502"/>
            <a:chExt cx="864096" cy="744984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593B585-44CC-4F98-B1CF-D5EFF65B47B3}"/>
                </a:ext>
              </a:extLst>
            </p:cNvPr>
            <p:cNvSpPr/>
            <p:nvPr/>
          </p:nvSpPr>
          <p:spPr>
            <a:xfrm>
              <a:off x="6337312" y="339502"/>
              <a:ext cx="8640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拐点</a:t>
              </a:r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A5D86B74-4A8A-449C-8279-97C80618BB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6086215"/>
                </p:ext>
              </p:extLst>
            </p:nvPr>
          </p:nvGraphicFramePr>
          <p:xfrm>
            <a:off x="6438454" y="741586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26" name="Equation" r:id="rId29" imgW="660240" imgH="342720" progId="Equation.DSMT4">
                    <p:embed/>
                  </p:oleObj>
                </mc:Choice>
                <mc:Fallback>
                  <p:oleObj name="Equation" r:id="rId29" imgW="660240" imgH="342720" progId="Equation.DSMT4">
                    <p:embed/>
                    <p:pic>
                      <p:nvPicPr>
                        <p:cNvPr id="61" name="对象 60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6438454" y="741586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9398976-F765-4494-AF4C-ACAC41EEA613}"/>
              </a:ext>
            </a:extLst>
          </p:cNvPr>
          <p:cNvGrpSpPr/>
          <p:nvPr/>
        </p:nvGrpSpPr>
        <p:grpSpPr>
          <a:xfrm>
            <a:off x="737891" y="267494"/>
            <a:ext cx="7525344" cy="461665"/>
            <a:chOff x="683568" y="555526"/>
            <a:chExt cx="7525344" cy="461665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81E36A8-3955-436B-AF13-8B84F4C4A60A}"/>
                </a:ext>
              </a:extLst>
            </p:cNvPr>
            <p:cNvSpPr/>
            <p:nvPr/>
          </p:nvSpPr>
          <p:spPr>
            <a:xfrm>
              <a:off x="683568" y="555526"/>
              <a:ext cx="75253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7 </a:t>
              </a:r>
              <a:r>
                <a:rPr kumimoji="1" lang="zh-CN" altLang="en-US" sz="2400" b="1" dirty="0">
                  <a:latin typeface="+mn-ea"/>
                </a:rPr>
                <a:t>求曲线                    的拐点及凹凸区间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6CCDACEC-E609-4764-A494-8F64891E87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0880803"/>
                </p:ext>
              </p:extLst>
            </p:nvPr>
          </p:nvGraphicFramePr>
          <p:xfrm>
            <a:off x="2468488" y="568325"/>
            <a:ext cx="2895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27" name="Equation" r:id="rId31" imgW="2869920" imgH="406080" progId="Equation.DSMT4">
                    <p:embed/>
                  </p:oleObj>
                </mc:Choice>
                <mc:Fallback>
                  <p:oleObj name="Equation" r:id="rId31" imgW="2869920" imgH="406080" progId="Equation.DSMT4">
                    <p:embed/>
                    <p:pic>
                      <p:nvPicPr>
                        <p:cNvPr id="73" name="对象 72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468488" y="568325"/>
                          <a:ext cx="2895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B8D1955A-07F4-4C9C-8BC0-B3D93D5EB670}"/>
              </a:ext>
            </a:extLst>
          </p:cNvPr>
          <p:cNvSpPr/>
          <p:nvPr/>
        </p:nvSpPr>
        <p:spPr>
          <a:xfrm>
            <a:off x="774403" y="1209162"/>
            <a:ext cx="574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kumimoji="1" lang="zh-CN" altLang="en-US" sz="2400" b="1" dirty="0">
                <a:latin typeface="+mn-ea"/>
              </a:rPr>
              <a:t>           </a:t>
            </a:r>
            <a:endParaRPr lang="zh-CN" altLang="en-US" sz="2400" dirty="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708D39F-C9F6-490C-9A10-A4A4A227E354}"/>
              </a:ext>
            </a:extLst>
          </p:cNvPr>
          <p:cNvCxnSpPr/>
          <p:nvPr/>
        </p:nvCxnSpPr>
        <p:spPr>
          <a:xfrm>
            <a:off x="270347" y="998691"/>
            <a:ext cx="8712968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E849EDD-F12C-40CA-A337-15BA8530892F}"/>
              </a:ext>
            </a:extLst>
          </p:cNvPr>
          <p:cNvGrpSpPr/>
          <p:nvPr/>
        </p:nvGrpSpPr>
        <p:grpSpPr>
          <a:xfrm>
            <a:off x="341415" y="3627817"/>
            <a:ext cx="7921820" cy="461665"/>
            <a:chOff x="826644" y="3363838"/>
            <a:chExt cx="7921820" cy="461665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ABF82061-9DBB-4332-9843-3AE3217775E9}"/>
                </a:ext>
              </a:extLst>
            </p:cNvPr>
            <p:cNvSpPr/>
            <p:nvPr/>
          </p:nvSpPr>
          <p:spPr>
            <a:xfrm>
              <a:off x="826644" y="3363838"/>
              <a:ext cx="7921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曲线弧在      和      上是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凹的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在    上是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凸的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                      </a:t>
              </a:r>
              <a:endParaRPr lang="zh-CN" altLang="en-US" sz="2400" dirty="0"/>
            </a:p>
          </p:txBody>
        </p: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FA86D9B0-9ECC-4738-A124-946171E5F5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0471627"/>
                </p:ext>
              </p:extLst>
            </p:nvPr>
          </p:nvGraphicFramePr>
          <p:xfrm>
            <a:off x="2195736" y="3436436"/>
            <a:ext cx="825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28" name="Equation" r:id="rId33" imgW="825480" imgH="342720" progId="Equation.DSMT4">
                    <p:embed/>
                  </p:oleObj>
                </mc:Choice>
                <mc:Fallback>
                  <p:oleObj name="Equation" r:id="rId33" imgW="825480" imgH="342720" progId="Equation.DSMT4">
                    <p:embed/>
                    <p:pic>
                      <p:nvPicPr>
                        <p:cNvPr id="78" name="对象 77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2195736" y="3436436"/>
                          <a:ext cx="825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0799345F-9D12-46FC-BD49-28BE750585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6778895"/>
                </p:ext>
              </p:extLst>
            </p:nvPr>
          </p:nvGraphicFramePr>
          <p:xfrm>
            <a:off x="3419872" y="3447102"/>
            <a:ext cx="876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29" name="Equation" r:id="rId35" imgW="876240" imgH="342720" progId="Equation.DSMT4">
                    <p:embed/>
                  </p:oleObj>
                </mc:Choice>
                <mc:Fallback>
                  <p:oleObj name="Equation" r:id="rId35" imgW="876240" imgH="342720" progId="Equation.DSMT4">
                    <p:embed/>
                    <p:pic>
                      <p:nvPicPr>
                        <p:cNvPr id="79" name="对象 78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419872" y="3447102"/>
                          <a:ext cx="876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1A146E33-8266-45F5-AFD1-FF166154DD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0348924"/>
                </p:ext>
              </p:extLst>
            </p:nvPr>
          </p:nvGraphicFramePr>
          <p:xfrm>
            <a:off x="6012160" y="3435846"/>
            <a:ext cx="571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30" name="Equation" r:id="rId37" imgW="571320" imgH="330120" progId="Equation.DSMT4">
                    <p:embed/>
                  </p:oleObj>
                </mc:Choice>
                <mc:Fallback>
                  <p:oleObj name="Equation" r:id="rId37" imgW="571320" imgH="330120" progId="Equation.DSMT4">
                    <p:embed/>
                    <p:pic>
                      <p:nvPicPr>
                        <p:cNvPr id="80" name="对象 79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6012160" y="3435846"/>
                          <a:ext cx="571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DD7000C-1C3F-4396-A765-83BD9FD7E170}"/>
              </a:ext>
            </a:extLst>
          </p:cNvPr>
          <p:cNvGrpSpPr/>
          <p:nvPr/>
        </p:nvGrpSpPr>
        <p:grpSpPr>
          <a:xfrm>
            <a:off x="341415" y="4203881"/>
            <a:ext cx="7921820" cy="461665"/>
            <a:chOff x="826644" y="4085659"/>
            <a:chExt cx="7921820" cy="461665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6C371C4-ECC6-48AF-AC26-DB464C4D6471}"/>
                </a:ext>
              </a:extLst>
            </p:cNvPr>
            <p:cNvSpPr/>
            <p:nvPr/>
          </p:nvSpPr>
          <p:spPr>
            <a:xfrm>
              <a:off x="826644" y="4085659"/>
              <a:ext cx="7921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拐点为      和      </a:t>
              </a:r>
              <a:r>
                <a:rPr kumimoji="1" lang="en-US" altLang="zh-CN" sz="2400" b="1" dirty="0">
                  <a:latin typeface="+mn-ea"/>
                </a:rPr>
                <a:t>.</a:t>
              </a:r>
              <a:r>
                <a:rPr kumimoji="1" lang="zh-CN" altLang="en-US" sz="2400" b="1" dirty="0">
                  <a:latin typeface="+mn-ea"/>
                </a:rPr>
                <a:t> </a:t>
              </a:r>
              <a:endParaRPr lang="zh-CN" altLang="en-US" sz="2400" dirty="0"/>
            </a:p>
          </p:txBody>
        </p:sp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429FA64C-188E-4EEA-9121-105A34364A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6251676"/>
                </p:ext>
              </p:extLst>
            </p:nvPr>
          </p:nvGraphicFramePr>
          <p:xfrm>
            <a:off x="1937792" y="4149339"/>
            <a:ext cx="76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31" name="Equation" r:id="rId39" imgW="761760" imgH="342720" progId="Equation.DSMT4">
                    <p:embed/>
                  </p:oleObj>
                </mc:Choice>
                <mc:Fallback>
                  <p:oleObj name="Equation" r:id="rId39" imgW="761760" imgH="342720" progId="Equation.DSMT4">
                    <p:embed/>
                    <p:pic>
                      <p:nvPicPr>
                        <p:cNvPr id="83" name="对象 82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937792" y="4149339"/>
                          <a:ext cx="76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27F9A801-D22A-4B3D-A286-C32951C7E7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910888"/>
                </p:ext>
              </p:extLst>
            </p:nvPr>
          </p:nvGraphicFramePr>
          <p:xfrm>
            <a:off x="3204220" y="4156058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32" name="Equation" r:id="rId41" imgW="647640" imgH="342720" progId="Equation.DSMT4">
                    <p:embed/>
                  </p:oleObj>
                </mc:Choice>
                <mc:Fallback>
                  <p:oleObj name="Equation" r:id="rId41" imgW="647640" imgH="342720" progId="Equation.DSMT4">
                    <p:embed/>
                    <p:pic>
                      <p:nvPicPr>
                        <p:cNvPr id="84" name="对象 83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3204220" y="4156058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1137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A54680-D8D1-43EA-B7C9-0B249390ADAE}"/>
              </a:ext>
            </a:extLst>
          </p:cNvPr>
          <p:cNvSpPr/>
          <p:nvPr/>
        </p:nvSpPr>
        <p:spPr>
          <a:xfrm>
            <a:off x="755576" y="267494"/>
            <a:ext cx="8316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8 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证明           </a:t>
            </a:r>
            <a:r>
              <a:rPr kumimoji="1" lang="zh-CN" altLang="en-US" sz="2400" b="1" dirty="0">
                <a:latin typeface="+mn-ea"/>
              </a:rPr>
              <a:t>时，                        当且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ACA4AB4-B728-44A1-9742-066957287B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974052"/>
              </p:ext>
            </p:extLst>
          </p:nvPr>
        </p:nvGraphicFramePr>
        <p:xfrm>
          <a:off x="2267744" y="338733"/>
          <a:ext cx="139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16" name="Equation" r:id="rId3" imgW="1384200" imgH="342720" progId="Equation.DSMT4">
                  <p:embed/>
                </p:oleObj>
              </mc:Choice>
              <mc:Fallback>
                <p:oleObj name="Equation" r:id="rId3" imgW="1384200" imgH="34272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338733"/>
                        <a:ext cx="139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59B2484-CD27-4D8C-BA73-3B71175572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979347"/>
              </p:ext>
            </p:extLst>
          </p:nvPr>
        </p:nvGraphicFramePr>
        <p:xfrm>
          <a:off x="4314255" y="136277"/>
          <a:ext cx="380523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17" name="Equation" r:id="rId5" imgW="3771720" imgH="723600" progId="Equation.DSMT4">
                  <p:embed/>
                </p:oleObj>
              </mc:Choice>
              <mc:Fallback>
                <p:oleObj name="Equation" r:id="rId5" imgW="3771720" imgH="7236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255" y="136277"/>
                        <a:ext cx="380523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CD7CCEC-49D6-4AE3-B46A-5B2928C5F1F8}"/>
              </a:ext>
            </a:extLst>
          </p:cNvPr>
          <p:cNvSpPr/>
          <p:nvPr/>
        </p:nvSpPr>
        <p:spPr>
          <a:xfrm>
            <a:off x="107504" y="895301"/>
            <a:ext cx="3456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仅当     时等号成立</a:t>
            </a:r>
            <a:r>
              <a:rPr kumimoji="1" lang="en-US" altLang="zh-CN" sz="2400" b="1" dirty="0">
                <a:latin typeface="+mn-ea"/>
              </a:rPr>
              <a:t>.</a:t>
            </a:r>
            <a:r>
              <a:rPr kumimoji="1" lang="zh-CN" altLang="en-US" sz="2400" b="1" dirty="0"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99D5518-963F-4EAD-8438-99488A17A5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544800"/>
              </p:ext>
            </p:extLst>
          </p:nvPr>
        </p:nvGraphicFramePr>
        <p:xfrm>
          <a:off x="899592" y="1059582"/>
          <a:ext cx="679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18" name="Equation" r:id="rId7" imgW="672840" imgH="266400" progId="Equation.DSMT4">
                  <p:embed/>
                </p:oleObj>
              </mc:Choice>
              <mc:Fallback>
                <p:oleObj name="Equation" r:id="rId7" imgW="672840" imgH="2664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059582"/>
                        <a:ext cx="679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E0266F16-F2E2-4C73-B2B8-07BCD0B458D9}"/>
              </a:ext>
            </a:extLst>
          </p:cNvPr>
          <p:cNvSpPr/>
          <p:nvPr/>
        </p:nvSpPr>
        <p:spPr>
          <a:xfrm>
            <a:off x="611560" y="1635646"/>
            <a:ext cx="8316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证   </a:t>
            </a:r>
            <a:r>
              <a:rPr lang="zh-CN" altLang="en-US" sz="2400" b="1" dirty="0"/>
              <a:t>不等式变形为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19BFF6B-0B9A-44D3-A511-15CD0D905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993389"/>
              </p:ext>
            </p:extLst>
          </p:nvPr>
        </p:nvGraphicFramePr>
        <p:xfrm>
          <a:off x="3069655" y="1472952"/>
          <a:ext cx="369093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19" name="Equation" r:id="rId9" imgW="3657600" imgH="723600" progId="Equation.DSMT4">
                  <p:embed/>
                </p:oleObj>
              </mc:Choice>
              <mc:Fallback>
                <p:oleObj name="Equation" r:id="rId9" imgW="3657600" imgH="7236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9655" y="1472952"/>
                        <a:ext cx="369093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5464029-C62B-4362-A9C3-33E65826226C}"/>
              </a:ext>
            </a:extLst>
          </p:cNvPr>
          <p:cNvSpPr/>
          <p:nvPr/>
        </p:nvSpPr>
        <p:spPr>
          <a:xfrm>
            <a:off x="721172" y="2273052"/>
            <a:ext cx="3130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设 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3CFAB05-B149-486C-BD2B-8BC2F0E6D3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582823"/>
              </p:ext>
            </p:extLst>
          </p:nvPr>
        </p:nvGraphicFramePr>
        <p:xfrm>
          <a:off x="1331640" y="2332434"/>
          <a:ext cx="231933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20" name="Equation" r:id="rId11" imgW="2298600" imgH="342720" progId="Equation.DSMT4">
                  <p:embed/>
                </p:oleObj>
              </mc:Choice>
              <mc:Fallback>
                <p:oleObj name="Equation" r:id="rId11" imgW="2298600" imgH="34272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332434"/>
                        <a:ext cx="231933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AA6F068-D635-4C9C-94F9-2DB91BC84D74}"/>
              </a:ext>
            </a:extLst>
          </p:cNvPr>
          <p:cNvSpPr/>
          <p:nvPr/>
        </p:nvSpPr>
        <p:spPr>
          <a:xfrm>
            <a:off x="3869184" y="2273052"/>
            <a:ext cx="5593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则 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64B5677-C62C-4054-8359-EFF3E2BF2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682692"/>
              </p:ext>
            </p:extLst>
          </p:nvPr>
        </p:nvGraphicFramePr>
        <p:xfrm>
          <a:off x="4428555" y="2317849"/>
          <a:ext cx="17557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21" name="Equation" r:id="rId13" imgW="1739880" imgH="355320" progId="Equation.DSMT4">
                  <p:embed/>
                </p:oleObj>
              </mc:Choice>
              <mc:Fallback>
                <p:oleObj name="Equation" r:id="rId13" imgW="1739880" imgH="35532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8555" y="2317849"/>
                        <a:ext cx="17557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A381045-267E-4560-B2A1-64DEF5303C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97607"/>
              </p:ext>
            </p:extLst>
          </p:nvPr>
        </p:nvGraphicFramePr>
        <p:xfrm>
          <a:off x="6285930" y="2096840"/>
          <a:ext cx="16922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22" name="Equation" r:id="rId15" imgW="1676160" imgH="736560" progId="Equation.DSMT4">
                  <p:embed/>
                </p:oleObj>
              </mc:Choice>
              <mc:Fallback>
                <p:oleObj name="Equation" r:id="rId15" imgW="1676160" imgH="73656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5930" y="2096840"/>
                        <a:ext cx="16922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B1405EAE-7EF9-4ED4-926A-F38B3EB92B46}"/>
              </a:ext>
            </a:extLst>
          </p:cNvPr>
          <p:cNvGrpSpPr/>
          <p:nvPr/>
        </p:nvGrpSpPr>
        <p:grpSpPr>
          <a:xfrm>
            <a:off x="107504" y="2944614"/>
            <a:ext cx="5328592" cy="461665"/>
            <a:chOff x="179512" y="3376662"/>
            <a:chExt cx="5328592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0F9257B-FD4C-465F-A344-CF994B442197}"/>
                </a:ext>
              </a:extLst>
            </p:cNvPr>
            <p:cNvSpPr/>
            <p:nvPr/>
          </p:nvSpPr>
          <p:spPr>
            <a:xfrm>
              <a:off x="179512" y="3376662"/>
              <a:ext cx="53285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则曲线          在      上为凹的，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DA5D614-CFC0-4FAD-9CB7-7894A2FB7B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0609258"/>
                </p:ext>
              </p:extLst>
            </p:nvPr>
          </p:nvGraphicFramePr>
          <p:xfrm>
            <a:off x="1331640" y="3436044"/>
            <a:ext cx="1485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623" name="Equation" r:id="rId17" imgW="1473120" imgH="342720" progId="Equation.DSMT4">
                    <p:embed/>
                  </p:oleObj>
                </mc:Choice>
                <mc:Fallback>
                  <p:oleObj name="Equation" r:id="rId17" imgW="1473120" imgH="342720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3436044"/>
                          <a:ext cx="1485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B7B52DAD-205C-479D-88B1-6A6A719988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5166773"/>
                </p:ext>
              </p:extLst>
            </p:nvPr>
          </p:nvGraphicFramePr>
          <p:xfrm>
            <a:off x="3044254" y="3436044"/>
            <a:ext cx="896938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624" name="Equation" r:id="rId19" imgW="888840" imgH="342720" progId="Equation.DSMT4">
                    <p:embed/>
                  </p:oleObj>
                </mc:Choice>
                <mc:Fallback>
                  <p:oleObj name="Equation" r:id="rId19" imgW="888840" imgH="34272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4254" y="3436044"/>
                          <a:ext cx="896938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46D4B7E-BF1A-4B84-895A-84CC1E5F6C37}"/>
              </a:ext>
            </a:extLst>
          </p:cNvPr>
          <p:cNvGrpSpPr/>
          <p:nvPr/>
        </p:nvGrpSpPr>
        <p:grpSpPr>
          <a:xfrm>
            <a:off x="5208612" y="2944613"/>
            <a:ext cx="3395836" cy="461665"/>
            <a:chOff x="5280620" y="3376661"/>
            <a:chExt cx="3395836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420482-D848-453B-9AE6-0AD9ECA55DC0}"/>
                </a:ext>
              </a:extLst>
            </p:cNvPr>
            <p:cNvSpPr/>
            <p:nvPr/>
          </p:nvSpPr>
          <p:spPr>
            <a:xfrm>
              <a:off x="5280620" y="3376661"/>
              <a:ext cx="3395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故对任意</a:t>
              </a:r>
              <a:endParaRPr lang="zh-CN" altLang="en-US" sz="2400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49EA3324-769F-4F5C-8BBB-8C5EA8EAF0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1105064"/>
                </p:ext>
              </p:extLst>
            </p:nvPr>
          </p:nvGraphicFramePr>
          <p:xfrm>
            <a:off x="7035428" y="3436043"/>
            <a:ext cx="1460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625" name="Equation" r:id="rId21" imgW="1447560" imgH="342720" progId="Equation.DSMT4">
                    <p:embed/>
                  </p:oleObj>
                </mc:Choice>
                <mc:Fallback>
                  <p:oleObj name="Equation" r:id="rId21" imgW="1447560" imgH="34272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5428" y="3436043"/>
                          <a:ext cx="1460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926C739-DA39-49F1-9198-B6C55967655C}"/>
              </a:ext>
            </a:extLst>
          </p:cNvPr>
          <p:cNvGrpSpPr/>
          <p:nvPr/>
        </p:nvGrpSpPr>
        <p:grpSpPr>
          <a:xfrm>
            <a:off x="215516" y="3553415"/>
            <a:ext cx="2088232" cy="461665"/>
            <a:chOff x="2213484" y="3961353"/>
            <a:chExt cx="2088232" cy="461665"/>
          </a:xfrm>
        </p:grpSpPr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5EE8C915-9D53-4BEB-9037-FB9A9AA140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8864137"/>
                </p:ext>
              </p:extLst>
            </p:nvPr>
          </p:nvGraphicFramePr>
          <p:xfrm>
            <a:off x="2627784" y="4096692"/>
            <a:ext cx="74295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626" name="Equation" r:id="rId23" imgW="736560" imgH="291960" progId="Equation.DSMT4">
                    <p:embed/>
                  </p:oleObj>
                </mc:Choice>
                <mc:Fallback>
                  <p:oleObj name="Equation" r:id="rId23" imgW="736560" imgH="29196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7784" y="4096692"/>
                          <a:ext cx="74295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3B2CD39-ABE0-45B9-A517-6CA93EF0E7F2}"/>
                </a:ext>
              </a:extLst>
            </p:cNvPr>
            <p:cNvSpPr/>
            <p:nvPr/>
          </p:nvSpPr>
          <p:spPr>
            <a:xfrm>
              <a:off x="2213484" y="3961353"/>
              <a:ext cx="20882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且      有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9180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7584" y="398612"/>
            <a:ext cx="8316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8 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证明           </a:t>
            </a:r>
            <a:r>
              <a:rPr kumimoji="1" lang="zh-CN" altLang="en-US" sz="2400" b="1" dirty="0">
                <a:latin typeface="+mn-ea"/>
              </a:rPr>
              <a:t>时，                        当且</a:t>
            </a:r>
            <a:endParaRPr lang="zh-CN" altLang="en-US" sz="24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713128"/>
              </p:ext>
            </p:extLst>
          </p:nvPr>
        </p:nvGraphicFramePr>
        <p:xfrm>
          <a:off x="2339752" y="469851"/>
          <a:ext cx="139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49" name="Equation" r:id="rId3" imgW="1384200" imgH="342720" progId="Equation.DSMT4">
                  <p:embed/>
                </p:oleObj>
              </mc:Choice>
              <mc:Fallback>
                <p:oleObj name="Equation" r:id="rId3" imgW="1384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469851"/>
                        <a:ext cx="139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08550"/>
              </p:ext>
            </p:extLst>
          </p:nvPr>
        </p:nvGraphicFramePr>
        <p:xfrm>
          <a:off x="4500563" y="267494"/>
          <a:ext cx="35750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50" name="Equation" r:id="rId5" imgW="3543120" imgH="723600" progId="Equation.DSMT4">
                  <p:embed/>
                </p:oleObj>
              </mc:Choice>
              <mc:Fallback>
                <p:oleObj name="Equation" r:id="rId5" imgW="354312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67494"/>
                        <a:ext cx="357505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79512" y="1026419"/>
            <a:ext cx="8316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仅当     时等号成立</a:t>
            </a:r>
            <a:r>
              <a:rPr kumimoji="1" lang="en-US" altLang="zh-CN" sz="2400" b="1" dirty="0">
                <a:latin typeface="+mn-ea"/>
              </a:rPr>
              <a:t>.</a:t>
            </a:r>
            <a:r>
              <a:rPr kumimoji="1" lang="zh-CN" altLang="en-US" sz="2400" b="1" dirty="0"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563870"/>
              </p:ext>
            </p:extLst>
          </p:nvPr>
        </p:nvGraphicFramePr>
        <p:xfrm>
          <a:off x="971600" y="1190700"/>
          <a:ext cx="679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51" name="Equation" r:id="rId7" imgW="672840" imgH="266400" progId="Equation.DSMT4">
                  <p:embed/>
                </p:oleObj>
              </mc:Choice>
              <mc:Fallback>
                <p:oleObj name="Equation" r:id="rId7" imgW="6728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190700"/>
                        <a:ext cx="679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44C5AD4-45A0-4627-ABDF-6540A852EB17}"/>
              </a:ext>
            </a:extLst>
          </p:cNvPr>
          <p:cNvCxnSpPr/>
          <p:nvPr/>
        </p:nvCxnSpPr>
        <p:spPr>
          <a:xfrm>
            <a:off x="198276" y="1491378"/>
            <a:ext cx="8712968" cy="0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713796"/>
              </p:ext>
            </p:extLst>
          </p:nvPr>
        </p:nvGraphicFramePr>
        <p:xfrm>
          <a:off x="1923505" y="1573734"/>
          <a:ext cx="30622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52" name="Equation" r:id="rId9" imgW="3035160" imgH="723600" progId="Equation.DSMT4">
                  <p:embed/>
                </p:oleObj>
              </mc:Choice>
              <mc:Fallback>
                <p:oleObj name="Equation" r:id="rId9" imgW="3035160" imgH="723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3505" y="1573734"/>
                        <a:ext cx="30622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892568" y="2845655"/>
            <a:ext cx="833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即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723485"/>
              </p:ext>
            </p:extLst>
          </p:nvPr>
        </p:nvGraphicFramePr>
        <p:xfrm>
          <a:off x="2123728" y="2672664"/>
          <a:ext cx="36925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53" name="Equation" r:id="rId11" imgW="3657600" imgH="723600" progId="Equation.DSMT4">
                  <p:embed/>
                </p:oleObj>
              </mc:Choice>
              <mc:Fallback>
                <p:oleObj name="Equation" r:id="rId11" imgW="3657600" imgH="7236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672664"/>
                        <a:ext cx="36925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179512" y="3867894"/>
            <a:ext cx="8316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 </a:t>
            </a:r>
            <a:endParaRPr lang="zh-CN" altLang="en-US" sz="2400" b="1" dirty="0"/>
          </a:p>
        </p:txBody>
      </p:sp>
      <p:grpSp>
        <p:nvGrpSpPr>
          <p:cNvPr id="17" name="组合 16"/>
          <p:cNvGrpSpPr/>
          <p:nvPr/>
        </p:nvGrpSpPr>
        <p:grpSpPr>
          <a:xfrm>
            <a:off x="880554" y="3549336"/>
            <a:ext cx="3835462" cy="461665"/>
            <a:chOff x="198276" y="3219822"/>
            <a:chExt cx="3835462" cy="461665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8143678"/>
                </p:ext>
              </p:extLst>
            </p:nvPr>
          </p:nvGraphicFramePr>
          <p:xfrm>
            <a:off x="791816" y="3381772"/>
            <a:ext cx="679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754" name="Equation" r:id="rId13" imgW="672840" imgH="266400" progId="Equation.DSMT4">
                    <p:embed/>
                  </p:oleObj>
                </mc:Choice>
                <mc:Fallback>
                  <p:oleObj name="Equation" r:id="rId13" imgW="672840" imgH="266400" progId="Equation.DSMT4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816" y="3381772"/>
                          <a:ext cx="679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/>
            <p:cNvSpPr/>
            <p:nvPr/>
          </p:nvSpPr>
          <p:spPr>
            <a:xfrm>
              <a:off x="198276" y="3219822"/>
              <a:ext cx="383546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且             时可取到等号</a:t>
              </a:r>
              <a:r>
                <a:rPr lang="en-US" altLang="zh-CN" sz="2400" b="1" dirty="0"/>
                <a:t>.</a:t>
              </a:r>
              <a:endParaRPr lang="zh-CN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8362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6156A31-DF21-435B-A96A-A3B650EE068D}"/>
              </a:ext>
            </a:extLst>
          </p:cNvPr>
          <p:cNvSpPr/>
          <p:nvPr/>
        </p:nvSpPr>
        <p:spPr>
          <a:xfrm>
            <a:off x="626931" y="367009"/>
            <a:ext cx="11888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练习题</a:t>
            </a:r>
            <a:endParaRPr lang="zh-CN" altLang="en-US" sz="24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2D5517E-EE77-418C-820D-735A9E7F4FCD}"/>
              </a:ext>
            </a:extLst>
          </p:cNvPr>
          <p:cNvGrpSpPr/>
          <p:nvPr/>
        </p:nvGrpSpPr>
        <p:grpSpPr>
          <a:xfrm>
            <a:off x="161268" y="531362"/>
            <a:ext cx="8821464" cy="1294406"/>
            <a:chOff x="144860" y="1108546"/>
            <a:chExt cx="8821464" cy="129440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3A2C953-920A-4656-86A2-6845EFF1D33E}"/>
                </a:ext>
              </a:extLst>
            </p:cNvPr>
            <p:cNvSpPr/>
            <p:nvPr/>
          </p:nvSpPr>
          <p:spPr>
            <a:xfrm>
              <a:off x="611560" y="1347614"/>
              <a:ext cx="81369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1.</a:t>
              </a:r>
              <a:r>
                <a:rPr kumimoji="1" lang="zh-CN" altLang="en-US" sz="2400" b="1" dirty="0">
                  <a:latin typeface="+mn-ea"/>
                </a:rPr>
                <a:t>设函数        由参数方程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2DB3F5E-E82C-4A1E-B07B-C1E4FC49BF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4698230"/>
                </p:ext>
              </p:extLst>
            </p:nvPr>
          </p:nvGraphicFramePr>
          <p:xfrm>
            <a:off x="1979712" y="1406996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79" name="Equation" r:id="rId3" imgW="1066680" imgH="342720" progId="Equation.DSMT4">
                    <p:embed/>
                  </p:oleObj>
                </mc:Choice>
                <mc:Fallback>
                  <p:oleObj name="Equation" r:id="rId3" imgW="1066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79712" y="1406996"/>
                          <a:ext cx="1066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FFAA114F-61FF-4426-A008-C9A99A5C2C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4543972"/>
                </p:ext>
              </p:extLst>
            </p:nvPr>
          </p:nvGraphicFramePr>
          <p:xfrm>
            <a:off x="4788024" y="1108546"/>
            <a:ext cx="1511300" cy="93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0" name="Equation" r:id="rId5" imgW="1511280" imgH="939600" progId="Equation.DSMT4">
                    <p:embed/>
                  </p:oleObj>
                </mc:Choice>
                <mc:Fallback>
                  <p:oleObj name="Equation" r:id="rId5" imgW="151128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88024" y="1108546"/>
                          <a:ext cx="1511300" cy="939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2466AEB-6765-4C9D-B907-FEC25BADF7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4746988"/>
                </p:ext>
              </p:extLst>
            </p:nvPr>
          </p:nvGraphicFramePr>
          <p:xfrm>
            <a:off x="6299324" y="1414463"/>
            <a:ext cx="2667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1" name="Equation" r:id="rId7" imgW="2666880" imgH="342720" progId="Equation.DSMT4">
                    <p:embed/>
                  </p:oleObj>
                </mc:Choice>
                <mc:Fallback>
                  <p:oleObj name="Equation" r:id="rId7" imgW="2666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299324" y="1414463"/>
                          <a:ext cx="2667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3F52482-3DD9-4E97-B428-EC39193056B1}"/>
                </a:ext>
              </a:extLst>
            </p:cNvPr>
            <p:cNvSpPr/>
            <p:nvPr/>
          </p:nvSpPr>
          <p:spPr>
            <a:xfrm>
              <a:off x="144860" y="1941287"/>
              <a:ext cx="81369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确定，则下列结论正确的有          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38D84B2-87C7-4577-AB62-66AF1C7B0921}"/>
                </a:ext>
              </a:extLst>
            </p:cNvPr>
            <p:cNvCxnSpPr>
              <a:cxnSpLocks/>
            </p:cNvCxnSpPr>
            <p:nvPr/>
          </p:nvCxnSpPr>
          <p:spPr>
            <a:xfrm>
              <a:off x="3906143" y="2392980"/>
              <a:ext cx="154773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B71D750-FAF7-4AAF-9B76-C7757E00BDCE}"/>
              </a:ext>
            </a:extLst>
          </p:cNvPr>
          <p:cNvGrpSpPr/>
          <p:nvPr/>
        </p:nvGrpSpPr>
        <p:grpSpPr>
          <a:xfrm>
            <a:off x="294743" y="2160431"/>
            <a:ext cx="5210113" cy="2192321"/>
            <a:chOff x="564405" y="2474267"/>
            <a:chExt cx="5210113" cy="219232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A8C2F85-A065-4618-B613-01798875708B}"/>
                </a:ext>
              </a:extLst>
            </p:cNvPr>
            <p:cNvSpPr/>
            <p:nvPr/>
          </p:nvSpPr>
          <p:spPr>
            <a:xfrm>
              <a:off x="564405" y="2474267"/>
              <a:ext cx="516295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     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             内单调递增；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55D3CB4-4821-4D85-AD13-9087D7920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3050519"/>
                </p:ext>
              </p:extLst>
            </p:nvPr>
          </p:nvGraphicFramePr>
          <p:xfrm>
            <a:off x="1043608" y="2560588"/>
            <a:ext cx="584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2" name="Equation" r:id="rId9" imgW="583920" imgH="342720" progId="Equation.DSMT4">
                    <p:embed/>
                  </p:oleObj>
                </mc:Choice>
                <mc:Fallback>
                  <p:oleObj name="Equation" r:id="rId9" imgW="5839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43608" y="2560588"/>
                          <a:ext cx="584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A385AB4C-1A11-43C6-97F4-9CED2FFA5F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7034494"/>
                </p:ext>
              </p:extLst>
            </p:nvPr>
          </p:nvGraphicFramePr>
          <p:xfrm>
            <a:off x="2012206" y="2474267"/>
            <a:ext cx="927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3" name="Equation" r:id="rId11" imgW="927000" imgH="406080" progId="Equation.DSMT4">
                    <p:embed/>
                  </p:oleObj>
                </mc:Choice>
                <mc:Fallback>
                  <p:oleObj name="Equation" r:id="rId11" imgW="9270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12206" y="2474267"/>
                          <a:ext cx="927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7ECB753-3969-4227-A235-53E80E18369E}"/>
                </a:ext>
              </a:extLst>
            </p:cNvPr>
            <p:cNvSpPr/>
            <p:nvPr/>
          </p:nvSpPr>
          <p:spPr>
            <a:xfrm>
              <a:off x="585724" y="3098602"/>
              <a:ext cx="516295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     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             内单调递减；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66CC526-A119-447B-BCE4-B17D2CABC9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9431941"/>
                </p:ext>
              </p:extLst>
            </p:nvPr>
          </p:nvGraphicFramePr>
          <p:xfrm>
            <a:off x="1119648" y="3179994"/>
            <a:ext cx="584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4" name="Equation" r:id="rId13" imgW="583920" imgH="342720" progId="Equation.DSMT4">
                    <p:embed/>
                  </p:oleObj>
                </mc:Choice>
                <mc:Fallback>
                  <p:oleObj name="Equation" r:id="rId13" imgW="58392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55D3CB4-4821-4D85-AD13-9087D792059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19648" y="3179994"/>
                          <a:ext cx="584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7273B443-0459-4B6A-8C38-03837AA76A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817569"/>
                </p:ext>
              </p:extLst>
            </p:nvPr>
          </p:nvGraphicFramePr>
          <p:xfrm>
            <a:off x="2072148" y="3116494"/>
            <a:ext cx="927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5" name="Equation" r:id="rId15" imgW="927000" imgH="406080" progId="Equation.DSMT4">
                    <p:embed/>
                  </p:oleObj>
                </mc:Choice>
                <mc:Fallback>
                  <p:oleObj name="Equation" r:id="rId15" imgW="927000" imgH="4060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A385AB4C-1A11-43C6-97F4-9CED2FFA5F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072148" y="3116494"/>
                          <a:ext cx="927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BB2DCEE-213F-426B-8CE7-BCEC7661A0E0}"/>
                </a:ext>
              </a:extLst>
            </p:cNvPr>
            <p:cNvSpPr/>
            <p:nvPr/>
          </p:nvSpPr>
          <p:spPr>
            <a:xfrm>
              <a:off x="611560" y="3635853"/>
              <a:ext cx="516295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   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             内凹；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E5429A2-CCAB-46D7-88A0-58E01D4D99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6446649"/>
                </p:ext>
              </p:extLst>
            </p:nvPr>
          </p:nvGraphicFramePr>
          <p:xfrm>
            <a:off x="1728463" y="3708451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6" name="Equation" r:id="rId17" imgW="1066680" imgH="342720" progId="Equation.DSMT4">
                    <p:embed/>
                  </p:oleObj>
                </mc:Choice>
                <mc:Fallback>
                  <p:oleObj name="Equation" r:id="rId17" imgW="1066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728463" y="3708451"/>
                          <a:ext cx="1066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61CD836-5502-4BA0-BA37-4A616D4504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9926781"/>
                </p:ext>
              </p:extLst>
            </p:nvPr>
          </p:nvGraphicFramePr>
          <p:xfrm>
            <a:off x="3187245" y="3662925"/>
            <a:ext cx="927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7" name="Equation" r:id="rId19" imgW="927000" imgH="406080" progId="Equation.DSMT4">
                    <p:embed/>
                  </p:oleObj>
                </mc:Choice>
                <mc:Fallback>
                  <p:oleObj name="Equation" r:id="rId19" imgW="927000" imgH="4060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7273B443-0459-4B6A-8C38-03837AA76A2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87245" y="3662925"/>
                          <a:ext cx="927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F857980-8328-42AF-B8CA-81A95927800E}"/>
                </a:ext>
              </a:extLst>
            </p:cNvPr>
            <p:cNvSpPr/>
            <p:nvPr/>
          </p:nvSpPr>
          <p:spPr>
            <a:xfrm>
              <a:off x="611560" y="4204923"/>
              <a:ext cx="516295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(4)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   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             内凸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D37F9B9E-4763-4BAF-A896-274E132510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015894"/>
                </p:ext>
              </p:extLst>
            </p:nvPr>
          </p:nvGraphicFramePr>
          <p:xfrm>
            <a:off x="1728463" y="4277521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8" name="Equation" r:id="rId20" imgW="1066680" imgH="342720" progId="Equation.DSMT4">
                    <p:embed/>
                  </p:oleObj>
                </mc:Choice>
                <mc:Fallback>
                  <p:oleObj name="Equation" r:id="rId20" imgW="106668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AE5429A2-CCAB-46D7-88A0-58E01D4D998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728463" y="4277521"/>
                          <a:ext cx="1066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D892569-AF09-482B-AA83-9D1B7156D6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4863218"/>
                </p:ext>
              </p:extLst>
            </p:nvPr>
          </p:nvGraphicFramePr>
          <p:xfrm>
            <a:off x="3187245" y="4231995"/>
            <a:ext cx="927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189" name="Equation" r:id="rId22" imgW="927000" imgH="406080" progId="Equation.DSMT4">
                    <p:embed/>
                  </p:oleObj>
                </mc:Choice>
                <mc:Fallback>
                  <p:oleObj name="Equation" r:id="rId22" imgW="927000" imgH="4060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661CD836-5502-4BA0-BA37-4A616D4504C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87245" y="4231995"/>
                          <a:ext cx="927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EA16C8C-6AAD-40E2-8199-BBA9ED9E03E6}"/>
              </a:ext>
            </a:extLst>
          </p:cNvPr>
          <p:cNvCxnSpPr>
            <a:cxnSpLocks/>
          </p:cNvCxnSpPr>
          <p:nvPr/>
        </p:nvCxnSpPr>
        <p:spPr>
          <a:xfrm>
            <a:off x="4804432" y="1957776"/>
            <a:ext cx="0" cy="2990238"/>
          </a:xfrm>
          <a:prstGeom prst="line">
            <a:avLst/>
          </a:prstGeom>
          <a:ln w="22225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668E9113-F9BE-46F7-9A43-620A89AC00F6}"/>
              </a:ext>
            </a:extLst>
          </p:cNvPr>
          <p:cNvSpPr/>
          <p:nvPr/>
        </p:nvSpPr>
        <p:spPr>
          <a:xfrm>
            <a:off x="4894209" y="2105998"/>
            <a:ext cx="910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解析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60E7DF11-B30B-46D0-BF46-76CCB18BD0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498596"/>
              </p:ext>
            </p:extLst>
          </p:nvPr>
        </p:nvGraphicFramePr>
        <p:xfrm>
          <a:off x="5846684" y="1989782"/>
          <a:ext cx="2413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0" name="Equation" r:id="rId23" imgW="2412720" imgH="672840" progId="Equation.DSMT4">
                  <p:embed/>
                </p:oleObj>
              </mc:Choice>
              <mc:Fallback>
                <p:oleObj name="Equation" r:id="rId23" imgW="24127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846684" y="1989782"/>
                        <a:ext cx="24130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DD2E067D-01E0-498D-ACD8-CA73D83D03C4}"/>
              </a:ext>
            </a:extLst>
          </p:cNvPr>
          <p:cNvSpPr/>
          <p:nvPr/>
        </p:nvSpPr>
        <p:spPr>
          <a:xfrm>
            <a:off x="4910424" y="2795264"/>
            <a:ext cx="36263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符号不确定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084A92D0-F363-4155-9C53-5EAE7B8F5A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303908"/>
              </p:ext>
            </p:extLst>
          </p:nvPr>
        </p:nvGraphicFramePr>
        <p:xfrm>
          <a:off x="5057735" y="3537159"/>
          <a:ext cx="3860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1" name="Equation" r:id="rId25" imgW="3860640" imgH="761760" progId="Equation.DSMT4">
                  <p:embed/>
                </p:oleObj>
              </mc:Choice>
              <mc:Fallback>
                <p:oleObj name="Equation" r:id="rId25" imgW="3860640" imgH="76176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60E7DF11-B30B-46D0-BF46-76CCB18BD0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57735" y="3537159"/>
                        <a:ext cx="38608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5F2155BD-942D-461E-AA4A-6882EEBA1F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747213"/>
              </p:ext>
            </p:extLst>
          </p:nvPr>
        </p:nvGraphicFramePr>
        <p:xfrm>
          <a:off x="7451358" y="4228905"/>
          <a:ext cx="1181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92" name="Equation" r:id="rId27" imgW="1180800" imgH="317160" progId="Equation.DSMT4">
                  <p:embed/>
                </p:oleObj>
              </mc:Choice>
              <mc:Fallback>
                <p:oleObj name="Equation" r:id="rId27" imgW="118080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451358" y="4228905"/>
                        <a:ext cx="1181100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D180B962-B046-41B7-950E-C3011891B0BA}"/>
              </a:ext>
            </a:extLst>
          </p:cNvPr>
          <p:cNvSpPr/>
          <p:nvPr/>
        </p:nvSpPr>
        <p:spPr>
          <a:xfrm>
            <a:off x="-34871" y="3891087"/>
            <a:ext cx="6592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+mn-ea"/>
              </a:rPr>
              <a:t>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1905111-079E-46B9-86F1-A7375C53378A}"/>
              </a:ext>
            </a:extLst>
          </p:cNvPr>
          <p:cNvSpPr/>
          <p:nvPr/>
        </p:nvSpPr>
        <p:spPr>
          <a:xfrm>
            <a:off x="-17237" y="3367867"/>
            <a:ext cx="6592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+mn-ea"/>
              </a:rPr>
              <a:t>×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C90F447-9D9E-4301-B01D-36DE022B2094}"/>
              </a:ext>
            </a:extLst>
          </p:cNvPr>
          <p:cNvSpPr/>
          <p:nvPr/>
        </p:nvSpPr>
        <p:spPr>
          <a:xfrm>
            <a:off x="0" y="2806650"/>
            <a:ext cx="6592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+mn-ea"/>
              </a:rPr>
              <a:t>×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E70A4E1-03A7-426A-9804-0CFDD153A92D}"/>
              </a:ext>
            </a:extLst>
          </p:cNvPr>
          <p:cNvSpPr/>
          <p:nvPr/>
        </p:nvSpPr>
        <p:spPr>
          <a:xfrm>
            <a:off x="-52021" y="2207844"/>
            <a:ext cx="6592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+mn-ea"/>
              </a:rPr>
              <a:t>×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646E638-B03E-47E0-9372-48EB55CA2029}"/>
              </a:ext>
            </a:extLst>
          </p:cNvPr>
          <p:cNvSpPr/>
          <p:nvPr/>
        </p:nvSpPr>
        <p:spPr>
          <a:xfrm>
            <a:off x="4223692" y="1360690"/>
            <a:ext cx="620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53" grpId="0"/>
      <p:bldP spid="56" grpId="0"/>
      <p:bldP spid="57" grpId="0"/>
      <p:bldP spid="58" grpId="0"/>
      <p:bldP spid="5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B8F08F-6177-45AB-9BB4-651FF9223243}"/>
              </a:ext>
            </a:extLst>
          </p:cNvPr>
          <p:cNvSpPr/>
          <p:nvPr/>
        </p:nvSpPr>
        <p:spPr>
          <a:xfrm>
            <a:off x="827584" y="627534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2. </a:t>
            </a:r>
            <a:r>
              <a:rPr kumimoji="1" lang="zh-CN" altLang="en-US" sz="2400" b="1" dirty="0">
                <a:latin typeface="+mn-ea"/>
              </a:rPr>
              <a:t>若曲线                有拐点       求  的值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72AC40D-E286-4A71-B62F-55B9ADE073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880848"/>
              </p:ext>
            </p:extLst>
          </p:nvPr>
        </p:nvGraphicFramePr>
        <p:xfrm>
          <a:off x="2339020" y="627534"/>
          <a:ext cx="241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33" name="Equation" r:id="rId3" imgW="2412720" imgH="406080" progId="Equation.DSMT4">
                  <p:embed/>
                </p:oleObj>
              </mc:Choice>
              <mc:Fallback>
                <p:oleObj name="Equation" r:id="rId3" imgW="2412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020" y="627534"/>
                        <a:ext cx="2413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DD07EB3-907D-4E3D-B196-3CE479D89D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566995"/>
              </p:ext>
            </p:extLst>
          </p:nvPr>
        </p:nvGraphicFramePr>
        <p:xfrm>
          <a:off x="5724128" y="686916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34" name="Equation" r:id="rId5" imgW="863280" imgH="342720" progId="Equation.DSMT4">
                  <p:embed/>
                </p:oleObj>
              </mc:Choice>
              <mc:Fallback>
                <p:oleObj name="Equation" r:id="rId5" imgW="863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24128" y="686916"/>
                        <a:ext cx="863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F4CABBE-0A1F-40D9-B2EA-E294EE3E3A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617154"/>
              </p:ext>
            </p:extLst>
          </p:nvPr>
        </p:nvGraphicFramePr>
        <p:xfrm>
          <a:off x="7164288" y="718666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35" name="Equation" r:id="rId7" imgW="190440" imgH="279360" progId="Equation.DSMT4">
                  <p:embed/>
                </p:oleObj>
              </mc:Choice>
              <mc:Fallback>
                <p:oleObj name="Equation" r:id="rId7" imgW="190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64288" y="718666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3A52F21-B5AB-4F14-BA80-123BA6D0EB24}"/>
              </a:ext>
            </a:extLst>
          </p:cNvPr>
          <p:cNvSpPr/>
          <p:nvPr/>
        </p:nvSpPr>
        <p:spPr>
          <a:xfrm>
            <a:off x="837594" y="136661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sym typeface="+mn-ea"/>
              </a:rPr>
              <a:t>解</a:t>
            </a:r>
            <a:endParaRPr lang="zh-CN" altLang="en-US" sz="24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3CE9368-DA1A-4457-B1ED-12D5AFDE5FE7}"/>
              </a:ext>
            </a:extLst>
          </p:cNvPr>
          <p:cNvGrpSpPr/>
          <p:nvPr/>
        </p:nvGrpSpPr>
        <p:grpSpPr>
          <a:xfrm>
            <a:off x="1331640" y="1347614"/>
            <a:ext cx="7116420" cy="461665"/>
            <a:chOff x="1321630" y="1184597"/>
            <a:chExt cx="7116420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1224688-E04F-4C24-9E24-BB11C303A2CA}"/>
                </a:ext>
              </a:extLst>
            </p:cNvPr>
            <p:cNvSpPr/>
            <p:nvPr/>
          </p:nvSpPr>
          <p:spPr>
            <a:xfrm>
              <a:off x="1321630" y="1184597"/>
              <a:ext cx="71164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因为函数有连续的二阶导数，      为拐点，故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1E0D373-8DA1-4378-99B0-7129F38E35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1125400"/>
                </p:ext>
              </p:extLst>
            </p:nvPr>
          </p:nvGraphicFramePr>
          <p:xfrm>
            <a:off x="5324475" y="1244600"/>
            <a:ext cx="800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36" name="Equation" r:id="rId9" imgW="799920" imgH="342720" progId="Equation.DSMT4">
                    <p:embed/>
                  </p:oleObj>
                </mc:Choice>
                <mc:Fallback>
                  <p:oleObj name="Equation" r:id="rId9" imgW="7999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24475" y="1244600"/>
                          <a:ext cx="800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9A45F44-EB13-44E1-89F2-9BA813574D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060452"/>
              </p:ext>
            </p:extLst>
          </p:nvPr>
        </p:nvGraphicFramePr>
        <p:xfrm>
          <a:off x="3583473" y="1955305"/>
          <a:ext cx="1346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37" name="Equation" r:id="rId11" imgW="1346040" imgH="355320" progId="Equation.DSMT4">
                  <p:embed/>
                </p:oleObj>
              </mc:Choice>
              <mc:Fallback>
                <p:oleObj name="Equation" r:id="rId11" imgW="13460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83473" y="1955305"/>
                        <a:ext cx="1346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44F3CC1-223A-4FDF-BF56-D86B3F1F9A64}"/>
              </a:ext>
            </a:extLst>
          </p:cNvPr>
          <p:cNvSpPr/>
          <p:nvPr/>
        </p:nvSpPr>
        <p:spPr>
          <a:xfrm>
            <a:off x="981610" y="253156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而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E518C1A-67E1-4EA7-B904-7C39768CBF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954247"/>
              </p:ext>
            </p:extLst>
          </p:nvPr>
        </p:nvGraphicFramePr>
        <p:xfrm>
          <a:off x="1475656" y="2599830"/>
          <a:ext cx="160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38" name="Equation" r:id="rId13" imgW="1600200" imgH="355320" progId="Equation.DSMT4">
                  <p:embed/>
                </p:oleObj>
              </mc:Choice>
              <mc:Fallback>
                <p:oleObj name="Equation" r:id="rId13" imgW="16002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75656" y="2599830"/>
                        <a:ext cx="1600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21D1AAC8-E70C-4635-9780-DE83D3A3356D}"/>
              </a:ext>
            </a:extLst>
          </p:cNvPr>
          <p:cNvSpPr/>
          <p:nvPr/>
        </p:nvSpPr>
        <p:spPr>
          <a:xfrm>
            <a:off x="3075856" y="253156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故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E3C1305-0043-43CA-A6D3-384B4EBDA1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675987"/>
              </p:ext>
            </p:extLst>
          </p:nvPr>
        </p:nvGraphicFramePr>
        <p:xfrm>
          <a:off x="3501890" y="2599830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39" name="Equation" r:id="rId15" imgW="711000" imgH="279360" progId="Equation.DSMT4">
                  <p:embed/>
                </p:oleObj>
              </mc:Choice>
              <mc:Fallback>
                <p:oleObj name="Equation" r:id="rId15" imgW="711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01890" y="2599830"/>
                        <a:ext cx="711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4B022303-ECD6-422E-8B26-0F8093ABB845}"/>
              </a:ext>
            </a:extLst>
          </p:cNvPr>
          <p:cNvSpPr/>
          <p:nvPr/>
        </p:nvSpPr>
        <p:spPr>
          <a:xfrm>
            <a:off x="981610" y="333228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又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D475D97-FEC2-4D2A-94F4-7039E0762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79158"/>
              </p:ext>
            </p:extLst>
          </p:nvPr>
        </p:nvGraphicFramePr>
        <p:xfrm>
          <a:off x="1723890" y="3391670"/>
          <a:ext cx="213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40" name="Equation" r:id="rId17" imgW="2133360" imgH="342720" progId="Equation.DSMT4">
                  <p:embed/>
                </p:oleObj>
              </mc:Choice>
              <mc:Fallback>
                <p:oleObj name="Equation" r:id="rId17" imgW="2133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23890" y="3391670"/>
                        <a:ext cx="2133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BEDF2301-7810-4886-B9E2-E0366EE79436}"/>
              </a:ext>
            </a:extLst>
          </p:cNvPr>
          <p:cNvSpPr/>
          <p:nvPr/>
        </p:nvSpPr>
        <p:spPr>
          <a:xfrm>
            <a:off x="4161575" y="3272905"/>
            <a:ext cx="1788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所以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68D4C90-3F2C-41E8-958B-EEC52538A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377925"/>
              </p:ext>
            </p:extLst>
          </p:nvPr>
        </p:nvGraphicFramePr>
        <p:xfrm>
          <a:off x="5056632" y="3354839"/>
          <a:ext cx="698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41" name="Equation" r:id="rId19" imgW="698400" imgH="279360" progId="Equation.DSMT4">
                  <p:embed/>
                </p:oleObj>
              </mc:Choice>
              <mc:Fallback>
                <p:oleObj name="Equation" r:id="rId19" imgW="698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56632" y="3354839"/>
                        <a:ext cx="698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490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4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C76F11-CBD6-4BC2-9D2E-EC95289E05F1}"/>
              </a:ext>
            </a:extLst>
          </p:cNvPr>
          <p:cNvSpPr/>
          <p:nvPr/>
        </p:nvSpPr>
        <p:spPr>
          <a:xfrm>
            <a:off x="827584" y="411510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在点          的某邻域有               阶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导数，且       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78AC55C-531D-43B3-806B-66940CF313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590503"/>
              </p:ext>
            </p:extLst>
          </p:nvPr>
        </p:nvGraphicFramePr>
        <p:xfrm>
          <a:off x="1547664" y="47089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6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47089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341036E-2AD7-47D5-9605-5A9DB25E4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126097"/>
              </p:ext>
            </p:extLst>
          </p:nvPr>
        </p:nvGraphicFramePr>
        <p:xfrm>
          <a:off x="2863650" y="461092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67" name="Equation" r:id="rId5" imgW="736560" imgH="380880" progId="Equation.DSMT4">
                  <p:embed/>
                </p:oleObj>
              </mc:Choice>
              <mc:Fallback>
                <p:oleObj name="Equation" r:id="rId5" imgW="736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63650" y="461092"/>
                        <a:ext cx="736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B90A42C-2BE2-4C0F-A02A-A31BAA067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08611"/>
              </p:ext>
            </p:extLst>
          </p:nvPr>
        </p:nvGraphicFramePr>
        <p:xfrm>
          <a:off x="5179356" y="471870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68" name="Equation" r:id="rId7" imgW="1002960" imgH="342720" progId="Equation.DSMT4">
                  <p:embed/>
                </p:oleObj>
              </mc:Choice>
              <mc:Fallback>
                <p:oleObj name="Equation" r:id="rId7" imgW="10029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79356" y="471870"/>
                        <a:ext cx="1003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5E52F26-3F7F-47FA-AA44-4B31D74F0E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6585"/>
              </p:ext>
            </p:extLst>
          </p:nvPr>
        </p:nvGraphicFramePr>
        <p:xfrm>
          <a:off x="2123728" y="917640"/>
          <a:ext cx="433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69" name="Equation" r:id="rId9" imgW="4330440" imgH="419040" progId="Equation.DSMT4">
                  <p:embed/>
                </p:oleObj>
              </mc:Choice>
              <mc:Fallback>
                <p:oleObj name="Equation" r:id="rId9" imgW="4330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23728" y="917640"/>
                        <a:ext cx="4330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073F924-FD51-4DCB-AA2C-97FAA75F292C}"/>
              </a:ext>
            </a:extLst>
          </p:cNvPr>
          <p:cNvSpPr/>
          <p:nvPr/>
        </p:nvSpPr>
        <p:spPr>
          <a:xfrm>
            <a:off x="287524" y="1563638"/>
            <a:ext cx="10801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7D868D6-F729-45D3-AAD0-8EC244C2EE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525898"/>
              </p:ext>
            </p:extLst>
          </p:nvPr>
        </p:nvGraphicFramePr>
        <p:xfrm>
          <a:off x="779463" y="1584201"/>
          <a:ext cx="153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70" name="Equation" r:id="rId11" imgW="1536480" imgH="419040" progId="Equation.DSMT4">
                  <p:embed/>
                </p:oleObj>
              </mc:Choice>
              <mc:Fallback>
                <p:oleObj name="Equation" r:id="rId11" imgW="1536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9463" y="1584201"/>
                        <a:ext cx="1536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9902698-1BC0-4A3A-8821-5C9DE9D9C7D8}"/>
              </a:ext>
            </a:extLst>
          </p:cNvPr>
          <p:cNvSpPr/>
          <p:nvPr/>
        </p:nvSpPr>
        <p:spPr>
          <a:xfrm>
            <a:off x="2398564" y="1542355"/>
            <a:ext cx="15253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试证明：</a:t>
            </a:r>
            <a:endParaRPr lang="zh-CN" altLang="en-US" sz="2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4E4AD0-E4A1-4535-81D8-F5E859B374E0}"/>
              </a:ext>
            </a:extLst>
          </p:cNvPr>
          <p:cNvSpPr/>
          <p:nvPr/>
        </p:nvSpPr>
        <p:spPr>
          <a:xfrm>
            <a:off x="979984" y="2190273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为奇数时，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为拐点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78B611F-CA20-4D36-A428-E4EB4B7111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512540"/>
              </p:ext>
            </p:extLst>
          </p:nvPr>
        </p:nvGraphicFramePr>
        <p:xfrm>
          <a:off x="1527361" y="2335505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71" name="Equation" r:id="rId13" imgW="190440" imgH="203040" progId="Equation.DSMT4">
                  <p:embed/>
                </p:oleObj>
              </mc:Choice>
              <mc:Fallback>
                <p:oleObj name="Equation" r:id="rId13" imgW="190440" imgH="203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26C5BFDE-D30C-425A-844D-FEB134EC9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27361" y="2335505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C2ED9B7-3436-4D80-8BCD-078FB3FAAF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856369"/>
              </p:ext>
            </p:extLst>
          </p:nvPr>
        </p:nvGraphicFramePr>
        <p:xfrm>
          <a:off x="3161246" y="2213181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72" name="Equation" r:id="rId15" imgW="1307880" imgH="380880" progId="Equation.DSMT4">
                  <p:embed/>
                </p:oleObj>
              </mc:Choice>
              <mc:Fallback>
                <p:oleObj name="Equation" r:id="rId15" imgW="130788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C7DBC110-2C2E-4185-A8F7-06BFAA7F6F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61246" y="2213181"/>
                        <a:ext cx="1308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F0B6096C-BECC-4E2E-8EC5-B1079B455A43}"/>
              </a:ext>
            </a:extLst>
          </p:cNvPr>
          <p:cNvSpPr/>
          <p:nvPr/>
        </p:nvSpPr>
        <p:spPr>
          <a:xfrm>
            <a:off x="772778" y="3695931"/>
            <a:ext cx="5889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D7D81D-A515-4D66-A6A8-42502EDE530F}"/>
              </a:ext>
            </a:extLst>
          </p:cNvPr>
          <p:cNvSpPr/>
          <p:nvPr/>
        </p:nvSpPr>
        <p:spPr>
          <a:xfrm>
            <a:off x="1276834" y="3692417"/>
            <a:ext cx="11217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不妨设</a:t>
            </a:r>
            <a:endParaRPr lang="zh-CN" altLang="en-US" sz="2400" dirty="0"/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7D7E2E5-E51A-4717-8529-253E71163D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39306"/>
              </p:ext>
            </p:extLst>
          </p:nvPr>
        </p:nvGraphicFramePr>
        <p:xfrm>
          <a:off x="2399928" y="3723878"/>
          <a:ext cx="152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73" name="Equation" r:id="rId17" imgW="1523880" imgH="419040" progId="Equation.DSMT4">
                  <p:embed/>
                </p:oleObj>
              </mc:Choice>
              <mc:Fallback>
                <p:oleObj name="Equation" r:id="rId17" imgW="1523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99928" y="3723878"/>
                        <a:ext cx="1524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0746B381-8F1D-4F56-BC3A-2399A79EECC3}"/>
              </a:ext>
            </a:extLst>
          </p:cNvPr>
          <p:cNvSpPr/>
          <p:nvPr/>
        </p:nvSpPr>
        <p:spPr>
          <a:xfrm>
            <a:off x="979984" y="2894075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为偶数时，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不为拐点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922D6B4-8C85-45E6-84B7-B8E0694658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083517"/>
              </p:ext>
            </p:extLst>
          </p:nvPr>
        </p:nvGraphicFramePr>
        <p:xfrm>
          <a:off x="1506527" y="3052697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74" name="Equation" r:id="rId19" imgW="190440" imgH="203040" progId="Equation.DSMT4">
                  <p:embed/>
                </p:oleObj>
              </mc:Choice>
              <mc:Fallback>
                <p:oleObj name="Equation" r:id="rId19" imgW="190440" imgH="203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78B611F-CA20-4D36-A428-E4EB4B7111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06527" y="3052697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B71E6EE-8D0B-48A0-94B9-CCDE9BF4A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527585"/>
              </p:ext>
            </p:extLst>
          </p:nvPr>
        </p:nvGraphicFramePr>
        <p:xfrm>
          <a:off x="3161246" y="2934407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75" name="Equation" r:id="rId20" imgW="1307880" imgH="380880" progId="Equation.DSMT4">
                  <p:embed/>
                </p:oleObj>
              </mc:Choice>
              <mc:Fallback>
                <p:oleObj name="Equation" r:id="rId20" imgW="1307880" imgH="380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C2ED9B7-3436-4D80-8BCD-078FB3FAAF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61246" y="2934407"/>
                        <a:ext cx="1308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799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BCDDAB20-BB17-49F6-92FD-BA867F964124}"/>
              </a:ext>
            </a:extLst>
          </p:cNvPr>
          <p:cNvGrpSpPr/>
          <p:nvPr/>
        </p:nvGrpSpPr>
        <p:grpSpPr>
          <a:xfrm>
            <a:off x="683568" y="472704"/>
            <a:ext cx="5112568" cy="461665"/>
            <a:chOff x="683568" y="472704"/>
            <a:chExt cx="5112568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52B29CF-D713-4F90-9181-077E17794181}"/>
                </a:ext>
              </a:extLst>
            </p:cNvPr>
            <p:cNvSpPr/>
            <p:nvPr/>
          </p:nvSpPr>
          <p:spPr>
            <a:xfrm>
              <a:off x="683568" y="472704"/>
              <a:ext cx="51125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          在           处的泰勒公式为            </a:t>
              </a:r>
              <a:endParaRPr lang="zh-CN" altLang="en-US" sz="2400" dirty="0"/>
            </a:p>
          </p:txBody>
        </p: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8662D6A9-1BA4-43AE-89E8-C207CF67AA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41409"/>
                </p:ext>
              </p:extLst>
            </p:nvPr>
          </p:nvGraphicFramePr>
          <p:xfrm>
            <a:off x="1403648" y="536550"/>
            <a:ext cx="723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13" name="Equation" r:id="rId3" imgW="723600" imgH="355320" progId="Equation.DSMT4">
                    <p:embed/>
                  </p:oleObj>
                </mc:Choice>
                <mc:Fallback>
                  <p:oleObj name="Equation" r:id="rId3" imgW="723600" imgH="3553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F81BEEDB-67D7-4962-9DFF-FBCD1EA28F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03648" y="536550"/>
                          <a:ext cx="723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A96DBDF7-962C-4BBE-B89C-AD0B445B24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1896278"/>
                </p:ext>
              </p:extLst>
            </p:nvPr>
          </p:nvGraphicFramePr>
          <p:xfrm>
            <a:off x="2555776" y="523850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14" name="Equation" r:id="rId5" imgW="736560" imgH="380880" progId="Equation.DSMT4">
                    <p:embed/>
                  </p:oleObj>
                </mc:Choice>
                <mc:Fallback>
                  <p:oleObj name="Equation" r:id="rId5" imgW="736560" imgH="38088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1E29DDF4-C421-419B-91D2-10089C28B5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55776" y="523850"/>
                          <a:ext cx="736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D64024C-5238-49ED-8F45-66D9CC62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940001"/>
              </p:ext>
            </p:extLst>
          </p:nvPr>
        </p:nvGraphicFramePr>
        <p:xfrm>
          <a:off x="683568" y="998215"/>
          <a:ext cx="7048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15" name="Equation" r:id="rId7" imgW="7048440" imgH="825480" progId="Equation.DSMT4">
                  <p:embed/>
                </p:oleObj>
              </mc:Choice>
              <mc:Fallback>
                <p:oleObj name="Equation" r:id="rId7" imgW="70484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3568" y="998215"/>
                        <a:ext cx="7048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88DC6DB-C5B3-4733-8F03-DEB1FD2DAF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497573"/>
              </p:ext>
            </p:extLst>
          </p:nvPr>
        </p:nvGraphicFramePr>
        <p:xfrm>
          <a:off x="3004018" y="1876747"/>
          <a:ext cx="2501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16" name="Equation" r:id="rId9" imgW="2501640" imgH="825480" progId="Equation.DSMT4">
                  <p:embed/>
                </p:oleObj>
              </mc:Choice>
              <mc:Fallback>
                <p:oleObj name="Equation" r:id="rId9" imgW="25016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04018" y="1876747"/>
                        <a:ext cx="2501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95588B55-C83C-49A7-90EE-E63DEC8532C8}"/>
              </a:ext>
            </a:extLst>
          </p:cNvPr>
          <p:cNvGrpSpPr/>
          <p:nvPr/>
        </p:nvGrpSpPr>
        <p:grpSpPr>
          <a:xfrm>
            <a:off x="5742636" y="2012603"/>
            <a:ext cx="2664296" cy="461665"/>
            <a:chOff x="899592" y="2913710"/>
            <a:chExt cx="2664296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3509F90-9449-4F0D-82B5-8C476B23EE36}"/>
                </a:ext>
              </a:extLst>
            </p:cNvPr>
            <p:cNvSpPr/>
            <p:nvPr/>
          </p:nvSpPr>
          <p:spPr>
            <a:xfrm>
              <a:off x="899592" y="2913710"/>
              <a:ext cx="26642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介于   与     之间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7CA4409-85F4-45F6-8DEF-474C1DB2E7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044483"/>
                </p:ext>
              </p:extLst>
            </p:nvPr>
          </p:nvGraphicFramePr>
          <p:xfrm>
            <a:off x="914400" y="2973388"/>
            <a:ext cx="317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17" name="Equation" r:id="rId11" imgW="317160" imgH="342720" progId="Equation.DSMT4">
                    <p:embed/>
                  </p:oleObj>
                </mc:Choice>
                <mc:Fallback>
                  <p:oleObj name="Equation" r:id="rId11" imgW="3171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14400" y="2973388"/>
                          <a:ext cx="317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253CB715-E458-4E65-B9B9-93D64F051E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0839101"/>
                </p:ext>
              </p:extLst>
            </p:nvPr>
          </p:nvGraphicFramePr>
          <p:xfrm>
            <a:off x="1835696" y="304294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18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35696" y="304294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9B84CC09-235E-49EE-BDE6-BAC556B02E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1399359"/>
                </p:ext>
              </p:extLst>
            </p:nvPr>
          </p:nvGraphicFramePr>
          <p:xfrm>
            <a:off x="2434572" y="2928643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19" name="Equation" r:id="rId15" imgW="279360" imgH="380880" progId="Equation.DSMT4">
                    <p:embed/>
                  </p:oleObj>
                </mc:Choice>
                <mc:Fallback>
                  <p:oleObj name="Equation" r:id="rId15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434572" y="2928643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9560A97-08DC-4D6A-A2D4-1E1A9EB04E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659248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20" name="Equation" r:id="rId17" imgW="914400" imgH="306720" progId="Equation.DSMT4">
                  <p:embed/>
                </p:oleObj>
              </mc:Choice>
              <mc:Fallback>
                <p:oleObj name="Equation" r:id="rId17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58292507-DD82-4469-A170-CD8433E00474}"/>
              </a:ext>
            </a:extLst>
          </p:cNvPr>
          <p:cNvGrpSpPr/>
          <p:nvPr/>
        </p:nvGrpSpPr>
        <p:grpSpPr>
          <a:xfrm>
            <a:off x="481504" y="2891135"/>
            <a:ext cx="5031394" cy="461665"/>
            <a:chOff x="539552" y="3003798"/>
            <a:chExt cx="5031394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5656637-449C-44A2-B3F9-1E8FF917697F}"/>
                </a:ext>
              </a:extLst>
            </p:cNvPr>
            <p:cNvSpPr/>
            <p:nvPr/>
          </p:nvSpPr>
          <p:spPr>
            <a:xfrm>
              <a:off x="539552" y="3003798"/>
              <a:ext cx="914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因为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2FFB173-78F0-4153-8AE9-D42BFBDAAA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5879282"/>
                </p:ext>
              </p:extLst>
            </p:nvPr>
          </p:nvGraphicFramePr>
          <p:xfrm>
            <a:off x="1240246" y="3025080"/>
            <a:ext cx="4330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21" name="Equation" r:id="rId19" imgW="4330440" imgH="419040" progId="Equation.DSMT4">
                    <p:embed/>
                  </p:oleObj>
                </mc:Choice>
                <mc:Fallback>
                  <p:oleObj name="Equation" r:id="rId19" imgW="433044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240246" y="3025080"/>
                          <a:ext cx="43307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04B3ADFA-5344-4272-B7F3-3F9B25AC0084}"/>
              </a:ext>
            </a:extLst>
          </p:cNvPr>
          <p:cNvSpPr/>
          <p:nvPr/>
        </p:nvSpPr>
        <p:spPr>
          <a:xfrm>
            <a:off x="5573085" y="2869852"/>
            <a:ext cx="914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400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AC328E1-5DBC-4711-A53D-9EBB08EF5C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251667"/>
              </p:ext>
            </p:extLst>
          </p:nvPr>
        </p:nvGraphicFramePr>
        <p:xfrm>
          <a:off x="1979712" y="3654376"/>
          <a:ext cx="328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22" name="Equation" r:id="rId21" imgW="3288960" imgH="825480" progId="Equation.DSMT4">
                  <p:embed/>
                </p:oleObj>
              </mc:Choice>
              <mc:Fallback>
                <p:oleObj name="Equation" r:id="rId21" imgW="32889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79712" y="3654376"/>
                        <a:ext cx="3289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EBA70657-7C50-4096-961A-2E5837BB5F90}"/>
              </a:ext>
            </a:extLst>
          </p:cNvPr>
          <p:cNvGrpSpPr/>
          <p:nvPr/>
        </p:nvGrpSpPr>
        <p:grpSpPr>
          <a:xfrm>
            <a:off x="5697977" y="3836293"/>
            <a:ext cx="2664296" cy="461665"/>
            <a:chOff x="899592" y="2913710"/>
            <a:chExt cx="2664296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C07D991-ECF0-4DC9-959D-4E36BE4134CB}"/>
                </a:ext>
              </a:extLst>
            </p:cNvPr>
            <p:cNvSpPr/>
            <p:nvPr/>
          </p:nvSpPr>
          <p:spPr>
            <a:xfrm>
              <a:off x="899592" y="2913710"/>
              <a:ext cx="26642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介于   与     之间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A76B155F-689E-4040-9D13-5F30B9F970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9699647"/>
                </p:ext>
              </p:extLst>
            </p:nvPr>
          </p:nvGraphicFramePr>
          <p:xfrm>
            <a:off x="914400" y="2973388"/>
            <a:ext cx="317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23" name="Equation" r:id="rId23" imgW="317160" imgH="342720" progId="Equation.DSMT4">
                    <p:embed/>
                  </p:oleObj>
                </mc:Choice>
                <mc:Fallback>
                  <p:oleObj name="Equation" r:id="rId23" imgW="31716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E7CA4409-85F4-45F6-8DEF-474C1DB2E7C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14400" y="2973388"/>
                          <a:ext cx="317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D15505A-2B3A-42C8-8E81-1BCADA5B3A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0904054"/>
                </p:ext>
              </p:extLst>
            </p:nvPr>
          </p:nvGraphicFramePr>
          <p:xfrm>
            <a:off x="1835696" y="304294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24" name="Equation" r:id="rId24" imgW="190440" imgH="203040" progId="Equation.DSMT4">
                    <p:embed/>
                  </p:oleObj>
                </mc:Choice>
                <mc:Fallback>
                  <p:oleObj name="Equation" r:id="rId24" imgW="190440" imgH="20304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253CB715-E458-4E65-B9B9-93D64F051E8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35696" y="304294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4ABF4637-24AD-468C-8142-898371FA74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8831704"/>
                </p:ext>
              </p:extLst>
            </p:nvPr>
          </p:nvGraphicFramePr>
          <p:xfrm>
            <a:off x="2434572" y="2928643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25" name="Equation" r:id="rId25" imgW="279360" imgH="380880" progId="Equation.DSMT4">
                    <p:embed/>
                  </p:oleObj>
                </mc:Choice>
                <mc:Fallback>
                  <p:oleObj name="Equation" r:id="rId25" imgW="279360" imgH="3808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9B84CC09-235E-49EE-BDE6-BAC556B02E0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434572" y="2928643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7293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C1FB9D9-937D-4252-B6A3-B31B44B0C9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046717"/>
              </p:ext>
            </p:extLst>
          </p:nvPr>
        </p:nvGraphicFramePr>
        <p:xfrm>
          <a:off x="1311065" y="223728"/>
          <a:ext cx="328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462" name="Equation" r:id="rId3" imgW="3288960" imgH="825480" progId="Equation.DSMT4">
                  <p:embed/>
                </p:oleObj>
              </mc:Choice>
              <mc:Fallback>
                <p:oleObj name="Equation" r:id="rId3" imgW="3288960" imgH="825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AC328E1-5DBC-4711-A53D-9EBB08EF5C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1065" y="223728"/>
                        <a:ext cx="3289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9E85D393-75AB-43E7-B20F-AAC3651E3D7B}"/>
              </a:ext>
            </a:extLst>
          </p:cNvPr>
          <p:cNvGrpSpPr/>
          <p:nvPr/>
        </p:nvGrpSpPr>
        <p:grpSpPr>
          <a:xfrm>
            <a:off x="4730824" y="405645"/>
            <a:ext cx="2664296" cy="461665"/>
            <a:chOff x="899592" y="2913710"/>
            <a:chExt cx="2664296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228C87C-26F6-422F-8C18-DF83354E26C2}"/>
                </a:ext>
              </a:extLst>
            </p:cNvPr>
            <p:cNvSpPr/>
            <p:nvPr/>
          </p:nvSpPr>
          <p:spPr>
            <a:xfrm>
              <a:off x="899592" y="2913710"/>
              <a:ext cx="26642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介于   与     之间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E7EA3D9-A7FE-475B-A575-292359B129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9722518"/>
                </p:ext>
              </p:extLst>
            </p:nvPr>
          </p:nvGraphicFramePr>
          <p:xfrm>
            <a:off x="914400" y="2973388"/>
            <a:ext cx="317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63" name="Equation" r:id="rId5" imgW="317160" imgH="342720" progId="Equation.DSMT4">
                    <p:embed/>
                  </p:oleObj>
                </mc:Choice>
                <mc:Fallback>
                  <p:oleObj name="Equation" r:id="rId5" imgW="31716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A76B155F-689E-4040-9D13-5F30B9F970A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14400" y="2973388"/>
                          <a:ext cx="317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B21611A-C232-48C7-B038-22EB9FF075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8675358"/>
                </p:ext>
              </p:extLst>
            </p:nvPr>
          </p:nvGraphicFramePr>
          <p:xfrm>
            <a:off x="1835696" y="304294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64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6D15505A-2B3A-42C8-8E81-1BCADA5B3A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35696" y="304294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F14B803-D31A-4B8D-AE8B-2A5819F8A2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2514633"/>
                </p:ext>
              </p:extLst>
            </p:nvPr>
          </p:nvGraphicFramePr>
          <p:xfrm>
            <a:off x="2434572" y="2928643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65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4ABF4637-24AD-468C-8142-898371FA74F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34572" y="2928643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3E5F43-018F-41B5-8573-43AA61496EDC}"/>
              </a:ext>
            </a:extLst>
          </p:cNvPr>
          <p:cNvGrpSpPr/>
          <p:nvPr/>
        </p:nvGrpSpPr>
        <p:grpSpPr>
          <a:xfrm>
            <a:off x="797571" y="1491630"/>
            <a:ext cx="7672956" cy="558800"/>
            <a:chOff x="797571" y="1491630"/>
            <a:chExt cx="7672956" cy="5588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9069922-D0DB-40F8-8B5E-E6955B86EA1E}"/>
                </a:ext>
              </a:extLst>
            </p:cNvPr>
            <p:cNvSpPr/>
            <p:nvPr/>
          </p:nvSpPr>
          <p:spPr>
            <a:xfrm>
              <a:off x="797571" y="1491630"/>
              <a:ext cx="475252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因为            连续，                    故</a:t>
              </a:r>
              <a:endParaRPr lang="zh-CN" altLang="en-US" sz="2400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B51FF5F-95AC-4B04-BEF8-C1AD6DD087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2868453"/>
                </p:ext>
              </p:extLst>
            </p:nvPr>
          </p:nvGraphicFramePr>
          <p:xfrm>
            <a:off x="1517650" y="1491630"/>
            <a:ext cx="901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66" name="Equation" r:id="rId11" imgW="901440" imgH="406080" progId="Equation.DSMT4">
                    <p:embed/>
                  </p:oleObj>
                </mc:Choice>
                <mc:Fallback>
                  <p:oleObj name="Equation" r:id="rId11" imgW="90144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17650" y="1491630"/>
                          <a:ext cx="9017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CF0E781-C552-4520-A474-C8D7AD86A8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4475007"/>
                </p:ext>
              </p:extLst>
            </p:nvPr>
          </p:nvGraphicFramePr>
          <p:xfrm>
            <a:off x="3269579" y="1512912"/>
            <a:ext cx="1536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67" name="Equation" r:id="rId13" imgW="1536480" imgH="419040" progId="Equation.DSMT4">
                    <p:embed/>
                  </p:oleObj>
                </mc:Choice>
                <mc:Fallback>
                  <p:oleObj name="Equation" r:id="rId13" imgW="1536480" imgH="41904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F7D7E2E5-E51A-4717-8529-253E71163D7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69579" y="1512912"/>
                          <a:ext cx="15367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DD647BF-A238-45A6-A7D0-329ED6B98A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3180132"/>
                </p:ext>
              </p:extLst>
            </p:nvPr>
          </p:nvGraphicFramePr>
          <p:xfrm>
            <a:off x="5295527" y="1491630"/>
            <a:ext cx="31750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68" name="Equation" r:id="rId15" imgW="3174840" imgH="558720" progId="Equation.DSMT4">
                    <p:embed/>
                  </p:oleObj>
                </mc:Choice>
                <mc:Fallback>
                  <p:oleObj name="Equation" r:id="rId15" imgW="3174840" imgH="558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295527" y="1491630"/>
                          <a:ext cx="3175000" cy="558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06C5D05-69BF-4F7F-8932-89B8D6180448}"/>
              </a:ext>
            </a:extLst>
          </p:cNvPr>
          <p:cNvGrpSpPr/>
          <p:nvPr/>
        </p:nvGrpSpPr>
        <p:grpSpPr>
          <a:xfrm>
            <a:off x="179512" y="1980911"/>
            <a:ext cx="8964488" cy="607600"/>
            <a:chOff x="179512" y="1980911"/>
            <a:chExt cx="8964488" cy="6076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0652352-8BFB-48A9-97E6-FF6C4F2F33C0}"/>
                </a:ext>
              </a:extLst>
            </p:cNvPr>
            <p:cNvSpPr/>
            <p:nvPr/>
          </p:nvSpPr>
          <p:spPr>
            <a:xfrm>
              <a:off x="179512" y="2126846"/>
              <a:ext cx="89644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由极限的局部保号性，存在           当                      时            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6E41AE8-50D1-4AC3-A0FB-197F2CEE35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6660729"/>
                </p:ext>
              </p:extLst>
            </p:nvPr>
          </p:nvGraphicFramePr>
          <p:xfrm>
            <a:off x="3981524" y="2233614"/>
            <a:ext cx="749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69" name="Equation" r:id="rId17" imgW="749160" imgH="330120" progId="Equation.DSMT4">
                    <p:embed/>
                  </p:oleObj>
                </mc:Choice>
                <mc:Fallback>
                  <p:oleObj name="Equation" r:id="rId17" imgW="7491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981524" y="2233614"/>
                          <a:ext cx="749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6B2CFE70-BFA5-47C0-9A25-055FAAEFDE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9439697"/>
                </p:ext>
              </p:extLst>
            </p:nvPr>
          </p:nvGraphicFramePr>
          <p:xfrm>
            <a:off x="5220072" y="1980911"/>
            <a:ext cx="14859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70" name="Equation" r:id="rId19" imgW="1485720" imgH="558720" progId="Equation.DSMT4">
                    <p:embed/>
                  </p:oleObj>
                </mc:Choice>
                <mc:Fallback>
                  <p:oleObj name="Equation" r:id="rId19" imgW="1485720" imgH="558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220072" y="1980911"/>
                          <a:ext cx="1485900" cy="558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3D18AF8-69FB-4535-8056-339E870902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7642780"/>
                </p:ext>
              </p:extLst>
            </p:nvPr>
          </p:nvGraphicFramePr>
          <p:xfrm>
            <a:off x="7198786" y="2133311"/>
            <a:ext cx="1422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71" name="Equation" r:id="rId21" imgW="1422360" imgH="406080" progId="Equation.DSMT4">
                    <p:embed/>
                  </p:oleObj>
                </mc:Choice>
                <mc:Fallback>
                  <p:oleObj name="Equation" r:id="rId21" imgW="14223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198786" y="2133311"/>
                          <a:ext cx="14224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234DD20-DEE0-4BB3-AB70-306809CA55A2}"/>
              </a:ext>
            </a:extLst>
          </p:cNvPr>
          <p:cNvGrpSpPr/>
          <p:nvPr/>
        </p:nvGrpSpPr>
        <p:grpSpPr>
          <a:xfrm>
            <a:off x="751331" y="2737012"/>
            <a:ext cx="7498464" cy="461665"/>
            <a:chOff x="817952" y="2931790"/>
            <a:chExt cx="7498464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57086EF-6D41-4335-B6C2-40389108A9A2}"/>
                </a:ext>
              </a:extLst>
            </p:cNvPr>
            <p:cNvSpPr/>
            <p:nvPr/>
          </p:nvSpPr>
          <p:spPr>
            <a:xfrm>
              <a:off x="817952" y="2931790"/>
              <a:ext cx="74984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为奇数时，        也为奇数，当                        时，   </a:t>
              </a:r>
              <a:endParaRPr lang="zh-CN" altLang="en-US" sz="2400" b="1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7732B8C3-F49A-452D-9182-80185DDF73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2551213"/>
                </p:ext>
              </p:extLst>
            </p:nvPr>
          </p:nvGraphicFramePr>
          <p:xfrm>
            <a:off x="1358013" y="309374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72" name="Equation" r:id="rId23" imgW="190440" imgH="203040" progId="Equation.DSMT4">
                    <p:embed/>
                  </p:oleObj>
                </mc:Choice>
                <mc:Fallback>
                  <p:oleObj name="Equation" r:id="rId23" imgW="190440" imgH="20304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26C5BFDE-D30C-425A-844D-FEB134EC94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358013" y="309374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77EFE28E-2C57-4110-AD51-6E747D0E60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0473894"/>
                </p:ext>
              </p:extLst>
            </p:nvPr>
          </p:nvGraphicFramePr>
          <p:xfrm>
            <a:off x="3046413" y="3017838"/>
            <a:ext cx="609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73" name="Equation" r:id="rId25" imgW="609480" imgH="279360" progId="Equation.DSMT4">
                    <p:embed/>
                  </p:oleObj>
                </mc:Choice>
                <mc:Fallback>
                  <p:oleObj name="Equation" r:id="rId25" imgW="6094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046413" y="3017838"/>
                          <a:ext cx="609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FFB66E6-2316-4968-ABFA-9D79183473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3491131"/>
                </p:ext>
              </p:extLst>
            </p:nvPr>
          </p:nvGraphicFramePr>
          <p:xfrm>
            <a:off x="5568317" y="2967038"/>
            <a:ext cx="1778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74" name="Equation" r:id="rId27" imgW="1777680" imgH="380880" progId="Equation.DSMT4">
                    <p:embed/>
                  </p:oleObj>
                </mc:Choice>
                <mc:Fallback>
                  <p:oleObj name="Equation" r:id="rId27" imgW="17776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568317" y="2967038"/>
                          <a:ext cx="1778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7E405AC7-217F-4E27-A4D6-CDFDCB7D6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294206"/>
              </p:ext>
            </p:extLst>
          </p:nvPr>
        </p:nvGraphicFramePr>
        <p:xfrm>
          <a:off x="2335579" y="3300784"/>
          <a:ext cx="3746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475" name="Equation" r:id="rId29" imgW="3746160" imgH="825480" progId="Equation.DSMT4">
                  <p:embed/>
                </p:oleObj>
              </mc:Choice>
              <mc:Fallback>
                <p:oleObj name="Equation" r:id="rId29" imgW="37461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335579" y="3300784"/>
                        <a:ext cx="3746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6CE3B649-C2D5-4E82-B392-4CE55524235A}"/>
              </a:ext>
            </a:extLst>
          </p:cNvPr>
          <p:cNvGrpSpPr/>
          <p:nvPr/>
        </p:nvGrpSpPr>
        <p:grpSpPr>
          <a:xfrm>
            <a:off x="358845" y="4146450"/>
            <a:ext cx="6562729" cy="825500"/>
            <a:chOff x="358845" y="4146450"/>
            <a:chExt cx="6562729" cy="82550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575FB36-A4E8-466D-AF72-84026376F5A5}"/>
                </a:ext>
              </a:extLst>
            </p:cNvPr>
            <p:cNvSpPr/>
            <p:nvPr/>
          </p:nvSpPr>
          <p:spPr>
            <a:xfrm>
              <a:off x="358845" y="4355797"/>
              <a:ext cx="337875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                       时，                         </a:t>
              </a:r>
              <a:endParaRPr lang="zh-CN" altLang="en-US" sz="2400" dirty="0"/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F950C8A5-361B-49EF-9222-6EA01CFC59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3665149"/>
                </p:ext>
              </p:extLst>
            </p:nvPr>
          </p:nvGraphicFramePr>
          <p:xfrm>
            <a:off x="828709" y="4396129"/>
            <a:ext cx="1790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76" name="Equation" r:id="rId31" imgW="1790640" imgH="380880" progId="Equation.DSMT4">
                    <p:embed/>
                  </p:oleObj>
                </mc:Choice>
                <mc:Fallback>
                  <p:oleObj name="Equation" r:id="rId31" imgW="17906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828709" y="4396129"/>
                          <a:ext cx="1790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7171F07F-A221-4EFD-8DFF-AE2F80FA9D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9983376"/>
                </p:ext>
              </p:extLst>
            </p:nvPr>
          </p:nvGraphicFramePr>
          <p:xfrm>
            <a:off x="3175074" y="4146450"/>
            <a:ext cx="37465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477" name="Equation" r:id="rId33" imgW="3746160" imgH="825480" progId="Equation.DSMT4">
                    <p:embed/>
                  </p:oleObj>
                </mc:Choice>
                <mc:Fallback>
                  <p:oleObj name="Equation" r:id="rId33" imgW="3746160" imgH="825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3175074" y="4146450"/>
                          <a:ext cx="37465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8376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D2D155D-38D7-426A-A9F8-D46B29FC35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437415"/>
              </p:ext>
            </p:extLst>
          </p:nvPr>
        </p:nvGraphicFramePr>
        <p:xfrm>
          <a:off x="3201842" y="1415701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4" name="Equation" r:id="rId3" imgW="1307880" imgH="380880" progId="Equation.DSMT4">
                  <p:embed/>
                </p:oleObj>
              </mc:Choice>
              <mc:Fallback>
                <p:oleObj name="Equation" r:id="rId3" imgW="1307880" imgH="380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C6F0D6AA-201F-4ED4-B647-FCBACEC0C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1842" y="1415701"/>
                        <a:ext cx="1308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07DB227-A896-4498-BB99-E8F75F470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206707"/>
              </p:ext>
            </p:extLst>
          </p:nvPr>
        </p:nvGraphicFramePr>
        <p:xfrm>
          <a:off x="1216496" y="221194"/>
          <a:ext cx="328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5" name="Equation" r:id="rId5" imgW="3288960" imgH="825480" progId="Equation.DSMT4">
                  <p:embed/>
                </p:oleObj>
              </mc:Choice>
              <mc:Fallback>
                <p:oleObj name="Equation" r:id="rId5" imgW="3288960" imgH="8254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C1FB9D9-937D-4252-B6A3-B31B44B0C9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6496" y="221194"/>
                        <a:ext cx="3289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188A24DC-0D2A-4336-8911-77A8A139EB8E}"/>
              </a:ext>
            </a:extLst>
          </p:cNvPr>
          <p:cNvGrpSpPr/>
          <p:nvPr/>
        </p:nvGrpSpPr>
        <p:grpSpPr>
          <a:xfrm>
            <a:off x="4548994" y="403111"/>
            <a:ext cx="2664296" cy="461665"/>
            <a:chOff x="899592" y="2913710"/>
            <a:chExt cx="2664296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492825E-93DB-4F80-982F-F6FDB8053F3D}"/>
                </a:ext>
              </a:extLst>
            </p:cNvPr>
            <p:cNvSpPr/>
            <p:nvPr/>
          </p:nvSpPr>
          <p:spPr>
            <a:xfrm>
              <a:off x="899592" y="2913710"/>
              <a:ext cx="26642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介于   与     之间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F3514BCD-666E-486C-B2A0-8E1CF13125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0770416"/>
                </p:ext>
              </p:extLst>
            </p:nvPr>
          </p:nvGraphicFramePr>
          <p:xfrm>
            <a:off x="914400" y="2973388"/>
            <a:ext cx="317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06" name="Equation" r:id="rId7" imgW="317160" imgH="342720" progId="Equation.DSMT4">
                    <p:embed/>
                  </p:oleObj>
                </mc:Choice>
                <mc:Fallback>
                  <p:oleObj name="Equation" r:id="rId7" imgW="31716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E7EA3D9-A7FE-475B-A575-292359B129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14400" y="2973388"/>
                          <a:ext cx="317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06D73285-F91A-430A-9B41-DD1DCB3592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9289120"/>
                </p:ext>
              </p:extLst>
            </p:nvPr>
          </p:nvGraphicFramePr>
          <p:xfrm>
            <a:off x="1835696" y="304294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07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1B21611A-C232-48C7-B038-22EB9FF0758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35696" y="304294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52FE4DC-5CE4-43C1-9120-40B45E1864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7854947"/>
                </p:ext>
              </p:extLst>
            </p:nvPr>
          </p:nvGraphicFramePr>
          <p:xfrm>
            <a:off x="2434572" y="2928643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08" name="Equation" r:id="rId11" imgW="279360" imgH="380880" progId="Equation.DSMT4">
                    <p:embed/>
                  </p:oleObj>
                </mc:Choice>
                <mc:Fallback>
                  <p:oleObj name="Equation" r:id="rId11" imgW="27936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4F14B803-D31A-4B8D-AE8B-2A5819F8A2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34572" y="2928643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B983AFB3-925D-4E3C-9041-16C1DA99DB4A}"/>
              </a:ext>
            </a:extLst>
          </p:cNvPr>
          <p:cNvSpPr/>
          <p:nvPr/>
        </p:nvSpPr>
        <p:spPr>
          <a:xfrm>
            <a:off x="755576" y="1375369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所以，为奇数时，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为拐点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63615FE-68C9-4F44-96AC-18C227C9FD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484892"/>
              </p:ext>
            </p:extLst>
          </p:nvPr>
        </p:nvGraphicFramePr>
        <p:xfrm>
          <a:off x="1619672" y="1524237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9" name="Equation" r:id="rId13" imgW="190440" imgH="203040" progId="Equation.DSMT4">
                  <p:embed/>
                </p:oleObj>
              </mc:Choice>
              <mc:Fallback>
                <p:oleObj name="Equation" r:id="rId13" imgW="190440" imgH="203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78B611F-CA20-4D36-A428-E4EB4B7111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19672" y="1524237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E6967C2-1F53-4BBA-A52B-2227A4E6D216}"/>
              </a:ext>
            </a:extLst>
          </p:cNvPr>
          <p:cNvCxnSpPr>
            <a:cxnSpLocks/>
          </p:cNvCxnSpPr>
          <p:nvPr/>
        </p:nvCxnSpPr>
        <p:spPr>
          <a:xfrm flipV="1">
            <a:off x="-23006" y="1134364"/>
            <a:ext cx="9144000" cy="9834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AC78DB0-2F73-4737-A594-D0E8E9DA32AD}"/>
              </a:ext>
            </a:extLst>
          </p:cNvPr>
          <p:cNvGrpSpPr/>
          <p:nvPr/>
        </p:nvGrpSpPr>
        <p:grpSpPr>
          <a:xfrm>
            <a:off x="794529" y="1963091"/>
            <a:ext cx="7881927" cy="461665"/>
            <a:chOff x="817952" y="2931790"/>
            <a:chExt cx="6987752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522D750-9DDB-4575-9AE9-ADD4ECA8AFAD}"/>
                </a:ext>
              </a:extLst>
            </p:cNvPr>
            <p:cNvSpPr/>
            <p:nvPr/>
          </p:nvSpPr>
          <p:spPr>
            <a:xfrm>
              <a:off x="817952" y="2931790"/>
              <a:ext cx="69877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为偶数时，        也为偶数，当                                 时，   </a:t>
              </a:r>
              <a:endParaRPr lang="zh-CN" altLang="en-US" sz="2400" b="1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405B74A9-BB50-4C2C-9D68-4AD431AE56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7442085"/>
                </p:ext>
              </p:extLst>
            </p:nvPr>
          </p:nvGraphicFramePr>
          <p:xfrm>
            <a:off x="1358013" y="309374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10" name="Equation" r:id="rId15" imgW="190440" imgH="203040" progId="Equation.DSMT4">
                    <p:embed/>
                  </p:oleObj>
                </mc:Choice>
                <mc:Fallback>
                  <p:oleObj name="Equation" r:id="rId15" imgW="190440" imgH="20304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7732B8C3-F49A-452D-9182-80185DDF730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358013" y="309374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5BFC74CD-A217-4CAE-A1FB-EE9AE7C584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8431161"/>
                </p:ext>
              </p:extLst>
            </p:nvPr>
          </p:nvGraphicFramePr>
          <p:xfrm>
            <a:off x="2671193" y="3017543"/>
            <a:ext cx="609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11" name="Equation" r:id="rId17" imgW="609480" imgH="279360" progId="Equation.DSMT4">
                    <p:embed/>
                  </p:oleObj>
                </mc:Choice>
                <mc:Fallback>
                  <p:oleObj name="Equation" r:id="rId17" imgW="609480" imgH="27936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77EFE28E-2C57-4110-AD51-6E747D0E60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671193" y="3017543"/>
                          <a:ext cx="609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8EEAE7E5-E6A6-417B-913B-D7CD976CCA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7175968"/>
                </p:ext>
              </p:extLst>
            </p:nvPr>
          </p:nvGraphicFramePr>
          <p:xfrm>
            <a:off x="5001774" y="2958712"/>
            <a:ext cx="2235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12" name="Equation" r:id="rId19" imgW="2234880" imgH="380880" progId="Equation.DSMT4">
                    <p:embed/>
                  </p:oleObj>
                </mc:Choice>
                <mc:Fallback>
                  <p:oleObj name="Equation" r:id="rId19" imgW="2234880" imgH="3808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2FFB66E6-2316-4968-ABFA-9D791834735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01774" y="2958712"/>
                          <a:ext cx="2235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3FDC315-7CD0-4E26-881C-2D4E19B3A4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613040"/>
              </p:ext>
            </p:extLst>
          </p:nvPr>
        </p:nvGraphicFramePr>
        <p:xfrm>
          <a:off x="2134642" y="2594026"/>
          <a:ext cx="3746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3" name="Equation" r:id="rId21" imgW="3746160" imgH="825480" progId="Equation.DSMT4">
                  <p:embed/>
                </p:oleObj>
              </mc:Choice>
              <mc:Fallback>
                <p:oleObj name="Equation" r:id="rId21" imgW="3746160" imgH="825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7E405AC7-217F-4E27-A4D6-CDFDCB7D64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34642" y="2594026"/>
                        <a:ext cx="3746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786B9D00-D2E2-4AE0-A05D-F544FAF1E3CF}"/>
              </a:ext>
            </a:extLst>
          </p:cNvPr>
          <p:cNvGrpSpPr/>
          <p:nvPr/>
        </p:nvGrpSpPr>
        <p:grpSpPr>
          <a:xfrm>
            <a:off x="1043608" y="3795886"/>
            <a:ext cx="5400600" cy="461665"/>
            <a:chOff x="1043608" y="3795886"/>
            <a:chExt cx="5400600" cy="461665"/>
          </a:xfrm>
        </p:grpSpPr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BAED07A1-539D-4DF7-9717-AA4BA49A98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7357328"/>
                </p:ext>
              </p:extLst>
            </p:nvPr>
          </p:nvGraphicFramePr>
          <p:xfrm>
            <a:off x="3489874" y="3836218"/>
            <a:ext cx="1308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14" name="Equation" r:id="rId23" imgW="1307880" imgH="380880" progId="Equation.DSMT4">
                    <p:embed/>
                  </p:oleObj>
                </mc:Choice>
                <mc:Fallback>
                  <p:oleObj name="Equation" r:id="rId23" imgW="1307880" imgH="38088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BD2D155D-38D7-426A-A9F8-D46B29FC35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89874" y="3836218"/>
                          <a:ext cx="1308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B61DAF0-9ED9-4127-B58E-F2F3348C4CBF}"/>
                </a:ext>
              </a:extLst>
            </p:cNvPr>
            <p:cNvSpPr/>
            <p:nvPr/>
          </p:nvSpPr>
          <p:spPr>
            <a:xfrm>
              <a:off x="1043608" y="3795886"/>
              <a:ext cx="54006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所以，为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偶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数时，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不为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拐点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b="1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A35A8DE-DBFF-44B3-9258-D88440E083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0318914"/>
                </p:ext>
              </p:extLst>
            </p:nvPr>
          </p:nvGraphicFramePr>
          <p:xfrm>
            <a:off x="1907704" y="394475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15" name="Equation" r:id="rId24" imgW="190440" imgH="203040" progId="Equation.DSMT4">
                    <p:embed/>
                  </p:oleObj>
                </mc:Choice>
                <mc:Fallback>
                  <p:oleObj name="Equation" r:id="rId24" imgW="190440" imgH="203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F63615FE-68C9-4F44-96AC-18C227C9FD5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907704" y="394475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6869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7F02BE-31C2-4E81-9D21-7E6B2DD8DB33}"/>
              </a:ext>
            </a:extLst>
          </p:cNvPr>
          <p:cNvSpPr/>
          <p:nvPr/>
        </p:nvSpPr>
        <p:spPr>
          <a:xfrm>
            <a:off x="379213" y="139196"/>
            <a:ext cx="85539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4. </a:t>
            </a:r>
            <a:r>
              <a:rPr kumimoji="1" lang="zh-CN" altLang="en-US" sz="2400" b="1" dirty="0">
                <a:latin typeface="+mn-ea"/>
              </a:rPr>
              <a:t>下列为曲线                          的拐点的是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).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A3D1AC4-999C-437A-97F4-C08F193E6D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994357"/>
              </p:ext>
            </p:extLst>
          </p:nvPr>
        </p:nvGraphicFramePr>
        <p:xfrm>
          <a:off x="2504862" y="153259"/>
          <a:ext cx="394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50" name="Equation" r:id="rId3" imgW="3949560" imgH="406080" progId="Equation.DSMT4">
                  <p:embed/>
                </p:oleObj>
              </mc:Choice>
              <mc:Fallback>
                <p:oleObj name="Equation" r:id="rId3" imgW="394956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E0ED26F-7A3D-43CA-8EEF-DB5709314E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4862" y="153259"/>
                        <a:ext cx="3949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CF40104-8F4C-4BC7-9A42-6C3A250263BE}"/>
              </a:ext>
            </a:extLst>
          </p:cNvPr>
          <p:cNvSpPr/>
          <p:nvPr/>
        </p:nvSpPr>
        <p:spPr>
          <a:xfrm>
            <a:off x="6802859" y="584051"/>
            <a:ext cx="1816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2011</a:t>
            </a:r>
            <a:r>
              <a:rPr kumimoji="1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硕士招生</a:t>
            </a:r>
            <a:r>
              <a:rPr kumimoji="1"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3F07F88-8CD5-4583-992E-E994189AABF4}"/>
              </a:ext>
            </a:extLst>
          </p:cNvPr>
          <p:cNvGrpSpPr/>
          <p:nvPr/>
        </p:nvGrpSpPr>
        <p:grpSpPr>
          <a:xfrm>
            <a:off x="611560" y="783373"/>
            <a:ext cx="5241553" cy="342940"/>
            <a:chOff x="611560" y="1212850"/>
            <a:chExt cx="5241553" cy="342940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149E326-AA64-4BD9-91B7-4897D086A1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7345685"/>
                </p:ext>
              </p:extLst>
            </p:nvPr>
          </p:nvGraphicFramePr>
          <p:xfrm>
            <a:off x="611560" y="1212890"/>
            <a:ext cx="67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51" name="Equation" r:id="rId5" imgW="672840" imgH="342720" progId="Equation.DSMT4">
                    <p:embed/>
                  </p:oleObj>
                </mc:Choice>
                <mc:Fallback>
                  <p:oleObj name="Equation" r:id="rId5" imgW="672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11560" y="1212890"/>
                          <a:ext cx="673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EE2188A-93AE-4AC3-A218-736ECC4A4E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583307"/>
                </p:ext>
              </p:extLst>
            </p:nvPr>
          </p:nvGraphicFramePr>
          <p:xfrm>
            <a:off x="2241550" y="1212890"/>
            <a:ext cx="71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52" name="Equation" r:id="rId7" imgW="711000" imgH="342720" progId="Equation.DSMT4">
                    <p:embed/>
                  </p:oleObj>
                </mc:Choice>
                <mc:Fallback>
                  <p:oleObj name="Equation" r:id="rId7" imgW="71100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149E326-AA64-4BD9-91B7-4897D086A12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41550" y="1212890"/>
                          <a:ext cx="711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F84FD00-A716-4042-9808-AF3DC0C05E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6786676"/>
                </p:ext>
              </p:extLst>
            </p:nvPr>
          </p:nvGraphicFramePr>
          <p:xfrm>
            <a:off x="3635896" y="1212890"/>
            <a:ext cx="68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53" name="Equation" r:id="rId9" imgW="685800" imgH="342720" progId="Equation.DSMT4">
                    <p:embed/>
                  </p:oleObj>
                </mc:Choice>
                <mc:Fallback>
                  <p:oleObj name="Equation" r:id="rId9" imgW="68580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AEE2188A-93AE-4AC3-A218-736ECC4A4E6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35896" y="1212890"/>
                          <a:ext cx="685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75EC574E-6C17-411D-B731-EEBA1CBBE8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3643950"/>
                </p:ext>
              </p:extLst>
            </p:nvPr>
          </p:nvGraphicFramePr>
          <p:xfrm>
            <a:off x="5129213" y="1212850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54" name="Equation" r:id="rId11" imgW="723600" imgH="342720" progId="Equation.DSMT4">
                    <p:embed/>
                  </p:oleObj>
                </mc:Choice>
                <mc:Fallback>
                  <p:oleObj name="Equation" r:id="rId11" imgW="72360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DF84FD00-A716-4042-9808-AF3DC0C05E3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29213" y="1212850"/>
                          <a:ext cx="723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9AA1CFE2-AE30-4E07-A8DB-F5470CA126A4}"/>
              </a:ext>
            </a:extLst>
          </p:cNvPr>
          <p:cNvSpPr/>
          <p:nvPr/>
        </p:nvSpPr>
        <p:spPr>
          <a:xfrm>
            <a:off x="403906" y="120880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sym typeface="+mn-ea"/>
              </a:rPr>
              <a:t>解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A04CE19-C8FF-4CB3-A188-66F9FFFDFC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80216"/>
              </p:ext>
            </p:extLst>
          </p:nvPr>
        </p:nvGraphicFramePr>
        <p:xfrm>
          <a:off x="1382916" y="1208800"/>
          <a:ext cx="156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55" name="Equation" r:id="rId13" imgW="1562040" imgH="380880" progId="Equation.DSMT4">
                  <p:embed/>
                </p:oleObj>
              </mc:Choice>
              <mc:Fallback>
                <p:oleObj name="Equation" r:id="rId13" imgW="156204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195F7A7-856C-4CE8-8A81-03CE2086DC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82916" y="1208800"/>
                        <a:ext cx="1562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B355C12C-8929-4C4D-B0DB-CA10BA26F64D}"/>
              </a:ext>
            </a:extLst>
          </p:cNvPr>
          <p:cNvSpPr/>
          <p:nvPr/>
        </p:nvSpPr>
        <p:spPr>
          <a:xfrm>
            <a:off x="946462" y="1168467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令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585F00E-72E3-448F-BAF7-3ACACBDB49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090126"/>
              </p:ext>
            </p:extLst>
          </p:nvPr>
        </p:nvGraphicFramePr>
        <p:xfrm>
          <a:off x="3082077" y="1152251"/>
          <a:ext cx="199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56" name="Equation" r:id="rId15" imgW="1993680" imgH="419040" progId="Equation.DSMT4">
                  <p:embed/>
                </p:oleObj>
              </mc:Choice>
              <mc:Fallback>
                <p:oleObj name="Equation" r:id="rId15" imgW="199368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CC202B0-389E-4F7F-863B-84487AAA39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82077" y="1152251"/>
                        <a:ext cx="1993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8E01CDE-12FD-415B-AE0A-C6D3BA9754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672435"/>
              </p:ext>
            </p:extLst>
          </p:nvPr>
        </p:nvGraphicFramePr>
        <p:xfrm>
          <a:off x="5130744" y="1147708"/>
          <a:ext cx="195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57" name="Equation" r:id="rId17" imgW="1955520" imgH="419040" progId="Equation.DSMT4">
                  <p:embed/>
                </p:oleObj>
              </mc:Choice>
              <mc:Fallback>
                <p:oleObj name="Equation" r:id="rId17" imgW="195552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D8A0A15-14CC-4D25-A372-63FD53595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30744" y="1147708"/>
                        <a:ext cx="19558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E6ED22C-800E-4ECE-9B60-FCC41F9CAC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170012"/>
              </p:ext>
            </p:extLst>
          </p:nvPr>
        </p:nvGraphicFramePr>
        <p:xfrm>
          <a:off x="7086544" y="1134998"/>
          <a:ext cx="196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58" name="Equation" r:id="rId19" imgW="1968480" imgH="419040" progId="Equation.DSMT4">
                  <p:embed/>
                </p:oleObj>
              </mc:Choice>
              <mc:Fallback>
                <p:oleObj name="Equation" r:id="rId19" imgW="1968480" imgH="419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7CA9DEB-284F-4294-BD1B-E2E3C901E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86544" y="1134998"/>
                        <a:ext cx="1968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19D802A8-1FC3-4863-8E49-FC0345C1563C}"/>
              </a:ext>
            </a:extLst>
          </p:cNvPr>
          <p:cNvSpPr/>
          <p:nvPr/>
        </p:nvSpPr>
        <p:spPr>
          <a:xfrm>
            <a:off x="403906" y="1680727"/>
            <a:ext cx="47621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由高阶导数的莱布尼茨公式得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429BC3D-44A4-4EC5-A73A-5A5F23796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9750"/>
              </p:ext>
            </p:extLst>
          </p:nvPr>
        </p:nvGraphicFramePr>
        <p:xfrm>
          <a:off x="842014" y="2275146"/>
          <a:ext cx="327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59" name="Equation" r:id="rId21" imgW="3276360" imgH="380880" progId="Equation.DSMT4">
                  <p:embed/>
                </p:oleObj>
              </mc:Choice>
              <mc:Fallback>
                <p:oleObj name="Equation" r:id="rId21" imgW="327636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CFD858A-CA4B-4EA7-98C8-409616B60E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42014" y="2275146"/>
                        <a:ext cx="3276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B5BFABF-25A0-47EA-ADBF-4B65E9B64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930505"/>
              </p:ext>
            </p:extLst>
          </p:nvPr>
        </p:nvGraphicFramePr>
        <p:xfrm>
          <a:off x="4315340" y="2280954"/>
          <a:ext cx="340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0" name="Equation" r:id="rId23" imgW="3403440" imgH="380880" progId="Equation.DSMT4">
                  <p:embed/>
                </p:oleObj>
              </mc:Choice>
              <mc:Fallback>
                <p:oleObj name="Equation" r:id="rId23" imgW="340344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0F9941F-4FBF-482A-BB23-A633B005BE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315340" y="2280954"/>
                        <a:ext cx="3403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CCDA538-2BA9-4E73-8692-BB7F46FF0A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524857"/>
              </p:ext>
            </p:extLst>
          </p:nvPr>
        </p:nvGraphicFramePr>
        <p:xfrm>
          <a:off x="854714" y="2887921"/>
          <a:ext cx="325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1" name="Equation" r:id="rId25" imgW="3251160" imgH="380880" progId="Equation.DSMT4">
                  <p:embed/>
                </p:oleObj>
              </mc:Choice>
              <mc:Fallback>
                <p:oleObj name="Equation" r:id="rId25" imgW="325116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EDBD429-3E30-4036-9C3F-676887DCC8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54714" y="2887921"/>
                        <a:ext cx="3251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807B277-E79F-4D5D-A3AC-2B44A3C97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361992"/>
              </p:ext>
            </p:extLst>
          </p:nvPr>
        </p:nvGraphicFramePr>
        <p:xfrm>
          <a:off x="4282121" y="2871882"/>
          <a:ext cx="3429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2" name="Equation" r:id="rId27" imgW="3429000" imgH="380880" progId="Equation.DSMT4">
                  <p:embed/>
                </p:oleObj>
              </mc:Choice>
              <mc:Fallback>
                <p:oleObj name="Equation" r:id="rId27" imgW="342900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DF8DFAD-03DE-4352-8A21-2A2B654217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82121" y="2871882"/>
                        <a:ext cx="3429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9D288701-4D17-41C4-AC38-270985A698E5}"/>
              </a:ext>
            </a:extLst>
          </p:cNvPr>
          <p:cNvSpPr/>
          <p:nvPr/>
        </p:nvSpPr>
        <p:spPr>
          <a:xfrm>
            <a:off x="442432" y="3417504"/>
            <a:ext cx="12547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又易得</a:t>
            </a:r>
            <a:endParaRPr lang="zh-CN" altLang="en-US" sz="2400" dirty="0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136A2DA-5D3E-422F-AE5E-2B9E7EDA9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333570"/>
              </p:ext>
            </p:extLst>
          </p:nvPr>
        </p:nvGraphicFramePr>
        <p:xfrm>
          <a:off x="1717016" y="3946251"/>
          <a:ext cx="172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3" name="Equation" r:id="rId29" imgW="1726920" imgH="355320" progId="Equation.DSMT4">
                  <p:embed/>
                </p:oleObj>
              </mc:Choice>
              <mc:Fallback>
                <p:oleObj name="Equation" r:id="rId29" imgW="1726920" imgH="355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65DDCA4-9E80-4B96-993A-89B85D459E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717016" y="3946251"/>
                        <a:ext cx="1727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9C194A2A-A639-415D-8E94-47354A00A2DE}"/>
              </a:ext>
            </a:extLst>
          </p:cNvPr>
          <p:cNvGrpSpPr/>
          <p:nvPr/>
        </p:nvGrpSpPr>
        <p:grpSpPr>
          <a:xfrm>
            <a:off x="3596279" y="3863514"/>
            <a:ext cx="3317164" cy="461665"/>
            <a:chOff x="4711221" y="3615358"/>
            <a:chExt cx="3317164" cy="46166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24962FD-C606-4108-B7F6-1E9367B5A996}"/>
                </a:ext>
              </a:extLst>
            </p:cNvPr>
            <p:cNvSpPr/>
            <p:nvPr/>
          </p:nvSpPr>
          <p:spPr>
            <a:xfrm>
              <a:off x="4711221" y="3615358"/>
              <a:ext cx="33171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故     是曲线的拐点</a:t>
              </a:r>
              <a:r>
                <a:rPr lang="en-US" altLang="zh-CN" sz="2400" b="1" dirty="0">
                  <a:latin typeface="宋体" panose="02010600030101010101" pitchFamily="2" charset="-122"/>
                  <a:sym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073E8D82-8FE2-4744-A626-8C03C5DC28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9878472"/>
                </p:ext>
              </p:extLst>
            </p:nvPr>
          </p:nvGraphicFramePr>
          <p:xfrm>
            <a:off x="5185544" y="3714527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64" name="Equation" r:id="rId31" imgW="634680" imgH="342720" progId="Equation.DSMT4">
                    <p:embed/>
                  </p:oleObj>
                </mc:Choice>
                <mc:Fallback>
                  <p:oleObj name="Equation" r:id="rId31" imgW="63468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B4B21E53-CFF3-42B4-9168-408442F456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185544" y="3714527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FC787CBA-040B-4D13-AB06-B44E946D25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96892"/>
              </p:ext>
            </p:extLst>
          </p:nvPr>
        </p:nvGraphicFramePr>
        <p:xfrm>
          <a:off x="1677534" y="4479613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5" name="Equation" r:id="rId33" imgW="1422360" imgH="406080" progId="Equation.DSMT4">
                  <p:embed/>
                </p:oleObj>
              </mc:Choice>
              <mc:Fallback>
                <p:oleObj name="Equation" r:id="rId33" imgW="1422360" imgH="4060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5F8E66E2-4357-487D-B496-B9A5A0D2F4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677534" y="4479613"/>
                        <a:ext cx="1422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CB10AD0D-E043-4B54-8DD6-53F1381998FE}"/>
              </a:ext>
            </a:extLst>
          </p:cNvPr>
          <p:cNvGrpSpPr/>
          <p:nvPr/>
        </p:nvGrpSpPr>
        <p:grpSpPr>
          <a:xfrm>
            <a:off x="3596279" y="4424348"/>
            <a:ext cx="3698700" cy="461665"/>
            <a:chOff x="4711221" y="3615358"/>
            <a:chExt cx="3698700" cy="46166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47B87D4-6B91-4E74-847A-DCC2AB5A71AE}"/>
                </a:ext>
              </a:extLst>
            </p:cNvPr>
            <p:cNvSpPr/>
            <p:nvPr/>
          </p:nvSpPr>
          <p:spPr>
            <a:xfrm>
              <a:off x="4711221" y="3615358"/>
              <a:ext cx="36987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故     不是曲线的拐点</a:t>
              </a:r>
              <a:r>
                <a:rPr lang="en-US" altLang="zh-CN" sz="2400" b="1" dirty="0">
                  <a:latin typeface="宋体" panose="02010600030101010101" pitchFamily="2" charset="-122"/>
                  <a:sym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B2D09864-50C3-4209-84FD-BC00F7D934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0328611"/>
                </p:ext>
              </p:extLst>
            </p:nvPr>
          </p:nvGraphicFramePr>
          <p:xfrm>
            <a:off x="5185544" y="3720913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66" name="Equation" r:id="rId35" imgW="647640" imgH="342720" progId="Equation.DSMT4">
                    <p:embed/>
                  </p:oleObj>
                </mc:Choice>
                <mc:Fallback>
                  <p:oleObj name="Equation" r:id="rId35" imgW="64764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208A48F5-CE86-45B3-91CC-D425FECB5C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5185544" y="3720913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1127B670-B750-459F-BE3D-582E478AD4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789554"/>
              </p:ext>
            </p:extLst>
          </p:nvPr>
        </p:nvGraphicFramePr>
        <p:xfrm>
          <a:off x="1558712" y="3433825"/>
          <a:ext cx="292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7" name="Equation" r:id="rId37" imgW="2920680" imgH="355320" progId="Equation.DSMT4">
                  <p:embed/>
                </p:oleObj>
              </mc:Choice>
              <mc:Fallback>
                <p:oleObj name="Equation" r:id="rId37" imgW="2920680" imgH="3553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6DE1260B-7DE7-4360-8CAA-3A88311F99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58712" y="3433825"/>
                        <a:ext cx="2921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984C0A09-1FEF-489B-8682-EE49C9F5B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426153"/>
              </p:ext>
            </p:extLst>
          </p:nvPr>
        </p:nvGraphicFramePr>
        <p:xfrm>
          <a:off x="4479712" y="3388810"/>
          <a:ext cx="3962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8" name="Equation" r:id="rId39" imgW="3962160" imgH="355320" progId="Equation.DSMT4">
                  <p:embed/>
                </p:oleObj>
              </mc:Choice>
              <mc:Fallback>
                <p:oleObj name="Equation" r:id="rId39" imgW="3962160" imgH="3553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7A81534F-A5C8-4763-8A07-D83E5822E9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479712" y="3388810"/>
                        <a:ext cx="3962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>
            <a:extLst>
              <a:ext uri="{FF2B5EF4-FFF2-40B4-BE49-F238E27FC236}">
                <a16:creationId xmlns:a16="http://schemas.microsoft.com/office/drawing/2014/main" id="{9D14C104-C248-4D2C-89B8-CB29E1BD683B}"/>
              </a:ext>
            </a:extLst>
          </p:cNvPr>
          <p:cNvSpPr/>
          <p:nvPr/>
        </p:nvSpPr>
        <p:spPr>
          <a:xfrm>
            <a:off x="469036" y="3879952"/>
            <a:ext cx="12547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且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6294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6" grpId="0"/>
      <p:bldP spid="21" grpId="0"/>
      <p:bldP spid="3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E8CE9BB-C295-4B97-890A-10AAC00764BB}"/>
              </a:ext>
            </a:extLst>
          </p:cNvPr>
          <p:cNvSpPr/>
          <p:nvPr/>
        </p:nvSpPr>
        <p:spPr>
          <a:xfrm>
            <a:off x="6677805" y="328228"/>
            <a:ext cx="4940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且</a:t>
            </a:r>
            <a:endParaRPr lang="zh-CN" altLang="en-US" sz="24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8ADFD5B-070B-44DA-B7E9-063DBE0749F1}"/>
              </a:ext>
            </a:extLst>
          </p:cNvPr>
          <p:cNvGrpSpPr/>
          <p:nvPr/>
        </p:nvGrpSpPr>
        <p:grpSpPr>
          <a:xfrm>
            <a:off x="721440" y="185929"/>
            <a:ext cx="7701119" cy="723900"/>
            <a:chOff x="539552" y="496414"/>
            <a:chExt cx="7701119" cy="7239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E304180-4284-4B06-97B4-0F8C8A55DE4A}"/>
                </a:ext>
              </a:extLst>
            </p:cNvPr>
            <p:cNvSpPr/>
            <p:nvPr/>
          </p:nvSpPr>
          <p:spPr>
            <a:xfrm>
              <a:off x="539552" y="627532"/>
              <a:ext cx="66247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5. </a:t>
              </a:r>
              <a:r>
                <a:rPr kumimoji="1" lang="zh-CN" altLang="en-US" sz="2400" b="1" dirty="0">
                  <a:latin typeface="+mn-ea"/>
                </a:rPr>
                <a:t>证明不等式</a:t>
              </a:r>
              <a:endParaRPr lang="zh-CN" altLang="en-US" sz="2400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DFBB7D37-881A-4096-8AA5-B17FFE7ABA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7166989"/>
                </p:ext>
              </p:extLst>
            </p:nvPr>
          </p:nvGraphicFramePr>
          <p:xfrm>
            <a:off x="2662743" y="496414"/>
            <a:ext cx="3048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21" name="Equation" r:id="rId3" imgW="3047760" imgH="723600" progId="Equation.DSMT4">
                    <p:embed/>
                  </p:oleObj>
                </mc:Choice>
                <mc:Fallback>
                  <p:oleObj name="Equation" r:id="rId3" imgW="30477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62743" y="496414"/>
                          <a:ext cx="30480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66EAB128-246A-4C3E-9942-5E2BF234D3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3862429"/>
                </p:ext>
              </p:extLst>
            </p:nvPr>
          </p:nvGraphicFramePr>
          <p:xfrm>
            <a:off x="5677009" y="679405"/>
            <a:ext cx="90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22" name="Equation" r:id="rId5" imgW="901440" imgH="342720" progId="Equation.DSMT4">
                    <p:embed/>
                  </p:oleObj>
                </mc:Choice>
                <mc:Fallback>
                  <p:oleObj name="Equation" r:id="rId5" imgW="901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77009" y="679405"/>
                          <a:ext cx="901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B46932F-1BDE-4C68-B1A4-E8F0D9D487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9954133"/>
                </p:ext>
              </p:extLst>
            </p:nvPr>
          </p:nvGraphicFramePr>
          <p:xfrm>
            <a:off x="6907171" y="620022"/>
            <a:ext cx="1333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23" name="Equation" r:id="rId7" imgW="1333440" imgH="406080" progId="Equation.DSMT4">
                    <p:embed/>
                  </p:oleObj>
                </mc:Choice>
                <mc:Fallback>
                  <p:oleObj name="Equation" r:id="rId7" imgW="133344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907171" y="620022"/>
                          <a:ext cx="1333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137A3AEA-A026-4A8F-89AC-A95FCE32D7CF}"/>
              </a:ext>
            </a:extLst>
          </p:cNvPr>
          <p:cNvSpPr/>
          <p:nvPr/>
        </p:nvSpPr>
        <p:spPr>
          <a:xfrm>
            <a:off x="719978" y="111228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sym typeface="+mn-ea"/>
              </a:rPr>
              <a:t>证</a:t>
            </a:r>
            <a:endParaRPr lang="zh-CN" altLang="en-US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B12405-C90C-41AA-8DDA-8F47A07281E2}"/>
              </a:ext>
            </a:extLst>
          </p:cNvPr>
          <p:cNvSpPr/>
          <p:nvPr/>
        </p:nvSpPr>
        <p:spPr>
          <a:xfrm>
            <a:off x="812928" y="186689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令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17BD757-ABBD-4DC0-9758-A7759C2F6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251084"/>
              </p:ext>
            </p:extLst>
          </p:nvPr>
        </p:nvGraphicFramePr>
        <p:xfrm>
          <a:off x="1331033" y="1907530"/>
          <a:ext cx="1892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24" name="Equation" r:id="rId9" imgW="1892160" imgH="406080" progId="Equation.DSMT4">
                  <p:embed/>
                </p:oleObj>
              </mc:Choice>
              <mc:Fallback>
                <p:oleObj name="Equation" r:id="rId9" imgW="1892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1033" y="1907530"/>
                        <a:ext cx="1892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85737493-40AE-4871-AAE6-EFC1279C3047}"/>
              </a:ext>
            </a:extLst>
          </p:cNvPr>
          <p:cNvSpPr/>
          <p:nvPr/>
        </p:nvSpPr>
        <p:spPr>
          <a:xfrm>
            <a:off x="3223333" y="189718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则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04ACDC6-0A39-44C0-B12C-4C0BC8992C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054277"/>
              </p:ext>
            </p:extLst>
          </p:nvPr>
        </p:nvGraphicFramePr>
        <p:xfrm>
          <a:off x="1001691" y="2540226"/>
          <a:ext cx="214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25" name="Equation" r:id="rId11" imgW="2145960" imgH="406080" progId="Equation.DSMT4">
                  <p:embed/>
                </p:oleObj>
              </mc:Choice>
              <mc:Fallback>
                <p:oleObj name="Equation" r:id="rId11" imgW="2145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01691" y="2540226"/>
                        <a:ext cx="2146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59C4691-1367-422A-B2BE-2B0EAEB6E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293762"/>
              </p:ext>
            </p:extLst>
          </p:nvPr>
        </p:nvGraphicFramePr>
        <p:xfrm>
          <a:off x="3445897" y="2559700"/>
          <a:ext cx="331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26" name="Equation" r:id="rId13" imgW="3314520" imgH="406080" progId="Equation.DSMT4">
                  <p:embed/>
                </p:oleObj>
              </mc:Choice>
              <mc:Fallback>
                <p:oleObj name="Equation" r:id="rId13" imgW="33145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45897" y="2559700"/>
                        <a:ext cx="3314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E6C29E1-D05C-4DCE-9948-61F4CF3DEC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43928"/>
              </p:ext>
            </p:extLst>
          </p:nvPr>
        </p:nvGraphicFramePr>
        <p:xfrm>
          <a:off x="4889239" y="966484"/>
          <a:ext cx="2705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27" name="Equation" r:id="rId15" imgW="2705040" imgH="774360" progId="Equation.DSMT4">
                  <p:embed/>
                </p:oleObj>
              </mc:Choice>
              <mc:Fallback>
                <p:oleObj name="Equation" r:id="rId15" imgW="27050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89239" y="966484"/>
                        <a:ext cx="2705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EEF4861-928D-4B23-9BCC-2B2928C1A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563291"/>
              </p:ext>
            </p:extLst>
          </p:nvPr>
        </p:nvGraphicFramePr>
        <p:xfrm>
          <a:off x="1349838" y="981171"/>
          <a:ext cx="304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28" name="Equation" r:id="rId17" imgW="3047760" imgH="723600" progId="Equation.DSMT4">
                  <p:embed/>
                </p:oleObj>
              </mc:Choice>
              <mc:Fallback>
                <p:oleObj name="Equation" r:id="rId17" imgW="3047760" imgH="723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FBB7D37-881A-4096-8AA5-B17FFE7AB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49838" y="981171"/>
                        <a:ext cx="3048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D8088DC-7D3B-4018-93CC-58EC0ACB72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623443"/>
              </p:ext>
            </p:extLst>
          </p:nvPr>
        </p:nvGraphicFramePr>
        <p:xfrm>
          <a:off x="4397838" y="1276904"/>
          <a:ext cx="368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29" name="Equation" r:id="rId18" imgW="368280" imgH="228600" progId="Equation.DSMT4">
                  <p:embed/>
                </p:oleObj>
              </mc:Choice>
              <mc:Fallback>
                <p:oleObj name="Equation" r:id="rId18" imgW="368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397838" y="1276904"/>
                        <a:ext cx="368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BDF3F92F-97F7-4A04-A107-D96F11F73597}"/>
              </a:ext>
            </a:extLst>
          </p:cNvPr>
          <p:cNvGrpSpPr/>
          <p:nvPr/>
        </p:nvGrpSpPr>
        <p:grpSpPr>
          <a:xfrm>
            <a:off x="967001" y="3172922"/>
            <a:ext cx="6576332" cy="487441"/>
            <a:chOff x="1036481" y="3354942"/>
            <a:chExt cx="6576332" cy="48744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FB4069E-0542-4328-B39F-F38C33667237}"/>
                </a:ext>
              </a:extLst>
            </p:cNvPr>
            <p:cNvSpPr/>
            <p:nvPr/>
          </p:nvSpPr>
          <p:spPr>
            <a:xfrm>
              <a:off x="1036481" y="3364250"/>
              <a:ext cx="65763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所以曲线            在区间       是凹的</a:t>
              </a:r>
              <a:r>
                <a:rPr lang="en-US" altLang="zh-CN" sz="2400" b="1" dirty="0">
                  <a:latin typeface="宋体" panose="02010600030101010101" pitchFamily="2" charset="-122"/>
                  <a:sym typeface="+mn-ea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       </a:t>
              </a:r>
              <a:endParaRPr lang="zh-CN" altLang="en-US" sz="2400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2A1A7B3D-C397-4128-A00D-45ED171D51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6282365"/>
                </p:ext>
              </p:extLst>
            </p:nvPr>
          </p:nvGraphicFramePr>
          <p:xfrm>
            <a:off x="2339752" y="3354942"/>
            <a:ext cx="1828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30" name="Equation" r:id="rId20" imgW="1828800" imgH="406080" progId="Equation.DSMT4">
                    <p:embed/>
                  </p:oleObj>
                </mc:Choice>
                <mc:Fallback>
                  <p:oleObj name="Equation" r:id="rId20" imgW="1828800" imgH="4060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317BD757-ABBD-4DC0-9758-A7759C2F6A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339752" y="3354942"/>
                          <a:ext cx="18288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B8B62F74-368A-46E7-9863-6360E30F84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7525245"/>
                </p:ext>
              </p:extLst>
            </p:nvPr>
          </p:nvGraphicFramePr>
          <p:xfrm>
            <a:off x="5148064" y="3499483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31" name="Equation" r:id="rId22" imgW="888840" imgH="342720" progId="Equation.DSMT4">
                    <p:embed/>
                  </p:oleObj>
                </mc:Choice>
                <mc:Fallback>
                  <p:oleObj name="Equation" r:id="rId22" imgW="888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148064" y="3499483"/>
                          <a:ext cx="889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DD8568A0-D6A3-449C-BA50-B1E8069FA26C}"/>
              </a:ext>
            </a:extLst>
          </p:cNvPr>
          <p:cNvSpPr/>
          <p:nvPr/>
        </p:nvSpPr>
        <p:spPr>
          <a:xfrm>
            <a:off x="1003604" y="4020557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故</a:t>
            </a:r>
            <a:endParaRPr lang="zh-CN" altLang="en-US" sz="2400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23A78A1-578A-4CD3-86F6-66033DC40D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356430"/>
              </p:ext>
            </p:extLst>
          </p:nvPr>
        </p:nvGraphicFramePr>
        <p:xfrm>
          <a:off x="1510224" y="3932233"/>
          <a:ext cx="311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32" name="Equation" r:id="rId24" imgW="3111480" imgH="723600" progId="Equation.DSMT4">
                  <p:embed/>
                </p:oleObj>
              </mc:Choice>
              <mc:Fallback>
                <p:oleObj name="Equation" r:id="rId24" imgW="31114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10224" y="3932233"/>
                        <a:ext cx="3111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C98DE234-A9C7-4910-997F-EED7BC2FE51C}"/>
              </a:ext>
            </a:extLst>
          </p:cNvPr>
          <p:cNvSpPr/>
          <p:nvPr/>
        </p:nvSpPr>
        <p:spPr>
          <a:xfrm>
            <a:off x="4635901" y="404284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即有</a:t>
            </a:r>
            <a:endParaRPr lang="zh-CN" altLang="en-US" sz="2400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908E459-CF96-481E-977A-7F635D77A4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668094"/>
              </p:ext>
            </p:extLst>
          </p:nvPr>
        </p:nvGraphicFramePr>
        <p:xfrm>
          <a:off x="5362728" y="3892071"/>
          <a:ext cx="3124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33" name="Equation" r:id="rId26" imgW="3124080" imgH="723600" progId="Equation.DSMT4">
                  <p:embed/>
                </p:oleObj>
              </mc:Choice>
              <mc:Fallback>
                <p:oleObj name="Equation" r:id="rId26" imgW="31240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362728" y="3892071"/>
                        <a:ext cx="3124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985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20" grpId="0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14ADB8-9399-4057-BBCE-DFAD9339F82A}"/>
              </a:ext>
            </a:extLst>
          </p:cNvPr>
          <p:cNvSpPr/>
          <p:nvPr/>
        </p:nvSpPr>
        <p:spPr>
          <a:xfrm>
            <a:off x="718347" y="373611"/>
            <a:ext cx="8315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6. </a:t>
            </a:r>
            <a:r>
              <a:rPr kumimoji="1" lang="zh-CN" altLang="en-US" sz="2400" b="1" dirty="0">
                <a:latin typeface="+mn-ea"/>
              </a:rPr>
              <a:t>设     在点  的某邻域有二阶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连续</a:t>
            </a:r>
            <a:r>
              <a:rPr kumimoji="1" lang="zh-CN" altLang="en-US" sz="2400" b="1" dirty="0">
                <a:latin typeface="+mn-ea"/>
              </a:rPr>
              <a:t>导数，若当  充分小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D15D48B-EC38-4259-9DE0-2C1E5A5508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570790"/>
              </p:ext>
            </p:extLst>
          </p:nvPr>
        </p:nvGraphicFramePr>
        <p:xfrm>
          <a:off x="1616579" y="43299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6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6579" y="43299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8AB77D3-AC97-435D-92E6-FE18B2A8B7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278277"/>
              </p:ext>
            </p:extLst>
          </p:nvPr>
        </p:nvGraphicFramePr>
        <p:xfrm>
          <a:off x="2997411" y="394893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61" name="Equation" r:id="rId5" imgW="279360" imgH="380880" progId="Equation.DSMT4">
                  <p:embed/>
                </p:oleObj>
              </mc:Choice>
              <mc:Fallback>
                <p:oleObj name="Equation" r:id="rId5" imgW="279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97411" y="394893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30F0C10-DA7D-419A-BE2B-9B3E42853A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235027"/>
              </p:ext>
            </p:extLst>
          </p:nvPr>
        </p:nvGraphicFramePr>
        <p:xfrm>
          <a:off x="7593243" y="457751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62" name="Equation" r:id="rId7" imgW="190440" imgH="279360" progId="Equation.DSMT4">
                  <p:embed/>
                </p:oleObj>
              </mc:Choice>
              <mc:Fallback>
                <p:oleObj name="Equation" r:id="rId7" imgW="190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93243" y="457751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40BABCDA-FAD8-4049-A8E3-13888DC47FD8}"/>
              </a:ext>
            </a:extLst>
          </p:cNvPr>
          <p:cNvSpPr/>
          <p:nvPr/>
        </p:nvSpPr>
        <p:spPr>
          <a:xfrm>
            <a:off x="248427" y="919416"/>
            <a:ext cx="8315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时，                           恒成立，试证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29C4351-AA24-41A4-84B8-88BB63F1BD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213695"/>
              </p:ext>
            </p:extLst>
          </p:nvPr>
        </p:nvGraphicFramePr>
        <p:xfrm>
          <a:off x="959207" y="775893"/>
          <a:ext cx="3975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63" name="Equation" r:id="rId9" imgW="3974760" imgH="723600" progId="Equation.DSMT4">
                  <p:embed/>
                </p:oleObj>
              </mc:Choice>
              <mc:Fallback>
                <p:oleObj name="Equation" r:id="rId9" imgW="39747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59207" y="775893"/>
                        <a:ext cx="3975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E1B2140-E356-4C92-9DA8-C1D02DC5DA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48153"/>
              </p:ext>
            </p:extLst>
          </p:nvPr>
        </p:nvGraphicFramePr>
        <p:xfrm>
          <a:off x="7019128" y="959748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64" name="Equation" r:id="rId11" imgW="1346040" imgH="380880" progId="Equation.DSMT4">
                  <p:embed/>
                </p:oleObj>
              </mc:Choice>
              <mc:Fallback>
                <p:oleObj name="Equation" r:id="rId11" imgW="1346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19128" y="959748"/>
                        <a:ext cx="1346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C8F5866-0E6C-44E9-9610-C714E5C01C90}"/>
              </a:ext>
            </a:extLst>
          </p:cNvPr>
          <p:cNvSpPr/>
          <p:nvPr/>
        </p:nvSpPr>
        <p:spPr>
          <a:xfrm>
            <a:off x="715277" y="174871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sym typeface="+mn-ea"/>
              </a:rPr>
              <a:t>证</a:t>
            </a:r>
            <a:endParaRPr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121D97-A20F-40D2-89A1-CC6AF6DF8945}"/>
              </a:ext>
            </a:extLst>
          </p:cNvPr>
          <p:cNvSpPr/>
          <p:nvPr/>
        </p:nvSpPr>
        <p:spPr>
          <a:xfrm>
            <a:off x="1209322" y="1748716"/>
            <a:ext cx="15624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反证法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4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7CB517D-CE6F-44CA-B3D6-9E2E7B495196}"/>
              </a:ext>
            </a:extLst>
          </p:cNvPr>
          <p:cNvGrpSpPr/>
          <p:nvPr/>
        </p:nvGrpSpPr>
        <p:grpSpPr>
          <a:xfrm>
            <a:off x="2358965" y="1746204"/>
            <a:ext cx="2241926" cy="461665"/>
            <a:chOff x="2358965" y="1746204"/>
            <a:chExt cx="2241926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903E12-06A8-4BDC-AD94-BC1977C51DFA}"/>
                </a:ext>
              </a:extLst>
            </p:cNvPr>
            <p:cNvSpPr/>
            <p:nvPr/>
          </p:nvSpPr>
          <p:spPr>
            <a:xfrm>
              <a:off x="2358965" y="1746204"/>
              <a:ext cx="10609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/>
                <a:t>   </a:t>
              </a:r>
              <a:r>
                <a:rPr lang="zh-CN" altLang="en-US" sz="2400" b="1" dirty="0"/>
                <a:t>反设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7AFB1EB-C807-4AD3-89A8-EF867CB536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1900829"/>
                </p:ext>
              </p:extLst>
            </p:nvPr>
          </p:nvGraphicFramePr>
          <p:xfrm>
            <a:off x="3241991" y="1786536"/>
            <a:ext cx="1358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65" name="Equation" r:id="rId13" imgW="1358640" imgH="380880" progId="Equation.DSMT4">
                    <p:embed/>
                  </p:oleObj>
                </mc:Choice>
                <mc:Fallback>
                  <p:oleObj name="Equation" r:id="rId13" imgW="13586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41991" y="1786536"/>
                          <a:ext cx="1358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D1D65BD-BF0C-4D4C-8830-FA5FF30967FA}"/>
              </a:ext>
            </a:extLst>
          </p:cNvPr>
          <p:cNvSpPr/>
          <p:nvPr/>
        </p:nvSpPr>
        <p:spPr>
          <a:xfrm>
            <a:off x="4367222" y="1746203"/>
            <a:ext cx="45252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   </a:t>
            </a:r>
            <a:r>
              <a:rPr lang="zh-CN" altLang="en-US" sz="2400" b="1" dirty="0"/>
              <a:t>由于二阶导数</a:t>
            </a:r>
            <a:r>
              <a:rPr lang="zh-CN" altLang="en-US" sz="2400" b="1" dirty="0">
                <a:solidFill>
                  <a:srgbClr val="FF0000"/>
                </a:solidFill>
              </a:rPr>
              <a:t>连续</a:t>
            </a:r>
            <a:r>
              <a:rPr lang="zh-CN" altLang="en-US" sz="2400" b="1" dirty="0"/>
              <a:t>，由极限的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68D6004-2ADA-4AD8-A96A-D403CCF16263}"/>
              </a:ext>
            </a:extLst>
          </p:cNvPr>
          <p:cNvGrpSpPr/>
          <p:nvPr/>
        </p:nvGrpSpPr>
        <p:grpSpPr>
          <a:xfrm>
            <a:off x="251519" y="2278004"/>
            <a:ext cx="5930481" cy="461665"/>
            <a:chOff x="251519" y="2278004"/>
            <a:chExt cx="5930481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E0AA4CA-05F8-42BD-8059-7A4E3CCB8748}"/>
                </a:ext>
              </a:extLst>
            </p:cNvPr>
            <p:cNvSpPr/>
            <p:nvPr/>
          </p:nvSpPr>
          <p:spPr>
            <a:xfrm>
              <a:off x="251519" y="2278004"/>
              <a:ext cx="56886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局部保号性得，在  的某  邻域中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1D24605-7D9B-41B7-8F8D-FE2F8996E2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7421653"/>
                </p:ext>
              </p:extLst>
            </p:nvPr>
          </p:nvGraphicFramePr>
          <p:xfrm>
            <a:off x="2810150" y="2314942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66" name="Equation" r:id="rId15" imgW="279360" imgH="380880" progId="Equation.DSMT4">
                    <p:embed/>
                  </p:oleObj>
                </mc:Choice>
                <mc:Fallback>
                  <p:oleObj name="Equation" r:id="rId15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810150" y="2314942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D42B8C0-5AF8-4019-B6BD-73CCD216E0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1074626"/>
                </p:ext>
              </p:extLst>
            </p:nvPr>
          </p:nvGraphicFramePr>
          <p:xfrm>
            <a:off x="3813491" y="2396417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67" name="Equation" r:id="rId17" imgW="215640" imgH="279360" progId="Equation.DSMT4">
                    <p:embed/>
                  </p:oleObj>
                </mc:Choice>
                <mc:Fallback>
                  <p:oleObj name="Equation" r:id="rId17" imgW="215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13491" y="2396417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D63CAB77-CE44-41DF-A8DE-ADA89941D5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7267260"/>
                </p:ext>
              </p:extLst>
            </p:nvPr>
          </p:nvGraphicFramePr>
          <p:xfrm>
            <a:off x="4937400" y="2340342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68" name="Equation" r:id="rId19" imgW="1244520" imgH="355320" progId="Equation.DSMT4">
                    <p:embed/>
                  </p:oleObj>
                </mc:Choice>
                <mc:Fallback>
                  <p:oleObj name="Equation" r:id="rId19" imgW="12445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37400" y="2340342"/>
                          <a:ext cx="1244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5CD12DC0-091F-4882-9BF7-51ADF96B36A0}"/>
              </a:ext>
            </a:extLst>
          </p:cNvPr>
          <p:cNvSpPr/>
          <p:nvPr/>
        </p:nvSpPr>
        <p:spPr>
          <a:xfrm>
            <a:off x="6150345" y="2287309"/>
            <a:ext cx="23484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从而为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凸弧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即</a:t>
            </a:r>
            <a:endParaRPr lang="zh-CN" altLang="en-US" sz="2400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4CC051C-0E38-4EFD-9BDB-3E1E51E331C9}"/>
              </a:ext>
            </a:extLst>
          </p:cNvPr>
          <p:cNvGrpSpPr/>
          <p:nvPr/>
        </p:nvGrpSpPr>
        <p:grpSpPr>
          <a:xfrm>
            <a:off x="890790" y="3506781"/>
            <a:ext cx="5528859" cy="470892"/>
            <a:chOff x="962300" y="2818048"/>
            <a:chExt cx="5528859" cy="470892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1C61D97-03C6-4F1D-AA9A-0661B0838C03}"/>
                </a:ext>
              </a:extLst>
            </p:cNvPr>
            <p:cNvSpPr/>
            <p:nvPr/>
          </p:nvSpPr>
          <p:spPr>
            <a:xfrm>
              <a:off x="962300" y="2827275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取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1F42CCF-1C75-41FA-A451-7FB650172B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295019"/>
                </p:ext>
              </p:extLst>
            </p:nvPr>
          </p:nvGraphicFramePr>
          <p:xfrm>
            <a:off x="1463950" y="2844186"/>
            <a:ext cx="1346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69" name="Equation" r:id="rId21" imgW="1346040" imgH="380880" progId="Equation.DSMT4">
                    <p:embed/>
                  </p:oleObj>
                </mc:Choice>
                <mc:Fallback>
                  <p:oleObj name="Equation" r:id="rId21" imgW="13460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463950" y="2844186"/>
                          <a:ext cx="1346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9C863D76-0613-420C-8A1A-E65BE7EAE2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53470"/>
                </p:ext>
              </p:extLst>
            </p:nvPr>
          </p:nvGraphicFramePr>
          <p:xfrm>
            <a:off x="2995051" y="2848003"/>
            <a:ext cx="1371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70" name="Equation" r:id="rId23" imgW="1371600" imgH="380880" progId="Equation.DSMT4">
                    <p:embed/>
                  </p:oleObj>
                </mc:Choice>
                <mc:Fallback>
                  <p:oleObj name="Equation" r:id="rId23" imgW="1371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995051" y="2848003"/>
                          <a:ext cx="1371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B68E2F2-6C1A-46B2-9094-4EA086519715}"/>
                </a:ext>
              </a:extLst>
            </p:cNvPr>
            <p:cNvSpPr/>
            <p:nvPr/>
          </p:nvSpPr>
          <p:spPr>
            <a:xfrm>
              <a:off x="4500563" y="2818048"/>
              <a:ext cx="11534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这里</a:t>
              </a:r>
              <a:endParaRPr lang="zh-CN" altLang="en-US" sz="2400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4B2010F4-7E1C-48FF-BD58-7A20A726BF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4335663"/>
                </p:ext>
              </p:extLst>
            </p:nvPr>
          </p:nvGraphicFramePr>
          <p:xfrm>
            <a:off x="5322759" y="2909180"/>
            <a:ext cx="1168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71" name="Equation" r:id="rId25" imgW="1168200" imgH="279360" progId="Equation.DSMT4">
                    <p:embed/>
                  </p:oleObj>
                </mc:Choice>
                <mc:Fallback>
                  <p:oleObj name="Equation" r:id="rId25" imgW="11682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322759" y="2909180"/>
                          <a:ext cx="11684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CDA6300B-9E82-4F8E-9288-6FE553EAA8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009769"/>
              </p:ext>
            </p:extLst>
          </p:nvPr>
        </p:nvGraphicFramePr>
        <p:xfrm>
          <a:off x="1777936" y="3977673"/>
          <a:ext cx="4076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72" name="Equation" r:id="rId27" imgW="4076640" imgH="723600" progId="Equation.DSMT4">
                  <p:embed/>
                </p:oleObj>
              </mc:Choice>
              <mc:Fallback>
                <p:oleObj name="Equation" r:id="rId27" imgW="40766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777936" y="3977673"/>
                        <a:ext cx="4076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42BE3F30-FA2E-42F5-B2DE-77D20F7B4881}"/>
              </a:ext>
            </a:extLst>
          </p:cNvPr>
          <p:cNvSpPr/>
          <p:nvPr/>
        </p:nvSpPr>
        <p:spPr>
          <a:xfrm>
            <a:off x="6541893" y="353291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则</a:t>
            </a:r>
            <a:endParaRPr lang="zh-CN" altLang="en-US" sz="2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2F8E14-EF9B-4D49-B180-DD9864659E05}"/>
              </a:ext>
            </a:extLst>
          </p:cNvPr>
          <p:cNvSpPr/>
          <p:nvPr/>
        </p:nvSpPr>
        <p:spPr>
          <a:xfrm>
            <a:off x="802268" y="4571100"/>
            <a:ext cx="1177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矛盾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9DB682AE-DF23-4FF5-879F-56B09FB0CB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205632"/>
              </p:ext>
            </p:extLst>
          </p:nvPr>
        </p:nvGraphicFramePr>
        <p:xfrm>
          <a:off x="2882900" y="2768532"/>
          <a:ext cx="3378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73" name="Equation" r:id="rId29" imgW="3377880" imgH="723600" progId="Equation.DSMT4">
                  <p:embed/>
                </p:oleObj>
              </mc:Choice>
              <mc:Fallback>
                <p:oleObj name="Equation" r:id="rId29" imgW="33778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882900" y="2768532"/>
                        <a:ext cx="3378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507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8" grpId="0"/>
      <p:bldP spid="28" grpId="0"/>
      <p:bldP spid="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202DAA0-BD56-41D5-8517-42808E914D58}"/>
              </a:ext>
            </a:extLst>
          </p:cNvPr>
          <p:cNvSpPr txBox="1"/>
          <p:nvPr/>
        </p:nvSpPr>
        <p:spPr>
          <a:xfrm>
            <a:off x="1260203" y="2048530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知识延展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-----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凸函数的几种定义</a:t>
            </a:r>
          </a:p>
        </p:txBody>
      </p:sp>
    </p:spTree>
    <p:extLst>
      <p:ext uri="{BB962C8B-B14F-4D97-AF65-F5344CB8AC3E}">
        <p14:creationId xmlns:p14="http://schemas.microsoft.com/office/powerpoint/2010/main" val="41982566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1136A0F-CF0A-4995-BC8B-61A67EFD432A}"/>
              </a:ext>
            </a:extLst>
          </p:cNvPr>
          <p:cNvSpPr/>
          <p:nvPr/>
        </p:nvSpPr>
        <p:spPr>
          <a:xfrm>
            <a:off x="323528" y="1131590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有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FC6915-48A9-43F7-BAD6-623A62461F3B}"/>
              </a:ext>
            </a:extLst>
          </p:cNvPr>
          <p:cNvSpPr/>
          <p:nvPr/>
        </p:nvSpPr>
        <p:spPr>
          <a:xfrm>
            <a:off x="1800371" y="483518"/>
            <a:ext cx="7272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设函数          在区间    上有定义，若对任给的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EB08C3A-D762-4C3A-81A8-D3431594D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493815"/>
              </p:ext>
            </p:extLst>
          </p:nvPr>
        </p:nvGraphicFramePr>
        <p:xfrm>
          <a:off x="2808483" y="54290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1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8483" y="54290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1EE330F-C8C6-4A80-91FC-6C92B50B02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853083"/>
              </p:ext>
            </p:extLst>
          </p:nvPr>
        </p:nvGraphicFramePr>
        <p:xfrm>
          <a:off x="4467073" y="571334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18" name="Equation" r:id="rId5" imgW="190440" imgH="266400" progId="Equation.DSMT4">
                  <p:embed/>
                </p:oleObj>
              </mc:Choice>
              <mc:Fallback>
                <p:oleObj name="Equation" r:id="rId5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7073" y="571334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C034D5B-FE62-46E0-858A-90D4B876F1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121636"/>
              </p:ext>
            </p:extLst>
          </p:nvPr>
        </p:nvGraphicFramePr>
        <p:xfrm>
          <a:off x="7777035" y="504800"/>
          <a:ext cx="115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19" name="Equation" r:id="rId7" imgW="1155600" imgH="380880" progId="Equation.DSMT4">
                  <p:embed/>
                </p:oleObj>
              </mc:Choice>
              <mc:Fallback>
                <p:oleObj name="Equation" r:id="rId7" imgW="1155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77035" y="504800"/>
                        <a:ext cx="1155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5D5A0CA-72A6-41C4-A9A4-21639FAE7E06}"/>
              </a:ext>
            </a:extLst>
          </p:cNvPr>
          <p:cNvSpPr/>
          <p:nvPr/>
        </p:nvSpPr>
        <p:spPr>
          <a:xfrm>
            <a:off x="863588" y="483517"/>
            <a:ext cx="10801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A7350CA-1452-4028-965E-03343BD8C7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702852"/>
              </p:ext>
            </p:extLst>
          </p:nvPr>
        </p:nvGraphicFramePr>
        <p:xfrm>
          <a:off x="1569364" y="1494703"/>
          <a:ext cx="3378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20" name="Equation" r:id="rId9" imgW="3377880" imgH="723600" progId="Equation.DSMT4">
                  <p:embed/>
                </p:oleObj>
              </mc:Choice>
              <mc:Fallback>
                <p:oleObj name="Equation" r:id="rId9" imgW="3377880" imgH="7236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69364" y="1494703"/>
                        <a:ext cx="3378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F6946F36-55F4-441F-A5C5-CE5791CE8E15}"/>
              </a:ext>
            </a:extLst>
          </p:cNvPr>
          <p:cNvSpPr/>
          <p:nvPr/>
        </p:nvSpPr>
        <p:spPr>
          <a:xfrm>
            <a:off x="332991" y="2787774"/>
            <a:ext cx="43830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则称           为区间     的</a:t>
            </a:r>
            <a:r>
              <a:rPr lang="zh-CN" altLang="en-US" sz="2400" b="1" dirty="0">
                <a:solidFill>
                  <a:srgbClr val="FF0000"/>
                </a:solidFill>
              </a:rPr>
              <a:t>凸函数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D5E475D-A142-4AB7-B9CF-C88C3D54E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837939"/>
              </p:ext>
            </p:extLst>
          </p:nvPr>
        </p:nvGraphicFramePr>
        <p:xfrm>
          <a:off x="1092498" y="284715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21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92498" y="284715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5F1A74E-CDBD-4DBC-9888-F1D814A90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806812"/>
              </p:ext>
            </p:extLst>
          </p:nvPr>
        </p:nvGraphicFramePr>
        <p:xfrm>
          <a:off x="2823610" y="2885256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22" name="Equation" r:id="rId13" imgW="190440" imgH="266400" progId="Equation.DSMT4">
                  <p:embed/>
                </p:oleObj>
              </mc:Choice>
              <mc:Fallback>
                <p:oleObj name="Equation" r:id="rId13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23610" y="2885256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C8473EC2-0A28-48D0-B280-94F27EF41A83}"/>
              </a:ext>
            </a:extLst>
          </p:cNvPr>
          <p:cNvGrpSpPr/>
          <p:nvPr/>
        </p:nvGrpSpPr>
        <p:grpSpPr>
          <a:xfrm>
            <a:off x="5563077" y="1345819"/>
            <a:ext cx="3227608" cy="3292881"/>
            <a:chOff x="841794" y="981289"/>
            <a:chExt cx="3227608" cy="3292881"/>
          </a:xfrm>
        </p:grpSpPr>
        <p:sp>
          <p:nvSpPr>
            <p:cNvPr id="15" name="Line 22">
              <a:extLst>
                <a:ext uri="{FF2B5EF4-FFF2-40B4-BE49-F238E27FC236}">
                  <a16:creationId xmlns:a16="http://schemas.microsoft.com/office/drawing/2014/main" id="{770A1383-C313-44BC-95E2-DB7FE745F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488" y="3651870"/>
              <a:ext cx="3171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3">
              <a:extLst>
                <a:ext uri="{FF2B5EF4-FFF2-40B4-BE49-F238E27FC236}">
                  <a16:creationId xmlns:a16="http://schemas.microsoft.com/office/drawing/2014/main" id="{BF0FEFB9-3405-4071-86E8-FF6CF86C4A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4254" y="1086811"/>
              <a:ext cx="0" cy="2780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71652E30-F020-4E81-89DC-CD45041E6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322" y="3583631"/>
              <a:ext cx="1138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</a:t>
              </a:r>
              <a:endPara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9F82C566-F6B8-4F06-BA17-D6534DCA4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794" y="981289"/>
              <a:ext cx="1138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y</a:t>
              </a:r>
              <a:endPara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EF8CEBFF-EF60-4A9B-8BA7-82B64DD13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348" y="3541192"/>
              <a:ext cx="292100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任意多边形: 形状 12">
              <a:extLst>
                <a:ext uri="{FF2B5EF4-FFF2-40B4-BE49-F238E27FC236}">
                  <a16:creationId xmlns:a16="http://schemas.microsoft.com/office/drawing/2014/main" id="{02CF9298-C11B-4C46-945F-5459879C7B3C}"/>
                </a:ext>
              </a:extLst>
            </p:cNvPr>
            <p:cNvSpPr/>
            <p:nvPr/>
          </p:nvSpPr>
          <p:spPr>
            <a:xfrm>
              <a:off x="1501898" y="1724934"/>
              <a:ext cx="2237874" cy="984547"/>
            </a:xfrm>
            <a:custGeom>
              <a:avLst/>
              <a:gdLst>
                <a:gd name="connsiteX0" fmla="*/ 0 w 2237874"/>
                <a:gd name="connsiteY0" fmla="*/ 0 h 984547"/>
                <a:gd name="connsiteX1" fmla="*/ 842211 w 2237874"/>
                <a:gd name="connsiteY1" fmla="*/ 974558 h 984547"/>
                <a:gd name="connsiteX2" fmla="*/ 2237874 w 2237874"/>
                <a:gd name="connsiteY2" fmla="*/ 421105 h 98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7874" h="984547">
                  <a:moveTo>
                    <a:pt x="0" y="0"/>
                  </a:moveTo>
                  <a:cubicBezTo>
                    <a:pt x="234616" y="452187"/>
                    <a:pt x="469232" y="904374"/>
                    <a:pt x="842211" y="974558"/>
                  </a:cubicBezTo>
                  <a:cubicBezTo>
                    <a:pt x="1215190" y="1044742"/>
                    <a:pt x="1726532" y="732923"/>
                    <a:pt x="2237874" y="421105"/>
                  </a:cubicBezTo>
                </a:path>
              </a:pathLst>
            </a:cu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118AAD9E-255D-47D0-A204-7BA6AD2B9009}"/>
                </a:ext>
              </a:extLst>
            </p:cNvPr>
            <p:cNvCxnSpPr/>
            <p:nvPr/>
          </p:nvCxnSpPr>
          <p:spPr>
            <a:xfrm>
              <a:off x="1704960" y="2067694"/>
              <a:ext cx="0" cy="158417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2565308-2B70-42F6-9002-62F588867FB4}"/>
                </a:ext>
              </a:extLst>
            </p:cNvPr>
            <p:cNvCxnSpPr/>
            <p:nvPr/>
          </p:nvCxnSpPr>
          <p:spPr>
            <a:xfrm>
              <a:off x="2411760" y="2313266"/>
              <a:ext cx="0" cy="130923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55BD724-08A5-49FB-A301-CFB156C2E8E0}"/>
                </a:ext>
              </a:extLst>
            </p:cNvPr>
            <p:cNvCxnSpPr/>
            <p:nvPr/>
          </p:nvCxnSpPr>
          <p:spPr>
            <a:xfrm>
              <a:off x="3131840" y="2475581"/>
              <a:ext cx="0" cy="119021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0C0B644-E679-4C69-A12D-E83478AD31A7}"/>
                </a:ext>
              </a:extLst>
            </p:cNvPr>
            <p:cNvCxnSpPr/>
            <p:nvPr/>
          </p:nvCxnSpPr>
          <p:spPr>
            <a:xfrm>
              <a:off x="1704960" y="2067694"/>
              <a:ext cx="1426880" cy="40788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05F4EA4D-A5AE-485F-9F24-A4DB0F056A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2594387"/>
                </p:ext>
              </p:extLst>
            </p:nvPr>
          </p:nvGraphicFramePr>
          <p:xfrm>
            <a:off x="1691680" y="1635646"/>
            <a:ext cx="14605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323" name="Equation" r:id="rId15" imgW="1460160" imgH="622080" progId="Equation.DSMT4">
                    <p:embed/>
                  </p:oleObj>
                </mc:Choice>
                <mc:Fallback>
                  <p:oleObj name="Equation" r:id="rId15" imgW="1460160" imgH="622080" progId="Equation.DSMT4">
                    <p:embed/>
                    <p:pic>
                      <p:nvPicPr>
                        <p:cNvPr id="69" name="对象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1635646"/>
                          <a:ext cx="14605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060CFEC6-509D-45F8-BB00-10C87D6CD2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9340922"/>
                </p:ext>
              </p:extLst>
            </p:nvPr>
          </p:nvGraphicFramePr>
          <p:xfrm>
            <a:off x="1882924" y="2669530"/>
            <a:ext cx="11049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324" name="Equation" r:id="rId17" imgW="1104840" imgH="622080" progId="Equation.DSMT4">
                    <p:embed/>
                  </p:oleObj>
                </mc:Choice>
                <mc:Fallback>
                  <p:oleObj name="Equation" r:id="rId17" imgW="1104840" imgH="622080" progId="Equation.DSMT4">
                    <p:embed/>
                    <p:pic>
                      <p:nvPicPr>
                        <p:cNvPr id="70" name="对象 6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882924" y="2669530"/>
                          <a:ext cx="11049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BFEC6E8D-FC22-4AF4-8065-377492D428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5000568"/>
                </p:ext>
              </p:extLst>
            </p:nvPr>
          </p:nvGraphicFramePr>
          <p:xfrm>
            <a:off x="1088503" y="1963750"/>
            <a:ext cx="596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325" name="Equation" r:id="rId19" imgW="596880" imgH="330120" progId="Equation.DSMT4">
                    <p:embed/>
                  </p:oleObj>
                </mc:Choice>
                <mc:Fallback>
                  <p:oleObj name="Equation" r:id="rId19" imgW="596880" imgH="330120" progId="Equation.DSMT4">
                    <p:embed/>
                    <p:pic>
                      <p:nvPicPr>
                        <p:cNvPr id="71" name="对象 7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88503" y="1963750"/>
                          <a:ext cx="596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1B82400F-FE35-4E2B-8D6E-ADA7CA4CFE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4636632"/>
                </p:ext>
              </p:extLst>
            </p:nvPr>
          </p:nvGraphicFramePr>
          <p:xfrm>
            <a:off x="3123359" y="2417499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326" name="Equation" r:id="rId21" imgW="634680" imgH="330120" progId="Equation.DSMT4">
                    <p:embed/>
                  </p:oleObj>
                </mc:Choice>
                <mc:Fallback>
                  <p:oleObj name="Equation" r:id="rId21" imgW="634680" imgH="330120" progId="Equation.DSMT4">
                    <p:embed/>
                    <p:pic>
                      <p:nvPicPr>
                        <p:cNvPr id="72" name="对象 7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23359" y="2417499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45A8205E-BCF9-4CD4-AC88-951EE22471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7454343"/>
                </p:ext>
              </p:extLst>
            </p:nvPr>
          </p:nvGraphicFramePr>
          <p:xfrm>
            <a:off x="2035200" y="3651870"/>
            <a:ext cx="7366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327" name="Equation" r:id="rId23" imgW="736560" imgH="622080" progId="Equation.DSMT4">
                    <p:embed/>
                  </p:oleObj>
                </mc:Choice>
                <mc:Fallback>
                  <p:oleObj name="Equation" r:id="rId23" imgW="736560" imgH="622080" progId="Equation.DSMT4">
                    <p:embed/>
                    <p:pic>
                      <p:nvPicPr>
                        <p:cNvPr id="73" name="对象 7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035200" y="3651870"/>
                          <a:ext cx="7366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9735ACBA-3FAF-42EA-BB6A-E998F0E64A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420291"/>
                </p:ext>
              </p:extLst>
            </p:nvPr>
          </p:nvGraphicFramePr>
          <p:xfrm>
            <a:off x="1619796" y="3729038"/>
            <a:ext cx="215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328" name="Equation" r:id="rId25" imgW="215640" imgH="330120" progId="Equation.DSMT4">
                    <p:embed/>
                  </p:oleObj>
                </mc:Choice>
                <mc:Fallback>
                  <p:oleObj name="Equation" r:id="rId25" imgW="215640" imgH="330120" progId="Equation.DSMT4">
                    <p:embed/>
                    <p:pic>
                      <p:nvPicPr>
                        <p:cNvPr id="74" name="对象 7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619796" y="3729038"/>
                          <a:ext cx="215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D0A18085-9689-4D6C-82F9-AAF6CB5B2A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3829973"/>
                </p:ext>
              </p:extLst>
            </p:nvPr>
          </p:nvGraphicFramePr>
          <p:xfrm>
            <a:off x="3035300" y="3723878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329" name="Equation" r:id="rId27" imgW="241200" imgH="330120" progId="Equation.DSMT4">
                    <p:embed/>
                  </p:oleObj>
                </mc:Choice>
                <mc:Fallback>
                  <p:oleObj name="Equation" r:id="rId27" imgW="241200" imgH="330120" progId="Equation.DSMT4">
                    <p:embed/>
                    <p:pic>
                      <p:nvPicPr>
                        <p:cNvPr id="75" name="对象 7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035300" y="3723878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825DFA7-188D-4C0A-8C81-AC364F1CD11A}"/>
                </a:ext>
              </a:extLst>
            </p:cNvPr>
            <p:cNvSpPr/>
            <p:nvPr/>
          </p:nvSpPr>
          <p:spPr>
            <a:xfrm>
              <a:off x="2267744" y="2097359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87D9349-8B10-482A-AFB9-B19C5334B78B}"/>
                </a:ext>
              </a:extLst>
            </p:cNvPr>
            <p:cNvSpPr/>
            <p:nvPr/>
          </p:nvSpPr>
          <p:spPr>
            <a:xfrm>
              <a:off x="2255694" y="2512484"/>
              <a:ext cx="30008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•</a:t>
              </a:r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F9F29FFD-0E96-4643-BF4D-5B1820764ABC}"/>
              </a:ext>
            </a:extLst>
          </p:cNvPr>
          <p:cNvSpPr/>
          <p:nvPr/>
        </p:nvSpPr>
        <p:spPr>
          <a:xfrm>
            <a:off x="711283" y="3802282"/>
            <a:ext cx="44289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  </a:t>
            </a:r>
            <a:r>
              <a:rPr kumimoji="1" lang="zh-CN" altLang="en-US" sz="2400" b="1" dirty="0">
                <a:latin typeface="+mn-ea"/>
              </a:rPr>
              <a:t>凸函数的图形为凹弧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42248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FA4281-E7E8-4D2F-8113-9C4595EAF994}"/>
              </a:ext>
            </a:extLst>
          </p:cNvPr>
          <p:cNvSpPr/>
          <p:nvPr/>
        </p:nvSpPr>
        <p:spPr>
          <a:xfrm>
            <a:off x="323527" y="1131590"/>
            <a:ext cx="74888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同时对任给的        有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5A1516-E6F5-48C5-8D0F-08BA2F946B7F}"/>
              </a:ext>
            </a:extLst>
          </p:cNvPr>
          <p:cNvSpPr/>
          <p:nvPr/>
        </p:nvSpPr>
        <p:spPr>
          <a:xfrm>
            <a:off x="1800371" y="483518"/>
            <a:ext cx="7272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设函数          在区间    上有定义，若对任给的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4A58EEB-1C68-4EAD-8961-1A391D03CE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75408"/>
              </p:ext>
            </p:extLst>
          </p:nvPr>
        </p:nvGraphicFramePr>
        <p:xfrm>
          <a:off x="2808483" y="54290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EB08C3A-D762-4C3A-81A8-D3431594DE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8483" y="54290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579FDE6-D97E-4936-A5B4-3B9C1F9CCA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141232"/>
              </p:ext>
            </p:extLst>
          </p:nvPr>
        </p:nvGraphicFramePr>
        <p:xfrm>
          <a:off x="4467073" y="571334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1" name="Equation" r:id="rId5" imgW="190440" imgH="266400" progId="Equation.DSMT4">
                  <p:embed/>
                </p:oleObj>
              </mc:Choice>
              <mc:Fallback>
                <p:oleObj name="Equation" r:id="rId5" imgW="190440" imgH="266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1EE330F-C8C6-4A80-91FC-6C92B50B02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7073" y="571334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0DEACDD-21E3-49A1-87CB-809BAB95A4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688947"/>
              </p:ext>
            </p:extLst>
          </p:nvPr>
        </p:nvGraphicFramePr>
        <p:xfrm>
          <a:off x="7777035" y="504800"/>
          <a:ext cx="115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2" name="Equation" r:id="rId7" imgW="1155600" imgH="380880" progId="Equation.DSMT4">
                  <p:embed/>
                </p:oleObj>
              </mc:Choice>
              <mc:Fallback>
                <p:oleObj name="Equation" r:id="rId7" imgW="115560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C034D5B-FE62-46E0-858A-90D4B876F1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77035" y="504800"/>
                        <a:ext cx="1155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9E90BEC-8530-437F-8DE2-3D11DACFD4CE}"/>
              </a:ext>
            </a:extLst>
          </p:cNvPr>
          <p:cNvSpPr/>
          <p:nvPr/>
        </p:nvSpPr>
        <p:spPr>
          <a:xfrm>
            <a:off x="863588" y="483517"/>
            <a:ext cx="10801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C86941A-76BD-4EE9-B83A-36ED69F632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541887"/>
              </p:ext>
            </p:extLst>
          </p:nvPr>
        </p:nvGraphicFramePr>
        <p:xfrm>
          <a:off x="2344315" y="1190972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3" name="Equation" r:id="rId9" imgW="1143000" imgH="342720" progId="Equation.DSMT4">
                  <p:embed/>
                </p:oleObj>
              </mc:Choice>
              <mc:Fallback>
                <p:oleObj name="Equation" r:id="rId9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44315" y="1190972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87B380C-3F35-4D0D-973C-BA6355B016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779797"/>
              </p:ext>
            </p:extLst>
          </p:nvPr>
        </p:nvGraphicFramePr>
        <p:xfrm>
          <a:off x="1515243" y="1933439"/>
          <a:ext cx="510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4" name="Equation" r:id="rId11" imgW="5105160" imgH="380880" progId="Equation.DSMT4">
                  <p:embed/>
                </p:oleObj>
              </mc:Choice>
              <mc:Fallback>
                <p:oleObj name="Equation" r:id="rId11" imgW="5105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15243" y="1933439"/>
                        <a:ext cx="5105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71F0C37-C379-420C-B4EC-51FDB6AD39D8}"/>
              </a:ext>
            </a:extLst>
          </p:cNvPr>
          <p:cNvSpPr/>
          <p:nvPr/>
        </p:nvSpPr>
        <p:spPr>
          <a:xfrm>
            <a:off x="467544" y="2829061"/>
            <a:ext cx="43830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则称           为区间     的</a:t>
            </a:r>
            <a:r>
              <a:rPr lang="zh-CN" altLang="en-US" sz="2400" b="1" dirty="0">
                <a:solidFill>
                  <a:srgbClr val="FF0000"/>
                </a:solidFill>
              </a:rPr>
              <a:t>凸函数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206C94F-67C9-499D-B5B0-DB4A3F2B82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275054"/>
              </p:ext>
            </p:extLst>
          </p:nvPr>
        </p:nvGraphicFramePr>
        <p:xfrm>
          <a:off x="1227051" y="288844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5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D5E475D-A142-4AB7-B9CF-C88C3D54EC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27051" y="288844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2F3680E-AF30-46BA-869A-3167214A8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507884"/>
              </p:ext>
            </p:extLst>
          </p:nvPr>
        </p:nvGraphicFramePr>
        <p:xfrm>
          <a:off x="2958163" y="2926543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6" name="Equation" r:id="rId15" imgW="190440" imgH="266400" progId="Equation.DSMT4">
                  <p:embed/>
                </p:oleObj>
              </mc:Choice>
              <mc:Fallback>
                <p:oleObj name="Equation" r:id="rId15" imgW="190440" imgH="266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5F1A74E-CDBD-4DBC-9888-F1D814A901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58163" y="2926543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35697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A841E95-7C11-4FD5-918C-2A2C79262C4A}"/>
              </a:ext>
            </a:extLst>
          </p:cNvPr>
          <p:cNvSpPr/>
          <p:nvPr/>
        </p:nvSpPr>
        <p:spPr>
          <a:xfrm>
            <a:off x="286844" y="1275606"/>
            <a:ext cx="576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有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C27E6B-41E9-4FEA-A0C6-44C06B7EBA77}"/>
              </a:ext>
            </a:extLst>
          </p:cNvPr>
          <p:cNvSpPr/>
          <p:nvPr/>
        </p:nvSpPr>
        <p:spPr>
          <a:xfrm>
            <a:off x="1763688" y="627534"/>
            <a:ext cx="7272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设函数          在区间    上有定义，若对任给的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B2990E7-50CC-4DF7-B91E-CF48549F16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05033"/>
              </p:ext>
            </p:extLst>
          </p:nvPr>
        </p:nvGraphicFramePr>
        <p:xfrm>
          <a:off x="2771800" y="68691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9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4A58EEB-1C68-4EAD-8961-1A391D03CE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68691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2254AD1-D662-4F05-9B70-F42D38F29E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10410"/>
              </p:ext>
            </p:extLst>
          </p:nvPr>
        </p:nvGraphicFramePr>
        <p:xfrm>
          <a:off x="4430390" y="715350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0" name="Equation" r:id="rId5" imgW="190440" imgH="266400" progId="Equation.DSMT4">
                  <p:embed/>
                </p:oleObj>
              </mc:Choice>
              <mc:Fallback>
                <p:oleObj name="Equation" r:id="rId5" imgW="190440" imgH="266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579FDE6-D97E-4936-A5B4-3B9C1F9CCA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30390" y="715350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9A83A86-6AB5-45FC-B01F-EF651E6E34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590819"/>
              </p:ext>
            </p:extLst>
          </p:nvPr>
        </p:nvGraphicFramePr>
        <p:xfrm>
          <a:off x="7740352" y="648816"/>
          <a:ext cx="115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1" name="Equation" r:id="rId7" imgW="1155600" imgH="380880" progId="Equation.DSMT4">
                  <p:embed/>
                </p:oleObj>
              </mc:Choice>
              <mc:Fallback>
                <p:oleObj name="Equation" r:id="rId7" imgW="115560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0DEACDD-21E3-49A1-87CB-809BAB95A4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40352" y="648816"/>
                        <a:ext cx="1155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28447FD-8F04-42F3-8DBD-6B79ED563652}"/>
              </a:ext>
            </a:extLst>
          </p:cNvPr>
          <p:cNvSpPr/>
          <p:nvPr/>
        </p:nvSpPr>
        <p:spPr>
          <a:xfrm>
            <a:off x="826905" y="627533"/>
            <a:ext cx="10801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3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429DB2B-57B2-414F-8F14-0F11D8A80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011094"/>
              </p:ext>
            </p:extLst>
          </p:nvPr>
        </p:nvGraphicFramePr>
        <p:xfrm>
          <a:off x="1490340" y="1723548"/>
          <a:ext cx="6070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2" name="Equation" r:id="rId9" imgW="6070320" imgH="812520" progId="Equation.DSMT4">
                  <p:embed/>
                </p:oleObj>
              </mc:Choice>
              <mc:Fallback>
                <p:oleObj name="Equation" r:id="rId9" imgW="607032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87B380C-3F35-4D0D-973C-BA6355B016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90340" y="1723548"/>
                        <a:ext cx="6070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DE42DC64-015B-4CC7-9788-8D0E11903099}"/>
              </a:ext>
            </a:extLst>
          </p:cNvPr>
          <p:cNvSpPr/>
          <p:nvPr/>
        </p:nvSpPr>
        <p:spPr>
          <a:xfrm>
            <a:off x="430861" y="2973077"/>
            <a:ext cx="43830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则称           为区间     的</a:t>
            </a:r>
            <a:r>
              <a:rPr lang="zh-CN" altLang="en-US" sz="2400" b="1" dirty="0">
                <a:solidFill>
                  <a:srgbClr val="FF0000"/>
                </a:solidFill>
              </a:rPr>
              <a:t>凸函数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6225B31-4A2D-4EB6-92CB-14147B5D8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632603"/>
              </p:ext>
            </p:extLst>
          </p:nvPr>
        </p:nvGraphicFramePr>
        <p:xfrm>
          <a:off x="1190368" y="303245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3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206C94F-67C9-499D-B5B0-DB4A3F2B82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0368" y="303245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901FFFA-EC2F-456D-A89E-539028B7E0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614741"/>
              </p:ext>
            </p:extLst>
          </p:nvPr>
        </p:nvGraphicFramePr>
        <p:xfrm>
          <a:off x="2921480" y="3070559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4" name="Equation" r:id="rId13" imgW="190440" imgH="266400" progId="Equation.DSMT4">
                  <p:embed/>
                </p:oleObj>
              </mc:Choice>
              <mc:Fallback>
                <p:oleObj name="Equation" r:id="rId13" imgW="190440" imgH="266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2F3680E-AF30-46BA-869A-3167214A80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21480" y="3070559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85871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88E0D8EE-EA0D-4A79-B66F-B98BEC796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699542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61F5C57-BE39-4A81-85E5-BDC5A1851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699542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EC68871-81EA-49FF-9531-605B2E1DF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53" y="2340917"/>
            <a:ext cx="28630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2. 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3-4.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8F6C7792-1E32-4F08-99F6-D0D94C314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461756"/>
            <a:ext cx="3888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练习册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第三章第四节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7019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4616</TotalTime>
  <Words>2065</Words>
  <Application>Microsoft Office PowerPoint</Application>
  <PresentationFormat>全屏显示(16:9)</PresentationFormat>
  <Paragraphs>359</Paragraphs>
  <Slides>58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等线</vt:lpstr>
      <vt:lpstr>华文楷体</vt:lpstr>
      <vt:lpstr>华文行楷</vt:lpstr>
      <vt:lpstr>楷体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1_Office 主题</vt:lpstr>
      <vt:lpstr>Equation</vt:lpstr>
      <vt:lpstr>MathType 7.0 Equation</vt:lpstr>
      <vt:lpstr>第三章  微分中值定理与导数的应用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571</cp:revision>
  <dcterms:created xsi:type="dcterms:W3CDTF">2018-09-27T06:48:00Z</dcterms:created>
  <dcterms:modified xsi:type="dcterms:W3CDTF">2023-10-31T15:44:54Z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