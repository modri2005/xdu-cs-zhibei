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346" r:id="rId2"/>
    <p:sldId id="423" r:id="rId3"/>
    <p:sldId id="424" r:id="rId4"/>
    <p:sldId id="425" r:id="rId5"/>
    <p:sldId id="426" r:id="rId6"/>
    <p:sldId id="428" r:id="rId7"/>
    <p:sldId id="439" r:id="rId8"/>
    <p:sldId id="429" r:id="rId9"/>
    <p:sldId id="430" r:id="rId10"/>
    <p:sldId id="431" r:id="rId11"/>
    <p:sldId id="433" r:id="rId12"/>
    <p:sldId id="434" r:id="rId13"/>
    <p:sldId id="435" r:id="rId14"/>
    <p:sldId id="436" r:id="rId15"/>
    <p:sldId id="437" r:id="rId16"/>
    <p:sldId id="440" r:id="rId17"/>
    <p:sldId id="441" r:id="rId18"/>
    <p:sldId id="442" r:id="rId19"/>
    <p:sldId id="443" r:id="rId20"/>
    <p:sldId id="444" r:id="rId21"/>
    <p:sldId id="445" r:id="rId22"/>
    <p:sldId id="446" r:id="rId23"/>
    <p:sldId id="438" r:id="rId24"/>
    <p:sldId id="447" r:id="rId25"/>
    <p:sldId id="448" r:id="rId26"/>
    <p:sldId id="299" r:id="rId27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56" userDrawn="1">
          <p15:clr>
            <a:srgbClr val="A4A3A4"/>
          </p15:clr>
        </p15:guide>
        <p15:guide id="2" pos="2822">
          <p15:clr>
            <a:srgbClr val="A4A3A4"/>
          </p15:clr>
        </p15:guide>
        <p15:guide id="3" orient="horz" pos="531" userDrawn="1">
          <p15:clr>
            <a:srgbClr val="A4A3A4"/>
          </p15:clr>
        </p15:guide>
        <p15:guide id="4" pos="283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FF"/>
    <a:srgbClr val="00FFFF"/>
    <a:srgbClr val="4234FE"/>
    <a:srgbClr val="2F42FB"/>
    <a:srgbClr val="FFFFCC"/>
    <a:srgbClr val="FF00FF"/>
    <a:srgbClr val="30D63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4" autoAdjust="0"/>
    <p:restoredTop sz="94477" autoAdjust="0"/>
  </p:normalViewPr>
  <p:slideViewPr>
    <p:cSldViewPr>
      <p:cViewPr varScale="1">
        <p:scale>
          <a:sx n="137" d="100"/>
          <a:sy n="137" d="100"/>
        </p:scale>
        <p:origin x="816" y="120"/>
      </p:cViewPr>
      <p:guideLst>
        <p:guide orient="horz" pos="1756"/>
        <p:guide pos="2822"/>
        <p:guide orient="horz" pos="531"/>
        <p:guide pos="283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10" Type="http://schemas.openxmlformats.org/officeDocument/2006/relationships/image" Target="../media/image10.e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image" Target="../media/image19.wmf"/><Relationship Id="rId7" Type="http://schemas.openxmlformats.org/officeDocument/2006/relationships/image" Target="../media/image23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image" Target="../media/image37.wmf"/><Relationship Id="rId3" Type="http://schemas.openxmlformats.org/officeDocument/2006/relationships/image" Target="../media/image27.wmf"/><Relationship Id="rId7" Type="http://schemas.openxmlformats.org/officeDocument/2006/relationships/image" Target="../media/image31.wmf"/><Relationship Id="rId12" Type="http://schemas.openxmlformats.org/officeDocument/2006/relationships/image" Target="../media/image36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6" Type="http://schemas.openxmlformats.org/officeDocument/2006/relationships/image" Target="../media/image30.wmf"/><Relationship Id="rId11" Type="http://schemas.openxmlformats.org/officeDocument/2006/relationships/image" Target="../media/image35.wmf"/><Relationship Id="rId5" Type="http://schemas.openxmlformats.org/officeDocument/2006/relationships/image" Target="../media/image29.wmf"/><Relationship Id="rId10" Type="http://schemas.openxmlformats.org/officeDocument/2006/relationships/image" Target="../media/image34.wmf"/><Relationship Id="rId4" Type="http://schemas.openxmlformats.org/officeDocument/2006/relationships/image" Target="../media/image28.wmf"/><Relationship Id="rId9" Type="http://schemas.openxmlformats.org/officeDocument/2006/relationships/image" Target="../media/image3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7" Type="http://schemas.openxmlformats.org/officeDocument/2006/relationships/image" Target="../media/image44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6" Type="http://schemas.openxmlformats.org/officeDocument/2006/relationships/image" Target="../media/image43.wmf"/><Relationship Id="rId5" Type="http://schemas.openxmlformats.org/officeDocument/2006/relationships/image" Target="../media/image42.wmf"/><Relationship Id="rId4" Type="http://schemas.openxmlformats.org/officeDocument/2006/relationships/image" Target="../media/image41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13" Type="http://schemas.openxmlformats.org/officeDocument/2006/relationships/image" Target="../media/image58.wmf"/><Relationship Id="rId3" Type="http://schemas.openxmlformats.org/officeDocument/2006/relationships/image" Target="../media/image48.wmf"/><Relationship Id="rId7" Type="http://schemas.openxmlformats.org/officeDocument/2006/relationships/image" Target="../media/image52.wmf"/><Relationship Id="rId12" Type="http://schemas.openxmlformats.org/officeDocument/2006/relationships/image" Target="../media/image57.wmf"/><Relationship Id="rId2" Type="http://schemas.openxmlformats.org/officeDocument/2006/relationships/image" Target="../media/image47.wmf"/><Relationship Id="rId16" Type="http://schemas.openxmlformats.org/officeDocument/2006/relationships/image" Target="../media/image61.wmf"/><Relationship Id="rId1" Type="http://schemas.openxmlformats.org/officeDocument/2006/relationships/image" Target="../media/image46.wmf"/><Relationship Id="rId6" Type="http://schemas.openxmlformats.org/officeDocument/2006/relationships/image" Target="../media/image51.wmf"/><Relationship Id="rId11" Type="http://schemas.openxmlformats.org/officeDocument/2006/relationships/image" Target="../media/image56.wmf"/><Relationship Id="rId5" Type="http://schemas.openxmlformats.org/officeDocument/2006/relationships/image" Target="../media/image50.wmf"/><Relationship Id="rId15" Type="http://schemas.openxmlformats.org/officeDocument/2006/relationships/image" Target="../media/image60.wmf"/><Relationship Id="rId10" Type="http://schemas.openxmlformats.org/officeDocument/2006/relationships/image" Target="../media/image55.wmf"/><Relationship Id="rId4" Type="http://schemas.openxmlformats.org/officeDocument/2006/relationships/image" Target="../media/image49.wmf"/><Relationship Id="rId9" Type="http://schemas.openxmlformats.org/officeDocument/2006/relationships/image" Target="../media/image54.wmf"/><Relationship Id="rId14" Type="http://schemas.openxmlformats.org/officeDocument/2006/relationships/image" Target="../media/image5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Relationship Id="rId4" Type="http://schemas.openxmlformats.org/officeDocument/2006/relationships/image" Target="../media/image66.wmf"/></Relationships>
</file>

<file path=ppt/drawings/_rels/vmlDrawing8.vml.rels><?xml version="1.0" encoding="UTF-8" standalone="yes"?>
<Relationships xmlns="http://schemas.openxmlformats.org/package/2006/relationships"><Relationship Id="rId13" Type="http://schemas.openxmlformats.org/officeDocument/2006/relationships/image" Target="../media/image79.wmf"/><Relationship Id="rId18" Type="http://schemas.openxmlformats.org/officeDocument/2006/relationships/image" Target="../media/image84.wmf"/><Relationship Id="rId26" Type="http://schemas.openxmlformats.org/officeDocument/2006/relationships/image" Target="../media/image92.wmf"/><Relationship Id="rId3" Type="http://schemas.openxmlformats.org/officeDocument/2006/relationships/image" Target="../media/image69.wmf"/><Relationship Id="rId21" Type="http://schemas.openxmlformats.org/officeDocument/2006/relationships/image" Target="../media/image87.wmf"/><Relationship Id="rId34" Type="http://schemas.openxmlformats.org/officeDocument/2006/relationships/image" Target="../media/image100.wmf"/><Relationship Id="rId7" Type="http://schemas.openxmlformats.org/officeDocument/2006/relationships/image" Target="../media/image73.wmf"/><Relationship Id="rId12" Type="http://schemas.openxmlformats.org/officeDocument/2006/relationships/image" Target="../media/image78.wmf"/><Relationship Id="rId17" Type="http://schemas.openxmlformats.org/officeDocument/2006/relationships/image" Target="../media/image83.wmf"/><Relationship Id="rId25" Type="http://schemas.openxmlformats.org/officeDocument/2006/relationships/image" Target="../media/image91.wmf"/><Relationship Id="rId33" Type="http://schemas.openxmlformats.org/officeDocument/2006/relationships/image" Target="../media/image99.wmf"/><Relationship Id="rId2" Type="http://schemas.openxmlformats.org/officeDocument/2006/relationships/image" Target="../media/image68.wmf"/><Relationship Id="rId16" Type="http://schemas.openxmlformats.org/officeDocument/2006/relationships/image" Target="../media/image82.wmf"/><Relationship Id="rId20" Type="http://schemas.openxmlformats.org/officeDocument/2006/relationships/image" Target="../media/image86.wmf"/><Relationship Id="rId29" Type="http://schemas.openxmlformats.org/officeDocument/2006/relationships/image" Target="../media/image95.wmf"/><Relationship Id="rId1" Type="http://schemas.openxmlformats.org/officeDocument/2006/relationships/image" Target="../media/image67.wmf"/><Relationship Id="rId6" Type="http://schemas.openxmlformats.org/officeDocument/2006/relationships/image" Target="../media/image72.wmf"/><Relationship Id="rId11" Type="http://schemas.openxmlformats.org/officeDocument/2006/relationships/image" Target="../media/image77.wmf"/><Relationship Id="rId24" Type="http://schemas.openxmlformats.org/officeDocument/2006/relationships/image" Target="../media/image90.wmf"/><Relationship Id="rId32" Type="http://schemas.openxmlformats.org/officeDocument/2006/relationships/image" Target="../media/image98.wmf"/><Relationship Id="rId5" Type="http://schemas.openxmlformats.org/officeDocument/2006/relationships/image" Target="../media/image71.wmf"/><Relationship Id="rId15" Type="http://schemas.openxmlformats.org/officeDocument/2006/relationships/image" Target="../media/image81.wmf"/><Relationship Id="rId23" Type="http://schemas.openxmlformats.org/officeDocument/2006/relationships/image" Target="../media/image89.wmf"/><Relationship Id="rId28" Type="http://schemas.openxmlformats.org/officeDocument/2006/relationships/image" Target="../media/image94.wmf"/><Relationship Id="rId10" Type="http://schemas.openxmlformats.org/officeDocument/2006/relationships/image" Target="../media/image76.wmf"/><Relationship Id="rId19" Type="http://schemas.openxmlformats.org/officeDocument/2006/relationships/image" Target="../media/image85.wmf"/><Relationship Id="rId31" Type="http://schemas.openxmlformats.org/officeDocument/2006/relationships/image" Target="../media/image97.wmf"/><Relationship Id="rId4" Type="http://schemas.openxmlformats.org/officeDocument/2006/relationships/image" Target="../media/image70.wmf"/><Relationship Id="rId9" Type="http://schemas.openxmlformats.org/officeDocument/2006/relationships/image" Target="../media/image75.wmf"/><Relationship Id="rId14" Type="http://schemas.openxmlformats.org/officeDocument/2006/relationships/image" Target="../media/image80.wmf"/><Relationship Id="rId22" Type="http://schemas.openxmlformats.org/officeDocument/2006/relationships/image" Target="../media/image88.wmf"/><Relationship Id="rId27" Type="http://schemas.openxmlformats.org/officeDocument/2006/relationships/image" Target="../media/image93.wmf"/><Relationship Id="rId30" Type="http://schemas.openxmlformats.org/officeDocument/2006/relationships/image" Target="../media/image96.wmf"/><Relationship Id="rId8" Type="http://schemas.openxmlformats.org/officeDocument/2006/relationships/image" Target="../media/image74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Relationship Id="rId6" Type="http://schemas.openxmlformats.org/officeDocument/2006/relationships/image" Target="../media/image106.wmf"/><Relationship Id="rId5" Type="http://schemas.openxmlformats.org/officeDocument/2006/relationships/image" Target="../media/image105.wmf"/><Relationship Id="rId4" Type="http://schemas.openxmlformats.org/officeDocument/2006/relationships/image" Target="../media/image104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13" Type="http://schemas.openxmlformats.org/officeDocument/2006/relationships/image" Target="../media/image119.emf"/><Relationship Id="rId18" Type="http://schemas.openxmlformats.org/officeDocument/2006/relationships/image" Target="../media/image124.emf"/><Relationship Id="rId26" Type="http://schemas.openxmlformats.org/officeDocument/2006/relationships/image" Target="../media/image132.wmf"/><Relationship Id="rId3" Type="http://schemas.openxmlformats.org/officeDocument/2006/relationships/image" Target="../media/image109.wmf"/><Relationship Id="rId21" Type="http://schemas.openxmlformats.org/officeDocument/2006/relationships/image" Target="../media/image127.wmf"/><Relationship Id="rId7" Type="http://schemas.openxmlformats.org/officeDocument/2006/relationships/image" Target="../media/image113.wmf"/><Relationship Id="rId12" Type="http://schemas.openxmlformats.org/officeDocument/2006/relationships/image" Target="../media/image118.emf"/><Relationship Id="rId17" Type="http://schemas.openxmlformats.org/officeDocument/2006/relationships/image" Target="../media/image123.emf"/><Relationship Id="rId25" Type="http://schemas.openxmlformats.org/officeDocument/2006/relationships/image" Target="../media/image131.wmf"/><Relationship Id="rId2" Type="http://schemas.openxmlformats.org/officeDocument/2006/relationships/image" Target="../media/image108.wmf"/><Relationship Id="rId16" Type="http://schemas.openxmlformats.org/officeDocument/2006/relationships/image" Target="../media/image122.emf"/><Relationship Id="rId20" Type="http://schemas.openxmlformats.org/officeDocument/2006/relationships/image" Target="../media/image126.wmf"/><Relationship Id="rId1" Type="http://schemas.openxmlformats.org/officeDocument/2006/relationships/image" Target="../media/image107.wmf"/><Relationship Id="rId6" Type="http://schemas.openxmlformats.org/officeDocument/2006/relationships/image" Target="../media/image112.wmf"/><Relationship Id="rId11" Type="http://schemas.openxmlformats.org/officeDocument/2006/relationships/image" Target="../media/image117.wmf"/><Relationship Id="rId24" Type="http://schemas.openxmlformats.org/officeDocument/2006/relationships/image" Target="../media/image130.wmf"/><Relationship Id="rId5" Type="http://schemas.openxmlformats.org/officeDocument/2006/relationships/image" Target="../media/image111.wmf"/><Relationship Id="rId15" Type="http://schemas.openxmlformats.org/officeDocument/2006/relationships/image" Target="../media/image121.emf"/><Relationship Id="rId23" Type="http://schemas.openxmlformats.org/officeDocument/2006/relationships/image" Target="../media/image129.wmf"/><Relationship Id="rId10" Type="http://schemas.openxmlformats.org/officeDocument/2006/relationships/image" Target="../media/image116.wmf"/><Relationship Id="rId19" Type="http://schemas.openxmlformats.org/officeDocument/2006/relationships/image" Target="../media/image125.emf"/><Relationship Id="rId4" Type="http://schemas.openxmlformats.org/officeDocument/2006/relationships/image" Target="../media/image110.wmf"/><Relationship Id="rId9" Type="http://schemas.openxmlformats.org/officeDocument/2006/relationships/image" Target="../media/image115.wmf"/><Relationship Id="rId14" Type="http://schemas.openxmlformats.org/officeDocument/2006/relationships/image" Target="../media/image120.emf"/><Relationship Id="rId22" Type="http://schemas.openxmlformats.org/officeDocument/2006/relationships/image" Target="../media/image128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wmf"/><Relationship Id="rId13" Type="http://schemas.openxmlformats.org/officeDocument/2006/relationships/image" Target="../media/image142.wmf"/><Relationship Id="rId3" Type="http://schemas.openxmlformats.org/officeDocument/2006/relationships/image" Target="../media/image130.wmf"/><Relationship Id="rId7" Type="http://schemas.openxmlformats.org/officeDocument/2006/relationships/image" Target="../media/image136.wmf"/><Relationship Id="rId12" Type="http://schemas.openxmlformats.org/officeDocument/2006/relationships/image" Target="../media/image141.wmf"/><Relationship Id="rId2" Type="http://schemas.openxmlformats.org/officeDocument/2006/relationships/image" Target="../media/image134.wmf"/><Relationship Id="rId1" Type="http://schemas.openxmlformats.org/officeDocument/2006/relationships/image" Target="../media/image133.wmf"/><Relationship Id="rId6" Type="http://schemas.openxmlformats.org/officeDocument/2006/relationships/image" Target="../media/image135.wmf"/><Relationship Id="rId11" Type="http://schemas.openxmlformats.org/officeDocument/2006/relationships/image" Target="../media/image140.wmf"/><Relationship Id="rId5" Type="http://schemas.openxmlformats.org/officeDocument/2006/relationships/image" Target="../media/image132.wmf"/><Relationship Id="rId10" Type="http://schemas.openxmlformats.org/officeDocument/2006/relationships/image" Target="../media/image139.wmf"/><Relationship Id="rId4" Type="http://schemas.openxmlformats.org/officeDocument/2006/relationships/image" Target="../media/image131.wmf"/><Relationship Id="rId9" Type="http://schemas.openxmlformats.org/officeDocument/2006/relationships/image" Target="../media/image138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wmf"/><Relationship Id="rId13" Type="http://schemas.openxmlformats.org/officeDocument/2006/relationships/image" Target="../media/image155.wmf"/><Relationship Id="rId3" Type="http://schemas.openxmlformats.org/officeDocument/2006/relationships/image" Target="../media/image145.wmf"/><Relationship Id="rId7" Type="http://schemas.openxmlformats.org/officeDocument/2006/relationships/image" Target="../media/image149.wmf"/><Relationship Id="rId12" Type="http://schemas.openxmlformats.org/officeDocument/2006/relationships/image" Target="../media/image154.wmf"/><Relationship Id="rId2" Type="http://schemas.openxmlformats.org/officeDocument/2006/relationships/image" Target="../media/image144.wmf"/><Relationship Id="rId1" Type="http://schemas.openxmlformats.org/officeDocument/2006/relationships/image" Target="../media/image143.wmf"/><Relationship Id="rId6" Type="http://schemas.openxmlformats.org/officeDocument/2006/relationships/image" Target="../media/image148.wmf"/><Relationship Id="rId11" Type="http://schemas.openxmlformats.org/officeDocument/2006/relationships/image" Target="../media/image153.wmf"/><Relationship Id="rId5" Type="http://schemas.openxmlformats.org/officeDocument/2006/relationships/image" Target="../media/image147.wmf"/><Relationship Id="rId10" Type="http://schemas.openxmlformats.org/officeDocument/2006/relationships/image" Target="../media/image152.wmf"/><Relationship Id="rId4" Type="http://schemas.openxmlformats.org/officeDocument/2006/relationships/image" Target="../media/image146.wmf"/><Relationship Id="rId9" Type="http://schemas.openxmlformats.org/officeDocument/2006/relationships/image" Target="../media/image151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wmf"/><Relationship Id="rId2" Type="http://schemas.openxmlformats.org/officeDocument/2006/relationships/image" Target="../media/image157.wmf"/><Relationship Id="rId1" Type="http://schemas.openxmlformats.org/officeDocument/2006/relationships/image" Target="../media/image156.wmf"/><Relationship Id="rId4" Type="http://schemas.openxmlformats.org/officeDocument/2006/relationships/image" Target="../media/image159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wmf"/><Relationship Id="rId2" Type="http://schemas.openxmlformats.org/officeDocument/2006/relationships/image" Target="../media/image161.wmf"/><Relationship Id="rId1" Type="http://schemas.openxmlformats.org/officeDocument/2006/relationships/image" Target="../media/image160.wmf"/><Relationship Id="rId5" Type="http://schemas.openxmlformats.org/officeDocument/2006/relationships/image" Target="../media/image164.wmf"/><Relationship Id="rId4" Type="http://schemas.openxmlformats.org/officeDocument/2006/relationships/image" Target="../media/image163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wmf"/><Relationship Id="rId3" Type="http://schemas.openxmlformats.org/officeDocument/2006/relationships/image" Target="../media/image167.wmf"/><Relationship Id="rId7" Type="http://schemas.openxmlformats.org/officeDocument/2006/relationships/image" Target="../media/image171.wmf"/><Relationship Id="rId2" Type="http://schemas.openxmlformats.org/officeDocument/2006/relationships/image" Target="../media/image166.wmf"/><Relationship Id="rId1" Type="http://schemas.openxmlformats.org/officeDocument/2006/relationships/image" Target="../media/image165.wmf"/><Relationship Id="rId6" Type="http://schemas.openxmlformats.org/officeDocument/2006/relationships/image" Target="../media/image170.wmf"/><Relationship Id="rId5" Type="http://schemas.openxmlformats.org/officeDocument/2006/relationships/image" Target="../media/image169.wmf"/><Relationship Id="rId4" Type="http://schemas.openxmlformats.org/officeDocument/2006/relationships/image" Target="../media/image168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wmf"/><Relationship Id="rId3" Type="http://schemas.openxmlformats.org/officeDocument/2006/relationships/image" Target="../media/image175.wmf"/><Relationship Id="rId7" Type="http://schemas.openxmlformats.org/officeDocument/2006/relationships/image" Target="../media/image179.wmf"/><Relationship Id="rId2" Type="http://schemas.openxmlformats.org/officeDocument/2006/relationships/image" Target="../media/image174.wmf"/><Relationship Id="rId1" Type="http://schemas.openxmlformats.org/officeDocument/2006/relationships/image" Target="../media/image173.wmf"/><Relationship Id="rId6" Type="http://schemas.openxmlformats.org/officeDocument/2006/relationships/image" Target="../media/image178.wmf"/><Relationship Id="rId5" Type="http://schemas.openxmlformats.org/officeDocument/2006/relationships/image" Target="../media/image177.wmf"/><Relationship Id="rId4" Type="http://schemas.openxmlformats.org/officeDocument/2006/relationships/image" Target="../media/image176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wmf"/><Relationship Id="rId2" Type="http://schemas.openxmlformats.org/officeDocument/2006/relationships/image" Target="../media/image182.wmf"/><Relationship Id="rId1" Type="http://schemas.openxmlformats.org/officeDocument/2006/relationships/image" Target="../media/image181.wmf"/><Relationship Id="rId6" Type="http://schemas.openxmlformats.org/officeDocument/2006/relationships/image" Target="../media/image186.wmf"/><Relationship Id="rId5" Type="http://schemas.openxmlformats.org/officeDocument/2006/relationships/image" Target="../media/image185.wmf"/><Relationship Id="rId4" Type="http://schemas.openxmlformats.org/officeDocument/2006/relationships/image" Target="../media/image184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wmf"/><Relationship Id="rId3" Type="http://schemas.openxmlformats.org/officeDocument/2006/relationships/image" Target="../media/image189.wmf"/><Relationship Id="rId7" Type="http://schemas.openxmlformats.org/officeDocument/2006/relationships/image" Target="../media/image193.wmf"/><Relationship Id="rId2" Type="http://schemas.openxmlformats.org/officeDocument/2006/relationships/image" Target="../media/image188.wmf"/><Relationship Id="rId1" Type="http://schemas.openxmlformats.org/officeDocument/2006/relationships/image" Target="../media/image187.wmf"/><Relationship Id="rId6" Type="http://schemas.openxmlformats.org/officeDocument/2006/relationships/image" Target="../media/image192.wmf"/><Relationship Id="rId5" Type="http://schemas.openxmlformats.org/officeDocument/2006/relationships/image" Target="../media/image191.wmf"/><Relationship Id="rId4" Type="http://schemas.openxmlformats.org/officeDocument/2006/relationships/image" Target="../media/image190.wmf"/><Relationship Id="rId9" Type="http://schemas.openxmlformats.org/officeDocument/2006/relationships/image" Target="../media/image195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wmf"/><Relationship Id="rId2" Type="http://schemas.openxmlformats.org/officeDocument/2006/relationships/image" Target="../media/image197.wmf"/><Relationship Id="rId1" Type="http://schemas.openxmlformats.org/officeDocument/2006/relationships/image" Target="../media/image196.wmf"/><Relationship Id="rId5" Type="http://schemas.openxmlformats.org/officeDocument/2006/relationships/image" Target="../media/image200.wmf"/><Relationship Id="rId4" Type="http://schemas.openxmlformats.org/officeDocument/2006/relationships/image" Target="../media/image199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wmf"/><Relationship Id="rId3" Type="http://schemas.openxmlformats.org/officeDocument/2006/relationships/image" Target="../media/image202.wmf"/><Relationship Id="rId7" Type="http://schemas.openxmlformats.org/officeDocument/2006/relationships/image" Target="../media/image206.wmf"/><Relationship Id="rId2" Type="http://schemas.openxmlformats.org/officeDocument/2006/relationships/image" Target="../media/image201.wmf"/><Relationship Id="rId1" Type="http://schemas.openxmlformats.org/officeDocument/2006/relationships/image" Target="../media/image196.wmf"/><Relationship Id="rId6" Type="http://schemas.openxmlformats.org/officeDocument/2006/relationships/image" Target="../media/image205.wmf"/><Relationship Id="rId5" Type="http://schemas.openxmlformats.org/officeDocument/2006/relationships/image" Target="../media/image204.wmf"/><Relationship Id="rId4" Type="http://schemas.openxmlformats.org/officeDocument/2006/relationships/image" Target="../media/image203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wmf"/><Relationship Id="rId3" Type="http://schemas.openxmlformats.org/officeDocument/2006/relationships/image" Target="../media/image210.wmf"/><Relationship Id="rId7" Type="http://schemas.openxmlformats.org/officeDocument/2006/relationships/image" Target="../media/image214.wmf"/><Relationship Id="rId2" Type="http://schemas.openxmlformats.org/officeDocument/2006/relationships/image" Target="../media/image209.wmf"/><Relationship Id="rId1" Type="http://schemas.openxmlformats.org/officeDocument/2006/relationships/image" Target="../media/image208.wmf"/><Relationship Id="rId6" Type="http://schemas.openxmlformats.org/officeDocument/2006/relationships/image" Target="../media/image213.wmf"/><Relationship Id="rId11" Type="http://schemas.openxmlformats.org/officeDocument/2006/relationships/image" Target="../media/image218.wmf"/><Relationship Id="rId5" Type="http://schemas.openxmlformats.org/officeDocument/2006/relationships/image" Target="../media/image212.wmf"/><Relationship Id="rId10" Type="http://schemas.openxmlformats.org/officeDocument/2006/relationships/image" Target="../media/image217.wmf"/><Relationship Id="rId4" Type="http://schemas.openxmlformats.org/officeDocument/2006/relationships/image" Target="../media/image211.wmf"/><Relationship Id="rId9" Type="http://schemas.openxmlformats.org/officeDocument/2006/relationships/image" Target="../media/image216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wmf"/><Relationship Id="rId2" Type="http://schemas.openxmlformats.org/officeDocument/2006/relationships/image" Target="../media/image220.wmf"/><Relationship Id="rId1" Type="http://schemas.openxmlformats.org/officeDocument/2006/relationships/image" Target="../media/image219.png"/><Relationship Id="rId6" Type="http://schemas.openxmlformats.org/officeDocument/2006/relationships/image" Target="../media/image221.wmf"/><Relationship Id="rId5" Type="http://schemas.openxmlformats.org/officeDocument/2006/relationships/image" Target="../media/image213.wmf"/><Relationship Id="rId4" Type="http://schemas.openxmlformats.org/officeDocument/2006/relationships/image" Target="../media/image21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F44A87-FA52-4697-AFA5-4E7352996380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5674B3-2808-4482-9472-BB184457748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4893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5674B3-2808-4482-9472-BB184457748C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1475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3BC0268-565B-4C2B-A008-D7995EB7A07E}"/>
              </a:ext>
            </a:extLst>
          </p:cNvPr>
          <p:cNvSpPr txBox="1"/>
          <p:nvPr userDrawn="1"/>
        </p:nvSpPr>
        <p:spPr>
          <a:xfrm>
            <a:off x="5293060" y="0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数学与统计学院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27534"/>
            <a:ext cx="82296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29">
            <a:extLst>
              <a:ext uri="{FF2B5EF4-FFF2-40B4-BE49-F238E27FC236}">
                <a16:creationId xmlns:a16="http://schemas.microsoft.com/office/drawing/2014/main" id="{F119A3CF-54C1-40ED-BE69-FEBD0D322A90}"/>
              </a:ext>
            </a:extLst>
          </p:cNvPr>
          <p:cNvSpPr txBox="1">
            <a:spLocks/>
          </p:cNvSpPr>
          <p:nvPr userDrawn="1"/>
        </p:nvSpPr>
        <p:spPr>
          <a:xfrm>
            <a:off x="2915816" y="20782"/>
            <a:ext cx="5891546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1800" b="1" kern="1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r>
              <a:rPr lang="zh-CN" altLang="en-US" sz="1800" dirty="0"/>
              <a:t>第一讲微分方程的基本概念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B696C80-EB71-4E01-BE28-435270489AC8}"/>
              </a:ext>
            </a:extLst>
          </p:cNvPr>
          <p:cNvSpPr txBox="1"/>
          <p:nvPr userDrawn="1"/>
        </p:nvSpPr>
        <p:spPr>
          <a:xfrm>
            <a:off x="4355976" y="-19810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第一讲微分方程的基本概念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标题 29">
            <a:extLst>
              <a:ext uri="{FF2B5EF4-FFF2-40B4-BE49-F238E27FC236}">
                <a16:creationId xmlns:a16="http://schemas.microsoft.com/office/drawing/2014/main" id="{8F9B2AD0-C102-499B-9155-8F6AE2715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8926" y="-16751"/>
            <a:ext cx="5891546" cy="27384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0266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e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7.wmf"/><Relationship Id="rId20" Type="http://schemas.openxmlformats.org/officeDocument/2006/relationships/image" Target="../media/image9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image" Target="../media/image10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16.bin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5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4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16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oleObject" Target="../embeddings/oleObject22.bin"/><Relationship Id="rId18" Type="http://schemas.openxmlformats.org/officeDocument/2006/relationships/image" Target="../media/image24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24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3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5" Type="http://schemas.openxmlformats.org/officeDocument/2006/relationships/oleObject" Target="../embeddings/oleObject23.bin"/><Relationship Id="rId10" Type="http://schemas.openxmlformats.org/officeDocument/2006/relationships/image" Target="../media/image20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22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oleObject" Target="../embeddings/oleObject30.bin"/><Relationship Id="rId18" Type="http://schemas.openxmlformats.org/officeDocument/2006/relationships/image" Target="../media/image32.wmf"/><Relationship Id="rId26" Type="http://schemas.openxmlformats.org/officeDocument/2006/relationships/image" Target="../media/image36.wmf"/><Relationship Id="rId3" Type="http://schemas.openxmlformats.org/officeDocument/2006/relationships/oleObject" Target="../embeddings/oleObject25.bin"/><Relationship Id="rId21" Type="http://schemas.openxmlformats.org/officeDocument/2006/relationships/oleObject" Target="../embeddings/oleObject34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29.wmf"/><Relationship Id="rId17" Type="http://schemas.openxmlformats.org/officeDocument/2006/relationships/oleObject" Target="../embeddings/oleObject32.bin"/><Relationship Id="rId25" Type="http://schemas.openxmlformats.org/officeDocument/2006/relationships/oleObject" Target="../embeddings/oleObject36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1.wmf"/><Relationship Id="rId20" Type="http://schemas.openxmlformats.org/officeDocument/2006/relationships/image" Target="../media/image33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29.bin"/><Relationship Id="rId24" Type="http://schemas.openxmlformats.org/officeDocument/2006/relationships/image" Target="../media/image35.wmf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1.bin"/><Relationship Id="rId23" Type="http://schemas.openxmlformats.org/officeDocument/2006/relationships/oleObject" Target="../embeddings/oleObject35.bin"/><Relationship Id="rId28" Type="http://schemas.openxmlformats.org/officeDocument/2006/relationships/image" Target="../media/image37.wmf"/><Relationship Id="rId10" Type="http://schemas.openxmlformats.org/officeDocument/2006/relationships/image" Target="../media/image28.wmf"/><Relationship Id="rId19" Type="http://schemas.openxmlformats.org/officeDocument/2006/relationships/oleObject" Target="../embeddings/oleObject33.bin"/><Relationship Id="rId4" Type="http://schemas.openxmlformats.org/officeDocument/2006/relationships/image" Target="../media/image25.w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30.wmf"/><Relationship Id="rId22" Type="http://schemas.openxmlformats.org/officeDocument/2006/relationships/image" Target="../media/image34.wmf"/><Relationship Id="rId27" Type="http://schemas.openxmlformats.org/officeDocument/2006/relationships/oleObject" Target="../embeddings/oleObject37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42.wmf"/><Relationship Id="rId3" Type="http://schemas.openxmlformats.org/officeDocument/2006/relationships/image" Target="../media/image45.png"/><Relationship Id="rId7" Type="http://schemas.openxmlformats.org/officeDocument/2006/relationships/image" Target="../media/image39.wmf"/><Relationship Id="rId12" Type="http://schemas.openxmlformats.org/officeDocument/2006/relationships/oleObject" Target="../embeddings/oleObject42.bin"/><Relationship Id="rId17" Type="http://schemas.openxmlformats.org/officeDocument/2006/relationships/image" Target="../media/image44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44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41.wmf"/><Relationship Id="rId5" Type="http://schemas.openxmlformats.org/officeDocument/2006/relationships/image" Target="../media/image38.wmf"/><Relationship Id="rId15" Type="http://schemas.openxmlformats.org/officeDocument/2006/relationships/image" Target="../media/image43.wmf"/><Relationship Id="rId10" Type="http://schemas.openxmlformats.org/officeDocument/2006/relationships/oleObject" Target="../embeddings/oleObject41.bin"/><Relationship Id="rId4" Type="http://schemas.openxmlformats.org/officeDocument/2006/relationships/oleObject" Target="../embeddings/oleObject38.bin"/><Relationship Id="rId9" Type="http://schemas.openxmlformats.org/officeDocument/2006/relationships/image" Target="../media/image40.wmf"/><Relationship Id="rId14" Type="http://schemas.openxmlformats.org/officeDocument/2006/relationships/oleObject" Target="../embeddings/oleObject43.bin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0.bin"/><Relationship Id="rId18" Type="http://schemas.openxmlformats.org/officeDocument/2006/relationships/image" Target="../media/image53.wmf"/><Relationship Id="rId26" Type="http://schemas.openxmlformats.org/officeDocument/2006/relationships/image" Target="../media/image57.wmf"/><Relationship Id="rId3" Type="http://schemas.openxmlformats.org/officeDocument/2006/relationships/oleObject" Target="../embeddings/oleObject45.bin"/><Relationship Id="rId21" Type="http://schemas.openxmlformats.org/officeDocument/2006/relationships/oleObject" Target="../embeddings/oleObject54.bin"/><Relationship Id="rId34" Type="http://schemas.openxmlformats.org/officeDocument/2006/relationships/oleObject" Target="../embeddings/oleObject60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50.wmf"/><Relationship Id="rId17" Type="http://schemas.openxmlformats.org/officeDocument/2006/relationships/oleObject" Target="../embeddings/oleObject52.bin"/><Relationship Id="rId25" Type="http://schemas.openxmlformats.org/officeDocument/2006/relationships/oleObject" Target="../embeddings/oleObject56.bin"/><Relationship Id="rId33" Type="http://schemas.openxmlformats.org/officeDocument/2006/relationships/image" Target="../media/image60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52.wmf"/><Relationship Id="rId20" Type="http://schemas.openxmlformats.org/officeDocument/2006/relationships/image" Target="../media/image54.wmf"/><Relationship Id="rId29" Type="http://schemas.openxmlformats.org/officeDocument/2006/relationships/image" Target="../media/image58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47.wmf"/><Relationship Id="rId11" Type="http://schemas.openxmlformats.org/officeDocument/2006/relationships/oleObject" Target="../embeddings/oleObject49.bin"/><Relationship Id="rId24" Type="http://schemas.openxmlformats.org/officeDocument/2006/relationships/image" Target="../media/image56.wmf"/><Relationship Id="rId32" Type="http://schemas.openxmlformats.org/officeDocument/2006/relationships/oleObject" Target="../embeddings/oleObject59.bin"/><Relationship Id="rId5" Type="http://schemas.openxmlformats.org/officeDocument/2006/relationships/oleObject" Target="../embeddings/oleObject46.bin"/><Relationship Id="rId15" Type="http://schemas.openxmlformats.org/officeDocument/2006/relationships/oleObject" Target="../embeddings/oleObject51.bin"/><Relationship Id="rId23" Type="http://schemas.openxmlformats.org/officeDocument/2006/relationships/oleObject" Target="../embeddings/oleObject55.bin"/><Relationship Id="rId28" Type="http://schemas.openxmlformats.org/officeDocument/2006/relationships/oleObject" Target="../embeddings/oleObject57.bin"/><Relationship Id="rId10" Type="http://schemas.openxmlformats.org/officeDocument/2006/relationships/image" Target="../media/image49.wmf"/><Relationship Id="rId19" Type="http://schemas.openxmlformats.org/officeDocument/2006/relationships/oleObject" Target="../embeddings/oleObject53.bin"/><Relationship Id="rId31" Type="http://schemas.openxmlformats.org/officeDocument/2006/relationships/image" Target="../media/image59.wmf"/><Relationship Id="rId4" Type="http://schemas.openxmlformats.org/officeDocument/2006/relationships/image" Target="../media/image46.wmf"/><Relationship Id="rId9" Type="http://schemas.openxmlformats.org/officeDocument/2006/relationships/oleObject" Target="../embeddings/oleObject48.bin"/><Relationship Id="rId14" Type="http://schemas.openxmlformats.org/officeDocument/2006/relationships/image" Target="../media/image51.wmf"/><Relationship Id="rId22" Type="http://schemas.openxmlformats.org/officeDocument/2006/relationships/image" Target="../media/image55.wmf"/><Relationship Id="rId27" Type="http://schemas.openxmlformats.org/officeDocument/2006/relationships/image" Target="../media/image62.png"/><Relationship Id="rId30" Type="http://schemas.openxmlformats.org/officeDocument/2006/relationships/oleObject" Target="../embeddings/oleObject58.bin"/><Relationship Id="rId35" Type="http://schemas.openxmlformats.org/officeDocument/2006/relationships/image" Target="../media/image61.wmf"/><Relationship Id="rId8" Type="http://schemas.openxmlformats.org/officeDocument/2006/relationships/image" Target="../media/image48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64.wmf"/><Relationship Id="rId5" Type="http://schemas.openxmlformats.org/officeDocument/2006/relationships/oleObject" Target="../embeddings/oleObject62.bin"/><Relationship Id="rId10" Type="http://schemas.openxmlformats.org/officeDocument/2006/relationships/image" Target="../media/image66.wmf"/><Relationship Id="rId4" Type="http://schemas.openxmlformats.org/officeDocument/2006/relationships/image" Target="../media/image63.wmf"/><Relationship Id="rId9" Type="http://schemas.openxmlformats.org/officeDocument/2006/relationships/oleObject" Target="../embeddings/oleObject64.bin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78.wmf"/><Relationship Id="rId21" Type="http://schemas.openxmlformats.org/officeDocument/2006/relationships/oleObject" Target="../embeddings/oleObject74.bin"/><Relationship Id="rId42" Type="http://schemas.openxmlformats.org/officeDocument/2006/relationships/image" Target="../media/image86.wmf"/><Relationship Id="rId47" Type="http://schemas.openxmlformats.org/officeDocument/2006/relationships/oleObject" Target="../embeddings/oleObject87.bin"/><Relationship Id="rId63" Type="http://schemas.openxmlformats.org/officeDocument/2006/relationships/oleObject" Target="../embeddings/oleObject99.bin"/><Relationship Id="rId68" Type="http://schemas.openxmlformats.org/officeDocument/2006/relationships/image" Target="../media/image95.wmf"/><Relationship Id="rId16" Type="http://schemas.openxmlformats.org/officeDocument/2006/relationships/image" Target="../media/image73.wmf"/><Relationship Id="rId11" Type="http://schemas.openxmlformats.org/officeDocument/2006/relationships/oleObject" Target="../embeddings/oleObject69.bin"/><Relationship Id="rId24" Type="http://schemas.openxmlformats.org/officeDocument/2006/relationships/image" Target="../media/image77.wmf"/><Relationship Id="rId32" Type="http://schemas.openxmlformats.org/officeDocument/2006/relationships/image" Target="../media/image81.wmf"/><Relationship Id="rId37" Type="http://schemas.openxmlformats.org/officeDocument/2006/relationships/oleObject" Target="../embeddings/oleObject82.bin"/><Relationship Id="rId40" Type="http://schemas.openxmlformats.org/officeDocument/2006/relationships/image" Target="../media/image85.wmf"/><Relationship Id="rId45" Type="http://schemas.openxmlformats.org/officeDocument/2006/relationships/oleObject" Target="../embeddings/oleObject86.bin"/><Relationship Id="rId53" Type="http://schemas.openxmlformats.org/officeDocument/2006/relationships/oleObject" Target="../embeddings/oleObject93.bin"/><Relationship Id="rId58" Type="http://schemas.openxmlformats.org/officeDocument/2006/relationships/image" Target="../media/image90.wmf"/><Relationship Id="rId66" Type="http://schemas.openxmlformats.org/officeDocument/2006/relationships/image" Target="../media/image94.wmf"/><Relationship Id="rId74" Type="http://schemas.openxmlformats.org/officeDocument/2006/relationships/image" Target="../media/image98.wmf"/><Relationship Id="rId5" Type="http://schemas.openxmlformats.org/officeDocument/2006/relationships/oleObject" Target="../embeddings/oleObject66.bin"/><Relationship Id="rId61" Type="http://schemas.openxmlformats.org/officeDocument/2006/relationships/oleObject" Target="../embeddings/oleObject98.bin"/><Relationship Id="rId19" Type="http://schemas.openxmlformats.org/officeDocument/2006/relationships/oleObject" Target="../embeddings/oleObject73.bin"/><Relationship Id="rId14" Type="http://schemas.openxmlformats.org/officeDocument/2006/relationships/image" Target="../media/image72.wmf"/><Relationship Id="rId22" Type="http://schemas.openxmlformats.org/officeDocument/2006/relationships/image" Target="../media/image76.wmf"/><Relationship Id="rId27" Type="http://schemas.openxmlformats.org/officeDocument/2006/relationships/oleObject" Target="../embeddings/oleObject77.bin"/><Relationship Id="rId30" Type="http://schemas.openxmlformats.org/officeDocument/2006/relationships/image" Target="../media/image80.wmf"/><Relationship Id="rId35" Type="http://schemas.openxmlformats.org/officeDocument/2006/relationships/oleObject" Target="../embeddings/oleObject81.bin"/><Relationship Id="rId43" Type="http://schemas.openxmlformats.org/officeDocument/2006/relationships/oleObject" Target="../embeddings/oleObject85.bin"/><Relationship Id="rId48" Type="http://schemas.openxmlformats.org/officeDocument/2006/relationships/oleObject" Target="../embeddings/oleObject88.bin"/><Relationship Id="rId56" Type="http://schemas.openxmlformats.org/officeDocument/2006/relationships/image" Target="../media/image89.wmf"/><Relationship Id="rId64" Type="http://schemas.openxmlformats.org/officeDocument/2006/relationships/image" Target="../media/image93.wmf"/><Relationship Id="rId69" Type="http://schemas.openxmlformats.org/officeDocument/2006/relationships/oleObject" Target="../embeddings/oleObject102.bin"/><Relationship Id="rId77" Type="http://schemas.openxmlformats.org/officeDocument/2006/relationships/oleObject" Target="../embeddings/oleObject106.bin"/><Relationship Id="rId8" Type="http://schemas.openxmlformats.org/officeDocument/2006/relationships/image" Target="../media/image69.wmf"/><Relationship Id="rId51" Type="http://schemas.openxmlformats.org/officeDocument/2006/relationships/oleObject" Target="../embeddings/oleObject91.bin"/><Relationship Id="rId72" Type="http://schemas.openxmlformats.org/officeDocument/2006/relationships/image" Target="../media/image97.wmf"/><Relationship Id="rId3" Type="http://schemas.openxmlformats.org/officeDocument/2006/relationships/oleObject" Target="../embeddings/oleObject65.bin"/><Relationship Id="rId12" Type="http://schemas.openxmlformats.org/officeDocument/2006/relationships/image" Target="../media/image71.wmf"/><Relationship Id="rId17" Type="http://schemas.openxmlformats.org/officeDocument/2006/relationships/oleObject" Target="../embeddings/oleObject72.bin"/><Relationship Id="rId25" Type="http://schemas.openxmlformats.org/officeDocument/2006/relationships/oleObject" Target="../embeddings/oleObject76.bin"/><Relationship Id="rId33" Type="http://schemas.openxmlformats.org/officeDocument/2006/relationships/oleObject" Target="../embeddings/oleObject80.bin"/><Relationship Id="rId38" Type="http://schemas.openxmlformats.org/officeDocument/2006/relationships/image" Target="../media/image84.wmf"/><Relationship Id="rId46" Type="http://schemas.openxmlformats.org/officeDocument/2006/relationships/image" Target="../media/image88.wmf"/><Relationship Id="rId59" Type="http://schemas.openxmlformats.org/officeDocument/2006/relationships/oleObject" Target="../embeddings/oleObject97.bin"/><Relationship Id="rId67" Type="http://schemas.openxmlformats.org/officeDocument/2006/relationships/oleObject" Target="../embeddings/oleObject101.bin"/><Relationship Id="rId20" Type="http://schemas.openxmlformats.org/officeDocument/2006/relationships/image" Target="../media/image75.wmf"/><Relationship Id="rId41" Type="http://schemas.openxmlformats.org/officeDocument/2006/relationships/oleObject" Target="../embeddings/oleObject84.bin"/><Relationship Id="rId54" Type="http://schemas.openxmlformats.org/officeDocument/2006/relationships/oleObject" Target="../embeddings/oleObject94.bin"/><Relationship Id="rId62" Type="http://schemas.openxmlformats.org/officeDocument/2006/relationships/image" Target="../media/image92.wmf"/><Relationship Id="rId70" Type="http://schemas.openxmlformats.org/officeDocument/2006/relationships/image" Target="../media/image96.wmf"/><Relationship Id="rId75" Type="http://schemas.openxmlformats.org/officeDocument/2006/relationships/oleObject" Target="../embeddings/oleObject105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68.wmf"/><Relationship Id="rId15" Type="http://schemas.openxmlformats.org/officeDocument/2006/relationships/oleObject" Target="../embeddings/oleObject71.bin"/><Relationship Id="rId23" Type="http://schemas.openxmlformats.org/officeDocument/2006/relationships/oleObject" Target="../embeddings/oleObject75.bin"/><Relationship Id="rId28" Type="http://schemas.openxmlformats.org/officeDocument/2006/relationships/image" Target="../media/image79.wmf"/><Relationship Id="rId36" Type="http://schemas.openxmlformats.org/officeDocument/2006/relationships/image" Target="../media/image83.wmf"/><Relationship Id="rId49" Type="http://schemas.openxmlformats.org/officeDocument/2006/relationships/oleObject" Target="../embeddings/oleObject89.bin"/><Relationship Id="rId57" Type="http://schemas.openxmlformats.org/officeDocument/2006/relationships/oleObject" Target="../embeddings/oleObject96.bin"/><Relationship Id="rId10" Type="http://schemas.openxmlformats.org/officeDocument/2006/relationships/image" Target="../media/image70.wmf"/><Relationship Id="rId31" Type="http://schemas.openxmlformats.org/officeDocument/2006/relationships/oleObject" Target="../embeddings/oleObject79.bin"/><Relationship Id="rId44" Type="http://schemas.openxmlformats.org/officeDocument/2006/relationships/image" Target="../media/image87.wmf"/><Relationship Id="rId52" Type="http://schemas.openxmlformats.org/officeDocument/2006/relationships/oleObject" Target="../embeddings/oleObject92.bin"/><Relationship Id="rId60" Type="http://schemas.openxmlformats.org/officeDocument/2006/relationships/image" Target="../media/image91.wmf"/><Relationship Id="rId65" Type="http://schemas.openxmlformats.org/officeDocument/2006/relationships/oleObject" Target="../embeddings/oleObject100.bin"/><Relationship Id="rId73" Type="http://schemas.openxmlformats.org/officeDocument/2006/relationships/oleObject" Target="../embeddings/oleObject104.bin"/><Relationship Id="rId78" Type="http://schemas.openxmlformats.org/officeDocument/2006/relationships/image" Target="../media/image100.wmf"/><Relationship Id="rId4" Type="http://schemas.openxmlformats.org/officeDocument/2006/relationships/image" Target="../media/image67.wmf"/><Relationship Id="rId9" Type="http://schemas.openxmlformats.org/officeDocument/2006/relationships/oleObject" Target="../embeddings/oleObject68.bin"/><Relationship Id="rId13" Type="http://schemas.openxmlformats.org/officeDocument/2006/relationships/oleObject" Target="../embeddings/oleObject70.bin"/><Relationship Id="rId18" Type="http://schemas.openxmlformats.org/officeDocument/2006/relationships/image" Target="../media/image74.wmf"/><Relationship Id="rId39" Type="http://schemas.openxmlformats.org/officeDocument/2006/relationships/oleObject" Target="../embeddings/oleObject83.bin"/><Relationship Id="rId34" Type="http://schemas.openxmlformats.org/officeDocument/2006/relationships/image" Target="../media/image82.wmf"/><Relationship Id="rId50" Type="http://schemas.openxmlformats.org/officeDocument/2006/relationships/oleObject" Target="../embeddings/oleObject90.bin"/><Relationship Id="rId55" Type="http://schemas.openxmlformats.org/officeDocument/2006/relationships/oleObject" Target="../embeddings/oleObject95.bin"/><Relationship Id="rId76" Type="http://schemas.openxmlformats.org/officeDocument/2006/relationships/image" Target="../media/image99.wmf"/><Relationship Id="rId7" Type="http://schemas.openxmlformats.org/officeDocument/2006/relationships/oleObject" Target="../embeddings/oleObject67.bin"/><Relationship Id="rId71" Type="http://schemas.openxmlformats.org/officeDocument/2006/relationships/oleObject" Target="../embeddings/oleObject103.bin"/><Relationship Id="rId2" Type="http://schemas.openxmlformats.org/officeDocument/2006/relationships/slideLayout" Target="../slideLayouts/slideLayout12.xml"/><Relationship Id="rId29" Type="http://schemas.openxmlformats.org/officeDocument/2006/relationships/oleObject" Target="../embeddings/oleObject78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13" Type="http://schemas.openxmlformats.org/officeDocument/2006/relationships/oleObject" Target="../embeddings/oleObject112.bin"/><Relationship Id="rId3" Type="http://schemas.openxmlformats.org/officeDocument/2006/relationships/oleObject" Target="../embeddings/oleObject107.bin"/><Relationship Id="rId7" Type="http://schemas.openxmlformats.org/officeDocument/2006/relationships/oleObject" Target="../embeddings/oleObject109.bin"/><Relationship Id="rId12" Type="http://schemas.openxmlformats.org/officeDocument/2006/relationships/image" Target="../media/image105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02.wmf"/><Relationship Id="rId11" Type="http://schemas.openxmlformats.org/officeDocument/2006/relationships/oleObject" Target="../embeddings/oleObject111.bin"/><Relationship Id="rId5" Type="http://schemas.openxmlformats.org/officeDocument/2006/relationships/oleObject" Target="../embeddings/oleObject108.bin"/><Relationship Id="rId10" Type="http://schemas.openxmlformats.org/officeDocument/2006/relationships/image" Target="../media/image104.wmf"/><Relationship Id="rId4" Type="http://schemas.openxmlformats.org/officeDocument/2006/relationships/image" Target="../media/image101.wmf"/><Relationship Id="rId9" Type="http://schemas.openxmlformats.org/officeDocument/2006/relationships/oleObject" Target="../embeddings/oleObject110.bin"/><Relationship Id="rId14" Type="http://schemas.openxmlformats.org/officeDocument/2006/relationships/image" Target="../media/image106.wmf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18.bin"/><Relationship Id="rId18" Type="http://schemas.openxmlformats.org/officeDocument/2006/relationships/image" Target="../media/image114.wmf"/><Relationship Id="rId26" Type="http://schemas.openxmlformats.org/officeDocument/2006/relationships/image" Target="../media/image118.emf"/><Relationship Id="rId39" Type="http://schemas.openxmlformats.org/officeDocument/2006/relationships/oleObject" Target="../embeddings/oleObject131.bin"/><Relationship Id="rId21" Type="http://schemas.openxmlformats.org/officeDocument/2006/relationships/oleObject" Target="../embeddings/oleObject122.bin"/><Relationship Id="rId34" Type="http://schemas.openxmlformats.org/officeDocument/2006/relationships/image" Target="../media/image122.emf"/><Relationship Id="rId42" Type="http://schemas.openxmlformats.org/officeDocument/2006/relationships/image" Target="../media/image126.wmf"/><Relationship Id="rId47" Type="http://schemas.openxmlformats.org/officeDocument/2006/relationships/oleObject" Target="../embeddings/oleObject135.bin"/><Relationship Id="rId50" Type="http://schemas.openxmlformats.org/officeDocument/2006/relationships/image" Target="../media/image130.wmf"/><Relationship Id="rId7" Type="http://schemas.openxmlformats.org/officeDocument/2006/relationships/oleObject" Target="../embeddings/oleObject115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13.wmf"/><Relationship Id="rId29" Type="http://schemas.openxmlformats.org/officeDocument/2006/relationships/oleObject" Target="../embeddings/oleObject126.bin"/><Relationship Id="rId11" Type="http://schemas.openxmlformats.org/officeDocument/2006/relationships/oleObject" Target="../embeddings/oleObject117.bin"/><Relationship Id="rId24" Type="http://schemas.openxmlformats.org/officeDocument/2006/relationships/image" Target="../media/image117.wmf"/><Relationship Id="rId32" Type="http://schemas.openxmlformats.org/officeDocument/2006/relationships/image" Target="../media/image121.emf"/><Relationship Id="rId37" Type="http://schemas.openxmlformats.org/officeDocument/2006/relationships/oleObject" Target="../embeddings/oleObject130.bin"/><Relationship Id="rId40" Type="http://schemas.openxmlformats.org/officeDocument/2006/relationships/image" Target="../media/image125.emf"/><Relationship Id="rId45" Type="http://schemas.openxmlformats.org/officeDocument/2006/relationships/oleObject" Target="../embeddings/oleObject134.bin"/><Relationship Id="rId53" Type="http://schemas.openxmlformats.org/officeDocument/2006/relationships/oleObject" Target="../embeddings/oleObject138.bin"/><Relationship Id="rId5" Type="http://schemas.openxmlformats.org/officeDocument/2006/relationships/oleObject" Target="../embeddings/oleObject114.bin"/><Relationship Id="rId10" Type="http://schemas.openxmlformats.org/officeDocument/2006/relationships/image" Target="../media/image110.wmf"/><Relationship Id="rId19" Type="http://schemas.openxmlformats.org/officeDocument/2006/relationships/oleObject" Target="../embeddings/oleObject121.bin"/><Relationship Id="rId31" Type="http://schemas.openxmlformats.org/officeDocument/2006/relationships/oleObject" Target="../embeddings/oleObject127.bin"/><Relationship Id="rId44" Type="http://schemas.openxmlformats.org/officeDocument/2006/relationships/image" Target="../media/image127.wmf"/><Relationship Id="rId52" Type="http://schemas.openxmlformats.org/officeDocument/2006/relationships/image" Target="../media/image131.wmf"/><Relationship Id="rId4" Type="http://schemas.openxmlformats.org/officeDocument/2006/relationships/image" Target="../media/image107.wmf"/><Relationship Id="rId9" Type="http://schemas.openxmlformats.org/officeDocument/2006/relationships/oleObject" Target="../embeddings/oleObject116.bin"/><Relationship Id="rId14" Type="http://schemas.openxmlformats.org/officeDocument/2006/relationships/image" Target="../media/image112.wmf"/><Relationship Id="rId22" Type="http://schemas.openxmlformats.org/officeDocument/2006/relationships/image" Target="../media/image116.wmf"/><Relationship Id="rId27" Type="http://schemas.openxmlformats.org/officeDocument/2006/relationships/oleObject" Target="../embeddings/oleObject125.bin"/><Relationship Id="rId30" Type="http://schemas.openxmlformats.org/officeDocument/2006/relationships/image" Target="../media/image120.emf"/><Relationship Id="rId35" Type="http://schemas.openxmlformats.org/officeDocument/2006/relationships/oleObject" Target="../embeddings/oleObject129.bin"/><Relationship Id="rId43" Type="http://schemas.openxmlformats.org/officeDocument/2006/relationships/oleObject" Target="../embeddings/oleObject133.bin"/><Relationship Id="rId48" Type="http://schemas.openxmlformats.org/officeDocument/2006/relationships/image" Target="../media/image129.wmf"/><Relationship Id="rId8" Type="http://schemas.openxmlformats.org/officeDocument/2006/relationships/image" Target="../media/image109.wmf"/><Relationship Id="rId51" Type="http://schemas.openxmlformats.org/officeDocument/2006/relationships/oleObject" Target="../embeddings/oleObject137.bin"/><Relationship Id="rId3" Type="http://schemas.openxmlformats.org/officeDocument/2006/relationships/oleObject" Target="../embeddings/oleObject113.bin"/><Relationship Id="rId12" Type="http://schemas.openxmlformats.org/officeDocument/2006/relationships/image" Target="../media/image111.wmf"/><Relationship Id="rId17" Type="http://schemas.openxmlformats.org/officeDocument/2006/relationships/oleObject" Target="../embeddings/oleObject120.bin"/><Relationship Id="rId25" Type="http://schemas.openxmlformats.org/officeDocument/2006/relationships/oleObject" Target="../embeddings/oleObject124.bin"/><Relationship Id="rId33" Type="http://schemas.openxmlformats.org/officeDocument/2006/relationships/oleObject" Target="../embeddings/oleObject128.bin"/><Relationship Id="rId38" Type="http://schemas.openxmlformats.org/officeDocument/2006/relationships/image" Target="../media/image124.emf"/><Relationship Id="rId46" Type="http://schemas.openxmlformats.org/officeDocument/2006/relationships/image" Target="../media/image128.wmf"/><Relationship Id="rId20" Type="http://schemas.openxmlformats.org/officeDocument/2006/relationships/image" Target="../media/image115.wmf"/><Relationship Id="rId41" Type="http://schemas.openxmlformats.org/officeDocument/2006/relationships/oleObject" Target="../embeddings/oleObject132.bin"/><Relationship Id="rId54" Type="http://schemas.openxmlformats.org/officeDocument/2006/relationships/image" Target="../media/image132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08.wmf"/><Relationship Id="rId15" Type="http://schemas.openxmlformats.org/officeDocument/2006/relationships/oleObject" Target="../embeddings/oleObject119.bin"/><Relationship Id="rId23" Type="http://schemas.openxmlformats.org/officeDocument/2006/relationships/oleObject" Target="../embeddings/oleObject123.bin"/><Relationship Id="rId28" Type="http://schemas.openxmlformats.org/officeDocument/2006/relationships/image" Target="../media/image119.emf"/><Relationship Id="rId36" Type="http://schemas.openxmlformats.org/officeDocument/2006/relationships/image" Target="../media/image123.emf"/><Relationship Id="rId49" Type="http://schemas.openxmlformats.org/officeDocument/2006/relationships/oleObject" Target="../embeddings/oleObject136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wmf"/><Relationship Id="rId13" Type="http://schemas.openxmlformats.org/officeDocument/2006/relationships/oleObject" Target="../embeddings/oleObject144.bin"/><Relationship Id="rId18" Type="http://schemas.openxmlformats.org/officeDocument/2006/relationships/image" Target="../media/image137.wmf"/><Relationship Id="rId26" Type="http://schemas.openxmlformats.org/officeDocument/2006/relationships/image" Target="../media/image141.wmf"/><Relationship Id="rId3" Type="http://schemas.openxmlformats.org/officeDocument/2006/relationships/oleObject" Target="../embeddings/oleObject139.bin"/><Relationship Id="rId21" Type="http://schemas.openxmlformats.org/officeDocument/2006/relationships/oleObject" Target="../embeddings/oleObject148.bin"/><Relationship Id="rId7" Type="http://schemas.openxmlformats.org/officeDocument/2006/relationships/oleObject" Target="../embeddings/oleObject141.bin"/><Relationship Id="rId12" Type="http://schemas.openxmlformats.org/officeDocument/2006/relationships/image" Target="../media/image132.wmf"/><Relationship Id="rId17" Type="http://schemas.openxmlformats.org/officeDocument/2006/relationships/oleObject" Target="../embeddings/oleObject146.bin"/><Relationship Id="rId25" Type="http://schemas.openxmlformats.org/officeDocument/2006/relationships/oleObject" Target="../embeddings/oleObject150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36.wmf"/><Relationship Id="rId20" Type="http://schemas.openxmlformats.org/officeDocument/2006/relationships/image" Target="../media/image138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34.wmf"/><Relationship Id="rId11" Type="http://schemas.openxmlformats.org/officeDocument/2006/relationships/oleObject" Target="../embeddings/oleObject143.bin"/><Relationship Id="rId24" Type="http://schemas.openxmlformats.org/officeDocument/2006/relationships/image" Target="../media/image140.wmf"/><Relationship Id="rId5" Type="http://schemas.openxmlformats.org/officeDocument/2006/relationships/oleObject" Target="../embeddings/oleObject140.bin"/><Relationship Id="rId15" Type="http://schemas.openxmlformats.org/officeDocument/2006/relationships/oleObject" Target="../embeddings/oleObject145.bin"/><Relationship Id="rId23" Type="http://schemas.openxmlformats.org/officeDocument/2006/relationships/oleObject" Target="../embeddings/oleObject149.bin"/><Relationship Id="rId28" Type="http://schemas.openxmlformats.org/officeDocument/2006/relationships/image" Target="../media/image142.wmf"/><Relationship Id="rId10" Type="http://schemas.openxmlformats.org/officeDocument/2006/relationships/image" Target="../media/image131.wmf"/><Relationship Id="rId19" Type="http://schemas.openxmlformats.org/officeDocument/2006/relationships/oleObject" Target="../embeddings/oleObject147.bin"/><Relationship Id="rId4" Type="http://schemas.openxmlformats.org/officeDocument/2006/relationships/image" Target="../media/image133.wmf"/><Relationship Id="rId9" Type="http://schemas.openxmlformats.org/officeDocument/2006/relationships/oleObject" Target="../embeddings/oleObject142.bin"/><Relationship Id="rId14" Type="http://schemas.openxmlformats.org/officeDocument/2006/relationships/image" Target="../media/image135.wmf"/><Relationship Id="rId22" Type="http://schemas.openxmlformats.org/officeDocument/2006/relationships/image" Target="../media/image139.wmf"/><Relationship Id="rId27" Type="http://schemas.openxmlformats.org/officeDocument/2006/relationships/oleObject" Target="../embeddings/oleObject151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wmf"/><Relationship Id="rId13" Type="http://schemas.openxmlformats.org/officeDocument/2006/relationships/oleObject" Target="../embeddings/oleObject157.bin"/><Relationship Id="rId18" Type="http://schemas.openxmlformats.org/officeDocument/2006/relationships/image" Target="../media/image150.wmf"/><Relationship Id="rId26" Type="http://schemas.openxmlformats.org/officeDocument/2006/relationships/image" Target="../media/image154.wmf"/><Relationship Id="rId3" Type="http://schemas.openxmlformats.org/officeDocument/2006/relationships/oleObject" Target="../embeddings/oleObject152.bin"/><Relationship Id="rId21" Type="http://schemas.openxmlformats.org/officeDocument/2006/relationships/oleObject" Target="../embeddings/oleObject161.bin"/><Relationship Id="rId7" Type="http://schemas.openxmlformats.org/officeDocument/2006/relationships/oleObject" Target="../embeddings/oleObject154.bin"/><Relationship Id="rId12" Type="http://schemas.openxmlformats.org/officeDocument/2006/relationships/image" Target="../media/image147.wmf"/><Relationship Id="rId17" Type="http://schemas.openxmlformats.org/officeDocument/2006/relationships/oleObject" Target="../embeddings/oleObject159.bin"/><Relationship Id="rId25" Type="http://schemas.openxmlformats.org/officeDocument/2006/relationships/oleObject" Target="../embeddings/oleObject163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49.wmf"/><Relationship Id="rId20" Type="http://schemas.openxmlformats.org/officeDocument/2006/relationships/image" Target="../media/image151.e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44.wmf"/><Relationship Id="rId11" Type="http://schemas.openxmlformats.org/officeDocument/2006/relationships/oleObject" Target="../embeddings/oleObject156.bin"/><Relationship Id="rId24" Type="http://schemas.openxmlformats.org/officeDocument/2006/relationships/image" Target="../media/image153.wmf"/><Relationship Id="rId5" Type="http://schemas.openxmlformats.org/officeDocument/2006/relationships/oleObject" Target="../embeddings/oleObject153.bin"/><Relationship Id="rId15" Type="http://schemas.openxmlformats.org/officeDocument/2006/relationships/oleObject" Target="../embeddings/oleObject158.bin"/><Relationship Id="rId23" Type="http://schemas.openxmlformats.org/officeDocument/2006/relationships/oleObject" Target="../embeddings/oleObject162.bin"/><Relationship Id="rId28" Type="http://schemas.openxmlformats.org/officeDocument/2006/relationships/image" Target="../media/image155.wmf"/><Relationship Id="rId10" Type="http://schemas.openxmlformats.org/officeDocument/2006/relationships/image" Target="../media/image146.wmf"/><Relationship Id="rId19" Type="http://schemas.openxmlformats.org/officeDocument/2006/relationships/oleObject" Target="../embeddings/oleObject160.bin"/><Relationship Id="rId4" Type="http://schemas.openxmlformats.org/officeDocument/2006/relationships/image" Target="../media/image143.wmf"/><Relationship Id="rId9" Type="http://schemas.openxmlformats.org/officeDocument/2006/relationships/oleObject" Target="../embeddings/oleObject155.bin"/><Relationship Id="rId14" Type="http://schemas.openxmlformats.org/officeDocument/2006/relationships/image" Target="../media/image148.wmf"/><Relationship Id="rId22" Type="http://schemas.openxmlformats.org/officeDocument/2006/relationships/image" Target="../media/image152.wmf"/><Relationship Id="rId27" Type="http://schemas.openxmlformats.org/officeDocument/2006/relationships/oleObject" Target="../embeddings/oleObject164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wmf"/><Relationship Id="rId3" Type="http://schemas.openxmlformats.org/officeDocument/2006/relationships/oleObject" Target="../embeddings/oleObject165.bin"/><Relationship Id="rId7" Type="http://schemas.openxmlformats.org/officeDocument/2006/relationships/oleObject" Target="../embeddings/oleObject167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57.wmf"/><Relationship Id="rId5" Type="http://schemas.openxmlformats.org/officeDocument/2006/relationships/oleObject" Target="../embeddings/oleObject166.bin"/><Relationship Id="rId10" Type="http://schemas.openxmlformats.org/officeDocument/2006/relationships/image" Target="../media/image159.wmf"/><Relationship Id="rId4" Type="http://schemas.openxmlformats.org/officeDocument/2006/relationships/image" Target="../media/image156.wmf"/><Relationship Id="rId9" Type="http://schemas.openxmlformats.org/officeDocument/2006/relationships/oleObject" Target="../embeddings/oleObject168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wmf"/><Relationship Id="rId3" Type="http://schemas.openxmlformats.org/officeDocument/2006/relationships/oleObject" Target="../embeddings/oleObject169.bin"/><Relationship Id="rId7" Type="http://schemas.openxmlformats.org/officeDocument/2006/relationships/oleObject" Target="../embeddings/oleObject171.bin"/><Relationship Id="rId12" Type="http://schemas.openxmlformats.org/officeDocument/2006/relationships/image" Target="../media/image164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61.wmf"/><Relationship Id="rId11" Type="http://schemas.openxmlformats.org/officeDocument/2006/relationships/oleObject" Target="../embeddings/oleObject173.bin"/><Relationship Id="rId5" Type="http://schemas.openxmlformats.org/officeDocument/2006/relationships/oleObject" Target="../embeddings/oleObject170.bin"/><Relationship Id="rId10" Type="http://schemas.openxmlformats.org/officeDocument/2006/relationships/image" Target="../media/image163.wmf"/><Relationship Id="rId4" Type="http://schemas.openxmlformats.org/officeDocument/2006/relationships/image" Target="../media/image160.wmf"/><Relationship Id="rId9" Type="http://schemas.openxmlformats.org/officeDocument/2006/relationships/oleObject" Target="../embeddings/oleObject172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wmf"/><Relationship Id="rId13" Type="http://schemas.openxmlformats.org/officeDocument/2006/relationships/oleObject" Target="../embeddings/oleObject179.bin"/><Relationship Id="rId18" Type="http://schemas.openxmlformats.org/officeDocument/2006/relationships/image" Target="../media/image172.wmf"/><Relationship Id="rId3" Type="http://schemas.openxmlformats.org/officeDocument/2006/relationships/oleObject" Target="../embeddings/oleObject174.bin"/><Relationship Id="rId7" Type="http://schemas.openxmlformats.org/officeDocument/2006/relationships/oleObject" Target="../embeddings/oleObject176.bin"/><Relationship Id="rId12" Type="http://schemas.openxmlformats.org/officeDocument/2006/relationships/image" Target="../media/image169.wmf"/><Relationship Id="rId17" Type="http://schemas.openxmlformats.org/officeDocument/2006/relationships/oleObject" Target="../embeddings/oleObject181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71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66.wmf"/><Relationship Id="rId11" Type="http://schemas.openxmlformats.org/officeDocument/2006/relationships/oleObject" Target="../embeddings/oleObject178.bin"/><Relationship Id="rId5" Type="http://schemas.openxmlformats.org/officeDocument/2006/relationships/oleObject" Target="../embeddings/oleObject175.bin"/><Relationship Id="rId15" Type="http://schemas.openxmlformats.org/officeDocument/2006/relationships/oleObject" Target="../embeddings/oleObject180.bin"/><Relationship Id="rId10" Type="http://schemas.openxmlformats.org/officeDocument/2006/relationships/image" Target="../media/image168.wmf"/><Relationship Id="rId4" Type="http://schemas.openxmlformats.org/officeDocument/2006/relationships/image" Target="../media/image165.wmf"/><Relationship Id="rId9" Type="http://schemas.openxmlformats.org/officeDocument/2006/relationships/oleObject" Target="../embeddings/oleObject177.bin"/><Relationship Id="rId14" Type="http://schemas.openxmlformats.org/officeDocument/2006/relationships/image" Target="../media/image170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wmf"/><Relationship Id="rId13" Type="http://schemas.openxmlformats.org/officeDocument/2006/relationships/oleObject" Target="../embeddings/oleObject187.bin"/><Relationship Id="rId18" Type="http://schemas.openxmlformats.org/officeDocument/2006/relationships/image" Target="../media/image180.wmf"/><Relationship Id="rId3" Type="http://schemas.openxmlformats.org/officeDocument/2006/relationships/oleObject" Target="../embeddings/oleObject182.bin"/><Relationship Id="rId7" Type="http://schemas.openxmlformats.org/officeDocument/2006/relationships/oleObject" Target="../embeddings/oleObject184.bin"/><Relationship Id="rId12" Type="http://schemas.openxmlformats.org/officeDocument/2006/relationships/image" Target="../media/image177.wmf"/><Relationship Id="rId17" Type="http://schemas.openxmlformats.org/officeDocument/2006/relationships/oleObject" Target="../embeddings/oleObject189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79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74.wmf"/><Relationship Id="rId11" Type="http://schemas.openxmlformats.org/officeDocument/2006/relationships/oleObject" Target="../embeddings/oleObject186.bin"/><Relationship Id="rId5" Type="http://schemas.openxmlformats.org/officeDocument/2006/relationships/oleObject" Target="../embeddings/oleObject183.bin"/><Relationship Id="rId15" Type="http://schemas.openxmlformats.org/officeDocument/2006/relationships/oleObject" Target="../embeddings/oleObject188.bin"/><Relationship Id="rId10" Type="http://schemas.openxmlformats.org/officeDocument/2006/relationships/image" Target="../media/image176.wmf"/><Relationship Id="rId4" Type="http://schemas.openxmlformats.org/officeDocument/2006/relationships/image" Target="../media/image173.wmf"/><Relationship Id="rId9" Type="http://schemas.openxmlformats.org/officeDocument/2006/relationships/oleObject" Target="../embeddings/oleObject185.bin"/><Relationship Id="rId14" Type="http://schemas.openxmlformats.org/officeDocument/2006/relationships/image" Target="../media/image178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2.bin"/><Relationship Id="rId13" Type="http://schemas.openxmlformats.org/officeDocument/2006/relationships/image" Target="../media/image185.w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82.wmf"/><Relationship Id="rId12" Type="http://schemas.openxmlformats.org/officeDocument/2006/relationships/oleObject" Target="../embeddings/oleObject194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91.bin"/><Relationship Id="rId11" Type="http://schemas.openxmlformats.org/officeDocument/2006/relationships/image" Target="../media/image184.wmf"/><Relationship Id="rId5" Type="http://schemas.openxmlformats.org/officeDocument/2006/relationships/image" Target="../media/image181.wmf"/><Relationship Id="rId15" Type="http://schemas.openxmlformats.org/officeDocument/2006/relationships/image" Target="../media/image186.wmf"/><Relationship Id="rId10" Type="http://schemas.openxmlformats.org/officeDocument/2006/relationships/oleObject" Target="../embeddings/oleObject193.bin"/><Relationship Id="rId4" Type="http://schemas.openxmlformats.org/officeDocument/2006/relationships/oleObject" Target="../embeddings/oleObject190.bin"/><Relationship Id="rId9" Type="http://schemas.openxmlformats.org/officeDocument/2006/relationships/image" Target="../media/image183.wmf"/><Relationship Id="rId14" Type="http://schemas.openxmlformats.org/officeDocument/2006/relationships/oleObject" Target="../embeddings/oleObject195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wmf"/><Relationship Id="rId13" Type="http://schemas.openxmlformats.org/officeDocument/2006/relationships/oleObject" Target="../embeddings/oleObject201.bin"/><Relationship Id="rId18" Type="http://schemas.openxmlformats.org/officeDocument/2006/relationships/image" Target="../media/image194.wmf"/><Relationship Id="rId3" Type="http://schemas.openxmlformats.org/officeDocument/2006/relationships/oleObject" Target="../embeddings/oleObject196.bin"/><Relationship Id="rId7" Type="http://schemas.openxmlformats.org/officeDocument/2006/relationships/oleObject" Target="../embeddings/oleObject198.bin"/><Relationship Id="rId12" Type="http://schemas.openxmlformats.org/officeDocument/2006/relationships/image" Target="../media/image191.wmf"/><Relationship Id="rId17" Type="http://schemas.openxmlformats.org/officeDocument/2006/relationships/oleObject" Target="../embeddings/oleObject203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93.wmf"/><Relationship Id="rId20" Type="http://schemas.openxmlformats.org/officeDocument/2006/relationships/image" Target="../media/image195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88.wmf"/><Relationship Id="rId11" Type="http://schemas.openxmlformats.org/officeDocument/2006/relationships/oleObject" Target="../embeddings/oleObject200.bin"/><Relationship Id="rId5" Type="http://schemas.openxmlformats.org/officeDocument/2006/relationships/oleObject" Target="../embeddings/oleObject197.bin"/><Relationship Id="rId15" Type="http://schemas.openxmlformats.org/officeDocument/2006/relationships/oleObject" Target="../embeddings/oleObject202.bin"/><Relationship Id="rId10" Type="http://schemas.openxmlformats.org/officeDocument/2006/relationships/image" Target="../media/image190.wmf"/><Relationship Id="rId19" Type="http://schemas.openxmlformats.org/officeDocument/2006/relationships/oleObject" Target="../embeddings/oleObject204.bin"/><Relationship Id="rId4" Type="http://schemas.openxmlformats.org/officeDocument/2006/relationships/image" Target="../media/image187.wmf"/><Relationship Id="rId9" Type="http://schemas.openxmlformats.org/officeDocument/2006/relationships/oleObject" Target="../embeddings/oleObject199.bin"/><Relationship Id="rId14" Type="http://schemas.openxmlformats.org/officeDocument/2006/relationships/image" Target="../media/image192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wmf"/><Relationship Id="rId3" Type="http://schemas.openxmlformats.org/officeDocument/2006/relationships/oleObject" Target="../embeddings/oleObject205.bin"/><Relationship Id="rId7" Type="http://schemas.openxmlformats.org/officeDocument/2006/relationships/oleObject" Target="../embeddings/oleObject207.bin"/><Relationship Id="rId12" Type="http://schemas.openxmlformats.org/officeDocument/2006/relationships/image" Target="../media/image200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97.wmf"/><Relationship Id="rId11" Type="http://schemas.openxmlformats.org/officeDocument/2006/relationships/oleObject" Target="../embeddings/oleObject209.bin"/><Relationship Id="rId5" Type="http://schemas.openxmlformats.org/officeDocument/2006/relationships/oleObject" Target="../embeddings/oleObject206.bin"/><Relationship Id="rId10" Type="http://schemas.openxmlformats.org/officeDocument/2006/relationships/image" Target="../media/image199.wmf"/><Relationship Id="rId4" Type="http://schemas.openxmlformats.org/officeDocument/2006/relationships/image" Target="../media/image196.wmf"/><Relationship Id="rId9" Type="http://schemas.openxmlformats.org/officeDocument/2006/relationships/oleObject" Target="../embeddings/oleObject208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wmf"/><Relationship Id="rId13" Type="http://schemas.openxmlformats.org/officeDocument/2006/relationships/oleObject" Target="../embeddings/oleObject215.bin"/><Relationship Id="rId18" Type="http://schemas.openxmlformats.org/officeDocument/2006/relationships/image" Target="../media/image207.wmf"/><Relationship Id="rId3" Type="http://schemas.openxmlformats.org/officeDocument/2006/relationships/oleObject" Target="../embeddings/oleObject210.bin"/><Relationship Id="rId7" Type="http://schemas.openxmlformats.org/officeDocument/2006/relationships/oleObject" Target="../embeddings/oleObject212.bin"/><Relationship Id="rId12" Type="http://schemas.openxmlformats.org/officeDocument/2006/relationships/image" Target="../media/image204.wmf"/><Relationship Id="rId17" Type="http://schemas.openxmlformats.org/officeDocument/2006/relationships/oleObject" Target="../embeddings/oleObject217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06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201.wmf"/><Relationship Id="rId11" Type="http://schemas.openxmlformats.org/officeDocument/2006/relationships/oleObject" Target="../embeddings/oleObject214.bin"/><Relationship Id="rId5" Type="http://schemas.openxmlformats.org/officeDocument/2006/relationships/oleObject" Target="../embeddings/oleObject211.bin"/><Relationship Id="rId15" Type="http://schemas.openxmlformats.org/officeDocument/2006/relationships/oleObject" Target="../embeddings/oleObject216.bin"/><Relationship Id="rId10" Type="http://schemas.openxmlformats.org/officeDocument/2006/relationships/image" Target="../media/image203.wmf"/><Relationship Id="rId4" Type="http://schemas.openxmlformats.org/officeDocument/2006/relationships/image" Target="../media/image196.wmf"/><Relationship Id="rId9" Type="http://schemas.openxmlformats.org/officeDocument/2006/relationships/oleObject" Target="../embeddings/oleObject213.bin"/><Relationship Id="rId14" Type="http://schemas.openxmlformats.org/officeDocument/2006/relationships/image" Target="../media/image205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wmf"/><Relationship Id="rId13" Type="http://schemas.openxmlformats.org/officeDocument/2006/relationships/oleObject" Target="../embeddings/oleObject223.bin"/><Relationship Id="rId18" Type="http://schemas.openxmlformats.org/officeDocument/2006/relationships/image" Target="../media/image215.wmf"/><Relationship Id="rId3" Type="http://schemas.openxmlformats.org/officeDocument/2006/relationships/oleObject" Target="../embeddings/oleObject218.bin"/><Relationship Id="rId21" Type="http://schemas.openxmlformats.org/officeDocument/2006/relationships/oleObject" Target="../embeddings/oleObject227.bin"/><Relationship Id="rId7" Type="http://schemas.openxmlformats.org/officeDocument/2006/relationships/oleObject" Target="../embeddings/oleObject220.bin"/><Relationship Id="rId12" Type="http://schemas.openxmlformats.org/officeDocument/2006/relationships/image" Target="../media/image212.wmf"/><Relationship Id="rId17" Type="http://schemas.openxmlformats.org/officeDocument/2006/relationships/oleObject" Target="../embeddings/oleObject225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14.wmf"/><Relationship Id="rId20" Type="http://schemas.openxmlformats.org/officeDocument/2006/relationships/image" Target="../media/image216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209.wmf"/><Relationship Id="rId11" Type="http://schemas.openxmlformats.org/officeDocument/2006/relationships/oleObject" Target="../embeddings/oleObject222.bin"/><Relationship Id="rId24" Type="http://schemas.openxmlformats.org/officeDocument/2006/relationships/image" Target="../media/image218.wmf"/><Relationship Id="rId5" Type="http://schemas.openxmlformats.org/officeDocument/2006/relationships/oleObject" Target="../embeddings/oleObject219.bin"/><Relationship Id="rId15" Type="http://schemas.openxmlformats.org/officeDocument/2006/relationships/oleObject" Target="../embeddings/oleObject224.bin"/><Relationship Id="rId23" Type="http://schemas.openxmlformats.org/officeDocument/2006/relationships/oleObject" Target="../embeddings/oleObject228.bin"/><Relationship Id="rId10" Type="http://schemas.openxmlformats.org/officeDocument/2006/relationships/image" Target="../media/image211.wmf"/><Relationship Id="rId19" Type="http://schemas.openxmlformats.org/officeDocument/2006/relationships/oleObject" Target="../embeddings/oleObject226.bin"/><Relationship Id="rId4" Type="http://schemas.openxmlformats.org/officeDocument/2006/relationships/image" Target="../media/image208.wmf"/><Relationship Id="rId9" Type="http://schemas.openxmlformats.org/officeDocument/2006/relationships/oleObject" Target="../embeddings/oleObject221.bin"/><Relationship Id="rId14" Type="http://schemas.openxmlformats.org/officeDocument/2006/relationships/image" Target="../media/image213.wmf"/><Relationship Id="rId22" Type="http://schemas.openxmlformats.org/officeDocument/2006/relationships/image" Target="../media/image217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wmf"/><Relationship Id="rId13" Type="http://schemas.openxmlformats.org/officeDocument/2006/relationships/oleObject" Target="../embeddings/oleObject234.bin"/><Relationship Id="rId3" Type="http://schemas.openxmlformats.org/officeDocument/2006/relationships/oleObject" Target="../embeddings/oleObject229.bin"/><Relationship Id="rId7" Type="http://schemas.openxmlformats.org/officeDocument/2006/relationships/oleObject" Target="../embeddings/oleObject231.bin"/><Relationship Id="rId12" Type="http://schemas.openxmlformats.org/officeDocument/2006/relationships/image" Target="../media/image213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220.wmf"/><Relationship Id="rId11" Type="http://schemas.openxmlformats.org/officeDocument/2006/relationships/oleObject" Target="../embeddings/oleObject233.bin"/><Relationship Id="rId5" Type="http://schemas.openxmlformats.org/officeDocument/2006/relationships/oleObject" Target="../embeddings/oleObject230.bin"/><Relationship Id="rId10" Type="http://schemas.openxmlformats.org/officeDocument/2006/relationships/image" Target="../media/image212.wmf"/><Relationship Id="rId4" Type="http://schemas.openxmlformats.org/officeDocument/2006/relationships/image" Target="../media/image219.png"/><Relationship Id="rId9" Type="http://schemas.openxmlformats.org/officeDocument/2006/relationships/oleObject" Target="../embeddings/oleObject232.bin"/><Relationship Id="rId14" Type="http://schemas.openxmlformats.org/officeDocument/2006/relationships/image" Target="../media/image221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2">
            <a:extLst>
              <a:ext uri="{FF2B5EF4-FFF2-40B4-BE49-F238E27FC236}">
                <a16:creationId xmlns:a16="http://schemas.microsoft.com/office/drawing/2014/main" id="{BD77E358-D86B-4B42-B0C1-0BF0FB405641}"/>
              </a:ext>
            </a:extLst>
          </p:cNvPr>
          <p:cNvSpPr txBox="1">
            <a:spLocks/>
          </p:cNvSpPr>
          <p:nvPr/>
        </p:nvSpPr>
        <p:spPr>
          <a:xfrm>
            <a:off x="1371600" y="2130425"/>
            <a:ext cx="6400800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第六节    函数图形的描绘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8F47F382-ABA8-441B-9F06-893AD9A1801D}"/>
              </a:ext>
            </a:extLst>
          </p:cNvPr>
          <p:cNvSpPr txBox="1">
            <a:spLocks/>
          </p:cNvSpPr>
          <p:nvPr/>
        </p:nvSpPr>
        <p:spPr>
          <a:xfrm>
            <a:off x="685800" y="842963"/>
            <a:ext cx="7772400" cy="1101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  微分中值定理与导数的应用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54DDA69-1E8F-47D9-AC12-B54E17FB9C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7000" y="3444875"/>
            <a:ext cx="3810000" cy="533400"/>
          </a:xfrm>
        </p:spPr>
        <p:txBody>
          <a:bodyPr>
            <a:normAutofit/>
          </a:bodyPr>
          <a:lstStyle/>
          <a:p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数学与统计学院  郭晓峰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5A958006-64CF-49C3-940D-088921881A58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2627784" y="1131590"/>
            <a:ext cx="3810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eaLnBrk="0" hangingPunct="0"/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一、 曲线的渐近线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49FD212-9862-4FC7-9FB5-E1C5C84FA24D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2627784" y="2122190"/>
            <a:ext cx="44196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eaLnBrk="0" hangingPunct="0"/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二、 函数图形的描绘</a:t>
            </a:r>
          </a:p>
        </p:txBody>
      </p:sp>
    </p:spTree>
    <p:extLst>
      <p:ext uri="{BB962C8B-B14F-4D97-AF65-F5344CB8AC3E}">
        <p14:creationId xmlns:p14="http://schemas.microsoft.com/office/powerpoint/2010/main" val="2727556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>
            <a:extLst>
              <a:ext uri="{FF2B5EF4-FFF2-40B4-BE49-F238E27FC236}">
                <a16:creationId xmlns:a16="http://schemas.microsoft.com/office/drawing/2014/main" id="{5BCB9EE5-0FDD-487B-A42B-BD5BC27357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427" y="1492547"/>
            <a:ext cx="5562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与某一直线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的距离趋于 </a:t>
            </a:r>
            <a:r>
              <a:rPr kumimoji="1"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0</a:t>
            </a: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1C1E36-2F9A-4702-BACA-FC3ED0F63F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195222"/>
            <a:ext cx="3810000" cy="533400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rgbClr val="0066FF"/>
                </a:solidFill>
                <a:latin typeface="+mj-ea"/>
                <a:ea typeface="+mj-ea"/>
              </a:rPr>
              <a:t>一、 曲线的渐近线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3E2C6711-3526-4057-85FF-D344D15FE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856443"/>
            <a:ext cx="81369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定义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若曲线</a:t>
            </a:r>
            <a:r>
              <a:rPr kumimoji="1" lang="zh-CN" altLang="en-US" sz="2400" b="1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上的点</a:t>
            </a:r>
            <a:r>
              <a:rPr kumimoji="1"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</a:t>
            </a:r>
            <a:r>
              <a:rPr kumimoji="1" lang="en-US" altLang="zh-CN" sz="2400" i="1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沿着曲线无限地远离原点时，点</a:t>
            </a:r>
            <a:r>
              <a:rPr kumimoji="1"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</a:t>
            </a:r>
            <a:endParaRPr kumimoji="1" lang="zh-CN" altLang="en-US" sz="2400" i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C4D9C46C-92A5-4ACF-9BA7-5A17B11E3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5971" y="1486467"/>
            <a:ext cx="2438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则称直线 </a:t>
            </a:r>
            <a:r>
              <a:rPr kumimoji="1"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</a:t>
            </a:r>
            <a:r>
              <a:rPr kumimoji="1" lang="en-US" altLang="zh-CN" sz="2400" b="1" i="1" dirty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kumimoji="1" lang="zh-CN" altLang="en-US" sz="2400" b="1" dirty="0">
                <a:latin typeface="+mj-ea"/>
                <a:ea typeface="+mj-ea"/>
              </a:rPr>
              <a:t>为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7EC4927-5376-4164-AF9F-727CF57BB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1261" y="1511340"/>
            <a:ext cx="24871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曲线</a:t>
            </a:r>
            <a:r>
              <a:rPr kumimoji="1"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</a:t>
            </a:r>
            <a:r>
              <a:rPr kumimoji="1"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的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渐近线 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87266FF-4846-4E17-8862-CAF9E03A33A3}"/>
              </a:ext>
            </a:extLst>
          </p:cNvPr>
          <p:cNvGrpSpPr>
            <a:grpSpLocks/>
          </p:cNvGrpSpPr>
          <p:nvPr/>
        </p:nvGrpSpPr>
        <p:grpSpPr bwMode="auto">
          <a:xfrm>
            <a:off x="4847635" y="3052383"/>
            <a:ext cx="2388661" cy="1236662"/>
            <a:chOff x="3997" y="1582"/>
            <a:chExt cx="1671" cy="866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958B124-77D2-4849-9C98-279A5FC83F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97" y="1582"/>
              <a:ext cx="1671" cy="866"/>
              <a:chOff x="3997" y="1582"/>
              <a:chExt cx="1671" cy="866"/>
            </a:xfrm>
          </p:grpSpPr>
          <p:sp>
            <p:nvSpPr>
              <p:cNvPr id="22" name="Line 20">
                <a:extLst>
                  <a:ext uri="{FF2B5EF4-FFF2-40B4-BE49-F238E27FC236}">
                    <a16:creationId xmlns:a16="http://schemas.microsoft.com/office/drawing/2014/main" id="{E89C62F7-FBCC-42BF-82B6-EE532D7D78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32" y="1582"/>
                <a:ext cx="1248" cy="866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+mj-ea"/>
                  <a:ea typeface="+mj-ea"/>
                </a:endParaRPr>
              </a:p>
            </p:txBody>
          </p:sp>
          <p:sp>
            <p:nvSpPr>
              <p:cNvPr id="23" name="Line 21">
                <a:extLst>
                  <a:ext uri="{FF2B5EF4-FFF2-40B4-BE49-F238E27FC236}">
                    <a16:creationId xmlns:a16="http://schemas.microsoft.com/office/drawing/2014/main" id="{266707D0-C8CD-4540-9644-54F386BC33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1872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+mj-ea"/>
                  <a:ea typeface="+mj-ea"/>
                </a:endParaRPr>
              </a:p>
            </p:txBody>
          </p:sp>
          <p:graphicFrame>
            <p:nvGraphicFramePr>
              <p:cNvPr id="24" name="Object 22">
                <a:extLst>
                  <a:ext uri="{FF2B5EF4-FFF2-40B4-BE49-F238E27FC236}">
                    <a16:creationId xmlns:a16="http://schemas.microsoft.com/office/drawing/2014/main" id="{9C68DBF0-CA78-4A9A-B5CC-267E0B0E8F4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34740507"/>
                  </p:ext>
                </p:extLst>
              </p:nvPr>
            </p:nvGraphicFramePr>
            <p:xfrm>
              <a:off x="4564" y="2076"/>
              <a:ext cx="178" cy="1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0955" name="Equation" r:id="rId3" imgW="253800" imgH="241200" progId="Equation.DSMT4">
                      <p:embed/>
                    </p:oleObj>
                  </mc:Choice>
                  <mc:Fallback>
                    <p:oleObj name="Equation" r:id="rId3" imgW="253800" imgH="241200" progId="Equation.DSMT4">
                      <p:embed/>
                      <p:pic>
                        <p:nvPicPr>
                          <p:cNvPr id="59414" name="Object 22">
                            <a:extLst>
                              <a:ext uri="{FF2B5EF4-FFF2-40B4-BE49-F238E27FC236}">
                                <a16:creationId xmlns:a16="http://schemas.microsoft.com/office/drawing/2014/main" id="{D8E6C8C0-EB1A-40D8-B7B8-CB7781F9AC4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64" y="2076"/>
                            <a:ext cx="178" cy="16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" name="Object 23">
                <a:extLst>
                  <a:ext uri="{FF2B5EF4-FFF2-40B4-BE49-F238E27FC236}">
                    <a16:creationId xmlns:a16="http://schemas.microsoft.com/office/drawing/2014/main" id="{25376170-6D46-4BF0-8F4E-45EF57E0082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07355227"/>
                  </p:ext>
                </p:extLst>
              </p:nvPr>
            </p:nvGraphicFramePr>
            <p:xfrm>
              <a:off x="3997" y="2166"/>
              <a:ext cx="133" cy="1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0956" name="Equation" r:id="rId5" imgW="190440" imgH="228600" progId="Equation.DSMT4">
                      <p:embed/>
                    </p:oleObj>
                  </mc:Choice>
                  <mc:Fallback>
                    <p:oleObj name="Equation" r:id="rId5" imgW="190440" imgH="228600" progId="Equation.DSMT4">
                      <p:embed/>
                      <p:pic>
                        <p:nvPicPr>
                          <p:cNvPr id="59415" name="Object 23">
                            <a:extLst>
                              <a:ext uri="{FF2B5EF4-FFF2-40B4-BE49-F238E27FC236}">
                                <a16:creationId xmlns:a16="http://schemas.microsoft.com/office/drawing/2014/main" id="{64E71ADF-85E5-41C3-B09B-09378650931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97" y="2166"/>
                            <a:ext cx="133" cy="1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" name="Object 24">
                <a:extLst>
                  <a:ext uri="{FF2B5EF4-FFF2-40B4-BE49-F238E27FC236}">
                    <a16:creationId xmlns:a16="http://schemas.microsoft.com/office/drawing/2014/main" id="{EC8C010C-E4E5-4232-BBD4-A0C76331447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85043954"/>
                  </p:ext>
                </p:extLst>
              </p:nvPr>
            </p:nvGraphicFramePr>
            <p:xfrm>
              <a:off x="4931" y="1779"/>
              <a:ext cx="737" cy="2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0957" name="Equation" r:id="rId7" imgW="1054080" imgH="304560" progId="Equation.DSMT4">
                      <p:embed/>
                    </p:oleObj>
                  </mc:Choice>
                  <mc:Fallback>
                    <p:oleObj name="Equation" r:id="rId7" imgW="1054080" imgH="304560" progId="Equation.DSMT4">
                      <p:embed/>
                      <p:pic>
                        <p:nvPicPr>
                          <p:cNvPr id="59416" name="Object 24">
                            <a:extLst>
                              <a:ext uri="{FF2B5EF4-FFF2-40B4-BE49-F238E27FC236}">
                                <a16:creationId xmlns:a16="http://schemas.microsoft.com/office/drawing/2014/main" id="{496DA1A9-A758-4271-B8F2-7FD93FFB5B4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31" y="1779"/>
                            <a:ext cx="737" cy="2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1" name="Object 25">
              <a:extLst>
                <a:ext uri="{FF2B5EF4-FFF2-40B4-BE49-F238E27FC236}">
                  <a16:creationId xmlns:a16="http://schemas.microsoft.com/office/drawing/2014/main" id="{1A78BC74-88E0-4786-A997-6695CED6A3F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38263877"/>
                </p:ext>
              </p:extLst>
            </p:nvPr>
          </p:nvGraphicFramePr>
          <p:xfrm>
            <a:off x="4306" y="1664"/>
            <a:ext cx="213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0958" name="Equation" r:id="rId9" imgW="304560" imgH="228600" progId="Equation.DSMT4">
                    <p:embed/>
                  </p:oleObj>
                </mc:Choice>
                <mc:Fallback>
                  <p:oleObj name="Equation" r:id="rId9" imgW="304560" imgH="228600" progId="Equation.DSMT4">
                    <p:embed/>
                    <p:pic>
                      <p:nvPicPr>
                        <p:cNvPr id="59417" name="Object 25">
                          <a:extLst>
                            <a:ext uri="{FF2B5EF4-FFF2-40B4-BE49-F238E27FC236}">
                              <a16:creationId xmlns:a16="http://schemas.microsoft.com/office/drawing/2014/main" id="{A59A715C-A4F2-44E8-B3F7-1AE49ADAFC7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6" y="1664"/>
                          <a:ext cx="213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DAD64F6-F672-4ECE-B56D-8F4BD3D6EBD9}"/>
              </a:ext>
            </a:extLst>
          </p:cNvPr>
          <p:cNvGrpSpPr>
            <a:grpSpLocks/>
          </p:cNvGrpSpPr>
          <p:nvPr/>
        </p:nvGrpSpPr>
        <p:grpSpPr bwMode="auto">
          <a:xfrm>
            <a:off x="4472724" y="2677227"/>
            <a:ext cx="2483994" cy="1982755"/>
            <a:chOff x="3735" y="1319"/>
            <a:chExt cx="1737" cy="1389"/>
          </a:xfrm>
        </p:grpSpPr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9B7429FA-AE42-4BF9-9CA0-29112710BF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2544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+mj-ea"/>
                <a:ea typeface="+mj-ea"/>
              </a:endParaRPr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F8658799-6155-441A-8D2D-22631EA7FC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6" y="1344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+mj-ea"/>
                <a:ea typeface="+mj-ea"/>
              </a:endParaRPr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FA705A0C-6AC8-42F9-9C6F-4D32CFD0CF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" y="1632"/>
              <a:ext cx="960" cy="240"/>
            </a:xfrm>
            <a:custGeom>
              <a:avLst/>
              <a:gdLst>
                <a:gd name="T0" fmla="*/ 0 w 960"/>
                <a:gd name="T1" fmla="*/ 192 h 240"/>
                <a:gd name="T2" fmla="*/ 192 w 960"/>
                <a:gd name="T3" fmla="*/ 240 h 240"/>
                <a:gd name="T4" fmla="*/ 528 w 960"/>
                <a:gd name="T5" fmla="*/ 192 h 240"/>
                <a:gd name="T6" fmla="*/ 960 w 960"/>
                <a:gd name="T7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0" h="240">
                  <a:moveTo>
                    <a:pt x="0" y="192"/>
                  </a:moveTo>
                  <a:cubicBezTo>
                    <a:pt x="52" y="216"/>
                    <a:pt x="104" y="240"/>
                    <a:pt x="192" y="240"/>
                  </a:cubicBezTo>
                  <a:cubicBezTo>
                    <a:pt x="280" y="240"/>
                    <a:pt x="400" y="232"/>
                    <a:pt x="528" y="192"/>
                  </a:cubicBezTo>
                  <a:cubicBezTo>
                    <a:pt x="656" y="152"/>
                    <a:pt x="888" y="32"/>
                    <a:pt x="960" y="0"/>
                  </a:cubicBezTo>
                </a:path>
              </a:pathLst>
            </a:custGeom>
            <a:noFill/>
            <a:ln w="22225" cmpd="sng">
              <a:solidFill>
                <a:srgbClr val="0064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+mj-ea"/>
                <a:ea typeface="+mj-ea"/>
              </a:endParaRPr>
            </a:p>
          </p:txBody>
        </p:sp>
        <p:graphicFrame>
          <p:nvGraphicFramePr>
            <p:cNvPr id="31" name="Object 30">
              <a:extLst>
                <a:ext uri="{FF2B5EF4-FFF2-40B4-BE49-F238E27FC236}">
                  <a16:creationId xmlns:a16="http://schemas.microsoft.com/office/drawing/2014/main" id="{2DACAD01-F050-4CFB-8E12-2F6890C08C7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30430742"/>
                </p:ext>
              </p:extLst>
            </p:nvPr>
          </p:nvGraphicFramePr>
          <p:xfrm>
            <a:off x="5290" y="2557"/>
            <a:ext cx="124" cy="1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0959" name="Equation" r:id="rId11" imgW="177480" imgH="190440" progId="Equation.DSMT4">
                    <p:embed/>
                  </p:oleObj>
                </mc:Choice>
                <mc:Fallback>
                  <p:oleObj name="Equation" r:id="rId11" imgW="177480" imgH="190440" progId="Equation.DSMT4">
                    <p:embed/>
                    <p:pic>
                      <p:nvPicPr>
                        <p:cNvPr id="59422" name="Object 30">
                          <a:extLst>
                            <a:ext uri="{FF2B5EF4-FFF2-40B4-BE49-F238E27FC236}">
                              <a16:creationId xmlns:a16="http://schemas.microsoft.com/office/drawing/2014/main" id="{141D8DC9-22BE-45E4-9396-92A1FBC6EEC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90" y="2557"/>
                          <a:ext cx="124" cy="1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31">
              <a:extLst>
                <a:ext uri="{FF2B5EF4-FFF2-40B4-BE49-F238E27FC236}">
                  <a16:creationId xmlns:a16="http://schemas.microsoft.com/office/drawing/2014/main" id="{5DF2C086-DDFF-436E-A89A-E1DDCDB39FF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39053869"/>
                </p:ext>
              </p:extLst>
            </p:nvPr>
          </p:nvGraphicFramePr>
          <p:xfrm>
            <a:off x="3735" y="1341"/>
            <a:ext cx="133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0960" name="Equation" r:id="rId13" imgW="190440" imgH="241200" progId="Equation.DSMT4">
                    <p:embed/>
                  </p:oleObj>
                </mc:Choice>
                <mc:Fallback>
                  <p:oleObj name="Equation" r:id="rId13" imgW="190440" imgH="241200" progId="Equation.DSMT4">
                    <p:embed/>
                    <p:pic>
                      <p:nvPicPr>
                        <p:cNvPr id="59423" name="Object 31">
                          <a:extLst>
                            <a:ext uri="{FF2B5EF4-FFF2-40B4-BE49-F238E27FC236}">
                              <a16:creationId xmlns:a16="http://schemas.microsoft.com/office/drawing/2014/main" id="{C5E40038-EFF1-4485-86E1-EDBFE7D415F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5" y="1341"/>
                          <a:ext cx="133" cy="1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55E3FFE3-462C-4164-82BD-722C0403A31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32557422"/>
                </p:ext>
              </p:extLst>
            </p:nvPr>
          </p:nvGraphicFramePr>
          <p:xfrm>
            <a:off x="3799" y="2540"/>
            <a:ext cx="159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0961" name="Equation" r:id="rId15" imgW="228600" imgH="241200" progId="Equation.DSMT4">
                    <p:embed/>
                  </p:oleObj>
                </mc:Choice>
                <mc:Fallback>
                  <p:oleObj name="Equation" r:id="rId15" imgW="228600" imgH="241200" progId="Equation.DSMT4">
                    <p:embed/>
                    <p:pic>
                      <p:nvPicPr>
                        <p:cNvPr id="59424" name="Object 32">
                          <a:extLst>
                            <a:ext uri="{FF2B5EF4-FFF2-40B4-BE49-F238E27FC236}">
                              <a16:creationId xmlns:a16="http://schemas.microsoft.com/office/drawing/2014/main" id="{9E8120E2-4AD0-4D39-A0DD-DBA4BE18AC3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9" y="2540"/>
                          <a:ext cx="159" cy="1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33">
              <a:extLst>
                <a:ext uri="{FF2B5EF4-FFF2-40B4-BE49-F238E27FC236}">
                  <a16:creationId xmlns:a16="http://schemas.microsoft.com/office/drawing/2014/main" id="{86038433-E393-4DA8-89D5-2CD5C5CF6FD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576317"/>
                </p:ext>
              </p:extLst>
            </p:nvPr>
          </p:nvGraphicFramePr>
          <p:xfrm>
            <a:off x="4034" y="1693"/>
            <a:ext cx="106" cy="1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0962" name="Equation" r:id="rId17" imgW="152280" imgH="177480" progId="Equation.DSMT4">
                    <p:embed/>
                  </p:oleObj>
                </mc:Choice>
                <mc:Fallback>
                  <p:oleObj name="Equation" r:id="rId17" imgW="152280" imgH="177480" progId="Equation.DSMT4">
                    <p:embed/>
                    <p:pic>
                      <p:nvPicPr>
                        <p:cNvPr id="59425" name="Object 33">
                          <a:extLst>
                            <a:ext uri="{FF2B5EF4-FFF2-40B4-BE49-F238E27FC236}">
                              <a16:creationId xmlns:a16="http://schemas.microsoft.com/office/drawing/2014/main" id="{E2EE1A22-9D42-471D-8906-CE8F1AC1938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4" y="1693"/>
                          <a:ext cx="106" cy="1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Object 34">
              <a:extLst>
                <a:ext uri="{FF2B5EF4-FFF2-40B4-BE49-F238E27FC236}">
                  <a16:creationId xmlns:a16="http://schemas.microsoft.com/office/drawing/2014/main" id="{8139AFF4-EE4D-4C7F-92E7-D0FFB67424A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31120199"/>
                </p:ext>
              </p:extLst>
            </p:nvPr>
          </p:nvGraphicFramePr>
          <p:xfrm>
            <a:off x="4361" y="1319"/>
            <a:ext cx="648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0963" name="Equation" r:id="rId19" imgW="927000" imgH="304560" progId="Equation.DSMT4">
                    <p:embed/>
                  </p:oleObj>
                </mc:Choice>
                <mc:Fallback>
                  <p:oleObj name="Equation" r:id="rId19" imgW="927000" imgH="304560" progId="Equation.DSMT4">
                    <p:embed/>
                    <p:pic>
                      <p:nvPicPr>
                        <p:cNvPr id="59426" name="Object 34">
                          <a:extLst>
                            <a:ext uri="{FF2B5EF4-FFF2-40B4-BE49-F238E27FC236}">
                              <a16:creationId xmlns:a16="http://schemas.microsoft.com/office/drawing/2014/main" id="{1FB1F3DD-FCD9-4C05-B518-2217A6CA97F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1" y="1319"/>
                          <a:ext cx="648" cy="2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928B4A9-11D6-44F7-B026-311A204BF69F}"/>
              </a:ext>
            </a:extLst>
          </p:cNvPr>
          <p:cNvGrpSpPr>
            <a:grpSpLocks/>
          </p:cNvGrpSpPr>
          <p:nvPr/>
        </p:nvGrpSpPr>
        <p:grpSpPr bwMode="auto">
          <a:xfrm>
            <a:off x="5410424" y="3466720"/>
            <a:ext cx="282575" cy="958850"/>
            <a:chOff x="4391" y="1872"/>
            <a:chExt cx="198" cy="672"/>
          </a:xfrm>
        </p:grpSpPr>
        <p:sp>
          <p:nvSpPr>
            <p:cNvPr id="37" name="Line 36">
              <a:extLst>
                <a:ext uri="{FF2B5EF4-FFF2-40B4-BE49-F238E27FC236}">
                  <a16:creationId xmlns:a16="http://schemas.microsoft.com/office/drawing/2014/main" id="{5BB9EA93-F254-4ACD-9A81-13D68D5637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872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+mj-ea"/>
                <a:ea typeface="+mj-ea"/>
              </a:endParaRPr>
            </a:p>
          </p:txBody>
        </p:sp>
        <p:graphicFrame>
          <p:nvGraphicFramePr>
            <p:cNvPr id="38" name="Object 37">
              <a:extLst>
                <a:ext uri="{FF2B5EF4-FFF2-40B4-BE49-F238E27FC236}">
                  <a16:creationId xmlns:a16="http://schemas.microsoft.com/office/drawing/2014/main" id="{1627A635-7EC1-4FDA-B251-E2501D37BAF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99" y="2112"/>
            <a:ext cx="190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0964" name="公式" r:id="rId21" imgW="152280" imgH="164880" progId="Equation.3">
                    <p:embed/>
                  </p:oleObj>
                </mc:Choice>
                <mc:Fallback>
                  <p:oleObj name="公式" r:id="rId21" imgW="152280" imgH="164880" progId="Equation.3">
                    <p:embed/>
                    <p:pic>
                      <p:nvPicPr>
                        <p:cNvPr id="59429" name="Object 37">
                          <a:extLst>
                            <a:ext uri="{FF2B5EF4-FFF2-40B4-BE49-F238E27FC236}">
                              <a16:creationId xmlns:a16="http://schemas.microsoft.com/office/drawing/2014/main" id="{FBC7892F-1EB3-4207-842E-D4ACA2F1074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9" y="2112"/>
                          <a:ext cx="190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53795ECA-114C-4078-8CD4-0BCBAC9317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2163"/>
              <a:ext cx="45" cy="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+mj-ea"/>
                <a:ea typeface="+mj-ea"/>
              </a:endParaRPr>
            </a:p>
          </p:txBody>
        </p:sp>
      </p:grpSp>
      <p:sp>
        <p:nvSpPr>
          <p:cNvPr id="58" name="Text Box 12">
            <a:extLst>
              <a:ext uri="{FF2B5EF4-FFF2-40B4-BE49-F238E27FC236}">
                <a16:creationId xmlns:a16="http://schemas.microsoft.com/office/drawing/2014/main" id="{84DA1927-DE07-47D9-887D-2A8D7CCD6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831" y="2859782"/>
            <a:ext cx="17891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水平</a:t>
            </a:r>
            <a:r>
              <a:rPr kumimoji="1" lang="zh-CN" altLang="en-US" sz="2400" b="1" dirty="0">
                <a:latin typeface="+mj-ea"/>
                <a:ea typeface="+mj-ea"/>
              </a:rPr>
              <a:t>渐近线</a:t>
            </a:r>
          </a:p>
        </p:txBody>
      </p:sp>
      <p:sp>
        <p:nvSpPr>
          <p:cNvPr id="59" name="Text Box 12">
            <a:extLst>
              <a:ext uri="{FF2B5EF4-FFF2-40B4-BE49-F238E27FC236}">
                <a16:creationId xmlns:a16="http://schemas.microsoft.com/office/drawing/2014/main" id="{8912461E-61F1-492F-8E00-359F2706A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125" y="3434198"/>
            <a:ext cx="17891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铅直</a:t>
            </a:r>
            <a:r>
              <a:rPr kumimoji="1" lang="zh-CN" altLang="en-US" sz="2400" b="1" dirty="0">
                <a:latin typeface="+mj-ea"/>
                <a:ea typeface="+mj-ea"/>
              </a:rPr>
              <a:t>渐近线</a:t>
            </a:r>
          </a:p>
        </p:txBody>
      </p:sp>
      <p:sp>
        <p:nvSpPr>
          <p:cNvPr id="60" name="Text Box 12">
            <a:extLst>
              <a:ext uri="{FF2B5EF4-FFF2-40B4-BE49-F238E27FC236}">
                <a16:creationId xmlns:a16="http://schemas.microsoft.com/office/drawing/2014/main" id="{6C05BD47-E5B7-4A9D-A74B-A56143294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125" y="4002176"/>
            <a:ext cx="17891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斜</a:t>
            </a:r>
            <a:r>
              <a:rPr kumimoji="1" lang="zh-CN" altLang="en-US" sz="2400" b="1" dirty="0">
                <a:latin typeface="+mj-ea"/>
                <a:ea typeface="+mj-ea"/>
              </a:rPr>
              <a:t>渐近线</a:t>
            </a:r>
          </a:p>
        </p:txBody>
      </p:sp>
    </p:spTree>
    <p:extLst>
      <p:ext uri="{BB962C8B-B14F-4D97-AF65-F5344CB8AC3E}">
        <p14:creationId xmlns:p14="http://schemas.microsoft.com/office/powerpoint/2010/main" val="486405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7" grpId="0" autoUpdateAnimBg="0"/>
      <p:bldP spid="9" grpId="0" autoUpdateAnimBg="0"/>
      <p:bldP spid="10" grpId="0" autoUpdateAnimBg="0"/>
      <p:bldP spid="58" grpId="0" autoUpdateAnimBg="0"/>
      <p:bldP spid="59" grpId="0" autoUpdateAnimBg="0"/>
      <p:bldP spid="60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0">
            <a:extLst>
              <a:ext uri="{FF2B5EF4-FFF2-40B4-BE49-F238E27FC236}">
                <a16:creationId xmlns:a16="http://schemas.microsoft.com/office/drawing/2014/main" id="{4D48F067-86CE-4FBB-A2BF-017B438C3C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627534"/>
            <a:ext cx="2667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例如</a:t>
            </a:r>
            <a:r>
              <a:rPr kumimoji="1" lang="en-US" altLang="zh-CN" sz="2400" b="1" dirty="0">
                <a:solidFill>
                  <a:srgbClr val="0066FF"/>
                </a:solidFill>
                <a:latin typeface="+mj-ea"/>
                <a:ea typeface="+mj-ea"/>
              </a:rPr>
              <a:t>,</a:t>
            </a:r>
            <a:r>
              <a:rPr kumimoji="1" lang="en-US" altLang="zh-CN" sz="2400" b="1" dirty="0">
                <a:latin typeface="+mj-ea"/>
                <a:ea typeface="+mj-ea"/>
              </a:rPr>
              <a:t> </a:t>
            </a:r>
            <a:r>
              <a:rPr kumimoji="1" lang="zh-CN" altLang="en-US" sz="2400" b="1" dirty="0">
                <a:latin typeface="+mj-ea"/>
                <a:ea typeface="+mj-ea"/>
              </a:rPr>
              <a:t>双曲线</a:t>
            </a:r>
          </a:p>
        </p:txBody>
      </p:sp>
      <p:graphicFrame>
        <p:nvGraphicFramePr>
          <p:cNvPr id="4" name="Object 11">
            <a:extLst>
              <a:ext uri="{FF2B5EF4-FFF2-40B4-BE49-F238E27FC236}">
                <a16:creationId xmlns:a16="http://schemas.microsoft.com/office/drawing/2014/main" id="{47CB6DA1-750E-4746-A8F2-ADA0950F77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5816627"/>
              </p:ext>
            </p:extLst>
          </p:nvPr>
        </p:nvGraphicFramePr>
        <p:xfrm>
          <a:off x="2926444" y="406076"/>
          <a:ext cx="13970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846" name="Equation" r:id="rId3" imgW="1396800" imgH="774360" progId="Equation.DSMT4">
                  <p:embed/>
                </p:oleObj>
              </mc:Choice>
              <mc:Fallback>
                <p:oleObj name="Equation" r:id="rId3" imgW="1396800" imgH="77436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0EEC9AAE-027C-43AE-AF24-5322EADF22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6444" y="406076"/>
                        <a:ext cx="13970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2">
            <a:extLst>
              <a:ext uri="{FF2B5EF4-FFF2-40B4-BE49-F238E27FC236}">
                <a16:creationId xmlns:a16="http://schemas.microsoft.com/office/drawing/2014/main" id="{624BE0A8-8465-44AB-8E95-B5CF54521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3444" y="557650"/>
            <a:ext cx="17891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有</a:t>
            </a:r>
            <a:r>
              <a:rPr kumimoji="1"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斜</a:t>
            </a:r>
            <a:r>
              <a:rPr kumimoji="1" lang="zh-CN" altLang="en-US" sz="2400" b="1" dirty="0">
                <a:latin typeface="+mj-ea"/>
                <a:ea typeface="+mj-ea"/>
              </a:rPr>
              <a:t>渐近线</a:t>
            </a:r>
          </a:p>
        </p:txBody>
      </p:sp>
      <p:graphicFrame>
        <p:nvGraphicFramePr>
          <p:cNvPr id="6" name="Object 13">
            <a:extLst>
              <a:ext uri="{FF2B5EF4-FFF2-40B4-BE49-F238E27FC236}">
                <a16:creationId xmlns:a16="http://schemas.microsoft.com/office/drawing/2014/main" id="{1E27AE06-358D-4698-8631-9F9532BD6F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629745"/>
              </p:ext>
            </p:extLst>
          </p:nvPr>
        </p:nvGraphicFramePr>
        <p:xfrm>
          <a:off x="2843808" y="1402234"/>
          <a:ext cx="1257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847" name="Equation" r:id="rId5" imgW="1257120" imgH="736560" progId="Equation.DSMT4">
                  <p:embed/>
                </p:oleObj>
              </mc:Choice>
              <mc:Fallback>
                <p:oleObj name="Equation" r:id="rId5" imgW="1257120" imgH="73656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4FF65EC9-1FDD-417A-B93C-88E5FDA0EB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1402234"/>
                        <a:ext cx="12573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39">
            <a:extLst>
              <a:ext uri="{FF2B5EF4-FFF2-40B4-BE49-F238E27FC236}">
                <a16:creationId xmlns:a16="http://schemas.microsoft.com/office/drawing/2014/main" id="{9C54ED01-24B7-4756-B539-275B59D28019}"/>
              </a:ext>
            </a:extLst>
          </p:cNvPr>
          <p:cNvGrpSpPr>
            <a:grpSpLocks/>
          </p:cNvGrpSpPr>
          <p:nvPr/>
        </p:nvGrpSpPr>
        <p:grpSpPr bwMode="auto">
          <a:xfrm>
            <a:off x="6131220" y="1775768"/>
            <a:ext cx="519113" cy="1452562"/>
            <a:chOff x="1356" y="2340"/>
            <a:chExt cx="468" cy="1308"/>
          </a:xfrm>
        </p:grpSpPr>
        <p:sp>
          <p:nvSpPr>
            <p:cNvPr id="8" name="Freeform 40">
              <a:extLst>
                <a:ext uri="{FF2B5EF4-FFF2-40B4-BE49-F238E27FC236}">
                  <a16:creationId xmlns:a16="http://schemas.microsoft.com/office/drawing/2014/main" id="{99B20118-9444-434D-9E7A-FA39772F0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6" y="2340"/>
              <a:ext cx="360" cy="402"/>
            </a:xfrm>
            <a:custGeom>
              <a:avLst/>
              <a:gdLst>
                <a:gd name="T0" fmla="*/ 6 w 360"/>
                <a:gd name="T1" fmla="*/ 6 h 402"/>
                <a:gd name="T2" fmla="*/ 12 w 360"/>
                <a:gd name="T3" fmla="*/ 12 h 402"/>
                <a:gd name="T4" fmla="*/ 18 w 360"/>
                <a:gd name="T5" fmla="*/ 18 h 402"/>
                <a:gd name="T6" fmla="*/ 24 w 360"/>
                <a:gd name="T7" fmla="*/ 24 h 402"/>
                <a:gd name="T8" fmla="*/ 36 w 360"/>
                <a:gd name="T9" fmla="*/ 36 h 402"/>
                <a:gd name="T10" fmla="*/ 42 w 360"/>
                <a:gd name="T11" fmla="*/ 42 h 402"/>
                <a:gd name="T12" fmla="*/ 48 w 360"/>
                <a:gd name="T13" fmla="*/ 48 h 402"/>
                <a:gd name="T14" fmla="*/ 54 w 360"/>
                <a:gd name="T15" fmla="*/ 54 h 402"/>
                <a:gd name="T16" fmla="*/ 60 w 360"/>
                <a:gd name="T17" fmla="*/ 66 h 402"/>
                <a:gd name="T18" fmla="*/ 72 w 360"/>
                <a:gd name="T19" fmla="*/ 72 h 402"/>
                <a:gd name="T20" fmla="*/ 78 w 360"/>
                <a:gd name="T21" fmla="*/ 78 h 402"/>
                <a:gd name="T22" fmla="*/ 84 w 360"/>
                <a:gd name="T23" fmla="*/ 84 h 402"/>
                <a:gd name="T24" fmla="*/ 90 w 360"/>
                <a:gd name="T25" fmla="*/ 96 h 402"/>
                <a:gd name="T26" fmla="*/ 96 w 360"/>
                <a:gd name="T27" fmla="*/ 102 h 402"/>
                <a:gd name="T28" fmla="*/ 102 w 360"/>
                <a:gd name="T29" fmla="*/ 108 h 402"/>
                <a:gd name="T30" fmla="*/ 114 w 360"/>
                <a:gd name="T31" fmla="*/ 114 h 402"/>
                <a:gd name="T32" fmla="*/ 120 w 360"/>
                <a:gd name="T33" fmla="*/ 126 h 402"/>
                <a:gd name="T34" fmla="*/ 126 w 360"/>
                <a:gd name="T35" fmla="*/ 132 h 402"/>
                <a:gd name="T36" fmla="*/ 132 w 360"/>
                <a:gd name="T37" fmla="*/ 138 h 402"/>
                <a:gd name="T38" fmla="*/ 138 w 360"/>
                <a:gd name="T39" fmla="*/ 144 h 402"/>
                <a:gd name="T40" fmla="*/ 144 w 360"/>
                <a:gd name="T41" fmla="*/ 156 h 402"/>
                <a:gd name="T42" fmla="*/ 156 w 360"/>
                <a:gd name="T43" fmla="*/ 162 h 402"/>
                <a:gd name="T44" fmla="*/ 162 w 360"/>
                <a:gd name="T45" fmla="*/ 168 h 402"/>
                <a:gd name="T46" fmla="*/ 168 w 360"/>
                <a:gd name="T47" fmla="*/ 180 h 402"/>
                <a:gd name="T48" fmla="*/ 174 w 360"/>
                <a:gd name="T49" fmla="*/ 186 h 402"/>
                <a:gd name="T50" fmla="*/ 180 w 360"/>
                <a:gd name="T51" fmla="*/ 192 h 402"/>
                <a:gd name="T52" fmla="*/ 186 w 360"/>
                <a:gd name="T53" fmla="*/ 198 h 402"/>
                <a:gd name="T54" fmla="*/ 198 w 360"/>
                <a:gd name="T55" fmla="*/ 210 h 402"/>
                <a:gd name="T56" fmla="*/ 204 w 360"/>
                <a:gd name="T57" fmla="*/ 216 h 402"/>
                <a:gd name="T58" fmla="*/ 210 w 360"/>
                <a:gd name="T59" fmla="*/ 222 h 402"/>
                <a:gd name="T60" fmla="*/ 216 w 360"/>
                <a:gd name="T61" fmla="*/ 234 h 402"/>
                <a:gd name="T62" fmla="*/ 222 w 360"/>
                <a:gd name="T63" fmla="*/ 240 h 402"/>
                <a:gd name="T64" fmla="*/ 234 w 360"/>
                <a:gd name="T65" fmla="*/ 246 h 402"/>
                <a:gd name="T66" fmla="*/ 240 w 360"/>
                <a:gd name="T67" fmla="*/ 258 h 402"/>
                <a:gd name="T68" fmla="*/ 246 w 360"/>
                <a:gd name="T69" fmla="*/ 264 h 402"/>
                <a:gd name="T70" fmla="*/ 252 w 360"/>
                <a:gd name="T71" fmla="*/ 270 h 402"/>
                <a:gd name="T72" fmla="*/ 258 w 360"/>
                <a:gd name="T73" fmla="*/ 282 h 402"/>
                <a:gd name="T74" fmla="*/ 264 w 360"/>
                <a:gd name="T75" fmla="*/ 288 h 402"/>
                <a:gd name="T76" fmla="*/ 276 w 360"/>
                <a:gd name="T77" fmla="*/ 294 h 402"/>
                <a:gd name="T78" fmla="*/ 282 w 360"/>
                <a:gd name="T79" fmla="*/ 306 h 402"/>
                <a:gd name="T80" fmla="*/ 288 w 360"/>
                <a:gd name="T81" fmla="*/ 312 h 402"/>
                <a:gd name="T82" fmla="*/ 294 w 360"/>
                <a:gd name="T83" fmla="*/ 324 h 402"/>
                <a:gd name="T84" fmla="*/ 300 w 360"/>
                <a:gd name="T85" fmla="*/ 330 h 402"/>
                <a:gd name="T86" fmla="*/ 306 w 360"/>
                <a:gd name="T87" fmla="*/ 342 h 402"/>
                <a:gd name="T88" fmla="*/ 318 w 360"/>
                <a:gd name="T89" fmla="*/ 348 h 402"/>
                <a:gd name="T90" fmla="*/ 324 w 360"/>
                <a:gd name="T91" fmla="*/ 354 h 402"/>
                <a:gd name="T92" fmla="*/ 330 w 360"/>
                <a:gd name="T93" fmla="*/ 366 h 402"/>
                <a:gd name="T94" fmla="*/ 336 w 360"/>
                <a:gd name="T95" fmla="*/ 372 h 402"/>
                <a:gd name="T96" fmla="*/ 342 w 360"/>
                <a:gd name="T97" fmla="*/ 384 h 402"/>
                <a:gd name="T98" fmla="*/ 354 w 360"/>
                <a:gd name="T99" fmla="*/ 390 h 402"/>
                <a:gd name="T100" fmla="*/ 360 w 360"/>
                <a:gd name="T101" fmla="*/ 40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60" h="402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6" y="0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12" y="6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8" y="12"/>
                  </a:lnTo>
                  <a:lnTo>
                    <a:pt x="18" y="18"/>
                  </a:lnTo>
                  <a:lnTo>
                    <a:pt x="18" y="18"/>
                  </a:lnTo>
                  <a:lnTo>
                    <a:pt x="18" y="18"/>
                  </a:lnTo>
                  <a:lnTo>
                    <a:pt x="24" y="18"/>
                  </a:lnTo>
                  <a:lnTo>
                    <a:pt x="24" y="24"/>
                  </a:lnTo>
                  <a:lnTo>
                    <a:pt x="24" y="24"/>
                  </a:lnTo>
                  <a:lnTo>
                    <a:pt x="24" y="24"/>
                  </a:lnTo>
                  <a:lnTo>
                    <a:pt x="24" y="24"/>
                  </a:lnTo>
                  <a:lnTo>
                    <a:pt x="30" y="30"/>
                  </a:lnTo>
                  <a:lnTo>
                    <a:pt x="30" y="30"/>
                  </a:lnTo>
                  <a:lnTo>
                    <a:pt x="30" y="30"/>
                  </a:lnTo>
                  <a:lnTo>
                    <a:pt x="30" y="30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42" y="42"/>
                  </a:lnTo>
                  <a:lnTo>
                    <a:pt x="42" y="42"/>
                  </a:lnTo>
                  <a:lnTo>
                    <a:pt x="42" y="42"/>
                  </a:lnTo>
                  <a:lnTo>
                    <a:pt x="42" y="42"/>
                  </a:lnTo>
                  <a:lnTo>
                    <a:pt x="48" y="48"/>
                  </a:lnTo>
                  <a:lnTo>
                    <a:pt x="48" y="48"/>
                  </a:lnTo>
                  <a:lnTo>
                    <a:pt x="48" y="48"/>
                  </a:lnTo>
                  <a:lnTo>
                    <a:pt x="48" y="48"/>
                  </a:lnTo>
                  <a:lnTo>
                    <a:pt x="48" y="54"/>
                  </a:lnTo>
                  <a:lnTo>
                    <a:pt x="54" y="54"/>
                  </a:lnTo>
                  <a:lnTo>
                    <a:pt x="54" y="54"/>
                  </a:lnTo>
                  <a:lnTo>
                    <a:pt x="54" y="54"/>
                  </a:lnTo>
                  <a:lnTo>
                    <a:pt x="54" y="60"/>
                  </a:lnTo>
                  <a:lnTo>
                    <a:pt x="60" y="60"/>
                  </a:lnTo>
                  <a:lnTo>
                    <a:pt x="60" y="60"/>
                  </a:lnTo>
                  <a:lnTo>
                    <a:pt x="60" y="60"/>
                  </a:lnTo>
                  <a:lnTo>
                    <a:pt x="60" y="66"/>
                  </a:lnTo>
                  <a:lnTo>
                    <a:pt x="66" y="66"/>
                  </a:lnTo>
                  <a:lnTo>
                    <a:pt x="66" y="66"/>
                  </a:lnTo>
                  <a:lnTo>
                    <a:pt x="66" y="66"/>
                  </a:lnTo>
                  <a:lnTo>
                    <a:pt x="66" y="72"/>
                  </a:lnTo>
                  <a:lnTo>
                    <a:pt x="72" y="72"/>
                  </a:lnTo>
                  <a:lnTo>
                    <a:pt x="72" y="72"/>
                  </a:lnTo>
                  <a:lnTo>
                    <a:pt x="72" y="72"/>
                  </a:lnTo>
                  <a:lnTo>
                    <a:pt x="72" y="78"/>
                  </a:lnTo>
                  <a:lnTo>
                    <a:pt x="72" y="78"/>
                  </a:lnTo>
                  <a:lnTo>
                    <a:pt x="78" y="78"/>
                  </a:lnTo>
                  <a:lnTo>
                    <a:pt x="78" y="78"/>
                  </a:lnTo>
                  <a:lnTo>
                    <a:pt x="78" y="84"/>
                  </a:lnTo>
                  <a:lnTo>
                    <a:pt x="78" y="84"/>
                  </a:lnTo>
                  <a:lnTo>
                    <a:pt x="84" y="84"/>
                  </a:lnTo>
                  <a:lnTo>
                    <a:pt x="84" y="84"/>
                  </a:lnTo>
                  <a:lnTo>
                    <a:pt x="84" y="90"/>
                  </a:lnTo>
                  <a:lnTo>
                    <a:pt x="84" y="90"/>
                  </a:lnTo>
                  <a:lnTo>
                    <a:pt x="90" y="90"/>
                  </a:lnTo>
                  <a:lnTo>
                    <a:pt x="90" y="90"/>
                  </a:lnTo>
                  <a:lnTo>
                    <a:pt x="90" y="96"/>
                  </a:lnTo>
                  <a:lnTo>
                    <a:pt x="90" y="96"/>
                  </a:lnTo>
                  <a:lnTo>
                    <a:pt x="96" y="96"/>
                  </a:lnTo>
                  <a:lnTo>
                    <a:pt x="96" y="96"/>
                  </a:lnTo>
                  <a:lnTo>
                    <a:pt x="96" y="102"/>
                  </a:lnTo>
                  <a:lnTo>
                    <a:pt x="96" y="102"/>
                  </a:lnTo>
                  <a:lnTo>
                    <a:pt x="96" y="102"/>
                  </a:lnTo>
                  <a:lnTo>
                    <a:pt x="102" y="102"/>
                  </a:lnTo>
                  <a:lnTo>
                    <a:pt x="102" y="108"/>
                  </a:lnTo>
                  <a:lnTo>
                    <a:pt x="102" y="108"/>
                  </a:lnTo>
                  <a:lnTo>
                    <a:pt x="102" y="108"/>
                  </a:lnTo>
                  <a:lnTo>
                    <a:pt x="108" y="108"/>
                  </a:lnTo>
                  <a:lnTo>
                    <a:pt x="108" y="114"/>
                  </a:lnTo>
                  <a:lnTo>
                    <a:pt x="108" y="114"/>
                  </a:lnTo>
                  <a:lnTo>
                    <a:pt x="108" y="114"/>
                  </a:lnTo>
                  <a:lnTo>
                    <a:pt x="114" y="114"/>
                  </a:lnTo>
                  <a:lnTo>
                    <a:pt x="114" y="120"/>
                  </a:lnTo>
                  <a:lnTo>
                    <a:pt x="114" y="120"/>
                  </a:lnTo>
                  <a:lnTo>
                    <a:pt x="114" y="120"/>
                  </a:lnTo>
                  <a:lnTo>
                    <a:pt x="120" y="120"/>
                  </a:lnTo>
                  <a:lnTo>
                    <a:pt x="120" y="126"/>
                  </a:lnTo>
                  <a:lnTo>
                    <a:pt x="120" y="126"/>
                  </a:lnTo>
                  <a:lnTo>
                    <a:pt x="120" y="126"/>
                  </a:lnTo>
                  <a:lnTo>
                    <a:pt x="120" y="126"/>
                  </a:lnTo>
                  <a:lnTo>
                    <a:pt x="126" y="132"/>
                  </a:lnTo>
                  <a:lnTo>
                    <a:pt x="126" y="132"/>
                  </a:lnTo>
                  <a:lnTo>
                    <a:pt x="126" y="132"/>
                  </a:lnTo>
                  <a:lnTo>
                    <a:pt x="126" y="132"/>
                  </a:lnTo>
                  <a:lnTo>
                    <a:pt x="132" y="138"/>
                  </a:lnTo>
                  <a:lnTo>
                    <a:pt x="132" y="138"/>
                  </a:lnTo>
                  <a:lnTo>
                    <a:pt x="132" y="138"/>
                  </a:lnTo>
                  <a:lnTo>
                    <a:pt x="132" y="138"/>
                  </a:lnTo>
                  <a:lnTo>
                    <a:pt x="138" y="144"/>
                  </a:lnTo>
                  <a:lnTo>
                    <a:pt x="138" y="144"/>
                  </a:lnTo>
                  <a:lnTo>
                    <a:pt x="138" y="144"/>
                  </a:lnTo>
                  <a:lnTo>
                    <a:pt x="138" y="144"/>
                  </a:lnTo>
                  <a:lnTo>
                    <a:pt x="144" y="150"/>
                  </a:lnTo>
                  <a:lnTo>
                    <a:pt x="144" y="150"/>
                  </a:lnTo>
                  <a:lnTo>
                    <a:pt x="144" y="150"/>
                  </a:lnTo>
                  <a:lnTo>
                    <a:pt x="144" y="150"/>
                  </a:lnTo>
                  <a:lnTo>
                    <a:pt x="144" y="156"/>
                  </a:lnTo>
                  <a:lnTo>
                    <a:pt x="150" y="156"/>
                  </a:lnTo>
                  <a:lnTo>
                    <a:pt x="150" y="156"/>
                  </a:lnTo>
                  <a:lnTo>
                    <a:pt x="150" y="156"/>
                  </a:lnTo>
                  <a:lnTo>
                    <a:pt x="150" y="162"/>
                  </a:lnTo>
                  <a:lnTo>
                    <a:pt x="156" y="162"/>
                  </a:lnTo>
                  <a:lnTo>
                    <a:pt x="156" y="162"/>
                  </a:lnTo>
                  <a:lnTo>
                    <a:pt x="156" y="162"/>
                  </a:lnTo>
                  <a:lnTo>
                    <a:pt x="156" y="168"/>
                  </a:lnTo>
                  <a:lnTo>
                    <a:pt x="162" y="168"/>
                  </a:lnTo>
                  <a:lnTo>
                    <a:pt x="162" y="168"/>
                  </a:lnTo>
                  <a:lnTo>
                    <a:pt x="162" y="168"/>
                  </a:lnTo>
                  <a:lnTo>
                    <a:pt x="162" y="174"/>
                  </a:lnTo>
                  <a:lnTo>
                    <a:pt x="162" y="174"/>
                  </a:lnTo>
                  <a:lnTo>
                    <a:pt x="168" y="174"/>
                  </a:lnTo>
                  <a:lnTo>
                    <a:pt x="168" y="180"/>
                  </a:lnTo>
                  <a:lnTo>
                    <a:pt x="168" y="180"/>
                  </a:lnTo>
                  <a:lnTo>
                    <a:pt x="168" y="180"/>
                  </a:lnTo>
                  <a:lnTo>
                    <a:pt x="174" y="180"/>
                  </a:lnTo>
                  <a:lnTo>
                    <a:pt x="174" y="186"/>
                  </a:lnTo>
                  <a:lnTo>
                    <a:pt x="174" y="186"/>
                  </a:lnTo>
                  <a:lnTo>
                    <a:pt x="174" y="186"/>
                  </a:lnTo>
                  <a:lnTo>
                    <a:pt x="180" y="186"/>
                  </a:lnTo>
                  <a:lnTo>
                    <a:pt x="180" y="192"/>
                  </a:lnTo>
                  <a:lnTo>
                    <a:pt x="180" y="192"/>
                  </a:lnTo>
                  <a:lnTo>
                    <a:pt x="180" y="192"/>
                  </a:lnTo>
                  <a:lnTo>
                    <a:pt x="186" y="192"/>
                  </a:lnTo>
                  <a:lnTo>
                    <a:pt x="186" y="198"/>
                  </a:lnTo>
                  <a:lnTo>
                    <a:pt x="186" y="198"/>
                  </a:lnTo>
                  <a:lnTo>
                    <a:pt x="186" y="198"/>
                  </a:lnTo>
                  <a:lnTo>
                    <a:pt x="186" y="198"/>
                  </a:lnTo>
                  <a:lnTo>
                    <a:pt x="192" y="204"/>
                  </a:lnTo>
                  <a:lnTo>
                    <a:pt x="192" y="204"/>
                  </a:lnTo>
                  <a:lnTo>
                    <a:pt x="192" y="204"/>
                  </a:lnTo>
                  <a:lnTo>
                    <a:pt x="192" y="204"/>
                  </a:lnTo>
                  <a:lnTo>
                    <a:pt x="198" y="210"/>
                  </a:lnTo>
                  <a:lnTo>
                    <a:pt x="198" y="210"/>
                  </a:lnTo>
                  <a:lnTo>
                    <a:pt x="198" y="210"/>
                  </a:lnTo>
                  <a:lnTo>
                    <a:pt x="198" y="210"/>
                  </a:lnTo>
                  <a:lnTo>
                    <a:pt x="204" y="216"/>
                  </a:lnTo>
                  <a:lnTo>
                    <a:pt x="204" y="216"/>
                  </a:lnTo>
                  <a:lnTo>
                    <a:pt x="204" y="216"/>
                  </a:lnTo>
                  <a:lnTo>
                    <a:pt x="204" y="222"/>
                  </a:lnTo>
                  <a:lnTo>
                    <a:pt x="210" y="222"/>
                  </a:lnTo>
                  <a:lnTo>
                    <a:pt x="210" y="222"/>
                  </a:lnTo>
                  <a:lnTo>
                    <a:pt x="210" y="222"/>
                  </a:lnTo>
                  <a:lnTo>
                    <a:pt x="210" y="228"/>
                  </a:lnTo>
                  <a:lnTo>
                    <a:pt x="210" y="228"/>
                  </a:lnTo>
                  <a:lnTo>
                    <a:pt x="216" y="228"/>
                  </a:lnTo>
                  <a:lnTo>
                    <a:pt x="216" y="228"/>
                  </a:lnTo>
                  <a:lnTo>
                    <a:pt x="216" y="234"/>
                  </a:lnTo>
                  <a:lnTo>
                    <a:pt x="216" y="234"/>
                  </a:lnTo>
                  <a:lnTo>
                    <a:pt x="222" y="234"/>
                  </a:lnTo>
                  <a:lnTo>
                    <a:pt x="222" y="234"/>
                  </a:lnTo>
                  <a:lnTo>
                    <a:pt x="222" y="240"/>
                  </a:lnTo>
                  <a:lnTo>
                    <a:pt x="222" y="240"/>
                  </a:lnTo>
                  <a:lnTo>
                    <a:pt x="228" y="240"/>
                  </a:lnTo>
                  <a:lnTo>
                    <a:pt x="228" y="246"/>
                  </a:lnTo>
                  <a:lnTo>
                    <a:pt x="228" y="246"/>
                  </a:lnTo>
                  <a:lnTo>
                    <a:pt x="228" y="246"/>
                  </a:lnTo>
                  <a:lnTo>
                    <a:pt x="234" y="246"/>
                  </a:lnTo>
                  <a:lnTo>
                    <a:pt x="234" y="252"/>
                  </a:lnTo>
                  <a:lnTo>
                    <a:pt x="234" y="252"/>
                  </a:lnTo>
                  <a:lnTo>
                    <a:pt x="234" y="252"/>
                  </a:lnTo>
                  <a:lnTo>
                    <a:pt x="234" y="252"/>
                  </a:lnTo>
                  <a:lnTo>
                    <a:pt x="240" y="258"/>
                  </a:lnTo>
                  <a:lnTo>
                    <a:pt x="240" y="258"/>
                  </a:lnTo>
                  <a:lnTo>
                    <a:pt x="240" y="258"/>
                  </a:lnTo>
                  <a:lnTo>
                    <a:pt x="240" y="258"/>
                  </a:lnTo>
                  <a:lnTo>
                    <a:pt x="246" y="264"/>
                  </a:lnTo>
                  <a:lnTo>
                    <a:pt x="246" y="264"/>
                  </a:lnTo>
                  <a:lnTo>
                    <a:pt x="246" y="264"/>
                  </a:lnTo>
                  <a:lnTo>
                    <a:pt x="246" y="270"/>
                  </a:lnTo>
                  <a:lnTo>
                    <a:pt x="252" y="270"/>
                  </a:lnTo>
                  <a:lnTo>
                    <a:pt x="252" y="270"/>
                  </a:lnTo>
                  <a:lnTo>
                    <a:pt x="252" y="270"/>
                  </a:lnTo>
                  <a:lnTo>
                    <a:pt x="252" y="276"/>
                  </a:lnTo>
                  <a:lnTo>
                    <a:pt x="258" y="276"/>
                  </a:lnTo>
                  <a:lnTo>
                    <a:pt x="258" y="276"/>
                  </a:lnTo>
                  <a:lnTo>
                    <a:pt x="258" y="276"/>
                  </a:lnTo>
                  <a:lnTo>
                    <a:pt x="258" y="282"/>
                  </a:lnTo>
                  <a:lnTo>
                    <a:pt x="258" y="282"/>
                  </a:lnTo>
                  <a:lnTo>
                    <a:pt x="264" y="282"/>
                  </a:lnTo>
                  <a:lnTo>
                    <a:pt x="264" y="288"/>
                  </a:lnTo>
                  <a:lnTo>
                    <a:pt x="264" y="288"/>
                  </a:lnTo>
                  <a:lnTo>
                    <a:pt x="264" y="288"/>
                  </a:lnTo>
                  <a:lnTo>
                    <a:pt x="270" y="288"/>
                  </a:lnTo>
                  <a:lnTo>
                    <a:pt x="270" y="294"/>
                  </a:lnTo>
                  <a:lnTo>
                    <a:pt x="270" y="294"/>
                  </a:lnTo>
                  <a:lnTo>
                    <a:pt x="270" y="294"/>
                  </a:lnTo>
                  <a:lnTo>
                    <a:pt x="276" y="294"/>
                  </a:lnTo>
                  <a:lnTo>
                    <a:pt x="276" y="300"/>
                  </a:lnTo>
                  <a:lnTo>
                    <a:pt x="276" y="300"/>
                  </a:lnTo>
                  <a:lnTo>
                    <a:pt x="276" y="300"/>
                  </a:lnTo>
                  <a:lnTo>
                    <a:pt x="282" y="306"/>
                  </a:lnTo>
                  <a:lnTo>
                    <a:pt x="282" y="306"/>
                  </a:lnTo>
                  <a:lnTo>
                    <a:pt x="282" y="306"/>
                  </a:lnTo>
                  <a:lnTo>
                    <a:pt x="282" y="306"/>
                  </a:lnTo>
                  <a:lnTo>
                    <a:pt x="282" y="312"/>
                  </a:lnTo>
                  <a:lnTo>
                    <a:pt x="288" y="312"/>
                  </a:lnTo>
                  <a:lnTo>
                    <a:pt x="288" y="312"/>
                  </a:lnTo>
                  <a:lnTo>
                    <a:pt x="288" y="318"/>
                  </a:lnTo>
                  <a:lnTo>
                    <a:pt x="288" y="318"/>
                  </a:lnTo>
                  <a:lnTo>
                    <a:pt x="294" y="318"/>
                  </a:lnTo>
                  <a:lnTo>
                    <a:pt x="294" y="318"/>
                  </a:lnTo>
                  <a:lnTo>
                    <a:pt x="294" y="324"/>
                  </a:lnTo>
                  <a:lnTo>
                    <a:pt x="294" y="324"/>
                  </a:lnTo>
                  <a:lnTo>
                    <a:pt x="300" y="324"/>
                  </a:lnTo>
                  <a:lnTo>
                    <a:pt x="300" y="330"/>
                  </a:lnTo>
                  <a:lnTo>
                    <a:pt x="300" y="330"/>
                  </a:lnTo>
                  <a:lnTo>
                    <a:pt x="300" y="330"/>
                  </a:lnTo>
                  <a:lnTo>
                    <a:pt x="306" y="330"/>
                  </a:lnTo>
                  <a:lnTo>
                    <a:pt x="306" y="336"/>
                  </a:lnTo>
                  <a:lnTo>
                    <a:pt x="306" y="336"/>
                  </a:lnTo>
                  <a:lnTo>
                    <a:pt x="306" y="336"/>
                  </a:lnTo>
                  <a:lnTo>
                    <a:pt x="306" y="342"/>
                  </a:lnTo>
                  <a:lnTo>
                    <a:pt x="312" y="342"/>
                  </a:lnTo>
                  <a:lnTo>
                    <a:pt x="312" y="342"/>
                  </a:lnTo>
                  <a:lnTo>
                    <a:pt x="312" y="342"/>
                  </a:lnTo>
                  <a:lnTo>
                    <a:pt x="312" y="348"/>
                  </a:lnTo>
                  <a:lnTo>
                    <a:pt x="318" y="348"/>
                  </a:lnTo>
                  <a:lnTo>
                    <a:pt x="318" y="348"/>
                  </a:lnTo>
                  <a:lnTo>
                    <a:pt x="318" y="354"/>
                  </a:lnTo>
                  <a:lnTo>
                    <a:pt x="318" y="354"/>
                  </a:lnTo>
                  <a:lnTo>
                    <a:pt x="324" y="354"/>
                  </a:lnTo>
                  <a:lnTo>
                    <a:pt x="324" y="354"/>
                  </a:lnTo>
                  <a:lnTo>
                    <a:pt x="324" y="360"/>
                  </a:lnTo>
                  <a:lnTo>
                    <a:pt x="324" y="360"/>
                  </a:lnTo>
                  <a:lnTo>
                    <a:pt x="330" y="360"/>
                  </a:lnTo>
                  <a:lnTo>
                    <a:pt x="330" y="366"/>
                  </a:lnTo>
                  <a:lnTo>
                    <a:pt x="330" y="366"/>
                  </a:lnTo>
                  <a:lnTo>
                    <a:pt x="330" y="366"/>
                  </a:lnTo>
                  <a:lnTo>
                    <a:pt x="330" y="372"/>
                  </a:lnTo>
                  <a:lnTo>
                    <a:pt x="336" y="372"/>
                  </a:lnTo>
                  <a:lnTo>
                    <a:pt x="336" y="372"/>
                  </a:lnTo>
                  <a:lnTo>
                    <a:pt x="336" y="372"/>
                  </a:lnTo>
                  <a:lnTo>
                    <a:pt x="336" y="378"/>
                  </a:lnTo>
                  <a:lnTo>
                    <a:pt x="342" y="378"/>
                  </a:lnTo>
                  <a:lnTo>
                    <a:pt x="342" y="378"/>
                  </a:lnTo>
                  <a:lnTo>
                    <a:pt x="342" y="384"/>
                  </a:lnTo>
                  <a:lnTo>
                    <a:pt x="342" y="384"/>
                  </a:lnTo>
                  <a:lnTo>
                    <a:pt x="348" y="384"/>
                  </a:lnTo>
                  <a:lnTo>
                    <a:pt x="348" y="390"/>
                  </a:lnTo>
                  <a:lnTo>
                    <a:pt x="348" y="390"/>
                  </a:lnTo>
                  <a:lnTo>
                    <a:pt x="348" y="390"/>
                  </a:lnTo>
                  <a:lnTo>
                    <a:pt x="354" y="390"/>
                  </a:lnTo>
                  <a:lnTo>
                    <a:pt x="354" y="396"/>
                  </a:lnTo>
                  <a:lnTo>
                    <a:pt x="354" y="396"/>
                  </a:lnTo>
                  <a:lnTo>
                    <a:pt x="354" y="396"/>
                  </a:lnTo>
                  <a:lnTo>
                    <a:pt x="354" y="402"/>
                  </a:lnTo>
                  <a:lnTo>
                    <a:pt x="360" y="402"/>
                  </a:lnTo>
                  <a:lnTo>
                    <a:pt x="360" y="402"/>
                  </a:lnTo>
                </a:path>
              </a:pathLst>
            </a:custGeom>
            <a:noFill/>
            <a:ln w="25400">
              <a:solidFill>
                <a:srgbClr val="0064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41">
              <a:extLst>
                <a:ext uri="{FF2B5EF4-FFF2-40B4-BE49-F238E27FC236}">
                  <a16:creationId xmlns:a16="http://schemas.microsoft.com/office/drawing/2014/main" id="{EA4FC279-7229-4D8C-B75B-39D4F68AB8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6" y="2742"/>
              <a:ext cx="108" cy="240"/>
            </a:xfrm>
            <a:custGeom>
              <a:avLst/>
              <a:gdLst>
                <a:gd name="T0" fmla="*/ 0 w 108"/>
                <a:gd name="T1" fmla="*/ 6 h 240"/>
                <a:gd name="T2" fmla="*/ 6 w 108"/>
                <a:gd name="T3" fmla="*/ 6 h 240"/>
                <a:gd name="T4" fmla="*/ 6 w 108"/>
                <a:gd name="T5" fmla="*/ 12 h 240"/>
                <a:gd name="T6" fmla="*/ 12 w 108"/>
                <a:gd name="T7" fmla="*/ 18 h 240"/>
                <a:gd name="T8" fmla="*/ 12 w 108"/>
                <a:gd name="T9" fmla="*/ 18 h 240"/>
                <a:gd name="T10" fmla="*/ 18 w 108"/>
                <a:gd name="T11" fmla="*/ 24 h 240"/>
                <a:gd name="T12" fmla="*/ 18 w 108"/>
                <a:gd name="T13" fmla="*/ 30 h 240"/>
                <a:gd name="T14" fmla="*/ 18 w 108"/>
                <a:gd name="T15" fmla="*/ 30 h 240"/>
                <a:gd name="T16" fmla="*/ 24 w 108"/>
                <a:gd name="T17" fmla="*/ 36 h 240"/>
                <a:gd name="T18" fmla="*/ 24 w 108"/>
                <a:gd name="T19" fmla="*/ 42 h 240"/>
                <a:gd name="T20" fmla="*/ 30 w 108"/>
                <a:gd name="T21" fmla="*/ 42 h 240"/>
                <a:gd name="T22" fmla="*/ 30 w 108"/>
                <a:gd name="T23" fmla="*/ 48 h 240"/>
                <a:gd name="T24" fmla="*/ 36 w 108"/>
                <a:gd name="T25" fmla="*/ 54 h 240"/>
                <a:gd name="T26" fmla="*/ 36 w 108"/>
                <a:gd name="T27" fmla="*/ 54 h 240"/>
                <a:gd name="T28" fmla="*/ 42 w 108"/>
                <a:gd name="T29" fmla="*/ 60 h 240"/>
                <a:gd name="T30" fmla="*/ 42 w 108"/>
                <a:gd name="T31" fmla="*/ 66 h 240"/>
                <a:gd name="T32" fmla="*/ 48 w 108"/>
                <a:gd name="T33" fmla="*/ 72 h 240"/>
                <a:gd name="T34" fmla="*/ 48 w 108"/>
                <a:gd name="T35" fmla="*/ 72 h 240"/>
                <a:gd name="T36" fmla="*/ 54 w 108"/>
                <a:gd name="T37" fmla="*/ 78 h 240"/>
                <a:gd name="T38" fmla="*/ 54 w 108"/>
                <a:gd name="T39" fmla="*/ 84 h 240"/>
                <a:gd name="T40" fmla="*/ 60 w 108"/>
                <a:gd name="T41" fmla="*/ 90 h 240"/>
                <a:gd name="T42" fmla="*/ 60 w 108"/>
                <a:gd name="T43" fmla="*/ 96 h 240"/>
                <a:gd name="T44" fmla="*/ 66 w 108"/>
                <a:gd name="T45" fmla="*/ 96 h 240"/>
                <a:gd name="T46" fmla="*/ 66 w 108"/>
                <a:gd name="T47" fmla="*/ 102 h 240"/>
                <a:gd name="T48" fmla="*/ 66 w 108"/>
                <a:gd name="T49" fmla="*/ 108 h 240"/>
                <a:gd name="T50" fmla="*/ 72 w 108"/>
                <a:gd name="T51" fmla="*/ 114 h 240"/>
                <a:gd name="T52" fmla="*/ 72 w 108"/>
                <a:gd name="T53" fmla="*/ 120 h 240"/>
                <a:gd name="T54" fmla="*/ 78 w 108"/>
                <a:gd name="T55" fmla="*/ 126 h 240"/>
                <a:gd name="T56" fmla="*/ 78 w 108"/>
                <a:gd name="T57" fmla="*/ 132 h 240"/>
                <a:gd name="T58" fmla="*/ 84 w 108"/>
                <a:gd name="T59" fmla="*/ 138 h 240"/>
                <a:gd name="T60" fmla="*/ 84 w 108"/>
                <a:gd name="T61" fmla="*/ 144 h 240"/>
                <a:gd name="T62" fmla="*/ 90 w 108"/>
                <a:gd name="T63" fmla="*/ 150 h 240"/>
                <a:gd name="T64" fmla="*/ 90 w 108"/>
                <a:gd name="T65" fmla="*/ 156 h 240"/>
                <a:gd name="T66" fmla="*/ 96 w 108"/>
                <a:gd name="T67" fmla="*/ 168 h 240"/>
                <a:gd name="T68" fmla="*/ 96 w 108"/>
                <a:gd name="T69" fmla="*/ 174 h 240"/>
                <a:gd name="T70" fmla="*/ 102 w 108"/>
                <a:gd name="T71" fmla="*/ 180 h 240"/>
                <a:gd name="T72" fmla="*/ 102 w 108"/>
                <a:gd name="T73" fmla="*/ 192 h 240"/>
                <a:gd name="T74" fmla="*/ 108 w 108"/>
                <a:gd name="T75" fmla="*/ 204 h 240"/>
                <a:gd name="T76" fmla="*/ 108 w 108"/>
                <a:gd name="T77" fmla="*/ 222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240">
                  <a:moveTo>
                    <a:pt x="0" y="0"/>
                  </a:moveTo>
                  <a:lnTo>
                    <a:pt x="0" y="6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12" y="24"/>
                  </a:lnTo>
                  <a:lnTo>
                    <a:pt x="18" y="24"/>
                  </a:lnTo>
                  <a:lnTo>
                    <a:pt x="18" y="24"/>
                  </a:lnTo>
                  <a:lnTo>
                    <a:pt x="18" y="30"/>
                  </a:lnTo>
                  <a:lnTo>
                    <a:pt x="18" y="30"/>
                  </a:lnTo>
                  <a:lnTo>
                    <a:pt x="18" y="30"/>
                  </a:lnTo>
                  <a:lnTo>
                    <a:pt x="24" y="36"/>
                  </a:lnTo>
                  <a:lnTo>
                    <a:pt x="24" y="36"/>
                  </a:lnTo>
                  <a:lnTo>
                    <a:pt x="24" y="36"/>
                  </a:lnTo>
                  <a:lnTo>
                    <a:pt x="24" y="42"/>
                  </a:lnTo>
                  <a:lnTo>
                    <a:pt x="30" y="42"/>
                  </a:lnTo>
                  <a:lnTo>
                    <a:pt x="30" y="42"/>
                  </a:lnTo>
                  <a:lnTo>
                    <a:pt x="30" y="48"/>
                  </a:lnTo>
                  <a:lnTo>
                    <a:pt x="30" y="48"/>
                  </a:lnTo>
                  <a:lnTo>
                    <a:pt x="36" y="48"/>
                  </a:lnTo>
                  <a:lnTo>
                    <a:pt x="36" y="54"/>
                  </a:lnTo>
                  <a:lnTo>
                    <a:pt x="36" y="54"/>
                  </a:lnTo>
                  <a:lnTo>
                    <a:pt x="36" y="54"/>
                  </a:lnTo>
                  <a:lnTo>
                    <a:pt x="42" y="60"/>
                  </a:lnTo>
                  <a:lnTo>
                    <a:pt x="42" y="60"/>
                  </a:lnTo>
                  <a:lnTo>
                    <a:pt x="42" y="60"/>
                  </a:lnTo>
                  <a:lnTo>
                    <a:pt x="42" y="66"/>
                  </a:lnTo>
                  <a:lnTo>
                    <a:pt x="42" y="66"/>
                  </a:lnTo>
                  <a:lnTo>
                    <a:pt x="48" y="72"/>
                  </a:lnTo>
                  <a:lnTo>
                    <a:pt x="48" y="72"/>
                  </a:lnTo>
                  <a:lnTo>
                    <a:pt x="48" y="72"/>
                  </a:lnTo>
                  <a:lnTo>
                    <a:pt x="48" y="78"/>
                  </a:lnTo>
                  <a:lnTo>
                    <a:pt x="54" y="78"/>
                  </a:lnTo>
                  <a:lnTo>
                    <a:pt x="54" y="84"/>
                  </a:lnTo>
                  <a:lnTo>
                    <a:pt x="54" y="84"/>
                  </a:lnTo>
                  <a:lnTo>
                    <a:pt x="54" y="84"/>
                  </a:lnTo>
                  <a:lnTo>
                    <a:pt x="60" y="90"/>
                  </a:lnTo>
                  <a:lnTo>
                    <a:pt x="60" y="90"/>
                  </a:lnTo>
                  <a:lnTo>
                    <a:pt x="60" y="96"/>
                  </a:lnTo>
                  <a:lnTo>
                    <a:pt x="60" y="96"/>
                  </a:lnTo>
                  <a:lnTo>
                    <a:pt x="66" y="96"/>
                  </a:lnTo>
                  <a:lnTo>
                    <a:pt x="66" y="102"/>
                  </a:lnTo>
                  <a:lnTo>
                    <a:pt x="66" y="102"/>
                  </a:lnTo>
                  <a:lnTo>
                    <a:pt x="66" y="108"/>
                  </a:lnTo>
                  <a:lnTo>
                    <a:pt x="66" y="108"/>
                  </a:lnTo>
                  <a:lnTo>
                    <a:pt x="72" y="114"/>
                  </a:lnTo>
                  <a:lnTo>
                    <a:pt x="72" y="114"/>
                  </a:lnTo>
                  <a:lnTo>
                    <a:pt x="72" y="114"/>
                  </a:lnTo>
                  <a:lnTo>
                    <a:pt x="72" y="120"/>
                  </a:lnTo>
                  <a:lnTo>
                    <a:pt x="78" y="120"/>
                  </a:lnTo>
                  <a:lnTo>
                    <a:pt x="78" y="126"/>
                  </a:lnTo>
                  <a:lnTo>
                    <a:pt x="78" y="126"/>
                  </a:lnTo>
                  <a:lnTo>
                    <a:pt x="78" y="132"/>
                  </a:lnTo>
                  <a:lnTo>
                    <a:pt x="84" y="132"/>
                  </a:lnTo>
                  <a:lnTo>
                    <a:pt x="84" y="138"/>
                  </a:lnTo>
                  <a:lnTo>
                    <a:pt x="84" y="138"/>
                  </a:lnTo>
                  <a:lnTo>
                    <a:pt x="84" y="144"/>
                  </a:lnTo>
                  <a:lnTo>
                    <a:pt x="84" y="144"/>
                  </a:lnTo>
                  <a:lnTo>
                    <a:pt x="90" y="150"/>
                  </a:lnTo>
                  <a:lnTo>
                    <a:pt x="90" y="156"/>
                  </a:lnTo>
                  <a:lnTo>
                    <a:pt x="90" y="156"/>
                  </a:lnTo>
                  <a:lnTo>
                    <a:pt x="90" y="162"/>
                  </a:lnTo>
                  <a:lnTo>
                    <a:pt x="96" y="168"/>
                  </a:lnTo>
                  <a:lnTo>
                    <a:pt x="96" y="168"/>
                  </a:lnTo>
                  <a:lnTo>
                    <a:pt x="96" y="174"/>
                  </a:lnTo>
                  <a:lnTo>
                    <a:pt x="96" y="180"/>
                  </a:lnTo>
                  <a:lnTo>
                    <a:pt x="102" y="180"/>
                  </a:lnTo>
                  <a:lnTo>
                    <a:pt x="102" y="186"/>
                  </a:lnTo>
                  <a:lnTo>
                    <a:pt x="102" y="192"/>
                  </a:lnTo>
                  <a:lnTo>
                    <a:pt x="102" y="198"/>
                  </a:lnTo>
                  <a:lnTo>
                    <a:pt x="108" y="204"/>
                  </a:lnTo>
                  <a:lnTo>
                    <a:pt x="108" y="216"/>
                  </a:lnTo>
                  <a:lnTo>
                    <a:pt x="108" y="222"/>
                  </a:lnTo>
                  <a:lnTo>
                    <a:pt x="108" y="240"/>
                  </a:lnTo>
                </a:path>
              </a:pathLst>
            </a:custGeom>
            <a:noFill/>
            <a:ln w="25400">
              <a:solidFill>
                <a:srgbClr val="0064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Freeform 42">
              <a:extLst>
                <a:ext uri="{FF2B5EF4-FFF2-40B4-BE49-F238E27FC236}">
                  <a16:creationId xmlns:a16="http://schemas.microsoft.com/office/drawing/2014/main" id="{37128FF8-96E2-4885-B61B-54E10CDC1C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6" y="3246"/>
              <a:ext cx="360" cy="402"/>
            </a:xfrm>
            <a:custGeom>
              <a:avLst/>
              <a:gdLst>
                <a:gd name="T0" fmla="*/ 6 w 360"/>
                <a:gd name="T1" fmla="*/ 396 h 402"/>
                <a:gd name="T2" fmla="*/ 12 w 360"/>
                <a:gd name="T3" fmla="*/ 390 h 402"/>
                <a:gd name="T4" fmla="*/ 18 w 360"/>
                <a:gd name="T5" fmla="*/ 384 h 402"/>
                <a:gd name="T6" fmla="*/ 24 w 360"/>
                <a:gd name="T7" fmla="*/ 378 h 402"/>
                <a:gd name="T8" fmla="*/ 36 w 360"/>
                <a:gd name="T9" fmla="*/ 366 h 402"/>
                <a:gd name="T10" fmla="*/ 42 w 360"/>
                <a:gd name="T11" fmla="*/ 360 h 402"/>
                <a:gd name="T12" fmla="*/ 48 w 360"/>
                <a:gd name="T13" fmla="*/ 354 h 402"/>
                <a:gd name="T14" fmla="*/ 54 w 360"/>
                <a:gd name="T15" fmla="*/ 348 h 402"/>
                <a:gd name="T16" fmla="*/ 60 w 360"/>
                <a:gd name="T17" fmla="*/ 336 h 402"/>
                <a:gd name="T18" fmla="*/ 72 w 360"/>
                <a:gd name="T19" fmla="*/ 330 h 402"/>
                <a:gd name="T20" fmla="*/ 78 w 360"/>
                <a:gd name="T21" fmla="*/ 324 h 402"/>
                <a:gd name="T22" fmla="*/ 84 w 360"/>
                <a:gd name="T23" fmla="*/ 318 h 402"/>
                <a:gd name="T24" fmla="*/ 90 w 360"/>
                <a:gd name="T25" fmla="*/ 306 h 402"/>
                <a:gd name="T26" fmla="*/ 96 w 360"/>
                <a:gd name="T27" fmla="*/ 300 h 402"/>
                <a:gd name="T28" fmla="*/ 102 w 360"/>
                <a:gd name="T29" fmla="*/ 294 h 402"/>
                <a:gd name="T30" fmla="*/ 114 w 360"/>
                <a:gd name="T31" fmla="*/ 288 h 402"/>
                <a:gd name="T32" fmla="*/ 120 w 360"/>
                <a:gd name="T33" fmla="*/ 276 h 402"/>
                <a:gd name="T34" fmla="*/ 126 w 360"/>
                <a:gd name="T35" fmla="*/ 270 h 402"/>
                <a:gd name="T36" fmla="*/ 132 w 360"/>
                <a:gd name="T37" fmla="*/ 264 h 402"/>
                <a:gd name="T38" fmla="*/ 138 w 360"/>
                <a:gd name="T39" fmla="*/ 258 h 402"/>
                <a:gd name="T40" fmla="*/ 144 w 360"/>
                <a:gd name="T41" fmla="*/ 246 h 402"/>
                <a:gd name="T42" fmla="*/ 156 w 360"/>
                <a:gd name="T43" fmla="*/ 240 h 402"/>
                <a:gd name="T44" fmla="*/ 162 w 360"/>
                <a:gd name="T45" fmla="*/ 234 h 402"/>
                <a:gd name="T46" fmla="*/ 168 w 360"/>
                <a:gd name="T47" fmla="*/ 222 h 402"/>
                <a:gd name="T48" fmla="*/ 174 w 360"/>
                <a:gd name="T49" fmla="*/ 216 h 402"/>
                <a:gd name="T50" fmla="*/ 180 w 360"/>
                <a:gd name="T51" fmla="*/ 210 h 402"/>
                <a:gd name="T52" fmla="*/ 186 w 360"/>
                <a:gd name="T53" fmla="*/ 204 h 402"/>
                <a:gd name="T54" fmla="*/ 198 w 360"/>
                <a:gd name="T55" fmla="*/ 192 h 402"/>
                <a:gd name="T56" fmla="*/ 204 w 360"/>
                <a:gd name="T57" fmla="*/ 186 h 402"/>
                <a:gd name="T58" fmla="*/ 210 w 360"/>
                <a:gd name="T59" fmla="*/ 180 h 402"/>
                <a:gd name="T60" fmla="*/ 216 w 360"/>
                <a:gd name="T61" fmla="*/ 168 h 402"/>
                <a:gd name="T62" fmla="*/ 222 w 360"/>
                <a:gd name="T63" fmla="*/ 162 h 402"/>
                <a:gd name="T64" fmla="*/ 234 w 360"/>
                <a:gd name="T65" fmla="*/ 156 h 402"/>
                <a:gd name="T66" fmla="*/ 240 w 360"/>
                <a:gd name="T67" fmla="*/ 144 h 402"/>
                <a:gd name="T68" fmla="*/ 246 w 360"/>
                <a:gd name="T69" fmla="*/ 138 h 402"/>
                <a:gd name="T70" fmla="*/ 252 w 360"/>
                <a:gd name="T71" fmla="*/ 132 h 402"/>
                <a:gd name="T72" fmla="*/ 258 w 360"/>
                <a:gd name="T73" fmla="*/ 120 h 402"/>
                <a:gd name="T74" fmla="*/ 264 w 360"/>
                <a:gd name="T75" fmla="*/ 114 h 402"/>
                <a:gd name="T76" fmla="*/ 276 w 360"/>
                <a:gd name="T77" fmla="*/ 108 h 402"/>
                <a:gd name="T78" fmla="*/ 282 w 360"/>
                <a:gd name="T79" fmla="*/ 96 h 402"/>
                <a:gd name="T80" fmla="*/ 288 w 360"/>
                <a:gd name="T81" fmla="*/ 90 h 402"/>
                <a:gd name="T82" fmla="*/ 294 w 360"/>
                <a:gd name="T83" fmla="*/ 78 h 402"/>
                <a:gd name="T84" fmla="*/ 300 w 360"/>
                <a:gd name="T85" fmla="*/ 72 h 402"/>
                <a:gd name="T86" fmla="*/ 306 w 360"/>
                <a:gd name="T87" fmla="*/ 60 h 402"/>
                <a:gd name="T88" fmla="*/ 318 w 360"/>
                <a:gd name="T89" fmla="*/ 54 h 402"/>
                <a:gd name="T90" fmla="*/ 324 w 360"/>
                <a:gd name="T91" fmla="*/ 48 h 402"/>
                <a:gd name="T92" fmla="*/ 330 w 360"/>
                <a:gd name="T93" fmla="*/ 36 h 402"/>
                <a:gd name="T94" fmla="*/ 336 w 360"/>
                <a:gd name="T95" fmla="*/ 30 h 402"/>
                <a:gd name="T96" fmla="*/ 342 w 360"/>
                <a:gd name="T97" fmla="*/ 18 h 402"/>
                <a:gd name="T98" fmla="*/ 354 w 360"/>
                <a:gd name="T99" fmla="*/ 12 h 402"/>
                <a:gd name="T100" fmla="*/ 360 w 360"/>
                <a:gd name="T101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60" h="402">
                  <a:moveTo>
                    <a:pt x="0" y="402"/>
                  </a:moveTo>
                  <a:lnTo>
                    <a:pt x="0" y="402"/>
                  </a:lnTo>
                  <a:lnTo>
                    <a:pt x="0" y="402"/>
                  </a:lnTo>
                  <a:lnTo>
                    <a:pt x="6" y="402"/>
                  </a:lnTo>
                  <a:lnTo>
                    <a:pt x="6" y="396"/>
                  </a:lnTo>
                  <a:lnTo>
                    <a:pt x="6" y="396"/>
                  </a:lnTo>
                  <a:lnTo>
                    <a:pt x="6" y="396"/>
                  </a:lnTo>
                  <a:lnTo>
                    <a:pt x="12" y="396"/>
                  </a:lnTo>
                  <a:lnTo>
                    <a:pt x="12" y="390"/>
                  </a:lnTo>
                  <a:lnTo>
                    <a:pt x="12" y="390"/>
                  </a:lnTo>
                  <a:lnTo>
                    <a:pt x="12" y="390"/>
                  </a:lnTo>
                  <a:lnTo>
                    <a:pt x="18" y="390"/>
                  </a:lnTo>
                  <a:lnTo>
                    <a:pt x="18" y="384"/>
                  </a:lnTo>
                  <a:lnTo>
                    <a:pt x="18" y="384"/>
                  </a:lnTo>
                  <a:lnTo>
                    <a:pt x="18" y="384"/>
                  </a:lnTo>
                  <a:lnTo>
                    <a:pt x="24" y="384"/>
                  </a:lnTo>
                  <a:lnTo>
                    <a:pt x="24" y="378"/>
                  </a:lnTo>
                  <a:lnTo>
                    <a:pt x="24" y="378"/>
                  </a:lnTo>
                  <a:lnTo>
                    <a:pt x="24" y="378"/>
                  </a:lnTo>
                  <a:lnTo>
                    <a:pt x="24" y="378"/>
                  </a:lnTo>
                  <a:lnTo>
                    <a:pt x="30" y="372"/>
                  </a:lnTo>
                  <a:lnTo>
                    <a:pt x="30" y="372"/>
                  </a:lnTo>
                  <a:lnTo>
                    <a:pt x="30" y="372"/>
                  </a:lnTo>
                  <a:lnTo>
                    <a:pt x="30" y="372"/>
                  </a:lnTo>
                  <a:lnTo>
                    <a:pt x="36" y="366"/>
                  </a:lnTo>
                  <a:lnTo>
                    <a:pt x="36" y="366"/>
                  </a:lnTo>
                  <a:lnTo>
                    <a:pt x="36" y="366"/>
                  </a:lnTo>
                  <a:lnTo>
                    <a:pt x="36" y="366"/>
                  </a:lnTo>
                  <a:lnTo>
                    <a:pt x="42" y="360"/>
                  </a:lnTo>
                  <a:lnTo>
                    <a:pt x="42" y="360"/>
                  </a:lnTo>
                  <a:lnTo>
                    <a:pt x="42" y="360"/>
                  </a:lnTo>
                  <a:lnTo>
                    <a:pt x="42" y="360"/>
                  </a:lnTo>
                  <a:lnTo>
                    <a:pt x="48" y="354"/>
                  </a:lnTo>
                  <a:lnTo>
                    <a:pt x="48" y="354"/>
                  </a:lnTo>
                  <a:lnTo>
                    <a:pt x="48" y="354"/>
                  </a:lnTo>
                  <a:lnTo>
                    <a:pt x="48" y="354"/>
                  </a:lnTo>
                  <a:lnTo>
                    <a:pt x="48" y="348"/>
                  </a:lnTo>
                  <a:lnTo>
                    <a:pt x="54" y="348"/>
                  </a:lnTo>
                  <a:lnTo>
                    <a:pt x="54" y="348"/>
                  </a:lnTo>
                  <a:lnTo>
                    <a:pt x="54" y="348"/>
                  </a:lnTo>
                  <a:lnTo>
                    <a:pt x="54" y="342"/>
                  </a:lnTo>
                  <a:lnTo>
                    <a:pt x="60" y="342"/>
                  </a:lnTo>
                  <a:lnTo>
                    <a:pt x="60" y="342"/>
                  </a:lnTo>
                  <a:lnTo>
                    <a:pt x="60" y="342"/>
                  </a:lnTo>
                  <a:lnTo>
                    <a:pt x="60" y="336"/>
                  </a:lnTo>
                  <a:lnTo>
                    <a:pt x="66" y="336"/>
                  </a:lnTo>
                  <a:lnTo>
                    <a:pt x="66" y="336"/>
                  </a:lnTo>
                  <a:lnTo>
                    <a:pt x="66" y="336"/>
                  </a:lnTo>
                  <a:lnTo>
                    <a:pt x="66" y="330"/>
                  </a:lnTo>
                  <a:lnTo>
                    <a:pt x="72" y="330"/>
                  </a:lnTo>
                  <a:lnTo>
                    <a:pt x="72" y="330"/>
                  </a:lnTo>
                  <a:lnTo>
                    <a:pt x="72" y="330"/>
                  </a:lnTo>
                  <a:lnTo>
                    <a:pt x="72" y="324"/>
                  </a:lnTo>
                  <a:lnTo>
                    <a:pt x="72" y="324"/>
                  </a:lnTo>
                  <a:lnTo>
                    <a:pt x="78" y="324"/>
                  </a:lnTo>
                  <a:lnTo>
                    <a:pt x="78" y="324"/>
                  </a:lnTo>
                  <a:lnTo>
                    <a:pt x="78" y="318"/>
                  </a:lnTo>
                  <a:lnTo>
                    <a:pt x="78" y="318"/>
                  </a:lnTo>
                  <a:lnTo>
                    <a:pt x="84" y="318"/>
                  </a:lnTo>
                  <a:lnTo>
                    <a:pt x="84" y="318"/>
                  </a:lnTo>
                  <a:lnTo>
                    <a:pt x="84" y="312"/>
                  </a:lnTo>
                  <a:lnTo>
                    <a:pt x="84" y="312"/>
                  </a:lnTo>
                  <a:lnTo>
                    <a:pt x="90" y="312"/>
                  </a:lnTo>
                  <a:lnTo>
                    <a:pt x="90" y="312"/>
                  </a:lnTo>
                  <a:lnTo>
                    <a:pt x="90" y="306"/>
                  </a:lnTo>
                  <a:lnTo>
                    <a:pt x="90" y="306"/>
                  </a:lnTo>
                  <a:lnTo>
                    <a:pt x="96" y="306"/>
                  </a:lnTo>
                  <a:lnTo>
                    <a:pt x="96" y="306"/>
                  </a:lnTo>
                  <a:lnTo>
                    <a:pt x="96" y="300"/>
                  </a:lnTo>
                  <a:lnTo>
                    <a:pt x="96" y="300"/>
                  </a:lnTo>
                  <a:lnTo>
                    <a:pt x="96" y="300"/>
                  </a:lnTo>
                  <a:lnTo>
                    <a:pt x="102" y="300"/>
                  </a:lnTo>
                  <a:lnTo>
                    <a:pt x="102" y="294"/>
                  </a:lnTo>
                  <a:lnTo>
                    <a:pt x="102" y="294"/>
                  </a:lnTo>
                  <a:lnTo>
                    <a:pt x="102" y="294"/>
                  </a:lnTo>
                  <a:lnTo>
                    <a:pt x="108" y="294"/>
                  </a:lnTo>
                  <a:lnTo>
                    <a:pt x="108" y="288"/>
                  </a:lnTo>
                  <a:lnTo>
                    <a:pt x="108" y="288"/>
                  </a:lnTo>
                  <a:lnTo>
                    <a:pt x="108" y="288"/>
                  </a:lnTo>
                  <a:lnTo>
                    <a:pt x="114" y="288"/>
                  </a:lnTo>
                  <a:lnTo>
                    <a:pt x="114" y="282"/>
                  </a:lnTo>
                  <a:lnTo>
                    <a:pt x="114" y="282"/>
                  </a:lnTo>
                  <a:lnTo>
                    <a:pt x="114" y="282"/>
                  </a:lnTo>
                  <a:lnTo>
                    <a:pt x="120" y="282"/>
                  </a:lnTo>
                  <a:lnTo>
                    <a:pt x="120" y="276"/>
                  </a:lnTo>
                  <a:lnTo>
                    <a:pt x="120" y="276"/>
                  </a:lnTo>
                  <a:lnTo>
                    <a:pt x="120" y="276"/>
                  </a:lnTo>
                  <a:lnTo>
                    <a:pt x="120" y="276"/>
                  </a:lnTo>
                  <a:lnTo>
                    <a:pt x="126" y="270"/>
                  </a:lnTo>
                  <a:lnTo>
                    <a:pt x="126" y="270"/>
                  </a:lnTo>
                  <a:lnTo>
                    <a:pt x="126" y="270"/>
                  </a:lnTo>
                  <a:lnTo>
                    <a:pt x="126" y="270"/>
                  </a:lnTo>
                  <a:lnTo>
                    <a:pt x="132" y="264"/>
                  </a:lnTo>
                  <a:lnTo>
                    <a:pt x="132" y="264"/>
                  </a:lnTo>
                  <a:lnTo>
                    <a:pt x="132" y="264"/>
                  </a:lnTo>
                  <a:lnTo>
                    <a:pt x="132" y="264"/>
                  </a:lnTo>
                  <a:lnTo>
                    <a:pt x="138" y="258"/>
                  </a:lnTo>
                  <a:lnTo>
                    <a:pt x="138" y="258"/>
                  </a:lnTo>
                  <a:lnTo>
                    <a:pt x="138" y="258"/>
                  </a:lnTo>
                  <a:lnTo>
                    <a:pt x="138" y="258"/>
                  </a:lnTo>
                  <a:lnTo>
                    <a:pt x="144" y="252"/>
                  </a:lnTo>
                  <a:lnTo>
                    <a:pt x="144" y="252"/>
                  </a:lnTo>
                  <a:lnTo>
                    <a:pt x="144" y="252"/>
                  </a:lnTo>
                  <a:lnTo>
                    <a:pt x="144" y="252"/>
                  </a:lnTo>
                  <a:lnTo>
                    <a:pt x="144" y="246"/>
                  </a:lnTo>
                  <a:lnTo>
                    <a:pt x="150" y="246"/>
                  </a:lnTo>
                  <a:lnTo>
                    <a:pt x="150" y="246"/>
                  </a:lnTo>
                  <a:lnTo>
                    <a:pt x="150" y="246"/>
                  </a:lnTo>
                  <a:lnTo>
                    <a:pt x="150" y="240"/>
                  </a:lnTo>
                  <a:lnTo>
                    <a:pt x="156" y="240"/>
                  </a:lnTo>
                  <a:lnTo>
                    <a:pt x="156" y="240"/>
                  </a:lnTo>
                  <a:lnTo>
                    <a:pt x="156" y="240"/>
                  </a:lnTo>
                  <a:lnTo>
                    <a:pt x="156" y="234"/>
                  </a:lnTo>
                  <a:lnTo>
                    <a:pt x="162" y="234"/>
                  </a:lnTo>
                  <a:lnTo>
                    <a:pt x="162" y="234"/>
                  </a:lnTo>
                  <a:lnTo>
                    <a:pt x="162" y="234"/>
                  </a:lnTo>
                  <a:lnTo>
                    <a:pt x="162" y="228"/>
                  </a:lnTo>
                  <a:lnTo>
                    <a:pt x="162" y="228"/>
                  </a:lnTo>
                  <a:lnTo>
                    <a:pt x="168" y="228"/>
                  </a:lnTo>
                  <a:lnTo>
                    <a:pt x="168" y="222"/>
                  </a:lnTo>
                  <a:lnTo>
                    <a:pt x="168" y="222"/>
                  </a:lnTo>
                  <a:lnTo>
                    <a:pt x="168" y="222"/>
                  </a:lnTo>
                  <a:lnTo>
                    <a:pt x="174" y="222"/>
                  </a:lnTo>
                  <a:lnTo>
                    <a:pt x="174" y="216"/>
                  </a:lnTo>
                  <a:lnTo>
                    <a:pt x="174" y="216"/>
                  </a:lnTo>
                  <a:lnTo>
                    <a:pt x="174" y="216"/>
                  </a:lnTo>
                  <a:lnTo>
                    <a:pt x="180" y="216"/>
                  </a:lnTo>
                  <a:lnTo>
                    <a:pt x="180" y="210"/>
                  </a:lnTo>
                  <a:lnTo>
                    <a:pt x="180" y="210"/>
                  </a:lnTo>
                  <a:lnTo>
                    <a:pt x="180" y="210"/>
                  </a:lnTo>
                  <a:lnTo>
                    <a:pt x="186" y="210"/>
                  </a:lnTo>
                  <a:lnTo>
                    <a:pt x="186" y="204"/>
                  </a:lnTo>
                  <a:lnTo>
                    <a:pt x="186" y="204"/>
                  </a:lnTo>
                  <a:lnTo>
                    <a:pt x="186" y="204"/>
                  </a:lnTo>
                  <a:lnTo>
                    <a:pt x="186" y="204"/>
                  </a:lnTo>
                  <a:lnTo>
                    <a:pt x="192" y="198"/>
                  </a:lnTo>
                  <a:lnTo>
                    <a:pt x="192" y="198"/>
                  </a:lnTo>
                  <a:lnTo>
                    <a:pt x="192" y="198"/>
                  </a:lnTo>
                  <a:lnTo>
                    <a:pt x="192" y="198"/>
                  </a:lnTo>
                  <a:lnTo>
                    <a:pt x="198" y="192"/>
                  </a:lnTo>
                  <a:lnTo>
                    <a:pt x="198" y="192"/>
                  </a:lnTo>
                  <a:lnTo>
                    <a:pt x="198" y="192"/>
                  </a:lnTo>
                  <a:lnTo>
                    <a:pt x="198" y="192"/>
                  </a:lnTo>
                  <a:lnTo>
                    <a:pt x="204" y="186"/>
                  </a:lnTo>
                  <a:lnTo>
                    <a:pt x="204" y="186"/>
                  </a:lnTo>
                  <a:lnTo>
                    <a:pt x="204" y="186"/>
                  </a:lnTo>
                  <a:lnTo>
                    <a:pt x="204" y="180"/>
                  </a:lnTo>
                  <a:lnTo>
                    <a:pt x="210" y="180"/>
                  </a:lnTo>
                  <a:lnTo>
                    <a:pt x="210" y="180"/>
                  </a:lnTo>
                  <a:lnTo>
                    <a:pt x="210" y="180"/>
                  </a:lnTo>
                  <a:lnTo>
                    <a:pt x="210" y="174"/>
                  </a:lnTo>
                  <a:lnTo>
                    <a:pt x="210" y="174"/>
                  </a:lnTo>
                  <a:lnTo>
                    <a:pt x="216" y="174"/>
                  </a:lnTo>
                  <a:lnTo>
                    <a:pt x="216" y="174"/>
                  </a:lnTo>
                  <a:lnTo>
                    <a:pt x="216" y="168"/>
                  </a:lnTo>
                  <a:lnTo>
                    <a:pt x="216" y="168"/>
                  </a:lnTo>
                  <a:lnTo>
                    <a:pt x="222" y="168"/>
                  </a:lnTo>
                  <a:lnTo>
                    <a:pt x="222" y="168"/>
                  </a:lnTo>
                  <a:lnTo>
                    <a:pt x="222" y="162"/>
                  </a:lnTo>
                  <a:lnTo>
                    <a:pt x="222" y="162"/>
                  </a:lnTo>
                  <a:lnTo>
                    <a:pt x="228" y="162"/>
                  </a:lnTo>
                  <a:lnTo>
                    <a:pt x="228" y="156"/>
                  </a:lnTo>
                  <a:lnTo>
                    <a:pt x="228" y="156"/>
                  </a:lnTo>
                  <a:lnTo>
                    <a:pt x="228" y="156"/>
                  </a:lnTo>
                  <a:lnTo>
                    <a:pt x="234" y="156"/>
                  </a:lnTo>
                  <a:lnTo>
                    <a:pt x="234" y="150"/>
                  </a:lnTo>
                  <a:lnTo>
                    <a:pt x="234" y="150"/>
                  </a:lnTo>
                  <a:lnTo>
                    <a:pt x="234" y="150"/>
                  </a:lnTo>
                  <a:lnTo>
                    <a:pt x="234" y="150"/>
                  </a:lnTo>
                  <a:lnTo>
                    <a:pt x="240" y="144"/>
                  </a:lnTo>
                  <a:lnTo>
                    <a:pt x="240" y="144"/>
                  </a:lnTo>
                  <a:lnTo>
                    <a:pt x="240" y="144"/>
                  </a:lnTo>
                  <a:lnTo>
                    <a:pt x="240" y="144"/>
                  </a:lnTo>
                  <a:lnTo>
                    <a:pt x="246" y="138"/>
                  </a:lnTo>
                  <a:lnTo>
                    <a:pt x="246" y="138"/>
                  </a:lnTo>
                  <a:lnTo>
                    <a:pt x="246" y="138"/>
                  </a:lnTo>
                  <a:lnTo>
                    <a:pt x="246" y="132"/>
                  </a:lnTo>
                  <a:lnTo>
                    <a:pt x="252" y="132"/>
                  </a:lnTo>
                  <a:lnTo>
                    <a:pt x="252" y="132"/>
                  </a:lnTo>
                  <a:lnTo>
                    <a:pt x="252" y="132"/>
                  </a:lnTo>
                  <a:lnTo>
                    <a:pt x="252" y="126"/>
                  </a:lnTo>
                  <a:lnTo>
                    <a:pt x="258" y="126"/>
                  </a:lnTo>
                  <a:lnTo>
                    <a:pt x="258" y="126"/>
                  </a:lnTo>
                  <a:lnTo>
                    <a:pt x="258" y="126"/>
                  </a:lnTo>
                  <a:lnTo>
                    <a:pt x="258" y="120"/>
                  </a:lnTo>
                  <a:lnTo>
                    <a:pt x="258" y="120"/>
                  </a:lnTo>
                  <a:lnTo>
                    <a:pt x="264" y="120"/>
                  </a:lnTo>
                  <a:lnTo>
                    <a:pt x="264" y="114"/>
                  </a:lnTo>
                  <a:lnTo>
                    <a:pt x="264" y="114"/>
                  </a:lnTo>
                  <a:lnTo>
                    <a:pt x="264" y="114"/>
                  </a:lnTo>
                  <a:lnTo>
                    <a:pt x="270" y="114"/>
                  </a:lnTo>
                  <a:lnTo>
                    <a:pt x="270" y="108"/>
                  </a:lnTo>
                  <a:lnTo>
                    <a:pt x="270" y="108"/>
                  </a:lnTo>
                  <a:lnTo>
                    <a:pt x="270" y="108"/>
                  </a:lnTo>
                  <a:lnTo>
                    <a:pt x="276" y="108"/>
                  </a:lnTo>
                  <a:lnTo>
                    <a:pt x="276" y="102"/>
                  </a:lnTo>
                  <a:lnTo>
                    <a:pt x="276" y="102"/>
                  </a:lnTo>
                  <a:lnTo>
                    <a:pt x="276" y="102"/>
                  </a:lnTo>
                  <a:lnTo>
                    <a:pt x="282" y="96"/>
                  </a:lnTo>
                  <a:lnTo>
                    <a:pt x="282" y="96"/>
                  </a:lnTo>
                  <a:lnTo>
                    <a:pt x="282" y="96"/>
                  </a:lnTo>
                  <a:lnTo>
                    <a:pt x="282" y="96"/>
                  </a:lnTo>
                  <a:lnTo>
                    <a:pt x="282" y="90"/>
                  </a:lnTo>
                  <a:lnTo>
                    <a:pt x="288" y="90"/>
                  </a:lnTo>
                  <a:lnTo>
                    <a:pt x="288" y="90"/>
                  </a:lnTo>
                  <a:lnTo>
                    <a:pt x="288" y="84"/>
                  </a:lnTo>
                  <a:lnTo>
                    <a:pt x="288" y="84"/>
                  </a:lnTo>
                  <a:lnTo>
                    <a:pt x="294" y="84"/>
                  </a:lnTo>
                  <a:lnTo>
                    <a:pt x="294" y="84"/>
                  </a:lnTo>
                  <a:lnTo>
                    <a:pt x="294" y="78"/>
                  </a:lnTo>
                  <a:lnTo>
                    <a:pt x="294" y="78"/>
                  </a:lnTo>
                  <a:lnTo>
                    <a:pt x="300" y="78"/>
                  </a:lnTo>
                  <a:lnTo>
                    <a:pt x="300" y="72"/>
                  </a:lnTo>
                  <a:lnTo>
                    <a:pt x="300" y="72"/>
                  </a:lnTo>
                  <a:lnTo>
                    <a:pt x="300" y="72"/>
                  </a:lnTo>
                  <a:lnTo>
                    <a:pt x="306" y="72"/>
                  </a:lnTo>
                  <a:lnTo>
                    <a:pt x="306" y="66"/>
                  </a:lnTo>
                  <a:lnTo>
                    <a:pt x="306" y="66"/>
                  </a:lnTo>
                  <a:lnTo>
                    <a:pt x="306" y="66"/>
                  </a:lnTo>
                  <a:lnTo>
                    <a:pt x="306" y="60"/>
                  </a:lnTo>
                  <a:lnTo>
                    <a:pt x="312" y="60"/>
                  </a:lnTo>
                  <a:lnTo>
                    <a:pt x="312" y="60"/>
                  </a:lnTo>
                  <a:lnTo>
                    <a:pt x="312" y="60"/>
                  </a:lnTo>
                  <a:lnTo>
                    <a:pt x="312" y="54"/>
                  </a:lnTo>
                  <a:lnTo>
                    <a:pt x="318" y="54"/>
                  </a:lnTo>
                  <a:lnTo>
                    <a:pt x="318" y="54"/>
                  </a:lnTo>
                  <a:lnTo>
                    <a:pt x="318" y="48"/>
                  </a:lnTo>
                  <a:lnTo>
                    <a:pt x="318" y="48"/>
                  </a:lnTo>
                  <a:lnTo>
                    <a:pt x="324" y="48"/>
                  </a:lnTo>
                  <a:lnTo>
                    <a:pt x="324" y="48"/>
                  </a:lnTo>
                  <a:lnTo>
                    <a:pt x="324" y="42"/>
                  </a:lnTo>
                  <a:lnTo>
                    <a:pt x="324" y="42"/>
                  </a:lnTo>
                  <a:lnTo>
                    <a:pt x="330" y="42"/>
                  </a:lnTo>
                  <a:lnTo>
                    <a:pt x="330" y="36"/>
                  </a:lnTo>
                  <a:lnTo>
                    <a:pt x="330" y="36"/>
                  </a:lnTo>
                  <a:lnTo>
                    <a:pt x="330" y="36"/>
                  </a:lnTo>
                  <a:lnTo>
                    <a:pt x="330" y="30"/>
                  </a:lnTo>
                  <a:lnTo>
                    <a:pt x="336" y="30"/>
                  </a:lnTo>
                  <a:lnTo>
                    <a:pt x="336" y="30"/>
                  </a:lnTo>
                  <a:lnTo>
                    <a:pt x="336" y="30"/>
                  </a:lnTo>
                  <a:lnTo>
                    <a:pt x="336" y="24"/>
                  </a:lnTo>
                  <a:lnTo>
                    <a:pt x="342" y="24"/>
                  </a:lnTo>
                  <a:lnTo>
                    <a:pt x="342" y="24"/>
                  </a:lnTo>
                  <a:lnTo>
                    <a:pt x="342" y="18"/>
                  </a:lnTo>
                  <a:lnTo>
                    <a:pt x="342" y="18"/>
                  </a:lnTo>
                  <a:lnTo>
                    <a:pt x="348" y="18"/>
                  </a:lnTo>
                  <a:lnTo>
                    <a:pt x="348" y="12"/>
                  </a:lnTo>
                  <a:lnTo>
                    <a:pt x="348" y="12"/>
                  </a:lnTo>
                  <a:lnTo>
                    <a:pt x="348" y="12"/>
                  </a:lnTo>
                  <a:lnTo>
                    <a:pt x="354" y="12"/>
                  </a:lnTo>
                  <a:lnTo>
                    <a:pt x="354" y="6"/>
                  </a:lnTo>
                  <a:lnTo>
                    <a:pt x="354" y="6"/>
                  </a:lnTo>
                  <a:lnTo>
                    <a:pt x="354" y="6"/>
                  </a:lnTo>
                  <a:lnTo>
                    <a:pt x="354" y="0"/>
                  </a:lnTo>
                  <a:lnTo>
                    <a:pt x="360" y="0"/>
                  </a:lnTo>
                  <a:lnTo>
                    <a:pt x="360" y="0"/>
                  </a:lnTo>
                </a:path>
              </a:pathLst>
            </a:custGeom>
            <a:noFill/>
            <a:ln w="25400">
              <a:solidFill>
                <a:srgbClr val="0064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43">
              <a:extLst>
                <a:ext uri="{FF2B5EF4-FFF2-40B4-BE49-F238E27FC236}">
                  <a16:creationId xmlns:a16="http://schemas.microsoft.com/office/drawing/2014/main" id="{75220109-C895-43BA-8205-EF152A1CDC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6" y="3006"/>
              <a:ext cx="108" cy="240"/>
            </a:xfrm>
            <a:custGeom>
              <a:avLst/>
              <a:gdLst>
                <a:gd name="T0" fmla="*/ 0 w 108"/>
                <a:gd name="T1" fmla="*/ 234 h 240"/>
                <a:gd name="T2" fmla="*/ 6 w 108"/>
                <a:gd name="T3" fmla="*/ 234 h 240"/>
                <a:gd name="T4" fmla="*/ 6 w 108"/>
                <a:gd name="T5" fmla="*/ 228 h 240"/>
                <a:gd name="T6" fmla="*/ 12 w 108"/>
                <a:gd name="T7" fmla="*/ 222 h 240"/>
                <a:gd name="T8" fmla="*/ 12 w 108"/>
                <a:gd name="T9" fmla="*/ 222 h 240"/>
                <a:gd name="T10" fmla="*/ 18 w 108"/>
                <a:gd name="T11" fmla="*/ 216 h 240"/>
                <a:gd name="T12" fmla="*/ 18 w 108"/>
                <a:gd name="T13" fmla="*/ 210 h 240"/>
                <a:gd name="T14" fmla="*/ 18 w 108"/>
                <a:gd name="T15" fmla="*/ 210 h 240"/>
                <a:gd name="T16" fmla="*/ 24 w 108"/>
                <a:gd name="T17" fmla="*/ 204 h 240"/>
                <a:gd name="T18" fmla="*/ 24 w 108"/>
                <a:gd name="T19" fmla="*/ 198 h 240"/>
                <a:gd name="T20" fmla="*/ 30 w 108"/>
                <a:gd name="T21" fmla="*/ 198 h 240"/>
                <a:gd name="T22" fmla="*/ 30 w 108"/>
                <a:gd name="T23" fmla="*/ 192 h 240"/>
                <a:gd name="T24" fmla="*/ 36 w 108"/>
                <a:gd name="T25" fmla="*/ 186 h 240"/>
                <a:gd name="T26" fmla="*/ 36 w 108"/>
                <a:gd name="T27" fmla="*/ 186 h 240"/>
                <a:gd name="T28" fmla="*/ 42 w 108"/>
                <a:gd name="T29" fmla="*/ 180 h 240"/>
                <a:gd name="T30" fmla="*/ 42 w 108"/>
                <a:gd name="T31" fmla="*/ 174 h 240"/>
                <a:gd name="T32" fmla="*/ 48 w 108"/>
                <a:gd name="T33" fmla="*/ 168 h 240"/>
                <a:gd name="T34" fmla="*/ 48 w 108"/>
                <a:gd name="T35" fmla="*/ 168 h 240"/>
                <a:gd name="T36" fmla="*/ 54 w 108"/>
                <a:gd name="T37" fmla="*/ 162 h 240"/>
                <a:gd name="T38" fmla="*/ 54 w 108"/>
                <a:gd name="T39" fmla="*/ 156 h 240"/>
                <a:gd name="T40" fmla="*/ 60 w 108"/>
                <a:gd name="T41" fmla="*/ 150 h 240"/>
                <a:gd name="T42" fmla="*/ 60 w 108"/>
                <a:gd name="T43" fmla="*/ 144 h 240"/>
                <a:gd name="T44" fmla="*/ 66 w 108"/>
                <a:gd name="T45" fmla="*/ 144 h 240"/>
                <a:gd name="T46" fmla="*/ 66 w 108"/>
                <a:gd name="T47" fmla="*/ 138 h 240"/>
                <a:gd name="T48" fmla="*/ 66 w 108"/>
                <a:gd name="T49" fmla="*/ 132 h 240"/>
                <a:gd name="T50" fmla="*/ 72 w 108"/>
                <a:gd name="T51" fmla="*/ 126 h 240"/>
                <a:gd name="T52" fmla="*/ 72 w 108"/>
                <a:gd name="T53" fmla="*/ 120 h 240"/>
                <a:gd name="T54" fmla="*/ 78 w 108"/>
                <a:gd name="T55" fmla="*/ 114 h 240"/>
                <a:gd name="T56" fmla="*/ 78 w 108"/>
                <a:gd name="T57" fmla="*/ 108 h 240"/>
                <a:gd name="T58" fmla="*/ 84 w 108"/>
                <a:gd name="T59" fmla="*/ 102 h 240"/>
                <a:gd name="T60" fmla="*/ 84 w 108"/>
                <a:gd name="T61" fmla="*/ 96 h 240"/>
                <a:gd name="T62" fmla="*/ 90 w 108"/>
                <a:gd name="T63" fmla="*/ 90 h 240"/>
                <a:gd name="T64" fmla="*/ 90 w 108"/>
                <a:gd name="T65" fmla="*/ 84 h 240"/>
                <a:gd name="T66" fmla="*/ 96 w 108"/>
                <a:gd name="T67" fmla="*/ 72 h 240"/>
                <a:gd name="T68" fmla="*/ 96 w 108"/>
                <a:gd name="T69" fmla="*/ 66 h 240"/>
                <a:gd name="T70" fmla="*/ 102 w 108"/>
                <a:gd name="T71" fmla="*/ 60 h 240"/>
                <a:gd name="T72" fmla="*/ 102 w 108"/>
                <a:gd name="T73" fmla="*/ 48 h 240"/>
                <a:gd name="T74" fmla="*/ 108 w 108"/>
                <a:gd name="T75" fmla="*/ 36 h 240"/>
                <a:gd name="T76" fmla="*/ 108 w 108"/>
                <a:gd name="T77" fmla="*/ 18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240">
                  <a:moveTo>
                    <a:pt x="0" y="240"/>
                  </a:moveTo>
                  <a:lnTo>
                    <a:pt x="0" y="234"/>
                  </a:lnTo>
                  <a:lnTo>
                    <a:pt x="0" y="234"/>
                  </a:lnTo>
                  <a:lnTo>
                    <a:pt x="6" y="234"/>
                  </a:lnTo>
                  <a:lnTo>
                    <a:pt x="6" y="228"/>
                  </a:lnTo>
                  <a:lnTo>
                    <a:pt x="6" y="228"/>
                  </a:lnTo>
                  <a:lnTo>
                    <a:pt x="6" y="228"/>
                  </a:lnTo>
                  <a:lnTo>
                    <a:pt x="12" y="222"/>
                  </a:lnTo>
                  <a:lnTo>
                    <a:pt x="12" y="222"/>
                  </a:lnTo>
                  <a:lnTo>
                    <a:pt x="12" y="222"/>
                  </a:lnTo>
                  <a:lnTo>
                    <a:pt x="12" y="216"/>
                  </a:lnTo>
                  <a:lnTo>
                    <a:pt x="18" y="216"/>
                  </a:lnTo>
                  <a:lnTo>
                    <a:pt x="18" y="216"/>
                  </a:lnTo>
                  <a:lnTo>
                    <a:pt x="18" y="210"/>
                  </a:lnTo>
                  <a:lnTo>
                    <a:pt x="18" y="210"/>
                  </a:lnTo>
                  <a:lnTo>
                    <a:pt x="18" y="210"/>
                  </a:lnTo>
                  <a:lnTo>
                    <a:pt x="24" y="204"/>
                  </a:lnTo>
                  <a:lnTo>
                    <a:pt x="24" y="204"/>
                  </a:lnTo>
                  <a:lnTo>
                    <a:pt x="24" y="204"/>
                  </a:lnTo>
                  <a:lnTo>
                    <a:pt x="24" y="198"/>
                  </a:lnTo>
                  <a:lnTo>
                    <a:pt x="30" y="198"/>
                  </a:lnTo>
                  <a:lnTo>
                    <a:pt x="30" y="198"/>
                  </a:lnTo>
                  <a:lnTo>
                    <a:pt x="30" y="192"/>
                  </a:lnTo>
                  <a:lnTo>
                    <a:pt x="30" y="192"/>
                  </a:lnTo>
                  <a:lnTo>
                    <a:pt x="36" y="192"/>
                  </a:lnTo>
                  <a:lnTo>
                    <a:pt x="36" y="186"/>
                  </a:lnTo>
                  <a:lnTo>
                    <a:pt x="36" y="186"/>
                  </a:lnTo>
                  <a:lnTo>
                    <a:pt x="36" y="186"/>
                  </a:lnTo>
                  <a:lnTo>
                    <a:pt x="42" y="180"/>
                  </a:lnTo>
                  <a:lnTo>
                    <a:pt x="42" y="180"/>
                  </a:lnTo>
                  <a:lnTo>
                    <a:pt x="42" y="180"/>
                  </a:lnTo>
                  <a:lnTo>
                    <a:pt x="42" y="174"/>
                  </a:lnTo>
                  <a:lnTo>
                    <a:pt x="42" y="174"/>
                  </a:lnTo>
                  <a:lnTo>
                    <a:pt x="48" y="168"/>
                  </a:lnTo>
                  <a:lnTo>
                    <a:pt x="48" y="168"/>
                  </a:lnTo>
                  <a:lnTo>
                    <a:pt x="48" y="168"/>
                  </a:lnTo>
                  <a:lnTo>
                    <a:pt x="48" y="162"/>
                  </a:lnTo>
                  <a:lnTo>
                    <a:pt x="54" y="162"/>
                  </a:lnTo>
                  <a:lnTo>
                    <a:pt x="54" y="156"/>
                  </a:lnTo>
                  <a:lnTo>
                    <a:pt x="54" y="156"/>
                  </a:lnTo>
                  <a:lnTo>
                    <a:pt x="54" y="156"/>
                  </a:lnTo>
                  <a:lnTo>
                    <a:pt x="60" y="150"/>
                  </a:lnTo>
                  <a:lnTo>
                    <a:pt x="60" y="150"/>
                  </a:lnTo>
                  <a:lnTo>
                    <a:pt x="60" y="144"/>
                  </a:lnTo>
                  <a:lnTo>
                    <a:pt x="60" y="144"/>
                  </a:lnTo>
                  <a:lnTo>
                    <a:pt x="66" y="144"/>
                  </a:lnTo>
                  <a:lnTo>
                    <a:pt x="66" y="138"/>
                  </a:lnTo>
                  <a:lnTo>
                    <a:pt x="66" y="138"/>
                  </a:lnTo>
                  <a:lnTo>
                    <a:pt x="66" y="132"/>
                  </a:lnTo>
                  <a:lnTo>
                    <a:pt x="66" y="132"/>
                  </a:lnTo>
                  <a:lnTo>
                    <a:pt x="72" y="126"/>
                  </a:lnTo>
                  <a:lnTo>
                    <a:pt x="72" y="126"/>
                  </a:lnTo>
                  <a:lnTo>
                    <a:pt x="72" y="126"/>
                  </a:lnTo>
                  <a:lnTo>
                    <a:pt x="72" y="120"/>
                  </a:lnTo>
                  <a:lnTo>
                    <a:pt x="78" y="120"/>
                  </a:lnTo>
                  <a:lnTo>
                    <a:pt x="78" y="114"/>
                  </a:lnTo>
                  <a:lnTo>
                    <a:pt x="78" y="114"/>
                  </a:lnTo>
                  <a:lnTo>
                    <a:pt x="78" y="108"/>
                  </a:lnTo>
                  <a:lnTo>
                    <a:pt x="84" y="108"/>
                  </a:lnTo>
                  <a:lnTo>
                    <a:pt x="84" y="102"/>
                  </a:lnTo>
                  <a:lnTo>
                    <a:pt x="84" y="102"/>
                  </a:lnTo>
                  <a:lnTo>
                    <a:pt x="84" y="96"/>
                  </a:lnTo>
                  <a:lnTo>
                    <a:pt x="84" y="96"/>
                  </a:lnTo>
                  <a:lnTo>
                    <a:pt x="90" y="90"/>
                  </a:lnTo>
                  <a:lnTo>
                    <a:pt x="90" y="84"/>
                  </a:lnTo>
                  <a:lnTo>
                    <a:pt x="90" y="84"/>
                  </a:lnTo>
                  <a:lnTo>
                    <a:pt x="90" y="78"/>
                  </a:lnTo>
                  <a:lnTo>
                    <a:pt x="96" y="72"/>
                  </a:lnTo>
                  <a:lnTo>
                    <a:pt x="96" y="72"/>
                  </a:lnTo>
                  <a:lnTo>
                    <a:pt x="96" y="66"/>
                  </a:lnTo>
                  <a:lnTo>
                    <a:pt x="96" y="60"/>
                  </a:lnTo>
                  <a:lnTo>
                    <a:pt x="102" y="60"/>
                  </a:lnTo>
                  <a:lnTo>
                    <a:pt x="102" y="54"/>
                  </a:lnTo>
                  <a:lnTo>
                    <a:pt x="102" y="48"/>
                  </a:lnTo>
                  <a:lnTo>
                    <a:pt x="102" y="42"/>
                  </a:lnTo>
                  <a:lnTo>
                    <a:pt x="108" y="36"/>
                  </a:lnTo>
                  <a:lnTo>
                    <a:pt x="108" y="24"/>
                  </a:lnTo>
                  <a:lnTo>
                    <a:pt x="108" y="18"/>
                  </a:lnTo>
                  <a:lnTo>
                    <a:pt x="108" y="0"/>
                  </a:lnTo>
                </a:path>
              </a:pathLst>
            </a:custGeom>
            <a:noFill/>
            <a:ln w="25400">
              <a:solidFill>
                <a:srgbClr val="0064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44">
            <a:extLst>
              <a:ext uri="{FF2B5EF4-FFF2-40B4-BE49-F238E27FC236}">
                <a16:creationId xmlns:a16="http://schemas.microsoft.com/office/drawing/2014/main" id="{D7D8DEDA-0AAC-4465-B71B-35DC932E5B03}"/>
              </a:ext>
            </a:extLst>
          </p:cNvPr>
          <p:cNvGrpSpPr>
            <a:grpSpLocks/>
          </p:cNvGrpSpPr>
          <p:nvPr/>
        </p:nvGrpSpPr>
        <p:grpSpPr bwMode="auto">
          <a:xfrm>
            <a:off x="7177383" y="1775768"/>
            <a:ext cx="519112" cy="1452562"/>
            <a:chOff x="2298" y="2340"/>
            <a:chExt cx="468" cy="1308"/>
          </a:xfrm>
        </p:grpSpPr>
        <p:sp>
          <p:nvSpPr>
            <p:cNvPr id="13" name="Freeform 45">
              <a:extLst>
                <a:ext uri="{FF2B5EF4-FFF2-40B4-BE49-F238E27FC236}">
                  <a16:creationId xmlns:a16="http://schemas.microsoft.com/office/drawing/2014/main" id="{BFE99DA3-FEFD-4CC5-9E6C-03B53D68AF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8" y="2454"/>
              <a:ext cx="360" cy="528"/>
            </a:xfrm>
            <a:custGeom>
              <a:avLst/>
              <a:gdLst>
                <a:gd name="T0" fmla="*/ 6 w 360"/>
                <a:gd name="T1" fmla="*/ 486 h 528"/>
                <a:gd name="T2" fmla="*/ 12 w 360"/>
                <a:gd name="T3" fmla="*/ 462 h 528"/>
                <a:gd name="T4" fmla="*/ 18 w 360"/>
                <a:gd name="T5" fmla="*/ 444 h 528"/>
                <a:gd name="T6" fmla="*/ 24 w 360"/>
                <a:gd name="T7" fmla="*/ 426 h 528"/>
                <a:gd name="T8" fmla="*/ 30 w 360"/>
                <a:gd name="T9" fmla="*/ 408 h 528"/>
                <a:gd name="T10" fmla="*/ 42 w 360"/>
                <a:gd name="T11" fmla="*/ 396 h 528"/>
                <a:gd name="T12" fmla="*/ 48 w 360"/>
                <a:gd name="T13" fmla="*/ 384 h 528"/>
                <a:gd name="T14" fmla="*/ 54 w 360"/>
                <a:gd name="T15" fmla="*/ 372 h 528"/>
                <a:gd name="T16" fmla="*/ 60 w 360"/>
                <a:gd name="T17" fmla="*/ 360 h 528"/>
                <a:gd name="T18" fmla="*/ 66 w 360"/>
                <a:gd name="T19" fmla="*/ 348 h 528"/>
                <a:gd name="T20" fmla="*/ 72 w 360"/>
                <a:gd name="T21" fmla="*/ 336 h 528"/>
                <a:gd name="T22" fmla="*/ 84 w 360"/>
                <a:gd name="T23" fmla="*/ 330 h 528"/>
                <a:gd name="T24" fmla="*/ 90 w 360"/>
                <a:gd name="T25" fmla="*/ 318 h 528"/>
                <a:gd name="T26" fmla="*/ 96 w 360"/>
                <a:gd name="T27" fmla="*/ 306 h 528"/>
                <a:gd name="T28" fmla="*/ 102 w 360"/>
                <a:gd name="T29" fmla="*/ 300 h 528"/>
                <a:gd name="T30" fmla="*/ 108 w 360"/>
                <a:gd name="T31" fmla="*/ 288 h 528"/>
                <a:gd name="T32" fmla="*/ 114 w 360"/>
                <a:gd name="T33" fmla="*/ 276 h 528"/>
                <a:gd name="T34" fmla="*/ 126 w 360"/>
                <a:gd name="T35" fmla="*/ 270 h 528"/>
                <a:gd name="T36" fmla="*/ 132 w 360"/>
                <a:gd name="T37" fmla="*/ 258 h 528"/>
                <a:gd name="T38" fmla="*/ 138 w 360"/>
                <a:gd name="T39" fmla="*/ 252 h 528"/>
                <a:gd name="T40" fmla="*/ 144 w 360"/>
                <a:gd name="T41" fmla="*/ 240 h 528"/>
                <a:gd name="T42" fmla="*/ 150 w 360"/>
                <a:gd name="T43" fmla="*/ 234 h 528"/>
                <a:gd name="T44" fmla="*/ 162 w 360"/>
                <a:gd name="T45" fmla="*/ 228 h 528"/>
                <a:gd name="T46" fmla="*/ 168 w 360"/>
                <a:gd name="T47" fmla="*/ 216 h 528"/>
                <a:gd name="T48" fmla="*/ 174 w 360"/>
                <a:gd name="T49" fmla="*/ 210 h 528"/>
                <a:gd name="T50" fmla="*/ 180 w 360"/>
                <a:gd name="T51" fmla="*/ 198 h 528"/>
                <a:gd name="T52" fmla="*/ 186 w 360"/>
                <a:gd name="T53" fmla="*/ 192 h 528"/>
                <a:gd name="T54" fmla="*/ 192 w 360"/>
                <a:gd name="T55" fmla="*/ 180 h 528"/>
                <a:gd name="T56" fmla="*/ 204 w 360"/>
                <a:gd name="T57" fmla="*/ 174 h 528"/>
                <a:gd name="T58" fmla="*/ 210 w 360"/>
                <a:gd name="T59" fmla="*/ 168 h 528"/>
                <a:gd name="T60" fmla="*/ 216 w 360"/>
                <a:gd name="T61" fmla="*/ 156 h 528"/>
                <a:gd name="T62" fmla="*/ 222 w 360"/>
                <a:gd name="T63" fmla="*/ 150 h 528"/>
                <a:gd name="T64" fmla="*/ 228 w 360"/>
                <a:gd name="T65" fmla="*/ 144 h 528"/>
                <a:gd name="T66" fmla="*/ 234 w 360"/>
                <a:gd name="T67" fmla="*/ 132 h 528"/>
                <a:gd name="T68" fmla="*/ 246 w 360"/>
                <a:gd name="T69" fmla="*/ 126 h 528"/>
                <a:gd name="T70" fmla="*/ 252 w 360"/>
                <a:gd name="T71" fmla="*/ 120 h 528"/>
                <a:gd name="T72" fmla="*/ 258 w 360"/>
                <a:gd name="T73" fmla="*/ 108 h 528"/>
                <a:gd name="T74" fmla="*/ 264 w 360"/>
                <a:gd name="T75" fmla="*/ 102 h 528"/>
                <a:gd name="T76" fmla="*/ 270 w 360"/>
                <a:gd name="T77" fmla="*/ 96 h 528"/>
                <a:gd name="T78" fmla="*/ 282 w 360"/>
                <a:gd name="T79" fmla="*/ 84 h 528"/>
                <a:gd name="T80" fmla="*/ 288 w 360"/>
                <a:gd name="T81" fmla="*/ 78 h 528"/>
                <a:gd name="T82" fmla="*/ 294 w 360"/>
                <a:gd name="T83" fmla="*/ 72 h 528"/>
                <a:gd name="T84" fmla="*/ 300 w 360"/>
                <a:gd name="T85" fmla="*/ 66 h 528"/>
                <a:gd name="T86" fmla="*/ 306 w 360"/>
                <a:gd name="T87" fmla="*/ 54 h 528"/>
                <a:gd name="T88" fmla="*/ 312 w 360"/>
                <a:gd name="T89" fmla="*/ 48 h 528"/>
                <a:gd name="T90" fmla="*/ 324 w 360"/>
                <a:gd name="T91" fmla="*/ 42 h 528"/>
                <a:gd name="T92" fmla="*/ 330 w 360"/>
                <a:gd name="T93" fmla="*/ 30 h 528"/>
                <a:gd name="T94" fmla="*/ 336 w 360"/>
                <a:gd name="T95" fmla="*/ 24 h 528"/>
                <a:gd name="T96" fmla="*/ 342 w 360"/>
                <a:gd name="T97" fmla="*/ 18 h 528"/>
                <a:gd name="T98" fmla="*/ 348 w 360"/>
                <a:gd name="T99" fmla="*/ 12 h 528"/>
                <a:gd name="T100" fmla="*/ 354 w 360"/>
                <a:gd name="T101" fmla="*/ 0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60" h="528">
                  <a:moveTo>
                    <a:pt x="0" y="528"/>
                  </a:moveTo>
                  <a:lnTo>
                    <a:pt x="0" y="510"/>
                  </a:lnTo>
                  <a:lnTo>
                    <a:pt x="0" y="504"/>
                  </a:lnTo>
                  <a:lnTo>
                    <a:pt x="0" y="492"/>
                  </a:lnTo>
                  <a:lnTo>
                    <a:pt x="6" y="486"/>
                  </a:lnTo>
                  <a:lnTo>
                    <a:pt x="6" y="480"/>
                  </a:lnTo>
                  <a:lnTo>
                    <a:pt x="6" y="474"/>
                  </a:lnTo>
                  <a:lnTo>
                    <a:pt x="6" y="468"/>
                  </a:lnTo>
                  <a:lnTo>
                    <a:pt x="12" y="468"/>
                  </a:lnTo>
                  <a:lnTo>
                    <a:pt x="12" y="462"/>
                  </a:lnTo>
                  <a:lnTo>
                    <a:pt x="12" y="456"/>
                  </a:lnTo>
                  <a:lnTo>
                    <a:pt x="12" y="456"/>
                  </a:lnTo>
                  <a:lnTo>
                    <a:pt x="18" y="450"/>
                  </a:lnTo>
                  <a:lnTo>
                    <a:pt x="18" y="444"/>
                  </a:lnTo>
                  <a:lnTo>
                    <a:pt x="18" y="444"/>
                  </a:lnTo>
                  <a:lnTo>
                    <a:pt x="18" y="438"/>
                  </a:lnTo>
                  <a:lnTo>
                    <a:pt x="24" y="432"/>
                  </a:lnTo>
                  <a:lnTo>
                    <a:pt x="24" y="432"/>
                  </a:lnTo>
                  <a:lnTo>
                    <a:pt x="24" y="426"/>
                  </a:lnTo>
                  <a:lnTo>
                    <a:pt x="24" y="426"/>
                  </a:lnTo>
                  <a:lnTo>
                    <a:pt x="24" y="420"/>
                  </a:lnTo>
                  <a:lnTo>
                    <a:pt x="30" y="420"/>
                  </a:lnTo>
                  <a:lnTo>
                    <a:pt x="30" y="414"/>
                  </a:lnTo>
                  <a:lnTo>
                    <a:pt x="30" y="414"/>
                  </a:lnTo>
                  <a:lnTo>
                    <a:pt x="30" y="408"/>
                  </a:lnTo>
                  <a:lnTo>
                    <a:pt x="36" y="408"/>
                  </a:lnTo>
                  <a:lnTo>
                    <a:pt x="36" y="402"/>
                  </a:lnTo>
                  <a:lnTo>
                    <a:pt x="36" y="402"/>
                  </a:lnTo>
                  <a:lnTo>
                    <a:pt x="36" y="402"/>
                  </a:lnTo>
                  <a:lnTo>
                    <a:pt x="42" y="396"/>
                  </a:lnTo>
                  <a:lnTo>
                    <a:pt x="42" y="396"/>
                  </a:lnTo>
                  <a:lnTo>
                    <a:pt x="42" y="390"/>
                  </a:lnTo>
                  <a:lnTo>
                    <a:pt x="42" y="390"/>
                  </a:lnTo>
                  <a:lnTo>
                    <a:pt x="48" y="384"/>
                  </a:lnTo>
                  <a:lnTo>
                    <a:pt x="48" y="384"/>
                  </a:lnTo>
                  <a:lnTo>
                    <a:pt x="48" y="384"/>
                  </a:lnTo>
                  <a:lnTo>
                    <a:pt x="48" y="378"/>
                  </a:lnTo>
                  <a:lnTo>
                    <a:pt x="48" y="378"/>
                  </a:lnTo>
                  <a:lnTo>
                    <a:pt x="54" y="372"/>
                  </a:lnTo>
                  <a:lnTo>
                    <a:pt x="54" y="372"/>
                  </a:lnTo>
                  <a:lnTo>
                    <a:pt x="54" y="372"/>
                  </a:lnTo>
                  <a:lnTo>
                    <a:pt x="54" y="366"/>
                  </a:lnTo>
                  <a:lnTo>
                    <a:pt x="60" y="366"/>
                  </a:lnTo>
                  <a:lnTo>
                    <a:pt x="60" y="360"/>
                  </a:lnTo>
                  <a:lnTo>
                    <a:pt x="60" y="360"/>
                  </a:lnTo>
                  <a:lnTo>
                    <a:pt x="60" y="360"/>
                  </a:lnTo>
                  <a:lnTo>
                    <a:pt x="66" y="354"/>
                  </a:lnTo>
                  <a:lnTo>
                    <a:pt x="66" y="354"/>
                  </a:lnTo>
                  <a:lnTo>
                    <a:pt x="66" y="348"/>
                  </a:lnTo>
                  <a:lnTo>
                    <a:pt x="66" y="348"/>
                  </a:lnTo>
                  <a:lnTo>
                    <a:pt x="66" y="348"/>
                  </a:lnTo>
                  <a:lnTo>
                    <a:pt x="72" y="342"/>
                  </a:lnTo>
                  <a:lnTo>
                    <a:pt x="72" y="342"/>
                  </a:lnTo>
                  <a:lnTo>
                    <a:pt x="72" y="342"/>
                  </a:lnTo>
                  <a:lnTo>
                    <a:pt x="72" y="336"/>
                  </a:lnTo>
                  <a:lnTo>
                    <a:pt x="78" y="336"/>
                  </a:lnTo>
                  <a:lnTo>
                    <a:pt x="78" y="336"/>
                  </a:lnTo>
                  <a:lnTo>
                    <a:pt x="78" y="330"/>
                  </a:lnTo>
                  <a:lnTo>
                    <a:pt x="78" y="330"/>
                  </a:lnTo>
                  <a:lnTo>
                    <a:pt x="84" y="330"/>
                  </a:lnTo>
                  <a:lnTo>
                    <a:pt x="84" y="324"/>
                  </a:lnTo>
                  <a:lnTo>
                    <a:pt x="84" y="324"/>
                  </a:lnTo>
                  <a:lnTo>
                    <a:pt x="84" y="324"/>
                  </a:lnTo>
                  <a:lnTo>
                    <a:pt x="90" y="318"/>
                  </a:lnTo>
                  <a:lnTo>
                    <a:pt x="90" y="318"/>
                  </a:lnTo>
                  <a:lnTo>
                    <a:pt x="90" y="318"/>
                  </a:lnTo>
                  <a:lnTo>
                    <a:pt x="90" y="312"/>
                  </a:lnTo>
                  <a:lnTo>
                    <a:pt x="90" y="312"/>
                  </a:lnTo>
                  <a:lnTo>
                    <a:pt x="96" y="312"/>
                  </a:lnTo>
                  <a:lnTo>
                    <a:pt x="96" y="306"/>
                  </a:lnTo>
                  <a:lnTo>
                    <a:pt x="96" y="306"/>
                  </a:lnTo>
                  <a:lnTo>
                    <a:pt x="96" y="306"/>
                  </a:lnTo>
                  <a:lnTo>
                    <a:pt x="102" y="300"/>
                  </a:lnTo>
                  <a:lnTo>
                    <a:pt x="102" y="300"/>
                  </a:lnTo>
                  <a:lnTo>
                    <a:pt x="102" y="300"/>
                  </a:lnTo>
                  <a:lnTo>
                    <a:pt x="102" y="294"/>
                  </a:lnTo>
                  <a:lnTo>
                    <a:pt x="108" y="294"/>
                  </a:lnTo>
                  <a:lnTo>
                    <a:pt x="108" y="294"/>
                  </a:lnTo>
                  <a:lnTo>
                    <a:pt x="108" y="288"/>
                  </a:lnTo>
                  <a:lnTo>
                    <a:pt x="108" y="288"/>
                  </a:lnTo>
                  <a:lnTo>
                    <a:pt x="114" y="288"/>
                  </a:lnTo>
                  <a:lnTo>
                    <a:pt x="114" y="282"/>
                  </a:lnTo>
                  <a:lnTo>
                    <a:pt x="114" y="282"/>
                  </a:lnTo>
                  <a:lnTo>
                    <a:pt x="114" y="282"/>
                  </a:lnTo>
                  <a:lnTo>
                    <a:pt x="114" y="276"/>
                  </a:lnTo>
                  <a:lnTo>
                    <a:pt x="120" y="276"/>
                  </a:lnTo>
                  <a:lnTo>
                    <a:pt x="120" y="276"/>
                  </a:lnTo>
                  <a:lnTo>
                    <a:pt x="120" y="276"/>
                  </a:lnTo>
                  <a:lnTo>
                    <a:pt x="120" y="270"/>
                  </a:lnTo>
                  <a:lnTo>
                    <a:pt x="126" y="270"/>
                  </a:lnTo>
                  <a:lnTo>
                    <a:pt x="126" y="270"/>
                  </a:lnTo>
                  <a:lnTo>
                    <a:pt x="126" y="264"/>
                  </a:lnTo>
                  <a:lnTo>
                    <a:pt x="126" y="264"/>
                  </a:lnTo>
                  <a:lnTo>
                    <a:pt x="132" y="264"/>
                  </a:lnTo>
                  <a:lnTo>
                    <a:pt x="132" y="258"/>
                  </a:lnTo>
                  <a:lnTo>
                    <a:pt x="132" y="258"/>
                  </a:lnTo>
                  <a:lnTo>
                    <a:pt x="132" y="258"/>
                  </a:lnTo>
                  <a:lnTo>
                    <a:pt x="138" y="258"/>
                  </a:lnTo>
                  <a:lnTo>
                    <a:pt x="138" y="252"/>
                  </a:lnTo>
                  <a:lnTo>
                    <a:pt x="138" y="252"/>
                  </a:lnTo>
                  <a:lnTo>
                    <a:pt x="138" y="252"/>
                  </a:lnTo>
                  <a:lnTo>
                    <a:pt x="138" y="246"/>
                  </a:lnTo>
                  <a:lnTo>
                    <a:pt x="144" y="246"/>
                  </a:lnTo>
                  <a:lnTo>
                    <a:pt x="144" y="246"/>
                  </a:lnTo>
                  <a:lnTo>
                    <a:pt x="144" y="240"/>
                  </a:lnTo>
                  <a:lnTo>
                    <a:pt x="144" y="240"/>
                  </a:lnTo>
                  <a:lnTo>
                    <a:pt x="150" y="240"/>
                  </a:lnTo>
                  <a:lnTo>
                    <a:pt x="150" y="240"/>
                  </a:lnTo>
                  <a:lnTo>
                    <a:pt x="150" y="234"/>
                  </a:lnTo>
                  <a:lnTo>
                    <a:pt x="150" y="234"/>
                  </a:lnTo>
                  <a:lnTo>
                    <a:pt x="156" y="234"/>
                  </a:lnTo>
                  <a:lnTo>
                    <a:pt x="156" y="228"/>
                  </a:lnTo>
                  <a:lnTo>
                    <a:pt x="156" y="228"/>
                  </a:lnTo>
                  <a:lnTo>
                    <a:pt x="156" y="228"/>
                  </a:lnTo>
                  <a:lnTo>
                    <a:pt x="162" y="228"/>
                  </a:lnTo>
                  <a:lnTo>
                    <a:pt x="162" y="222"/>
                  </a:lnTo>
                  <a:lnTo>
                    <a:pt x="162" y="222"/>
                  </a:lnTo>
                  <a:lnTo>
                    <a:pt x="162" y="222"/>
                  </a:lnTo>
                  <a:lnTo>
                    <a:pt x="162" y="216"/>
                  </a:lnTo>
                  <a:lnTo>
                    <a:pt x="168" y="216"/>
                  </a:lnTo>
                  <a:lnTo>
                    <a:pt x="168" y="216"/>
                  </a:lnTo>
                  <a:lnTo>
                    <a:pt x="168" y="216"/>
                  </a:lnTo>
                  <a:lnTo>
                    <a:pt x="168" y="210"/>
                  </a:lnTo>
                  <a:lnTo>
                    <a:pt x="174" y="210"/>
                  </a:lnTo>
                  <a:lnTo>
                    <a:pt x="174" y="210"/>
                  </a:lnTo>
                  <a:lnTo>
                    <a:pt x="174" y="204"/>
                  </a:lnTo>
                  <a:lnTo>
                    <a:pt x="174" y="204"/>
                  </a:lnTo>
                  <a:lnTo>
                    <a:pt x="180" y="204"/>
                  </a:lnTo>
                  <a:lnTo>
                    <a:pt x="180" y="204"/>
                  </a:lnTo>
                  <a:lnTo>
                    <a:pt x="180" y="198"/>
                  </a:lnTo>
                  <a:lnTo>
                    <a:pt x="180" y="198"/>
                  </a:lnTo>
                  <a:lnTo>
                    <a:pt x="186" y="198"/>
                  </a:lnTo>
                  <a:lnTo>
                    <a:pt x="186" y="192"/>
                  </a:lnTo>
                  <a:lnTo>
                    <a:pt x="186" y="192"/>
                  </a:lnTo>
                  <a:lnTo>
                    <a:pt x="186" y="192"/>
                  </a:lnTo>
                  <a:lnTo>
                    <a:pt x="186" y="192"/>
                  </a:lnTo>
                  <a:lnTo>
                    <a:pt x="192" y="186"/>
                  </a:lnTo>
                  <a:lnTo>
                    <a:pt x="192" y="186"/>
                  </a:lnTo>
                  <a:lnTo>
                    <a:pt x="192" y="186"/>
                  </a:lnTo>
                  <a:lnTo>
                    <a:pt x="192" y="180"/>
                  </a:lnTo>
                  <a:lnTo>
                    <a:pt x="198" y="180"/>
                  </a:lnTo>
                  <a:lnTo>
                    <a:pt x="198" y="180"/>
                  </a:lnTo>
                  <a:lnTo>
                    <a:pt x="198" y="180"/>
                  </a:lnTo>
                  <a:lnTo>
                    <a:pt x="198" y="174"/>
                  </a:lnTo>
                  <a:lnTo>
                    <a:pt x="204" y="174"/>
                  </a:lnTo>
                  <a:lnTo>
                    <a:pt x="204" y="174"/>
                  </a:lnTo>
                  <a:lnTo>
                    <a:pt x="204" y="174"/>
                  </a:lnTo>
                  <a:lnTo>
                    <a:pt x="204" y="168"/>
                  </a:lnTo>
                  <a:lnTo>
                    <a:pt x="210" y="168"/>
                  </a:lnTo>
                  <a:lnTo>
                    <a:pt x="210" y="168"/>
                  </a:lnTo>
                  <a:lnTo>
                    <a:pt x="210" y="162"/>
                  </a:lnTo>
                  <a:lnTo>
                    <a:pt x="210" y="162"/>
                  </a:lnTo>
                  <a:lnTo>
                    <a:pt x="210" y="162"/>
                  </a:lnTo>
                  <a:lnTo>
                    <a:pt x="216" y="162"/>
                  </a:lnTo>
                  <a:lnTo>
                    <a:pt x="216" y="156"/>
                  </a:lnTo>
                  <a:lnTo>
                    <a:pt x="216" y="156"/>
                  </a:lnTo>
                  <a:lnTo>
                    <a:pt x="216" y="156"/>
                  </a:lnTo>
                  <a:lnTo>
                    <a:pt x="222" y="156"/>
                  </a:lnTo>
                  <a:lnTo>
                    <a:pt x="222" y="150"/>
                  </a:lnTo>
                  <a:lnTo>
                    <a:pt x="222" y="150"/>
                  </a:lnTo>
                  <a:lnTo>
                    <a:pt x="222" y="150"/>
                  </a:lnTo>
                  <a:lnTo>
                    <a:pt x="228" y="144"/>
                  </a:lnTo>
                  <a:lnTo>
                    <a:pt x="228" y="144"/>
                  </a:lnTo>
                  <a:lnTo>
                    <a:pt x="228" y="144"/>
                  </a:lnTo>
                  <a:lnTo>
                    <a:pt x="228" y="144"/>
                  </a:lnTo>
                  <a:lnTo>
                    <a:pt x="234" y="138"/>
                  </a:lnTo>
                  <a:lnTo>
                    <a:pt x="234" y="138"/>
                  </a:lnTo>
                  <a:lnTo>
                    <a:pt x="234" y="138"/>
                  </a:lnTo>
                  <a:lnTo>
                    <a:pt x="234" y="138"/>
                  </a:lnTo>
                  <a:lnTo>
                    <a:pt x="234" y="132"/>
                  </a:lnTo>
                  <a:lnTo>
                    <a:pt x="240" y="132"/>
                  </a:lnTo>
                  <a:lnTo>
                    <a:pt x="240" y="132"/>
                  </a:lnTo>
                  <a:lnTo>
                    <a:pt x="240" y="132"/>
                  </a:lnTo>
                  <a:lnTo>
                    <a:pt x="240" y="126"/>
                  </a:lnTo>
                  <a:lnTo>
                    <a:pt x="246" y="126"/>
                  </a:lnTo>
                  <a:lnTo>
                    <a:pt x="246" y="126"/>
                  </a:lnTo>
                  <a:lnTo>
                    <a:pt x="246" y="120"/>
                  </a:lnTo>
                  <a:lnTo>
                    <a:pt x="246" y="120"/>
                  </a:lnTo>
                  <a:lnTo>
                    <a:pt x="252" y="120"/>
                  </a:lnTo>
                  <a:lnTo>
                    <a:pt x="252" y="120"/>
                  </a:lnTo>
                  <a:lnTo>
                    <a:pt x="252" y="114"/>
                  </a:lnTo>
                  <a:lnTo>
                    <a:pt x="252" y="114"/>
                  </a:lnTo>
                  <a:lnTo>
                    <a:pt x="258" y="114"/>
                  </a:lnTo>
                  <a:lnTo>
                    <a:pt x="258" y="114"/>
                  </a:lnTo>
                  <a:lnTo>
                    <a:pt x="258" y="108"/>
                  </a:lnTo>
                  <a:lnTo>
                    <a:pt x="258" y="108"/>
                  </a:lnTo>
                  <a:lnTo>
                    <a:pt x="258" y="108"/>
                  </a:lnTo>
                  <a:lnTo>
                    <a:pt x="264" y="108"/>
                  </a:lnTo>
                  <a:lnTo>
                    <a:pt x="264" y="102"/>
                  </a:lnTo>
                  <a:lnTo>
                    <a:pt x="264" y="102"/>
                  </a:lnTo>
                  <a:lnTo>
                    <a:pt x="264" y="102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76" y="90"/>
                  </a:lnTo>
                  <a:lnTo>
                    <a:pt x="276" y="90"/>
                  </a:lnTo>
                  <a:lnTo>
                    <a:pt x="276" y="90"/>
                  </a:lnTo>
                  <a:lnTo>
                    <a:pt x="276" y="90"/>
                  </a:lnTo>
                  <a:lnTo>
                    <a:pt x="282" y="84"/>
                  </a:lnTo>
                  <a:lnTo>
                    <a:pt x="282" y="84"/>
                  </a:lnTo>
                  <a:lnTo>
                    <a:pt x="282" y="84"/>
                  </a:lnTo>
                  <a:lnTo>
                    <a:pt x="282" y="84"/>
                  </a:lnTo>
                  <a:lnTo>
                    <a:pt x="282" y="78"/>
                  </a:lnTo>
                  <a:lnTo>
                    <a:pt x="288" y="78"/>
                  </a:lnTo>
                  <a:lnTo>
                    <a:pt x="288" y="78"/>
                  </a:lnTo>
                  <a:lnTo>
                    <a:pt x="288" y="78"/>
                  </a:lnTo>
                  <a:lnTo>
                    <a:pt x="288" y="72"/>
                  </a:lnTo>
                  <a:lnTo>
                    <a:pt x="294" y="72"/>
                  </a:lnTo>
                  <a:lnTo>
                    <a:pt x="294" y="72"/>
                  </a:lnTo>
                  <a:lnTo>
                    <a:pt x="294" y="72"/>
                  </a:lnTo>
                  <a:lnTo>
                    <a:pt x="294" y="66"/>
                  </a:lnTo>
                  <a:lnTo>
                    <a:pt x="300" y="66"/>
                  </a:lnTo>
                  <a:lnTo>
                    <a:pt x="300" y="66"/>
                  </a:lnTo>
                  <a:lnTo>
                    <a:pt x="300" y="66"/>
                  </a:lnTo>
                  <a:lnTo>
                    <a:pt x="300" y="60"/>
                  </a:lnTo>
                  <a:lnTo>
                    <a:pt x="306" y="60"/>
                  </a:lnTo>
                  <a:lnTo>
                    <a:pt x="306" y="60"/>
                  </a:lnTo>
                  <a:lnTo>
                    <a:pt x="306" y="54"/>
                  </a:lnTo>
                  <a:lnTo>
                    <a:pt x="306" y="54"/>
                  </a:lnTo>
                  <a:lnTo>
                    <a:pt x="306" y="54"/>
                  </a:lnTo>
                  <a:lnTo>
                    <a:pt x="312" y="54"/>
                  </a:lnTo>
                  <a:lnTo>
                    <a:pt x="312" y="48"/>
                  </a:lnTo>
                  <a:lnTo>
                    <a:pt x="312" y="48"/>
                  </a:lnTo>
                  <a:lnTo>
                    <a:pt x="312" y="48"/>
                  </a:lnTo>
                  <a:lnTo>
                    <a:pt x="318" y="48"/>
                  </a:lnTo>
                  <a:lnTo>
                    <a:pt x="318" y="42"/>
                  </a:lnTo>
                  <a:lnTo>
                    <a:pt x="318" y="42"/>
                  </a:lnTo>
                  <a:lnTo>
                    <a:pt x="318" y="42"/>
                  </a:lnTo>
                  <a:lnTo>
                    <a:pt x="324" y="42"/>
                  </a:lnTo>
                  <a:lnTo>
                    <a:pt x="324" y="36"/>
                  </a:lnTo>
                  <a:lnTo>
                    <a:pt x="324" y="36"/>
                  </a:lnTo>
                  <a:lnTo>
                    <a:pt x="324" y="36"/>
                  </a:lnTo>
                  <a:lnTo>
                    <a:pt x="330" y="36"/>
                  </a:lnTo>
                  <a:lnTo>
                    <a:pt x="330" y="30"/>
                  </a:lnTo>
                  <a:lnTo>
                    <a:pt x="330" y="30"/>
                  </a:lnTo>
                  <a:lnTo>
                    <a:pt x="330" y="30"/>
                  </a:lnTo>
                  <a:lnTo>
                    <a:pt x="330" y="30"/>
                  </a:lnTo>
                  <a:lnTo>
                    <a:pt x="336" y="24"/>
                  </a:lnTo>
                  <a:lnTo>
                    <a:pt x="336" y="24"/>
                  </a:lnTo>
                  <a:lnTo>
                    <a:pt x="336" y="24"/>
                  </a:lnTo>
                  <a:lnTo>
                    <a:pt x="336" y="24"/>
                  </a:lnTo>
                  <a:lnTo>
                    <a:pt x="342" y="18"/>
                  </a:lnTo>
                  <a:lnTo>
                    <a:pt x="342" y="18"/>
                  </a:lnTo>
                  <a:lnTo>
                    <a:pt x="342" y="18"/>
                  </a:lnTo>
                  <a:lnTo>
                    <a:pt x="342" y="18"/>
                  </a:lnTo>
                  <a:lnTo>
                    <a:pt x="348" y="12"/>
                  </a:lnTo>
                  <a:lnTo>
                    <a:pt x="348" y="12"/>
                  </a:lnTo>
                  <a:lnTo>
                    <a:pt x="348" y="12"/>
                  </a:lnTo>
                  <a:lnTo>
                    <a:pt x="348" y="12"/>
                  </a:lnTo>
                  <a:lnTo>
                    <a:pt x="348" y="6"/>
                  </a:lnTo>
                  <a:lnTo>
                    <a:pt x="354" y="6"/>
                  </a:lnTo>
                  <a:lnTo>
                    <a:pt x="354" y="6"/>
                  </a:lnTo>
                  <a:lnTo>
                    <a:pt x="354" y="6"/>
                  </a:lnTo>
                  <a:lnTo>
                    <a:pt x="354" y="0"/>
                  </a:lnTo>
                  <a:lnTo>
                    <a:pt x="360" y="0"/>
                  </a:lnTo>
                </a:path>
              </a:pathLst>
            </a:custGeom>
            <a:noFill/>
            <a:ln w="25400">
              <a:solidFill>
                <a:srgbClr val="0064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4" name="Freeform 46">
              <a:extLst>
                <a:ext uri="{FF2B5EF4-FFF2-40B4-BE49-F238E27FC236}">
                  <a16:creationId xmlns:a16="http://schemas.microsoft.com/office/drawing/2014/main" id="{C5D7FE0A-92E8-459B-9244-D3A24574B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8" y="2340"/>
              <a:ext cx="108" cy="114"/>
            </a:xfrm>
            <a:custGeom>
              <a:avLst/>
              <a:gdLst>
                <a:gd name="T0" fmla="*/ 0 w 108"/>
                <a:gd name="T1" fmla="*/ 114 h 114"/>
                <a:gd name="T2" fmla="*/ 0 w 108"/>
                <a:gd name="T3" fmla="*/ 108 h 114"/>
                <a:gd name="T4" fmla="*/ 6 w 108"/>
                <a:gd name="T5" fmla="*/ 108 h 114"/>
                <a:gd name="T6" fmla="*/ 6 w 108"/>
                <a:gd name="T7" fmla="*/ 102 h 114"/>
                <a:gd name="T8" fmla="*/ 12 w 108"/>
                <a:gd name="T9" fmla="*/ 102 h 114"/>
                <a:gd name="T10" fmla="*/ 12 w 108"/>
                <a:gd name="T11" fmla="*/ 96 h 114"/>
                <a:gd name="T12" fmla="*/ 18 w 108"/>
                <a:gd name="T13" fmla="*/ 96 h 114"/>
                <a:gd name="T14" fmla="*/ 18 w 108"/>
                <a:gd name="T15" fmla="*/ 90 h 114"/>
                <a:gd name="T16" fmla="*/ 24 w 108"/>
                <a:gd name="T17" fmla="*/ 90 h 114"/>
                <a:gd name="T18" fmla="*/ 24 w 108"/>
                <a:gd name="T19" fmla="*/ 84 h 114"/>
                <a:gd name="T20" fmla="*/ 30 w 108"/>
                <a:gd name="T21" fmla="*/ 84 h 114"/>
                <a:gd name="T22" fmla="*/ 30 w 108"/>
                <a:gd name="T23" fmla="*/ 78 h 114"/>
                <a:gd name="T24" fmla="*/ 36 w 108"/>
                <a:gd name="T25" fmla="*/ 78 h 114"/>
                <a:gd name="T26" fmla="*/ 36 w 108"/>
                <a:gd name="T27" fmla="*/ 72 h 114"/>
                <a:gd name="T28" fmla="*/ 36 w 108"/>
                <a:gd name="T29" fmla="*/ 72 h 114"/>
                <a:gd name="T30" fmla="*/ 42 w 108"/>
                <a:gd name="T31" fmla="*/ 66 h 114"/>
                <a:gd name="T32" fmla="*/ 42 w 108"/>
                <a:gd name="T33" fmla="*/ 66 h 114"/>
                <a:gd name="T34" fmla="*/ 48 w 108"/>
                <a:gd name="T35" fmla="*/ 60 h 114"/>
                <a:gd name="T36" fmla="*/ 48 w 108"/>
                <a:gd name="T37" fmla="*/ 60 h 114"/>
                <a:gd name="T38" fmla="*/ 54 w 108"/>
                <a:gd name="T39" fmla="*/ 54 h 114"/>
                <a:gd name="T40" fmla="*/ 54 w 108"/>
                <a:gd name="T41" fmla="*/ 54 h 114"/>
                <a:gd name="T42" fmla="*/ 60 w 108"/>
                <a:gd name="T43" fmla="*/ 48 h 114"/>
                <a:gd name="T44" fmla="*/ 60 w 108"/>
                <a:gd name="T45" fmla="*/ 48 h 114"/>
                <a:gd name="T46" fmla="*/ 66 w 108"/>
                <a:gd name="T47" fmla="*/ 42 h 114"/>
                <a:gd name="T48" fmla="*/ 66 w 108"/>
                <a:gd name="T49" fmla="*/ 42 h 114"/>
                <a:gd name="T50" fmla="*/ 72 w 108"/>
                <a:gd name="T51" fmla="*/ 36 h 114"/>
                <a:gd name="T52" fmla="*/ 72 w 108"/>
                <a:gd name="T53" fmla="*/ 36 h 114"/>
                <a:gd name="T54" fmla="*/ 78 w 108"/>
                <a:gd name="T55" fmla="*/ 30 h 114"/>
                <a:gd name="T56" fmla="*/ 78 w 108"/>
                <a:gd name="T57" fmla="*/ 30 h 114"/>
                <a:gd name="T58" fmla="*/ 84 w 108"/>
                <a:gd name="T59" fmla="*/ 24 h 114"/>
                <a:gd name="T60" fmla="*/ 84 w 108"/>
                <a:gd name="T61" fmla="*/ 24 h 114"/>
                <a:gd name="T62" fmla="*/ 84 w 108"/>
                <a:gd name="T63" fmla="*/ 18 h 114"/>
                <a:gd name="T64" fmla="*/ 90 w 108"/>
                <a:gd name="T65" fmla="*/ 18 h 114"/>
                <a:gd name="T66" fmla="*/ 90 w 108"/>
                <a:gd name="T67" fmla="*/ 12 h 114"/>
                <a:gd name="T68" fmla="*/ 96 w 108"/>
                <a:gd name="T69" fmla="*/ 12 h 114"/>
                <a:gd name="T70" fmla="*/ 96 w 108"/>
                <a:gd name="T71" fmla="*/ 6 h 114"/>
                <a:gd name="T72" fmla="*/ 102 w 108"/>
                <a:gd name="T73" fmla="*/ 6 h 114"/>
                <a:gd name="T74" fmla="*/ 102 w 108"/>
                <a:gd name="T75" fmla="*/ 0 h 114"/>
                <a:gd name="T76" fmla="*/ 108 w 108"/>
                <a:gd name="T77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14">
                  <a:moveTo>
                    <a:pt x="0" y="114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0" y="108"/>
                  </a:lnTo>
                  <a:lnTo>
                    <a:pt x="6" y="108"/>
                  </a:lnTo>
                  <a:lnTo>
                    <a:pt x="6" y="108"/>
                  </a:lnTo>
                  <a:lnTo>
                    <a:pt x="6" y="108"/>
                  </a:lnTo>
                  <a:lnTo>
                    <a:pt x="6" y="102"/>
                  </a:lnTo>
                  <a:lnTo>
                    <a:pt x="12" y="102"/>
                  </a:lnTo>
                  <a:lnTo>
                    <a:pt x="12" y="102"/>
                  </a:lnTo>
                  <a:lnTo>
                    <a:pt x="12" y="102"/>
                  </a:lnTo>
                  <a:lnTo>
                    <a:pt x="12" y="96"/>
                  </a:lnTo>
                  <a:lnTo>
                    <a:pt x="12" y="96"/>
                  </a:lnTo>
                  <a:lnTo>
                    <a:pt x="18" y="96"/>
                  </a:lnTo>
                  <a:lnTo>
                    <a:pt x="18" y="96"/>
                  </a:lnTo>
                  <a:lnTo>
                    <a:pt x="18" y="90"/>
                  </a:lnTo>
                  <a:lnTo>
                    <a:pt x="18" y="90"/>
                  </a:lnTo>
                  <a:lnTo>
                    <a:pt x="24" y="90"/>
                  </a:lnTo>
                  <a:lnTo>
                    <a:pt x="24" y="90"/>
                  </a:lnTo>
                  <a:lnTo>
                    <a:pt x="24" y="84"/>
                  </a:lnTo>
                  <a:lnTo>
                    <a:pt x="24" y="84"/>
                  </a:lnTo>
                  <a:lnTo>
                    <a:pt x="30" y="84"/>
                  </a:lnTo>
                  <a:lnTo>
                    <a:pt x="30" y="84"/>
                  </a:lnTo>
                  <a:lnTo>
                    <a:pt x="30" y="78"/>
                  </a:lnTo>
                  <a:lnTo>
                    <a:pt x="30" y="78"/>
                  </a:lnTo>
                  <a:lnTo>
                    <a:pt x="36" y="78"/>
                  </a:lnTo>
                  <a:lnTo>
                    <a:pt x="36" y="78"/>
                  </a:lnTo>
                  <a:lnTo>
                    <a:pt x="36" y="72"/>
                  </a:lnTo>
                  <a:lnTo>
                    <a:pt x="36" y="72"/>
                  </a:lnTo>
                  <a:lnTo>
                    <a:pt x="36" y="72"/>
                  </a:lnTo>
                  <a:lnTo>
                    <a:pt x="42" y="72"/>
                  </a:lnTo>
                  <a:lnTo>
                    <a:pt x="42" y="66"/>
                  </a:lnTo>
                  <a:lnTo>
                    <a:pt x="42" y="66"/>
                  </a:lnTo>
                  <a:lnTo>
                    <a:pt x="42" y="66"/>
                  </a:lnTo>
                  <a:lnTo>
                    <a:pt x="48" y="66"/>
                  </a:lnTo>
                  <a:lnTo>
                    <a:pt x="48" y="60"/>
                  </a:lnTo>
                  <a:lnTo>
                    <a:pt x="48" y="60"/>
                  </a:lnTo>
                  <a:lnTo>
                    <a:pt x="48" y="60"/>
                  </a:lnTo>
                  <a:lnTo>
                    <a:pt x="54" y="60"/>
                  </a:lnTo>
                  <a:lnTo>
                    <a:pt x="54" y="54"/>
                  </a:lnTo>
                  <a:lnTo>
                    <a:pt x="54" y="54"/>
                  </a:lnTo>
                  <a:lnTo>
                    <a:pt x="54" y="54"/>
                  </a:lnTo>
                  <a:lnTo>
                    <a:pt x="60" y="54"/>
                  </a:lnTo>
                  <a:lnTo>
                    <a:pt x="60" y="48"/>
                  </a:lnTo>
                  <a:lnTo>
                    <a:pt x="60" y="48"/>
                  </a:lnTo>
                  <a:lnTo>
                    <a:pt x="60" y="48"/>
                  </a:lnTo>
                  <a:lnTo>
                    <a:pt x="60" y="48"/>
                  </a:lnTo>
                  <a:lnTo>
                    <a:pt x="66" y="42"/>
                  </a:lnTo>
                  <a:lnTo>
                    <a:pt x="66" y="42"/>
                  </a:lnTo>
                  <a:lnTo>
                    <a:pt x="66" y="42"/>
                  </a:lnTo>
                  <a:lnTo>
                    <a:pt x="66" y="42"/>
                  </a:lnTo>
                  <a:lnTo>
                    <a:pt x="72" y="36"/>
                  </a:lnTo>
                  <a:lnTo>
                    <a:pt x="72" y="36"/>
                  </a:lnTo>
                  <a:lnTo>
                    <a:pt x="72" y="36"/>
                  </a:lnTo>
                  <a:lnTo>
                    <a:pt x="72" y="36"/>
                  </a:lnTo>
                  <a:lnTo>
                    <a:pt x="78" y="30"/>
                  </a:lnTo>
                  <a:lnTo>
                    <a:pt x="78" y="30"/>
                  </a:lnTo>
                  <a:lnTo>
                    <a:pt x="78" y="30"/>
                  </a:lnTo>
                  <a:lnTo>
                    <a:pt x="78" y="30"/>
                  </a:lnTo>
                  <a:lnTo>
                    <a:pt x="84" y="24"/>
                  </a:lnTo>
                  <a:lnTo>
                    <a:pt x="84" y="24"/>
                  </a:lnTo>
                  <a:lnTo>
                    <a:pt x="84" y="24"/>
                  </a:lnTo>
                  <a:lnTo>
                    <a:pt x="84" y="24"/>
                  </a:lnTo>
                  <a:lnTo>
                    <a:pt x="84" y="18"/>
                  </a:lnTo>
                  <a:lnTo>
                    <a:pt x="90" y="18"/>
                  </a:lnTo>
                  <a:lnTo>
                    <a:pt x="90" y="18"/>
                  </a:lnTo>
                  <a:lnTo>
                    <a:pt x="90" y="18"/>
                  </a:lnTo>
                  <a:lnTo>
                    <a:pt x="90" y="12"/>
                  </a:lnTo>
                  <a:lnTo>
                    <a:pt x="96" y="12"/>
                  </a:lnTo>
                  <a:lnTo>
                    <a:pt x="96" y="12"/>
                  </a:lnTo>
                  <a:lnTo>
                    <a:pt x="96" y="12"/>
                  </a:lnTo>
                  <a:lnTo>
                    <a:pt x="96" y="6"/>
                  </a:lnTo>
                  <a:lnTo>
                    <a:pt x="102" y="6"/>
                  </a:lnTo>
                  <a:lnTo>
                    <a:pt x="102" y="6"/>
                  </a:lnTo>
                  <a:lnTo>
                    <a:pt x="102" y="6"/>
                  </a:lnTo>
                  <a:lnTo>
                    <a:pt x="102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08" y="0"/>
                  </a:lnTo>
                </a:path>
              </a:pathLst>
            </a:custGeom>
            <a:noFill/>
            <a:ln w="25400">
              <a:solidFill>
                <a:srgbClr val="0064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47">
              <a:extLst>
                <a:ext uri="{FF2B5EF4-FFF2-40B4-BE49-F238E27FC236}">
                  <a16:creationId xmlns:a16="http://schemas.microsoft.com/office/drawing/2014/main" id="{4EAF828D-A6CD-401E-8186-09F5DEE02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8" y="3006"/>
              <a:ext cx="360" cy="528"/>
            </a:xfrm>
            <a:custGeom>
              <a:avLst/>
              <a:gdLst>
                <a:gd name="T0" fmla="*/ 6 w 360"/>
                <a:gd name="T1" fmla="*/ 42 h 528"/>
                <a:gd name="T2" fmla="*/ 12 w 360"/>
                <a:gd name="T3" fmla="*/ 66 h 528"/>
                <a:gd name="T4" fmla="*/ 18 w 360"/>
                <a:gd name="T5" fmla="*/ 84 h 528"/>
                <a:gd name="T6" fmla="*/ 24 w 360"/>
                <a:gd name="T7" fmla="*/ 102 h 528"/>
                <a:gd name="T8" fmla="*/ 30 w 360"/>
                <a:gd name="T9" fmla="*/ 120 h 528"/>
                <a:gd name="T10" fmla="*/ 42 w 360"/>
                <a:gd name="T11" fmla="*/ 132 h 528"/>
                <a:gd name="T12" fmla="*/ 48 w 360"/>
                <a:gd name="T13" fmla="*/ 144 h 528"/>
                <a:gd name="T14" fmla="*/ 54 w 360"/>
                <a:gd name="T15" fmla="*/ 156 h 528"/>
                <a:gd name="T16" fmla="*/ 60 w 360"/>
                <a:gd name="T17" fmla="*/ 168 h 528"/>
                <a:gd name="T18" fmla="*/ 66 w 360"/>
                <a:gd name="T19" fmla="*/ 180 h 528"/>
                <a:gd name="T20" fmla="*/ 72 w 360"/>
                <a:gd name="T21" fmla="*/ 192 h 528"/>
                <a:gd name="T22" fmla="*/ 84 w 360"/>
                <a:gd name="T23" fmla="*/ 198 h 528"/>
                <a:gd name="T24" fmla="*/ 90 w 360"/>
                <a:gd name="T25" fmla="*/ 210 h 528"/>
                <a:gd name="T26" fmla="*/ 96 w 360"/>
                <a:gd name="T27" fmla="*/ 222 h 528"/>
                <a:gd name="T28" fmla="*/ 102 w 360"/>
                <a:gd name="T29" fmla="*/ 228 h 528"/>
                <a:gd name="T30" fmla="*/ 108 w 360"/>
                <a:gd name="T31" fmla="*/ 240 h 528"/>
                <a:gd name="T32" fmla="*/ 114 w 360"/>
                <a:gd name="T33" fmla="*/ 252 h 528"/>
                <a:gd name="T34" fmla="*/ 126 w 360"/>
                <a:gd name="T35" fmla="*/ 258 h 528"/>
                <a:gd name="T36" fmla="*/ 132 w 360"/>
                <a:gd name="T37" fmla="*/ 270 h 528"/>
                <a:gd name="T38" fmla="*/ 138 w 360"/>
                <a:gd name="T39" fmla="*/ 276 h 528"/>
                <a:gd name="T40" fmla="*/ 144 w 360"/>
                <a:gd name="T41" fmla="*/ 288 h 528"/>
                <a:gd name="T42" fmla="*/ 150 w 360"/>
                <a:gd name="T43" fmla="*/ 294 h 528"/>
                <a:gd name="T44" fmla="*/ 162 w 360"/>
                <a:gd name="T45" fmla="*/ 300 h 528"/>
                <a:gd name="T46" fmla="*/ 168 w 360"/>
                <a:gd name="T47" fmla="*/ 312 h 528"/>
                <a:gd name="T48" fmla="*/ 174 w 360"/>
                <a:gd name="T49" fmla="*/ 318 h 528"/>
                <a:gd name="T50" fmla="*/ 180 w 360"/>
                <a:gd name="T51" fmla="*/ 330 h 528"/>
                <a:gd name="T52" fmla="*/ 186 w 360"/>
                <a:gd name="T53" fmla="*/ 336 h 528"/>
                <a:gd name="T54" fmla="*/ 192 w 360"/>
                <a:gd name="T55" fmla="*/ 348 h 528"/>
                <a:gd name="T56" fmla="*/ 204 w 360"/>
                <a:gd name="T57" fmla="*/ 354 h 528"/>
                <a:gd name="T58" fmla="*/ 210 w 360"/>
                <a:gd name="T59" fmla="*/ 360 h 528"/>
                <a:gd name="T60" fmla="*/ 216 w 360"/>
                <a:gd name="T61" fmla="*/ 372 h 528"/>
                <a:gd name="T62" fmla="*/ 222 w 360"/>
                <a:gd name="T63" fmla="*/ 378 h 528"/>
                <a:gd name="T64" fmla="*/ 228 w 360"/>
                <a:gd name="T65" fmla="*/ 384 h 528"/>
                <a:gd name="T66" fmla="*/ 234 w 360"/>
                <a:gd name="T67" fmla="*/ 396 h 528"/>
                <a:gd name="T68" fmla="*/ 246 w 360"/>
                <a:gd name="T69" fmla="*/ 402 h 528"/>
                <a:gd name="T70" fmla="*/ 252 w 360"/>
                <a:gd name="T71" fmla="*/ 408 h 528"/>
                <a:gd name="T72" fmla="*/ 258 w 360"/>
                <a:gd name="T73" fmla="*/ 420 h 528"/>
                <a:gd name="T74" fmla="*/ 264 w 360"/>
                <a:gd name="T75" fmla="*/ 426 h 528"/>
                <a:gd name="T76" fmla="*/ 270 w 360"/>
                <a:gd name="T77" fmla="*/ 432 h 528"/>
                <a:gd name="T78" fmla="*/ 282 w 360"/>
                <a:gd name="T79" fmla="*/ 444 h 528"/>
                <a:gd name="T80" fmla="*/ 288 w 360"/>
                <a:gd name="T81" fmla="*/ 450 h 528"/>
                <a:gd name="T82" fmla="*/ 294 w 360"/>
                <a:gd name="T83" fmla="*/ 456 h 528"/>
                <a:gd name="T84" fmla="*/ 300 w 360"/>
                <a:gd name="T85" fmla="*/ 462 h 528"/>
                <a:gd name="T86" fmla="*/ 306 w 360"/>
                <a:gd name="T87" fmla="*/ 474 h 528"/>
                <a:gd name="T88" fmla="*/ 312 w 360"/>
                <a:gd name="T89" fmla="*/ 480 h 528"/>
                <a:gd name="T90" fmla="*/ 324 w 360"/>
                <a:gd name="T91" fmla="*/ 486 h 528"/>
                <a:gd name="T92" fmla="*/ 330 w 360"/>
                <a:gd name="T93" fmla="*/ 498 h 528"/>
                <a:gd name="T94" fmla="*/ 336 w 360"/>
                <a:gd name="T95" fmla="*/ 504 h 528"/>
                <a:gd name="T96" fmla="*/ 342 w 360"/>
                <a:gd name="T97" fmla="*/ 510 h 528"/>
                <a:gd name="T98" fmla="*/ 348 w 360"/>
                <a:gd name="T99" fmla="*/ 516 h 528"/>
                <a:gd name="T100" fmla="*/ 354 w 360"/>
                <a:gd name="T101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60" h="528">
                  <a:moveTo>
                    <a:pt x="0" y="0"/>
                  </a:moveTo>
                  <a:lnTo>
                    <a:pt x="0" y="18"/>
                  </a:lnTo>
                  <a:lnTo>
                    <a:pt x="0" y="24"/>
                  </a:lnTo>
                  <a:lnTo>
                    <a:pt x="0" y="36"/>
                  </a:lnTo>
                  <a:lnTo>
                    <a:pt x="6" y="42"/>
                  </a:lnTo>
                  <a:lnTo>
                    <a:pt x="6" y="48"/>
                  </a:lnTo>
                  <a:lnTo>
                    <a:pt x="6" y="54"/>
                  </a:lnTo>
                  <a:lnTo>
                    <a:pt x="6" y="60"/>
                  </a:lnTo>
                  <a:lnTo>
                    <a:pt x="12" y="60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2" y="72"/>
                  </a:lnTo>
                  <a:lnTo>
                    <a:pt x="18" y="78"/>
                  </a:lnTo>
                  <a:lnTo>
                    <a:pt x="18" y="84"/>
                  </a:lnTo>
                  <a:lnTo>
                    <a:pt x="18" y="84"/>
                  </a:lnTo>
                  <a:lnTo>
                    <a:pt x="18" y="90"/>
                  </a:lnTo>
                  <a:lnTo>
                    <a:pt x="24" y="96"/>
                  </a:lnTo>
                  <a:lnTo>
                    <a:pt x="24" y="96"/>
                  </a:lnTo>
                  <a:lnTo>
                    <a:pt x="24" y="102"/>
                  </a:lnTo>
                  <a:lnTo>
                    <a:pt x="24" y="102"/>
                  </a:lnTo>
                  <a:lnTo>
                    <a:pt x="24" y="108"/>
                  </a:lnTo>
                  <a:lnTo>
                    <a:pt x="30" y="108"/>
                  </a:lnTo>
                  <a:lnTo>
                    <a:pt x="30" y="114"/>
                  </a:lnTo>
                  <a:lnTo>
                    <a:pt x="30" y="114"/>
                  </a:lnTo>
                  <a:lnTo>
                    <a:pt x="30" y="120"/>
                  </a:lnTo>
                  <a:lnTo>
                    <a:pt x="36" y="120"/>
                  </a:lnTo>
                  <a:lnTo>
                    <a:pt x="36" y="126"/>
                  </a:lnTo>
                  <a:lnTo>
                    <a:pt x="36" y="126"/>
                  </a:lnTo>
                  <a:lnTo>
                    <a:pt x="36" y="126"/>
                  </a:lnTo>
                  <a:lnTo>
                    <a:pt x="42" y="132"/>
                  </a:lnTo>
                  <a:lnTo>
                    <a:pt x="42" y="132"/>
                  </a:lnTo>
                  <a:lnTo>
                    <a:pt x="42" y="138"/>
                  </a:lnTo>
                  <a:lnTo>
                    <a:pt x="42" y="138"/>
                  </a:lnTo>
                  <a:lnTo>
                    <a:pt x="48" y="144"/>
                  </a:lnTo>
                  <a:lnTo>
                    <a:pt x="48" y="144"/>
                  </a:lnTo>
                  <a:lnTo>
                    <a:pt x="48" y="144"/>
                  </a:lnTo>
                  <a:lnTo>
                    <a:pt x="48" y="150"/>
                  </a:lnTo>
                  <a:lnTo>
                    <a:pt x="48" y="150"/>
                  </a:lnTo>
                  <a:lnTo>
                    <a:pt x="54" y="156"/>
                  </a:lnTo>
                  <a:lnTo>
                    <a:pt x="54" y="156"/>
                  </a:lnTo>
                  <a:lnTo>
                    <a:pt x="54" y="156"/>
                  </a:lnTo>
                  <a:lnTo>
                    <a:pt x="54" y="162"/>
                  </a:lnTo>
                  <a:lnTo>
                    <a:pt x="60" y="162"/>
                  </a:lnTo>
                  <a:lnTo>
                    <a:pt x="60" y="168"/>
                  </a:lnTo>
                  <a:lnTo>
                    <a:pt x="60" y="168"/>
                  </a:lnTo>
                  <a:lnTo>
                    <a:pt x="60" y="168"/>
                  </a:lnTo>
                  <a:lnTo>
                    <a:pt x="66" y="174"/>
                  </a:lnTo>
                  <a:lnTo>
                    <a:pt x="66" y="174"/>
                  </a:lnTo>
                  <a:lnTo>
                    <a:pt x="66" y="180"/>
                  </a:lnTo>
                  <a:lnTo>
                    <a:pt x="66" y="180"/>
                  </a:lnTo>
                  <a:lnTo>
                    <a:pt x="66" y="180"/>
                  </a:lnTo>
                  <a:lnTo>
                    <a:pt x="72" y="186"/>
                  </a:lnTo>
                  <a:lnTo>
                    <a:pt x="72" y="186"/>
                  </a:lnTo>
                  <a:lnTo>
                    <a:pt x="72" y="186"/>
                  </a:lnTo>
                  <a:lnTo>
                    <a:pt x="72" y="192"/>
                  </a:lnTo>
                  <a:lnTo>
                    <a:pt x="78" y="192"/>
                  </a:lnTo>
                  <a:lnTo>
                    <a:pt x="78" y="192"/>
                  </a:lnTo>
                  <a:lnTo>
                    <a:pt x="78" y="198"/>
                  </a:lnTo>
                  <a:lnTo>
                    <a:pt x="78" y="198"/>
                  </a:lnTo>
                  <a:lnTo>
                    <a:pt x="84" y="198"/>
                  </a:lnTo>
                  <a:lnTo>
                    <a:pt x="84" y="204"/>
                  </a:lnTo>
                  <a:lnTo>
                    <a:pt x="84" y="204"/>
                  </a:lnTo>
                  <a:lnTo>
                    <a:pt x="84" y="204"/>
                  </a:lnTo>
                  <a:lnTo>
                    <a:pt x="90" y="210"/>
                  </a:lnTo>
                  <a:lnTo>
                    <a:pt x="90" y="210"/>
                  </a:lnTo>
                  <a:lnTo>
                    <a:pt x="90" y="210"/>
                  </a:lnTo>
                  <a:lnTo>
                    <a:pt x="90" y="216"/>
                  </a:lnTo>
                  <a:lnTo>
                    <a:pt x="90" y="216"/>
                  </a:lnTo>
                  <a:lnTo>
                    <a:pt x="96" y="216"/>
                  </a:lnTo>
                  <a:lnTo>
                    <a:pt x="96" y="222"/>
                  </a:lnTo>
                  <a:lnTo>
                    <a:pt x="96" y="222"/>
                  </a:lnTo>
                  <a:lnTo>
                    <a:pt x="96" y="222"/>
                  </a:lnTo>
                  <a:lnTo>
                    <a:pt x="102" y="228"/>
                  </a:lnTo>
                  <a:lnTo>
                    <a:pt x="102" y="228"/>
                  </a:lnTo>
                  <a:lnTo>
                    <a:pt x="102" y="228"/>
                  </a:lnTo>
                  <a:lnTo>
                    <a:pt x="102" y="234"/>
                  </a:lnTo>
                  <a:lnTo>
                    <a:pt x="108" y="234"/>
                  </a:lnTo>
                  <a:lnTo>
                    <a:pt x="108" y="234"/>
                  </a:lnTo>
                  <a:lnTo>
                    <a:pt x="108" y="240"/>
                  </a:lnTo>
                  <a:lnTo>
                    <a:pt x="108" y="240"/>
                  </a:lnTo>
                  <a:lnTo>
                    <a:pt x="114" y="240"/>
                  </a:lnTo>
                  <a:lnTo>
                    <a:pt x="114" y="246"/>
                  </a:lnTo>
                  <a:lnTo>
                    <a:pt x="114" y="246"/>
                  </a:lnTo>
                  <a:lnTo>
                    <a:pt x="114" y="246"/>
                  </a:lnTo>
                  <a:lnTo>
                    <a:pt x="114" y="252"/>
                  </a:lnTo>
                  <a:lnTo>
                    <a:pt x="120" y="252"/>
                  </a:lnTo>
                  <a:lnTo>
                    <a:pt x="120" y="252"/>
                  </a:lnTo>
                  <a:lnTo>
                    <a:pt x="120" y="252"/>
                  </a:lnTo>
                  <a:lnTo>
                    <a:pt x="120" y="258"/>
                  </a:lnTo>
                  <a:lnTo>
                    <a:pt x="126" y="258"/>
                  </a:lnTo>
                  <a:lnTo>
                    <a:pt x="126" y="258"/>
                  </a:lnTo>
                  <a:lnTo>
                    <a:pt x="126" y="264"/>
                  </a:lnTo>
                  <a:lnTo>
                    <a:pt x="126" y="264"/>
                  </a:lnTo>
                  <a:lnTo>
                    <a:pt x="132" y="264"/>
                  </a:lnTo>
                  <a:lnTo>
                    <a:pt x="132" y="270"/>
                  </a:lnTo>
                  <a:lnTo>
                    <a:pt x="132" y="270"/>
                  </a:lnTo>
                  <a:lnTo>
                    <a:pt x="132" y="270"/>
                  </a:lnTo>
                  <a:lnTo>
                    <a:pt x="138" y="270"/>
                  </a:lnTo>
                  <a:lnTo>
                    <a:pt x="138" y="276"/>
                  </a:lnTo>
                  <a:lnTo>
                    <a:pt x="138" y="276"/>
                  </a:lnTo>
                  <a:lnTo>
                    <a:pt x="138" y="276"/>
                  </a:lnTo>
                  <a:lnTo>
                    <a:pt x="138" y="282"/>
                  </a:lnTo>
                  <a:lnTo>
                    <a:pt x="144" y="282"/>
                  </a:lnTo>
                  <a:lnTo>
                    <a:pt x="144" y="282"/>
                  </a:lnTo>
                  <a:lnTo>
                    <a:pt x="144" y="288"/>
                  </a:lnTo>
                  <a:lnTo>
                    <a:pt x="144" y="288"/>
                  </a:lnTo>
                  <a:lnTo>
                    <a:pt x="150" y="288"/>
                  </a:lnTo>
                  <a:lnTo>
                    <a:pt x="150" y="288"/>
                  </a:lnTo>
                  <a:lnTo>
                    <a:pt x="150" y="294"/>
                  </a:lnTo>
                  <a:lnTo>
                    <a:pt x="150" y="294"/>
                  </a:lnTo>
                  <a:lnTo>
                    <a:pt x="156" y="294"/>
                  </a:lnTo>
                  <a:lnTo>
                    <a:pt x="156" y="300"/>
                  </a:lnTo>
                  <a:lnTo>
                    <a:pt x="156" y="300"/>
                  </a:lnTo>
                  <a:lnTo>
                    <a:pt x="156" y="300"/>
                  </a:lnTo>
                  <a:lnTo>
                    <a:pt x="162" y="300"/>
                  </a:lnTo>
                  <a:lnTo>
                    <a:pt x="162" y="306"/>
                  </a:lnTo>
                  <a:lnTo>
                    <a:pt x="162" y="306"/>
                  </a:lnTo>
                  <a:lnTo>
                    <a:pt x="162" y="306"/>
                  </a:lnTo>
                  <a:lnTo>
                    <a:pt x="162" y="312"/>
                  </a:lnTo>
                  <a:lnTo>
                    <a:pt x="168" y="312"/>
                  </a:lnTo>
                  <a:lnTo>
                    <a:pt x="168" y="312"/>
                  </a:lnTo>
                  <a:lnTo>
                    <a:pt x="168" y="312"/>
                  </a:lnTo>
                  <a:lnTo>
                    <a:pt x="168" y="318"/>
                  </a:lnTo>
                  <a:lnTo>
                    <a:pt x="174" y="318"/>
                  </a:lnTo>
                  <a:lnTo>
                    <a:pt x="174" y="318"/>
                  </a:lnTo>
                  <a:lnTo>
                    <a:pt x="174" y="324"/>
                  </a:lnTo>
                  <a:lnTo>
                    <a:pt x="174" y="324"/>
                  </a:lnTo>
                  <a:lnTo>
                    <a:pt x="180" y="324"/>
                  </a:lnTo>
                  <a:lnTo>
                    <a:pt x="180" y="324"/>
                  </a:lnTo>
                  <a:lnTo>
                    <a:pt x="180" y="330"/>
                  </a:lnTo>
                  <a:lnTo>
                    <a:pt x="180" y="330"/>
                  </a:lnTo>
                  <a:lnTo>
                    <a:pt x="186" y="330"/>
                  </a:lnTo>
                  <a:lnTo>
                    <a:pt x="186" y="336"/>
                  </a:lnTo>
                  <a:lnTo>
                    <a:pt x="186" y="336"/>
                  </a:lnTo>
                  <a:lnTo>
                    <a:pt x="186" y="336"/>
                  </a:lnTo>
                  <a:lnTo>
                    <a:pt x="186" y="336"/>
                  </a:lnTo>
                  <a:lnTo>
                    <a:pt x="192" y="342"/>
                  </a:lnTo>
                  <a:lnTo>
                    <a:pt x="192" y="342"/>
                  </a:lnTo>
                  <a:lnTo>
                    <a:pt x="192" y="342"/>
                  </a:lnTo>
                  <a:lnTo>
                    <a:pt x="192" y="348"/>
                  </a:lnTo>
                  <a:lnTo>
                    <a:pt x="198" y="348"/>
                  </a:lnTo>
                  <a:lnTo>
                    <a:pt x="198" y="348"/>
                  </a:lnTo>
                  <a:lnTo>
                    <a:pt x="198" y="348"/>
                  </a:lnTo>
                  <a:lnTo>
                    <a:pt x="198" y="354"/>
                  </a:lnTo>
                  <a:lnTo>
                    <a:pt x="204" y="354"/>
                  </a:lnTo>
                  <a:lnTo>
                    <a:pt x="204" y="354"/>
                  </a:lnTo>
                  <a:lnTo>
                    <a:pt x="204" y="354"/>
                  </a:lnTo>
                  <a:lnTo>
                    <a:pt x="204" y="360"/>
                  </a:lnTo>
                  <a:lnTo>
                    <a:pt x="210" y="360"/>
                  </a:lnTo>
                  <a:lnTo>
                    <a:pt x="210" y="360"/>
                  </a:lnTo>
                  <a:lnTo>
                    <a:pt x="210" y="366"/>
                  </a:lnTo>
                  <a:lnTo>
                    <a:pt x="210" y="366"/>
                  </a:lnTo>
                  <a:lnTo>
                    <a:pt x="210" y="366"/>
                  </a:lnTo>
                  <a:lnTo>
                    <a:pt x="216" y="366"/>
                  </a:lnTo>
                  <a:lnTo>
                    <a:pt x="216" y="372"/>
                  </a:lnTo>
                  <a:lnTo>
                    <a:pt x="216" y="372"/>
                  </a:lnTo>
                  <a:lnTo>
                    <a:pt x="216" y="372"/>
                  </a:lnTo>
                  <a:lnTo>
                    <a:pt x="222" y="372"/>
                  </a:lnTo>
                  <a:lnTo>
                    <a:pt x="222" y="378"/>
                  </a:lnTo>
                  <a:lnTo>
                    <a:pt x="222" y="378"/>
                  </a:lnTo>
                  <a:lnTo>
                    <a:pt x="222" y="378"/>
                  </a:lnTo>
                  <a:lnTo>
                    <a:pt x="228" y="384"/>
                  </a:lnTo>
                  <a:lnTo>
                    <a:pt x="228" y="384"/>
                  </a:lnTo>
                  <a:lnTo>
                    <a:pt x="228" y="384"/>
                  </a:lnTo>
                  <a:lnTo>
                    <a:pt x="228" y="384"/>
                  </a:lnTo>
                  <a:lnTo>
                    <a:pt x="234" y="390"/>
                  </a:lnTo>
                  <a:lnTo>
                    <a:pt x="234" y="390"/>
                  </a:lnTo>
                  <a:lnTo>
                    <a:pt x="234" y="390"/>
                  </a:lnTo>
                  <a:lnTo>
                    <a:pt x="234" y="390"/>
                  </a:lnTo>
                  <a:lnTo>
                    <a:pt x="234" y="396"/>
                  </a:lnTo>
                  <a:lnTo>
                    <a:pt x="240" y="396"/>
                  </a:lnTo>
                  <a:lnTo>
                    <a:pt x="240" y="396"/>
                  </a:lnTo>
                  <a:lnTo>
                    <a:pt x="240" y="396"/>
                  </a:lnTo>
                  <a:lnTo>
                    <a:pt x="240" y="402"/>
                  </a:lnTo>
                  <a:lnTo>
                    <a:pt x="246" y="402"/>
                  </a:lnTo>
                  <a:lnTo>
                    <a:pt x="246" y="402"/>
                  </a:lnTo>
                  <a:lnTo>
                    <a:pt x="246" y="408"/>
                  </a:lnTo>
                  <a:lnTo>
                    <a:pt x="246" y="408"/>
                  </a:lnTo>
                  <a:lnTo>
                    <a:pt x="252" y="408"/>
                  </a:lnTo>
                  <a:lnTo>
                    <a:pt x="252" y="408"/>
                  </a:lnTo>
                  <a:lnTo>
                    <a:pt x="252" y="414"/>
                  </a:lnTo>
                  <a:lnTo>
                    <a:pt x="252" y="414"/>
                  </a:lnTo>
                  <a:lnTo>
                    <a:pt x="258" y="414"/>
                  </a:lnTo>
                  <a:lnTo>
                    <a:pt x="258" y="414"/>
                  </a:lnTo>
                  <a:lnTo>
                    <a:pt x="258" y="420"/>
                  </a:lnTo>
                  <a:lnTo>
                    <a:pt x="258" y="420"/>
                  </a:lnTo>
                  <a:lnTo>
                    <a:pt x="258" y="420"/>
                  </a:lnTo>
                  <a:lnTo>
                    <a:pt x="264" y="420"/>
                  </a:lnTo>
                  <a:lnTo>
                    <a:pt x="264" y="426"/>
                  </a:lnTo>
                  <a:lnTo>
                    <a:pt x="264" y="426"/>
                  </a:lnTo>
                  <a:lnTo>
                    <a:pt x="264" y="426"/>
                  </a:lnTo>
                  <a:lnTo>
                    <a:pt x="270" y="432"/>
                  </a:lnTo>
                  <a:lnTo>
                    <a:pt x="270" y="432"/>
                  </a:lnTo>
                  <a:lnTo>
                    <a:pt x="270" y="432"/>
                  </a:lnTo>
                  <a:lnTo>
                    <a:pt x="270" y="432"/>
                  </a:lnTo>
                  <a:lnTo>
                    <a:pt x="276" y="438"/>
                  </a:lnTo>
                  <a:lnTo>
                    <a:pt x="276" y="438"/>
                  </a:lnTo>
                  <a:lnTo>
                    <a:pt x="276" y="438"/>
                  </a:lnTo>
                  <a:lnTo>
                    <a:pt x="276" y="438"/>
                  </a:lnTo>
                  <a:lnTo>
                    <a:pt x="282" y="444"/>
                  </a:lnTo>
                  <a:lnTo>
                    <a:pt x="282" y="444"/>
                  </a:lnTo>
                  <a:lnTo>
                    <a:pt x="282" y="444"/>
                  </a:lnTo>
                  <a:lnTo>
                    <a:pt x="282" y="444"/>
                  </a:lnTo>
                  <a:lnTo>
                    <a:pt x="282" y="450"/>
                  </a:lnTo>
                  <a:lnTo>
                    <a:pt x="288" y="450"/>
                  </a:lnTo>
                  <a:lnTo>
                    <a:pt x="288" y="450"/>
                  </a:lnTo>
                  <a:lnTo>
                    <a:pt x="288" y="450"/>
                  </a:lnTo>
                  <a:lnTo>
                    <a:pt x="288" y="456"/>
                  </a:lnTo>
                  <a:lnTo>
                    <a:pt x="294" y="456"/>
                  </a:lnTo>
                  <a:lnTo>
                    <a:pt x="294" y="456"/>
                  </a:lnTo>
                  <a:lnTo>
                    <a:pt x="294" y="456"/>
                  </a:lnTo>
                  <a:lnTo>
                    <a:pt x="294" y="462"/>
                  </a:lnTo>
                  <a:lnTo>
                    <a:pt x="300" y="462"/>
                  </a:lnTo>
                  <a:lnTo>
                    <a:pt x="300" y="462"/>
                  </a:lnTo>
                  <a:lnTo>
                    <a:pt x="300" y="462"/>
                  </a:lnTo>
                  <a:lnTo>
                    <a:pt x="300" y="468"/>
                  </a:lnTo>
                  <a:lnTo>
                    <a:pt x="306" y="468"/>
                  </a:lnTo>
                  <a:lnTo>
                    <a:pt x="306" y="468"/>
                  </a:lnTo>
                  <a:lnTo>
                    <a:pt x="306" y="474"/>
                  </a:lnTo>
                  <a:lnTo>
                    <a:pt x="306" y="474"/>
                  </a:lnTo>
                  <a:lnTo>
                    <a:pt x="306" y="474"/>
                  </a:lnTo>
                  <a:lnTo>
                    <a:pt x="312" y="474"/>
                  </a:lnTo>
                  <a:lnTo>
                    <a:pt x="312" y="480"/>
                  </a:lnTo>
                  <a:lnTo>
                    <a:pt x="312" y="480"/>
                  </a:lnTo>
                  <a:lnTo>
                    <a:pt x="312" y="480"/>
                  </a:lnTo>
                  <a:lnTo>
                    <a:pt x="318" y="480"/>
                  </a:lnTo>
                  <a:lnTo>
                    <a:pt x="318" y="486"/>
                  </a:lnTo>
                  <a:lnTo>
                    <a:pt x="318" y="486"/>
                  </a:lnTo>
                  <a:lnTo>
                    <a:pt x="318" y="486"/>
                  </a:lnTo>
                  <a:lnTo>
                    <a:pt x="324" y="486"/>
                  </a:lnTo>
                  <a:lnTo>
                    <a:pt x="324" y="492"/>
                  </a:lnTo>
                  <a:lnTo>
                    <a:pt x="324" y="492"/>
                  </a:lnTo>
                  <a:lnTo>
                    <a:pt x="324" y="492"/>
                  </a:lnTo>
                  <a:lnTo>
                    <a:pt x="330" y="492"/>
                  </a:lnTo>
                  <a:lnTo>
                    <a:pt x="330" y="498"/>
                  </a:lnTo>
                  <a:lnTo>
                    <a:pt x="330" y="498"/>
                  </a:lnTo>
                  <a:lnTo>
                    <a:pt x="330" y="498"/>
                  </a:lnTo>
                  <a:lnTo>
                    <a:pt x="330" y="498"/>
                  </a:lnTo>
                  <a:lnTo>
                    <a:pt x="336" y="504"/>
                  </a:lnTo>
                  <a:lnTo>
                    <a:pt x="336" y="504"/>
                  </a:lnTo>
                  <a:lnTo>
                    <a:pt x="336" y="504"/>
                  </a:lnTo>
                  <a:lnTo>
                    <a:pt x="336" y="504"/>
                  </a:lnTo>
                  <a:lnTo>
                    <a:pt x="342" y="510"/>
                  </a:lnTo>
                  <a:lnTo>
                    <a:pt x="342" y="510"/>
                  </a:lnTo>
                  <a:lnTo>
                    <a:pt x="342" y="510"/>
                  </a:lnTo>
                  <a:lnTo>
                    <a:pt x="342" y="510"/>
                  </a:lnTo>
                  <a:lnTo>
                    <a:pt x="348" y="516"/>
                  </a:lnTo>
                  <a:lnTo>
                    <a:pt x="348" y="516"/>
                  </a:lnTo>
                  <a:lnTo>
                    <a:pt x="348" y="516"/>
                  </a:lnTo>
                  <a:lnTo>
                    <a:pt x="348" y="516"/>
                  </a:lnTo>
                  <a:lnTo>
                    <a:pt x="348" y="522"/>
                  </a:lnTo>
                  <a:lnTo>
                    <a:pt x="354" y="522"/>
                  </a:lnTo>
                  <a:lnTo>
                    <a:pt x="354" y="522"/>
                  </a:lnTo>
                  <a:lnTo>
                    <a:pt x="354" y="522"/>
                  </a:lnTo>
                  <a:lnTo>
                    <a:pt x="354" y="528"/>
                  </a:lnTo>
                  <a:lnTo>
                    <a:pt x="360" y="528"/>
                  </a:lnTo>
                </a:path>
              </a:pathLst>
            </a:custGeom>
            <a:noFill/>
            <a:ln w="25400">
              <a:solidFill>
                <a:srgbClr val="0064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48">
              <a:extLst>
                <a:ext uri="{FF2B5EF4-FFF2-40B4-BE49-F238E27FC236}">
                  <a16:creationId xmlns:a16="http://schemas.microsoft.com/office/drawing/2014/main" id="{B227A7E0-1386-4BAB-B6B1-224BF442E5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8" y="3534"/>
              <a:ext cx="108" cy="114"/>
            </a:xfrm>
            <a:custGeom>
              <a:avLst/>
              <a:gdLst>
                <a:gd name="T0" fmla="*/ 0 w 108"/>
                <a:gd name="T1" fmla="*/ 0 h 114"/>
                <a:gd name="T2" fmla="*/ 0 w 108"/>
                <a:gd name="T3" fmla="*/ 6 h 114"/>
                <a:gd name="T4" fmla="*/ 6 w 108"/>
                <a:gd name="T5" fmla="*/ 6 h 114"/>
                <a:gd name="T6" fmla="*/ 6 w 108"/>
                <a:gd name="T7" fmla="*/ 12 h 114"/>
                <a:gd name="T8" fmla="*/ 12 w 108"/>
                <a:gd name="T9" fmla="*/ 12 h 114"/>
                <a:gd name="T10" fmla="*/ 12 w 108"/>
                <a:gd name="T11" fmla="*/ 18 h 114"/>
                <a:gd name="T12" fmla="*/ 18 w 108"/>
                <a:gd name="T13" fmla="*/ 18 h 114"/>
                <a:gd name="T14" fmla="*/ 18 w 108"/>
                <a:gd name="T15" fmla="*/ 24 h 114"/>
                <a:gd name="T16" fmla="*/ 24 w 108"/>
                <a:gd name="T17" fmla="*/ 24 h 114"/>
                <a:gd name="T18" fmla="*/ 24 w 108"/>
                <a:gd name="T19" fmla="*/ 30 h 114"/>
                <a:gd name="T20" fmla="*/ 30 w 108"/>
                <a:gd name="T21" fmla="*/ 30 h 114"/>
                <a:gd name="T22" fmla="*/ 30 w 108"/>
                <a:gd name="T23" fmla="*/ 36 h 114"/>
                <a:gd name="T24" fmla="*/ 36 w 108"/>
                <a:gd name="T25" fmla="*/ 36 h 114"/>
                <a:gd name="T26" fmla="*/ 36 w 108"/>
                <a:gd name="T27" fmla="*/ 42 h 114"/>
                <a:gd name="T28" fmla="*/ 36 w 108"/>
                <a:gd name="T29" fmla="*/ 42 h 114"/>
                <a:gd name="T30" fmla="*/ 42 w 108"/>
                <a:gd name="T31" fmla="*/ 48 h 114"/>
                <a:gd name="T32" fmla="*/ 42 w 108"/>
                <a:gd name="T33" fmla="*/ 48 h 114"/>
                <a:gd name="T34" fmla="*/ 48 w 108"/>
                <a:gd name="T35" fmla="*/ 54 h 114"/>
                <a:gd name="T36" fmla="*/ 48 w 108"/>
                <a:gd name="T37" fmla="*/ 54 h 114"/>
                <a:gd name="T38" fmla="*/ 54 w 108"/>
                <a:gd name="T39" fmla="*/ 60 h 114"/>
                <a:gd name="T40" fmla="*/ 54 w 108"/>
                <a:gd name="T41" fmla="*/ 60 h 114"/>
                <a:gd name="T42" fmla="*/ 60 w 108"/>
                <a:gd name="T43" fmla="*/ 66 h 114"/>
                <a:gd name="T44" fmla="*/ 60 w 108"/>
                <a:gd name="T45" fmla="*/ 66 h 114"/>
                <a:gd name="T46" fmla="*/ 66 w 108"/>
                <a:gd name="T47" fmla="*/ 72 h 114"/>
                <a:gd name="T48" fmla="*/ 66 w 108"/>
                <a:gd name="T49" fmla="*/ 72 h 114"/>
                <a:gd name="T50" fmla="*/ 72 w 108"/>
                <a:gd name="T51" fmla="*/ 78 h 114"/>
                <a:gd name="T52" fmla="*/ 72 w 108"/>
                <a:gd name="T53" fmla="*/ 78 h 114"/>
                <a:gd name="T54" fmla="*/ 78 w 108"/>
                <a:gd name="T55" fmla="*/ 84 h 114"/>
                <a:gd name="T56" fmla="*/ 78 w 108"/>
                <a:gd name="T57" fmla="*/ 84 h 114"/>
                <a:gd name="T58" fmla="*/ 84 w 108"/>
                <a:gd name="T59" fmla="*/ 90 h 114"/>
                <a:gd name="T60" fmla="*/ 84 w 108"/>
                <a:gd name="T61" fmla="*/ 90 h 114"/>
                <a:gd name="T62" fmla="*/ 84 w 108"/>
                <a:gd name="T63" fmla="*/ 96 h 114"/>
                <a:gd name="T64" fmla="*/ 90 w 108"/>
                <a:gd name="T65" fmla="*/ 96 h 114"/>
                <a:gd name="T66" fmla="*/ 90 w 108"/>
                <a:gd name="T67" fmla="*/ 102 h 114"/>
                <a:gd name="T68" fmla="*/ 96 w 108"/>
                <a:gd name="T69" fmla="*/ 102 h 114"/>
                <a:gd name="T70" fmla="*/ 96 w 108"/>
                <a:gd name="T71" fmla="*/ 108 h 114"/>
                <a:gd name="T72" fmla="*/ 102 w 108"/>
                <a:gd name="T73" fmla="*/ 108 h 114"/>
                <a:gd name="T74" fmla="*/ 102 w 108"/>
                <a:gd name="T75" fmla="*/ 114 h 114"/>
                <a:gd name="T76" fmla="*/ 108 w 108"/>
                <a:gd name="T77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8" h="114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12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18" y="18"/>
                  </a:lnTo>
                  <a:lnTo>
                    <a:pt x="18" y="18"/>
                  </a:lnTo>
                  <a:lnTo>
                    <a:pt x="18" y="24"/>
                  </a:lnTo>
                  <a:lnTo>
                    <a:pt x="18" y="24"/>
                  </a:lnTo>
                  <a:lnTo>
                    <a:pt x="24" y="24"/>
                  </a:lnTo>
                  <a:lnTo>
                    <a:pt x="24" y="24"/>
                  </a:lnTo>
                  <a:lnTo>
                    <a:pt x="24" y="30"/>
                  </a:lnTo>
                  <a:lnTo>
                    <a:pt x="24" y="30"/>
                  </a:lnTo>
                  <a:lnTo>
                    <a:pt x="30" y="30"/>
                  </a:lnTo>
                  <a:lnTo>
                    <a:pt x="30" y="30"/>
                  </a:lnTo>
                  <a:lnTo>
                    <a:pt x="30" y="36"/>
                  </a:lnTo>
                  <a:lnTo>
                    <a:pt x="30" y="36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36" y="42"/>
                  </a:lnTo>
                  <a:lnTo>
                    <a:pt x="36" y="42"/>
                  </a:lnTo>
                  <a:lnTo>
                    <a:pt x="36" y="42"/>
                  </a:lnTo>
                  <a:lnTo>
                    <a:pt x="42" y="42"/>
                  </a:lnTo>
                  <a:lnTo>
                    <a:pt x="42" y="48"/>
                  </a:lnTo>
                  <a:lnTo>
                    <a:pt x="42" y="48"/>
                  </a:lnTo>
                  <a:lnTo>
                    <a:pt x="42" y="48"/>
                  </a:lnTo>
                  <a:lnTo>
                    <a:pt x="48" y="48"/>
                  </a:lnTo>
                  <a:lnTo>
                    <a:pt x="48" y="54"/>
                  </a:lnTo>
                  <a:lnTo>
                    <a:pt x="48" y="54"/>
                  </a:lnTo>
                  <a:lnTo>
                    <a:pt x="48" y="54"/>
                  </a:lnTo>
                  <a:lnTo>
                    <a:pt x="54" y="54"/>
                  </a:lnTo>
                  <a:lnTo>
                    <a:pt x="54" y="60"/>
                  </a:lnTo>
                  <a:lnTo>
                    <a:pt x="54" y="60"/>
                  </a:lnTo>
                  <a:lnTo>
                    <a:pt x="54" y="60"/>
                  </a:lnTo>
                  <a:lnTo>
                    <a:pt x="60" y="60"/>
                  </a:lnTo>
                  <a:lnTo>
                    <a:pt x="60" y="66"/>
                  </a:lnTo>
                  <a:lnTo>
                    <a:pt x="60" y="66"/>
                  </a:lnTo>
                  <a:lnTo>
                    <a:pt x="60" y="66"/>
                  </a:lnTo>
                  <a:lnTo>
                    <a:pt x="60" y="66"/>
                  </a:lnTo>
                  <a:lnTo>
                    <a:pt x="66" y="72"/>
                  </a:lnTo>
                  <a:lnTo>
                    <a:pt x="66" y="72"/>
                  </a:lnTo>
                  <a:lnTo>
                    <a:pt x="66" y="72"/>
                  </a:lnTo>
                  <a:lnTo>
                    <a:pt x="66" y="72"/>
                  </a:lnTo>
                  <a:lnTo>
                    <a:pt x="72" y="78"/>
                  </a:lnTo>
                  <a:lnTo>
                    <a:pt x="72" y="78"/>
                  </a:lnTo>
                  <a:lnTo>
                    <a:pt x="72" y="78"/>
                  </a:lnTo>
                  <a:lnTo>
                    <a:pt x="72" y="78"/>
                  </a:lnTo>
                  <a:lnTo>
                    <a:pt x="78" y="84"/>
                  </a:lnTo>
                  <a:lnTo>
                    <a:pt x="78" y="84"/>
                  </a:lnTo>
                  <a:lnTo>
                    <a:pt x="78" y="84"/>
                  </a:lnTo>
                  <a:lnTo>
                    <a:pt x="78" y="84"/>
                  </a:lnTo>
                  <a:lnTo>
                    <a:pt x="84" y="90"/>
                  </a:lnTo>
                  <a:lnTo>
                    <a:pt x="84" y="90"/>
                  </a:lnTo>
                  <a:lnTo>
                    <a:pt x="84" y="90"/>
                  </a:lnTo>
                  <a:lnTo>
                    <a:pt x="84" y="90"/>
                  </a:lnTo>
                  <a:lnTo>
                    <a:pt x="84" y="96"/>
                  </a:lnTo>
                  <a:lnTo>
                    <a:pt x="90" y="96"/>
                  </a:lnTo>
                  <a:lnTo>
                    <a:pt x="90" y="96"/>
                  </a:lnTo>
                  <a:lnTo>
                    <a:pt x="90" y="96"/>
                  </a:lnTo>
                  <a:lnTo>
                    <a:pt x="90" y="102"/>
                  </a:lnTo>
                  <a:lnTo>
                    <a:pt x="96" y="102"/>
                  </a:lnTo>
                  <a:lnTo>
                    <a:pt x="96" y="102"/>
                  </a:lnTo>
                  <a:lnTo>
                    <a:pt x="96" y="102"/>
                  </a:lnTo>
                  <a:lnTo>
                    <a:pt x="96" y="108"/>
                  </a:lnTo>
                  <a:lnTo>
                    <a:pt x="102" y="108"/>
                  </a:lnTo>
                  <a:lnTo>
                    <a:pt x="102" y="108"/>
                  </a:lnTo>
                  <a:lnTo>
                    <a:pt x="102" y="108"/>
                  </a:lnTo>
                  <a:lnTo>
                    <a:pt x="102" y="114"/>
                  </a:lnTo>
                  <a:lnTo>
                    <a:pt x="108" y="114"/>
                  </a:lnTo>
                  <a:lnTo>
                    <a:pt x="108" y="114"/>
                  </a:lnTo>
                  <a:lnTo>
                    <a:pt x="108" y="114"/>
                  </a:lnTo>
                </a:path>
              </a:pathLst>
            </a:custGeom>
            <a:noFill/>
            <a:ln w="25400">
              <a:solidFill>
                <a:srgbClr val="0064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" name="Line 49">
            <a:extLst>
              <a:ext uri="{FF2B5EF4-FFF2-40B4-BE49-F238E27FC236}">
                <a16:creationId xmlns:a16="http://schemas.microsoft.com/office/drawing/2014/main" id="{338FD934-5162-4CB7-9193-F76E9B9744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18402" y="1491628"/>
            <a:ext cx="1642975" cy="1727663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50">
            <a:extLst>
              <a:ext uri="{FF2B5EF4-FFF2-40B4-BE49-F238E27FC236}">
                <a16:creationId xmlns:a16="http://schemas.microsoft.com/office/drawing/2014/main" id="{B2F3805F-F4CB-48FF-833E-2B3CF7B2E01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77245" y="1668141"/>
            <a:ext cx="1565275" cy="156527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9" name="Group 51">
            <a:extLst>
              <a:ext uri="{FF2B5EF4-FFF2-40B4-BE49-F238E27FC236}">
                <a16:creationId xmlns:a16="http://schemas.microsoft.com/office/drawing/2014/main" id="{7EF97F93-C6B4-4292-883A-0B11B4F93A79}"/>
              </a:ext>
            </a:extLst>
          </p:cNvPr>
          <p:cNvGrpSpPr>
            <a:grpSpLocks/>
          </p:cNvGrpSpPr>
          <p:nvPr/>
        </p:nvGrpSpPr>
        <p:grpSpPr bwMode="auto">
          <a:xfrm>
            <a:off x="6012160" y="1564630"/>
            <a:ext cx="1800225" cy="1727200"/>
            <a:chOff x="3600" y="2688"/>
            <a:chExt cx="1134" cy="1088"/>
          </a:xfrm>
        </p:grpSpPr>
        <p:graphicFrame>
          <p:nvGraphicFramePr>
            <p:cNvPr id="20" name="Object 52">
              <a:extLst>
                <a:ext uri="{FF2B5EF4-FFF2-40B4-BE49-F238E27FC236}">
                  <a16:creationId xmlns:a16="http://schemas.microsoft.com/office/drawing/2014/main" id="{DA93E038-72D6-4F7E-A2B7-BE34714B2B6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78698096"/>
                </p:ext>
              </p:extLst>
            </p:nvPr>
          </p:nvGraphicFramePr>
          <p:xfrm>
            <a:off x="4622" y="3326"/>
            <a:ext cx="100" cy="1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848" name="Equation" r:id="rId7" imgW="177480" imgH="190440" progId="Equation.DSMT4">
                    <p:embed/>
                  </p:oleObj>
                </mc:Choice>
                <mc:Fallback>
                  <p:oleObj name="Equation" r:id="rId7" imgW="177480" imgH="190440" progId="Equation.DSMT4">
                    <p:embed/>
                    <p:pic>
                      <p:nvPicPr>
                        <p:cNvPr id="59444" name="Object 52">
                          <a:extLst>
                            <a:ext uri="{FF2B5EF4-FFF2-40B4-BE49-F238E27FC236}">
                              <a16:creationId xmlns:a16="http://schemas.microsoft.com/office/drawing/2014/main" id="{2DC193F1-3009-478E-9909-2D6623269E1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2" y="3326"/>
                          <a:ext cx="100" cy="1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53">
              <a:extLst>
                <a:ext uri="{FF2B5EF4-FFF2-40B4-BE49-F238E27FC236}">
                  <a16:creationId xmlns:a16="http://schemas.microsoft.com/office/drawing/2014/main" id="{F11E3D83-1846-4813-A681-52685616A96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94484058"/>
                </p:ext>
              </p:extLst>
            </p:nvPr>
          </p:nvGraphicFramePr>
          <p:xfrm>
            <a:off x="4015" y="2743"/>
            <a:ext cx="109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849" name="Equation" r:id="rId9" imgW="190440" imgH="241200" progId="Equation.DSMT4">
                    <p:embed/>
                  </p:oleObj>
                </mc:Choice>
                <mc:Fallback>
                  <p:oleObj name="Equation" r:id="rId9" imgW="190440" imgH="241200" progId="Equation.DSMT4">
                    <p:embed/>
                    <p:pic>
                      <p:nvPicPr>
                        <p:cNvPr id="59445" name="Object 53">
                          <a:extLst>
                            <a:ext uri="{FF2B5EF4-FFF2-40B4-BE49-F238E27FC236}">
                              <a16:creationId xmlns:a16="http://schemas.microsoft.com/office/drawing/2014/main" id="{0DF4E413-9857-4127-BF59-1F23A45587C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5" y="2743"/>
                          <a:ext cx="109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54">
              <a:extLst>
                <a:ext uri="{FF2B5EF4-FFF2-40B4-BE49-F238E27FC236}">
                  <a16:creationId xmlns:a16="http://schemas.microsoft.com/office/drawing/2014/main" id="{C8539195-CD63-4582-9F44-3A5E3B65259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98713518"/>
                </p:ext>
              </p:extLst>
            </p:nvPr>
          </p:nvGraphicFramePr>
          <p:xfrm>
            <a:off x="4003" y="3272"/>
            <a:ext cx="129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850" name="Equation" r:id="rId11" imgW="228600" imgH="241200" progId="Equation.DSMT4">
                    <p:embed/>
                  </p:oleObj>
                </mc:Choice>
                <mc:Fallback>
                  <p:oleObj name="Equation" r:id="rId11" imgW="228600" imgH="241200" progId="Equation.DSMT4">
                    <p:embed/>
                    <p:pic>
                      <p:nvPicPr>
                        <p:cNvPr id="59446" name="Object 54">
                          <a:extLst>
                            <a:ext uri="{FF2B5EF4-FFF2-40B4-BE49-F238E27FC236}">
                              <a16:creationId xmlns:a16="http://schemas.microsoft.com/office/drawing/2014/main" id="{BFDEE855-1121-45CB-A83D-3C8D591D2C3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3" y="3272"/>
                          <a:ext cx="129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Line 55">
              <a:extLst>
                <a:ext uri="{FF2B5EF4-FFF2-40B4-BE49-F238E27FC236}">
                  <a16:creationId xmlns:a16="http://schemas.microsoft.com/office/drawing/2014/main" id="{FC66F906-1FAD-44CA-8158-24D4208A33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3267"/>
              <a:ext cx="11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56">
              <a:extLst>
                <a:ext uri="{FF2B5EF4-FFF2-40B4-BE49-F238E27FC236}">
                  <a16:creationId xmlns:a16="http://schemas.microsoft.com/office/drawing/2014/main" id="{B1C1F42D-F91A-490C-A2D4-5BA83B5669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49" y="2688"/>
              <a:ext cx="1" cy="10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5" name="Object 2">
            <a:extLst>
              <a:ext uri="{FF2B5EF4-FFF2-40B4-BE49-F238E27FC236}">
                <a16:creationId xmlns:a16="http://schemas.microsoft.com/office/drawing/2014/main" id="{13619F66-1DF6-437F-A939-3D119DBFC7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0956620"/>
              </p:ext>
            </p:extLst>
          </p:nvPr>
        </p:nvGraphicFramePr>
        <p:xfrm>
          <a:off x="2339752" y="2800375"/>
          <a:ext cx="774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851" name="Equation" r:id="rId13" imgW="774360" imgH="406080" progId="Equation.DSMT4">
                  <p:embed/>
                </p:oleObj>
              </mc:Choice>
              <mc:Fallback>
                <p:oleObj name="Equation" r:id="rId13" imgW="774360" imgH="406080" progId="Equation.DSMT4">
                  <p:embed/>
                  <p:pic>
                    <p:nvPicPr>
                      <p:cNvPr id="59394" name="Object 2">
                        <a:extLst>
                          <a:ext uri="{FF2B5EF4-FFF2-40B4-BE49-F238E27FC236}">
                            <a16:creationId xmlns:a16="http://schemas.microsoft.com/office/drawing/2014/main" id="{CC0B9C72-B639-439F-AD08-93828B464F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2800375"/>
                        <a:ext cx="774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3">
            <a:extLst>
              <a:ext uri="{FF2B5EF4-FFF2-40B4-BE49-F238E27FC236}">
                <a16:creationId xmlns:a16="http://schemas.microsoft.com/office/drawing/2014/main" id="{DB742A66-B09C-44AB-A0F4-102D7482B5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1848" y="2745110"/>
            <a:ext cx="1981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+mj-ea"/>
                <a:ea typeface="+mj-ea"/>
              </a:rPr>
              <a:t>无渐近线 </a:t>
            </a:r>
            <a:r>
              <a:rPr kumimoji="1" lang="en-US" altLang="zh-CN" sz="2400" b="1">
                <a:latin typeface="+mj-ea"/>
                <a:ea typeface="+mj-ea"/>
              </a:rPr>
              <a:t>.</a:t>
            </a:r>
          </a:p>
        </p:txBody>
      </p:sp>
      <p:sp>
        <p:nvSpPr>
          <p:cNvPr id="27" name="Text Box 14">
            <a:extLst>
              <a:ext uri="{FF2B5EF4-FFF2-40B4-BE49-F238E27FC236}">
                <a16:creationId xmlns:a16="http://schemas.microsoft.com/office/drawing/2014/main" id="{691CB5F7-9242-435E-845F-E7FEE4CC5F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448" y="2745110"/>
            <a:ext cx="1828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但抛物线</a:t>
            </a:r>
          </a:p>
        </p:txBody>
      </p:sp>
    </p:spTree>
    <p:extLst>
      <p:ext uri="{BB962C8B-B14F-4D97-AF65-F5344CB8AC3E}">
        <p14:creationId xmlns:p14="http://schemas.microsoft.com/office/powerpoint/2010/main" val="2591352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613BF32C-37BA-46FE-B936-502FDEDD3BE8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411510"/>
            <a:ext cx="4184650" cy="647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1800" b="1" kern="1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pPr algn="l"/>
            <a:r>
              <a:rPr lang="en-US" altLang="zh-CN" sz="2400" dirty="0">
                <a:solidFill>
                  <a:srgbClr val="0066FF"/>
                </a:solidFill>
                <a:latin typeface="+mn-ea"/>
                <a:ea typeface="+mn-ea"/>
              </a:rPr>
              <a:t>1.  </a:t>
            </a:r>
            <a:r>
              <a:rPr lang="zh-CN" altLang="en-US" sz="2400" dirty="0">
                <a:solidFill>
                  <a:srgbClr val="0066FF"/>
                </a:solidFill>
                <a:latin typeface="+mn-ea"/>
                <a:ea typeface="+mn-ea"/>
              </a:rPr>
              <a:t>水平与铅直渐近线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F5E7AD66-C993-4C7C-A6D7-6A77A83F7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873" y="1382659"/>
            <a:ext cx="76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若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9135B6A9-D492-4D37-AE4E-B451D6D742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7686646"/>
              </p:ext>
            </p:extLst>
          </p:nvPr>
        </p:nvGraphicFramePr>
        <p:xfrm>
          <a:off x="1221507" y="1417286"/>
          <a:ext cx="1722438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922" name="Equation" r:id="rId3" imgW="1714320" imgH="482400" progId="Equation.DSMT4">
                  <p:embed/>
                </p:oleObj>
              </mc:Choice>
              <mc:Fallback>
                <p:oleObj name="Equation" r:id="rId3" imgW="1714320" imgH="482400" progId="Equation.DSMT4">
                  <p:embed/>
                  <p:pic>
                    <p:nvPicPr>
                      <p:cNvPr id="60421" name="Object 5">
                        <a:extLst>
                          <a:ext uri="{FF2B5EF4-FFF2-40B4-BE49-F238E27FC236}">
                            <a16:creationId xmlns:a16="http://schemas.microsoft.com/office/drawing/2014/main" id="{6B3A198C-DD01-4249-9EAE-6E4EE1796D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1507" y="1417286"/>
                        <a:ext cx="1722438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>
            <a:extLst>
              <a:ext uri="{FF2B5EF4-FFF2-40B4-BE49-F238E27FC236}">
                <a16:creationId xmlns:a16="http://schemas.microsoft.com/office/drawing/2014/main" id="{B5DF2296-C6BF-4BEA-A77A-CEF3D67EB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3945" y="1341087"/>
            <a:ext cx="1600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则曲线</a:t>
            </a:r>
          </a:p>
        </p:txBody>
      </p: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81A110C9-7A93-41B3-AC7F-8A252943F0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0930418"/>
              </p:ext>
            </p:extLst>
          </p:nvPr>
        </p:nvGraphicFramePr>
        <p:xfrm>
          <a:off x="4056385" y="1426815"/>
          <a:ext cx="1104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923" name="Equation" r:id="rId5" imgW="1104840" imgH="342720" progId="Equation.DSMT4">
                  <p:embed/>
                </p:oleObj>
              </mc:Choice>
              <mc:Fallback>
                <p:oleObj name="Equation" r:id="rId5" imgW="1104840" imgH="342720" progId="Equation.DSMT4">
                  <p:embed/>
                  <p:pic>
                    <p:nvPicPr>
                      <p:cNvPr id="60423" name="Object 7">
                        <a:extLst>
                          <a:ext uri="{FF2B5EF4-FFF2-40B4-BE49-F238E27FC236}">
                            <a16:creationId xmlns:a16="http://schemas.microsoft.com/office/drawing/2014/main" id="{CEE8CC62-A2E3-4ECD-BC1B-CD94DD7BC9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6385" y="1426815"/>
                        <a:ext cx="11049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8">
            <a:extLst>
              <a:ext uri="{FF2B5EF4-FFF2-40B4-BE49-F238E27FC236}">
                <a16:creationId xmlns:a16="http://schemas.microsoft.com/office/drawing/2014/main" id="{B43B4B6E-4FA5-4335-B3CF-270B9F9E4F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0322" y="1315692"/>
            <a:ext cx="2667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有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水平渐近线</a:t>
            </a:r>
          </a:p>
        </p:txBody>
      </p:sp>
      <p:graphicFrame>
        <p:nvGraphicFramePr>
          <p:cNvPr id="9" name="Object 9">
            <a:extLst>
              <a:ext uri="{FF2B5EF4-FFF2-40B4-BE49-F238E27FC236}">
                <a16:creationId xmlns:a16="http://schemas.microsoft.com/office/drawing/2014/main" id="{9887F484-C244-46BE-B101-5CD3ADC000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3852821"/>
              </p:ext>
            </p:extLst>
          </p:nvPr>
        </p:nvGraphicFramePr>
        <p:xfrm>
          <a:off x="7224713" y="1401068"/>
          <a:ext cx="736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924" name="Equation" r:id="rId7" imgW="736560" imgH="342720" progId="Equation.DSMT4">
                  <p:embed/>
                </p:oleObj>
              </mc:Choice>
              <mc:Fallback>
                <p:oleObj name="Equation" r:id="rId7" imgW="736560" imgH="342720" progId="Equation.DSMT4">
                  <p:embed/>
                  <p:pic>
                    <p:nvPicPr>
                      <p:cNvPr id="60425" name="Object 9">
                        <a:extLst>
                          <a:ext uri="{FF2B5EF4-FFF2-40B4-BE49-F238E27FC236}">
                            <a16:creationId xmlns:a16="http://schemas.microsoft.com/office/drawing/2014/main" id="{939E88DD-F55D-48C8-98B2-496756DCE5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4713" y="1401068"/>
                        <a:ext cx="7366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>
            <a:extLst>
              <a:ext uri="{FF2B5EF4-FFF2-40B4-BE49-F238E27FC236}">
                <a16:creationId xmlns:a16="http://schemas.microsoft.com/office/drawing/2014/main" id="{503A7A19-E6EE-41DF-993D-AA234EC855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9373568"/>
              </p:ext>
            </p:extLst>
          </p:nvPr>
        </p:nvGraphicFramePr>
        <p:xfrm>
          <a:off x="736600" y="1972568"/>
          <a:ext cx="1281113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925" name="Equation" r:id="rId9" imgW="1562040" imgH="380880" progId="Equation.DSMT4">
                  <p:embed/>
                </p:oleObj>
              </mc:Choice>
              <mc:Fallback>
                <p:oleObj name="Equation" r:id="rId9" imgW="1562040" imgH="380880" progId="Equation.DSMT4">
                  <p:embed/>
                  <p:pic>
                    <p:nvPicPr>
                      <p:cNvPr id="60426" name="Object 10">
                        <a:extLst>
                          <a:ext uri="{FF2B5EF4-FFF2-40B4-BE49-F238E27FC236}">
                            <a16:creationId xmlns:a16="http://schemas.microsoft.com/office/drawing/2014/main" id="{9712F2CB-6A3E-4973-A05A-37EB30A316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600" y="1972568"/>
                        <a:ext cx="1281113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1">
            <a:extLst>
              <a:ext uri="{FF2B5EF4-FFF2-40B4-BE49-F238E27FC236}">
                <a16:creationId xmlns:a16="http://schemas.microsoft.com/office/drawing/2014/main" id="{6068E925-B5C3-41BE-B5B1-772025C5F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026" y="2661661"/>
            <a:ext cx="76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+mn-ea"/>
              </a:rPr>
              <a:t>若</a:t>
            </a:r>
          </a:p>
        </p:txBody>
      </p:sp>
      <p:graphicFrame>
        <p:nvGraphicFramePr>
          <p:cNvPr id="12" name="Object 12">
            <a:extLst>
              <a:ext uri="{FF2B5EF4-FFF2-40B4-BE49-F238E27FC236}">
                <a16:creationId xmlns:a16="http://schemas.microsoft.com/office/drawing/2014/main" id="{CE2B2511-4944-4324-B6F4-FD79C0E337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2478306"/>
              </p:ext>
            </p:extLst>
          </p:nvPr>
        </p:nvGraphicFramePr>
        <p:xfrm>
          <a:off x="1212776" y="2715636"/>
          <a:ext cx="17399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926" name="Equation" r:id="rId11" imgW="1739880" imgH="533160" progId="Equation.DSMT4">
                  <p:embed/>
                </p:oleObj>
              </mc:Choice>
              <mc:Fallback>
                <p:oleObj name="Equation" r:id="rId11" imgW="1739880" imgH="533160" progId="Equation.DSMT4">
                  <p:embed/>
                  <p:pic>
                    <p:nvPicPr>
                      <p:cNvPr id="60428" name="Object 12">
                        <a:extLst>
                          <a:ext uri="{FF2B5EF4-FFF2-40B4-BE49-F238E27FC236}">
                            <a16:creationId xmlns:a16="http://schemas.microsoft.com/office/drawing/2014/main" id="{45D0FDEA-0855-4708-97BC-96A5A8ABD3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2776" y="2715636"/>
                        <a:ext cx="17399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>
            <a:extLst>
              <a:ext uri="{FF2B5EF4-FFF2-40B4-BE49-F238E27FC236}">
                <a16:creationId xmlns:a16="http://schemas.microsoft.com/office/drawing/2014/main" id="{921B05E3-85AF-4F76-A963-A70505995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6438" y="2661661"/>
            <a:ext cx="152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则曲线</a:t>
            </a:r>
          </a:p>
        </p:txBody>
      </p:sp>
      <p:graphicFrame>
        <p:nvGraphicFramePr>
          <p:cNvPr id="14" name="Object 14">
            <a:extLst>
              <a:ext uri="{FF2B5EF4-FFF2-40B4-BE49-F238E27FC236}">
                <a16:creationId xmlns:a16="http://schemas.microsoft.com/office/drawing/2014/main" id="{344D588B-F4AB-445D-BAAC-81178831F9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6704473"/>
              </p:ext>
            </p:extLst>
          </p:nvPr>
        </p:nvGraphicFramePr>
        <p:xfrm>
          <a:off x="4056385" y="2766668"/>
          <a:ext cx="1104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927" name="Equation" r:id="rId13" imgW="1104840" imgH="342720" progId="Equation.DSMT4">
                  <p:embed/>
                </p:oleObj>
              </mc:Choice>
              <mc:Fallback>
                <p:oleObj name="Equation" r:id="rId13" imgW="1104840" imgH="342720" progId="Equation.DSMT4">
                  <p:embed/>
                  <p:pic>
                    <p:nvPicPr>
                      <p:cNvPr id="60430" name="Object 14">
                        <a:extLst>
                          <a:ext uri="{FF2B5EF4-FFF2-40B4-BE49-F238E27FC236}">
                            <a16:creationId xmlns:a16="http://schemas.microsoft.com/office/drawing/2014/main" id="{906B322D-20CB-4F81-B16F-3CE824AE33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6385" y="2766668"/>
                        <a:ext cx="11049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5">
            <a:extLst>
              <a:ext uri="{FF2B5EF4-FFF2-40B4-BE49-F238E27FC236}">
                <a16:creationId xmlns:a16="http://schemas.microsoft.com/office/drawing/2014/main" id="{F4E9CA3D-8F90-4A0D-B8AE-5F222968B3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1285" y="2643758"/>
            <a:ext cx="2667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有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铅直渐近线</a:t>
            </a:r>
          </a:p>
        </p:txBody>
      </p:sp>
      <p:graphicFrame>
        <p:nvGraphicFramePr>
          <p:cNvPr id="16" name="Object 16">
            <a:extLst>
              <a:ext uri="{FF2B5EF4-FFF2-40B4-BE49-F238E27FC236}">
                <a16:creationId xmlns:a16="http://schemas.microsoft.com/office/drawing/2014/main" id="{EE0EFE72-7644-4469-B7A4-2878615CD1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8982336"/>
              </p:ext>
            </p:extLst>
          </p:nvPr>
        </p:nvGraphicFramePr>
        <p:xfrm>
          <a:off x="7173913" y="2661661"/>
          <a:ext cx="838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928" name="Equation" r:id="rId15" imgW="838080" imgH="380880" progId="Equation.DSMT4">
                  <p:embed/>
                </p:oleObj>
              </mc:Choice>
              <mc:Fallback>
                <p:oleObj name="Equation" r:id="rId15" imgW="838080" imgH="380880" progId="Equation.DSMT4">
                  <p:embed/>
                  <p:pic>
                    <p:nvPicPr>
                      <p:cNvPr id="60432" name="Object 16">
                        <a:extLst>
                          <a:ext uri="{FF2B5EF4-FFF2-40B4-BE49-F238E27FC236}">
                            <a16:creationId xmlns:a16="http://schemas.microsoft.com/office/drawing/2014/main" id="{CB02422A-4426-42B3-84E5-A84DE0CB39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3913" y="2661661"/>
                        <a:ext cx="838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>
            <a:extLst>
              <a:ext uri="{FF2B5EF4-FFF2-40B4-BE49-F238E27FC236}">
                <a16:creationId xmlns:a16="http://schemas.microsoft.com/office/drawing/2014/main" id="{19D1A76A-0DFD-4032-A183-663CCFCFAD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2287976"/>
              </p:ext>
            </p:extLst>
          </p:nvPr>
        </p:nvGraphicFramePr>
        <p:xfrm>
          <a:off x="770856" y="3199725"/>
          <a:ext cx="1196975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929" name="Equation" r:id="rId17" imgW="1460160" imgH="419040" progId="Equation.DSMT4">
                  <p:embed/>
                </p:oleObj>
              </mc:Choice>
              <mc:Fallback>
                <p:oleObj name="Equation" r:id="rId17" imgW="1460160" imgH="419040" progId="Equation.DSMT4">
                  <p:embed/>
                  <p:pic>
                    <p:nvPicPr>
                      <p:cNvPr id="60433" name="Object 17">
                        <a:extLst>
                          <a:ext uri="{FF2B5EF4-FFF2-40B4-BE49-F238E27FC236}">
                            <a16:creationId xmlns:a16="http://schemas.microsoft.com/office/drawing/2014/main" id="{F3A6E52B-9053-44A2-B910-699D9CF586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56" y="3199725"/>
                        <a:ext cx="1196975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797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0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  <p:bldP spid="6" grpId="0" autoUpdateAnimBg="0"/>
      <p:bldP spid="8" grpId="0" autoUpdateAnimBg="0"/>
      <p:bldP spid="11" grpId="0" build="p" autoUpdateAnimBg="0"/>
      <p:bldP spid="13" grpId="0" autoUpdateAnimBg="0"/>
      <p:bldP spid="15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5E04228-65C0-44FC-86C5-BA736F33346A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51470"/>
            <a:ext cx="227965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1800" b="1" kern="1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pPr algn="l"/>
            <a:r>
              <a:rPr lang="en-US" altLang="zh-CN" sz="2400" dirty="0">
                <a:solidFill>
                  <a:srgbClr val="0066FF"/>
                </a:solidFill>
                <a:latin typeface="+mj-ea"/>
                <a:ea typeface="+mj-ea"/>
              </a:rPr>
              <a:t>2. </a:t>
            </a:r>
            <a:r>
              <a:rPr lang="zh-CN" altLang="en-US" sz="2400" dirty="0">
                <a:solidFill>
                  <a:srgbClr val="0066FF"/>
                </a:solidFill>
                <a:latin typeface="+mj-ea"/>
                <a:ea typeface="+mj-ea"/>
              </a:rPr>
              <a:t>斜渐近线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19B4A1D3-CE9D-48D6-8B5F-7254CD968A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6613180"/>
              </p:ext>
            </p:extLst>
          </p:nvPr>
        </p:nvGraphicFramePr>
        <p:xfrm>
          <a:off x="4071148" y="742590"/>
          <a:ext cx="242570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168" name="Equation" r:id="rId3" imgW="2400120" imgH="380880" progId="Equation.DSMT4">
                  <p:embed/>
                </p:oleObj>
              </mc:Choice>
              <mc:Fallback>
                <p:oleObj name="Equation" r:id="rId3" imgW="2400120" imgH="380880" progId="Equation.DSMT4">
                  <p:embed/>
                  <p:pic>
                    <p:nvPicPr>
                      <p:cNvPr id="61445" name="Object 5">
                        <a:extLst>
                          <a:ext uri="{FF2B5EF4-FFF2-40B4-BE49-F238E27FC236}">
                            <a16:creationId xmlns:a16="http://schemas.microsoft.com/office/drawing/2014/main" id="{E334A3CE-C4C1-4838-ADCD-8FC817D8DA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1148" y="742590"/>
                        <a:ext cx="2425700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6">
            <a:extLst>
              <a:ext uri="{FF2B5EF4-FFF2-40B4-BE49-F238E27FC236}">
                <a16:creationId xmlns:a16="http://schemas.microsoft.com/office/drawing/2014/main" id="{79E295AA-05B1-47C4-9E48-25E51059C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2554" y="661070"/>
            <a:ext cx="1981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斜渐近线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A02C43F6-C2CE-4477-9663-6FCAAD96BE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8518468"/>
              </p:ext>
            </p:extLst>
          </p:nvPr>
        </p:nvGraphicFramePr>
        <p:xfrm>
          <a:off x="7737727" y="720452"/>
          <a:ext cx="1320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169" name="Equation" r:id="rId5" imgW="1320480" imgH="342720" progId="Equation.DSMT4">
                  <p:embed/>
                </p:oleObj>
              </mc:Choice>
              <mc:Fallback>
                <p:oleObj name="Equation" r:id="rId5" imgW="1320480" imgH="342720" progId="Equation.DSMT4">
                  <p:embed/>
                  <p:pic>
                    <p:nvPicPr>
                      <p:cNvPr id="61447" name="Object 7">
                        <a:extLst>
                          <a:ext uri="{FF2B5EF4-FFF2-40B4-BE49-F238E27FC236}">
                            <a16:creationId xmlns:a16="http://schemas.microsoft.com/office/drawing/2014/main" id="{F5292ED4-937A-487B-A9A3-C3A4CE1C09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7727" y="720452"/>
                        <a:ext cx="1320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148F72E3-2E68-4194-80A2-75E46DE5B3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9074476"/>
              </p:ext>
            </p:extLst>
          </p:nvPr>
        </p:nvGraphicFramePr>
        <p:xfrm>
          <a:off x="1120394" y="1250073"/>
          <a:ext cx="1211262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170" name="Equation" r:id="rId7" imgW="1549080" imgH="380880" progId="Equation.DSMT4">
                  <p:embed/>
                </p:oleObj>
              </mc:Choice>
              <mc:Fallback>
                <p:oleObj name="Equation" r:id="rId7" imgW="1549080" imgH="380880" progId="Equation.DSMT4">
                  <p:embed/>
                  <p:pic>
                    <p:nvPicPr>
                      <p:cNvPr id="61448" name="Object 8">
                        <a:extLst>
                          <a:ext uri="{FF2B5EF4-FFF2-40B4-BE49-F238E27FC236}">
                            <a16:creationId xmlns:a16="http://schemas.microsoft.com/office/drawing/2014/main" id="{A3F1709B-32BC-4BA6-8545-DAB132C90F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0394" y="1250073"/>
                        <a:ext cx="1211262" cy="29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9">
            <a:extLst>
              <a:ext uri="{FF2B5EF4-FFF2-40B4-BE49-F238E27FC236}">
                <a16:creationId xmlns:a16="http://schemas.microsoft.com/office/drawing/2014/main" id="{9DD2957A-F4ED-4042-AF7A-1A7E8A9626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717" y="668700"/>
            <a:ext cx="76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若</a:t>
            </a:r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D3FD5CC3-9F62-4082-A4D8-58A95AFB7B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8160390"/>
              </p:ext>
            </p:extLst>
          </p:nvPr>
        </p:nvGraphicFramePr>
        <p:xfrm>
          <a:off x="1039023" y="732548"/>
          <a:ext cx="30591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171" name="Equation" r:id="rId9" imgW="3060360" imgH="482400" progId="Equation.DSMT4">
                  <p:embed/>
                </p:oleObj>
              </mc:Choice>
              <mc:Fallback>
                <p:oleObj name="Equation" r:id="rId9" imgW="3060360" imgH="482400" progId="Equation.DSMT4">
                  <p:embed/>
                  <p:pic>
                    <p:nvPicPr>
                      <p:cNvPr id="61450" name="Object 10">
                        <a:extLst>
                          <a:ext uri="{FF2B5EF4-FFF2-40B4-BE49-F238E27FC236}">
                            <a16:creationId xmlns:a16="http://schemas.microsoft.com/office/drawing/2014/main" id="{2633CE2D-0E91-4501-809E-A7FF31175F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9023" y="732548"/>
                        <a:ext cx="3059113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491D5B0C-E330-46DB-8812-8BF51A1990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6254180"/>
              </p:ext>
            </p:extLst>
          </p:nvPr>
        </p:nvGraphicFramePr>
        <p:xfrm>
          <a:off x="2448475" y="767335"/>
          <a:ext cx="977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172" name="Equation" r:id="rId11" imgW="977760" imgH="342720" progId="Equation.DSMT4">
                  <p:embed/>
                </p:oleObj>
              </mc:Choice>
              <mc:Fallback>
                <p:oleObj name="Equation" r:id="rId11" imgW="977760" imgH="342720" progId="Equation.DSMT4">
                  <p:embed/>
                  <p:pic>
                    <p:nvPicPr>
                      <p:cNvPr id="61451" name="Object 11">
                        <a:extLst>
                          <a:ext uri="{FF2B5EF4-FFF2-40B4-BE49-F238E27FC236}">
                            <a16:creationId xmlns:a16="http://schemas.microsoft.com/office/drawing/2014/main" id="{04C7ECA0-6C4D-4F33-B62A-6514C4E07D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8475" y="767335"/>
                        <a:ext cx="9779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B2F21C7B-42B9-42C6-83F6-F32E0F96DF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3160051"/>
              </p:ext>
            </p:extLst>
          </p:nvPr>
        </p:nvGraphicFramePr>
        <p:xfrm>
          <a:off x="620717" y="2968900"/>
          <a:ext cx="2959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173" name="Equation" r:id="rId13" imgW="2958840" imgH="736560" progId="Equation.DSMT4">
                  <p:embed/>
                </p:oleObj>
              </mc:Choice>
              <mc:Fallback>
                <p:oleObj name="Equation" r:id="rId13" imgW="2958840" imgH="736560" progId="Equation.DSMT4">
                  <p:embed/>
                  <p:pic>
                    <p:nvPicPr>
                      <p:cNvPr id="61452" name="Object 12">
                        <a:extLst>
                          <a:ext uri="{FF2B5EF4-FFF2-40B4-BE49-F238E27FC236}">
                            <a16:creationId xmlns:a16="http://schemas.microsoft.com/office/drawing/2014/main" id="{A00CB567-5408-4B54-8757-EE6EFE661E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717" y="2968900"/>
                        <a:ext cx="29591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2E47A961-517F-4A2E-88AE-72B12EE3D2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0951078"/>
              </p:ext>
            </p:extLst>
          </p:nvPr>
        </p:nvGraphicFramePr>
        <p:xfrm>
          <a:off x="454823" y="2160135"/>
          <a:ext cx="3048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174" name="Equation" r:id="rId15" imgW="3047760" imgH="482400" progId="Equation.DSMT4">
                  <p:embed/>
                </p:oleObj>
              </mc:Choice>
              <mc:Fallback>
                <p:oleObj name="Equation" r:id="rId15" imgW="3047760" imgH="482400" progId="Equation.DSMT4">
                  <p:embed/>
                  <p:pic>
                    <p:nvPicPr>
                      <p:cNvPr id="61453" name="Object 13">
                        <a:extLst>
                          <a:ext uri="{FF2B5EF4-FFF2-40B4-BE49-F238E27FC236}">
                            <a16:creationId xmlns:a16="http://schemas.microsoft.com/office/drawing/2014/main" id="{AE12AB28-2DC7-4512-AFDD-B6729B9F43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823" y="2160135"/>
                        <a:ext cx="30480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A90C3656-9911-41AB-8280-0FCC002059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0806000"/>
              </p:ext>
            </p:extLst>
          </p:nvPr>
        </p:nvGraphicFramePr>
        <p:xfrm>
          <a:off x="1870155" y="2182477"/>
          <a:ext cx="977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175" name="Equation" r:id="rId17" imgW="977760" imgH="342720" progId="Equation.DSMT4">
                  <p:embed/>
                </p:oleObj>
              </mc:Choice>
              <mc:Fallback>
                <p:oleObj name="Equation" r:id="rId17" imgW="977760" imgH="342720" progId="Equation.DSMT4">
                  <p:embed/>
                  <p:pic>
                    <p:nvPicPr>
                      <p:cNvPr id="61454" name="Object 14">
                        <a:extLst>
                          <a:ext uri="{FF2B5EF4-FFF2-40B4-BE49-F238E27FC236}">
                            <a16:creationId xmlns:a16="http://schemas.microsoft.com/office/drawing/2014/main" id="{051784A8-F7E8-444B-AD70-A9EC68DC5C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0155" y="2182477"/>
                        <a:ext cx="9779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AutoShape 15">
            <a:extLst>
              <a:ext uri="{FF2B5EF4-FFF2-40B4-BE49-F238E27FC236}">
                <a16:creationId xmlns:a16="http://schemas.microsoft.com/office/drawing/2014/main" id="{DDA5DE33-FFDA-43AB-8F8A-1488803F3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316" y="2657859"/>
            <a:ext cx="152400" cy="298450"/>
          </a:xfrm>
          <a:prstGeom prst="downArrow">
            <a:avLst>
              <a:gd name="adj1" fmla="val 50000"/>
              <a:gd name="adj2" fmla="val 75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zh-CN" altLang="en-US" sz="2400">
              <a:latin typeface="+mj-ea"/>
              <a:ea typeface="+mj-ea"/>
            </a:endParaRPr>
          </a:p>
        </p:txBody>
      </p:sp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2C9D8661-6673-4E0C-88A3-DAFC13DFEC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9862408"/>
              </p:ext>
            </p:extLst>
          </p:nvPr>
        </p:nvGraphicFramePr>
        <p:xfrm>
          <a:off x="638864" y="4086137"/>
          <a:ext cx="2768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176" name="Equation" r:id="rId19" imgW="2768400" imgH="736560" progId="Equation.DSMT4">
                  <p:embed/>
                </p:oleObj>
              </mc:Choice>
              <mc:Fallback>
                <p:oleObj name="Equation" r:id="rId19" imgW="2768400" imgH="736560" progId="Equation.DSMT4">
                  <p:embed/>
                  <p:pic>
                    <p:nvPicPr>
                      <p:cNvPr id="61456" name="Object 16">
                        <a:extLst>
                          <a:ext uri="{FF2B5EF4-FFF2-40B4-BE49-F238E27FC236}">
                            <a16:creationId xmlns:a16="http://schemas.microsoft.com/office/drawing/2014/main" id="{F110CF85-D4FD-4145-9278-3239A764B4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864" y="4086137"/>
                        <a:ext cx="27686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AutoShape 17">
            <a:extLst>
              <a:ext uri="{FF2B5EF4-FFF2-40B4-BE49-F238E27FC236}">
                <a16:creationId xmlns:a16="http://schemas.microsoft.com/office/drawing/2014/main" id="{03454125-A4A3-4EC0-8D9D-F7692AB88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316" y="3772109"/>
            <a:ext cx="152400" cy="276651"/>
          </a:xfrm>
          <a:prstGeom prst="downArrow">
            <a:avLst>
              <a:gd name="adj1" fmla="val 50000"/>
              <a:gd name="adj2" fmla="val 75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zh-CN" altLang="en-US" sz="2400">
              <a:latin typeface="+mj-ea"/>
              <a:ea typeface="+mj-ea"/>
            </a:endParaRPr>
          </a:p>
        </p:txBody>
      </p:sp>
      <p:graphicFrame>
        <p:nvGraphicFramePr>
          <p:cNvPr id="19" name="Object 19">
            <a:extLst>
              <a:ext uri="{FF2B5EF4-FFF2-40B4-BE49-F238E27FC236}">
                <a16:creationId xmlns:a16="http://schemas.microsoft.com/office/drawing/2014/main" id="{DC51E388-34B6-400F-ABD9-E794748267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8088092"/>
              </p:ext>
            </p:extLst>
          </p:nvPr>
        </p:nvGraphicFramePr>
        <p:xfrm>
          <a:off x="5122073" y="1882537"/>
          <a:ext cx="2362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177" name="Equation" r:id="rId21" imgW="2361960" imgH="736560" progId="Equation.DSMT4">
                  <p:embed/>
                </p:oleObj>
              </mc:Choice>
              <mc:Fallback>
                <p:oleObj name="Equation" r:id="rId21" imgW="2361960" imgH="736560" progId="Equation.DSMT4">
                  <p:embed/>
                  <p:pic>
                    <p:nvPicPr>
                      <p:cNvPr id="61459" name="Object 19">
                        <a:extLst>
                          <a:ext uri="{FF2B5EF4-FFF2-40B4-BE49-F238E27FC236}">
                            <a16:creationId xmlns:a16="http://schemas.microsoft.com/office/drawing/2014/main" id="{4E74C6FD-70CE-413B-AED4-E06004CA18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2073" y="1882537"/>
                        <a:ext cx="23622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1">
            <a:extLst>
              <a:ext uri="{FF2B5EF4-FFF2-40B4-BE49-F238E27FC236}">
                <a16:creationId xmlns:a16="http://schemas.microsoft.com/office/drawing/2014/main" id="{DA013600-F6BA-4C7A-A40C-B022F7EA41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8071909"/>
              </p:ext>
            </p:extLst>
          </p:nvPr>
        </p:nvGraphicFramePr>
        <p:xfrm>
          <a:off x="5132301" y="2932344"/>
          <a:ext cx="1651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178" name="Equation" r:id="rId23" imgW="1650960" imgH="736560" progId="Equation.DSMT4">
                  <p:embed/>
                </p:oleObj>
              </mc:Choice>
              <mc:Fallback>
                <p:oleObj name="Equation" r:id="rId23" imgW="1650960" imgH="736560" progId="Equation.DSMT4">
                  <p:embed/>
                  <p:pic>
                    <p:nvPicPr>
                      <p:cNvPr id="61461" name="Object 21">
                        <a:extLst>
                          <a:ext uri="{FF2B5EF4-FFF2-40B4-BE49-F238E27FC236}">
                            <a16:creationId xmlns:a16="http://schemas.microsoft.com/office/drawing/2014/main" id="{11EC6575-D4F7-4143-9ED9-A977431DDC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2301" y="2932344"/>
                        <a:ext cx="1651000" cy="7366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3">
            <a:extLst>
              <a:ext uri="{FF2B5EF4-FFF2-40B4-BE49-F238E27FC236}">
                <a16:creationId xmlns:a16="http://schemas.microsoft.com/office/drawing/2014/main" id="{77F1F382-CFA1-4350-901F-9A0BCA966F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4609969"/>
              </p:ext>
            </p:extLst>
          </p:nvPr>
        </p:nvGraphicFramePr>
        <p:xfrm>
          <a:off x="5122073" y="3982151"/>
          <a:ext cx="2413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179" name="Equation" r:id="rId25" imgW="2412720" imgH="482400" progId="Equation.DSMT4">
                  <p:embed/>
                </p:oleObj>
              </mc:Choice>
              <mc:Fallback>
                <p:oleObj name="Equation" r:id="rId25" imgW="2412720" imgH="482400" progId="Equation.DSMT4">
                  <p:embed/>
                  <p:pic>
                    <p:nvPicPr>
                      <p:cNvPr id="61463" name="Object 23">
                        <a:extLst>
                          <a:ext uri="{FF2B5EF4-FFF2-40B4-BE49-F238E27FC236}">
                            <a16:creationId xmlns:a16="http://schemas.microsoft.com/office/drawing/2014/main" id="{C8108E8F-25F2-430B-899D-F76CE59167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2073" y="3982151"/>
                        <a:ext cx="2413000" cy="4826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5">
            <a:extLst>
              <a:ext uri="{FF2B5EF4-FFF2-40B4-BE49-F238E27FC236}">
                <a16:creationId xmlns:a16="http://schemas.microsoft.com/office/drawing/2014/main" id="{E067BDB7-C43E-49F2-BB0C-22B0835638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5673760"/>
              </p:ext>
            </p:extLst>
          </p:nvPr>
        </p:nvGraphicFramePr>
        <p:xfrm>
          <a:off x="139651" y="2642735"/>
          <a:ext cx="1211262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180" name="Equation" r:id="rId27" imgW="1549080" imgH="380880" progId="Equation.DSMT4">
                  <p:embed/>
                </p:oleObj>
              </mc:Choice>
              <mc:Fallback>
                <p:oleObj name="Equation" r:id="rId27" imgW="1549080" imgH="380880" progId="Equation.DSMT4">
                  <p:embed/>
                  <p:pic>
                    <p:nvPicPr>
                      <p:cNvPr id="61465" name="Object 25">
                        <a:extLst>
                          <a:ext uri="{FF2B5EF4-FFF2-40B4-BE49-F238E27FC236}">
                            <a16:creationId xmlns:a16="http://schemas.microsoft.com/office/drawing/2014/main" id="{3C74D1A4-D4F4-4EBB-B220-D33795C742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651" y="2642735"/>
                        <a:ext cx="1211262" cy="29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33">
            <a:extLst>
              <a:ext uri="{FF2B5EF4-FFF2-40B4-BE49-F238E27FC236}">
                <a16:creationId xmlns:a16="http://schemas.microsoft.com/office/drawing/2014/main" id="{FD598EA8-C20C-4CA4-A8CF-A0EF0636B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296" y="1648710"/>
            <a:ext cx="2637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斜渐近线的</a:t>
            </a:r>
            <a:r>
              <a:rPr kumimoji="1"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求法</a:t>
            </a:r>
          </a:p>
        </p:txBody>
      </p:sp>
    </p:spTree>
    <p:extLst>
      <p:ext uri="{BB962C8B-B14F-4D97-AF65-F5344CB8AC3E}">
        <p14:creationId xmlns:p14="http://schemas.microsoft.com/office/powerpoint/2010/main" val="1713426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utoUpdateAnimBg="0" advAuto="0"/>
      <p:bldP spid="10" grpId="0" build="p" autoUpdateAnimBg="0"/>
      <p:bldP spid="28" grpId="0" build="p" autoUpdateAnimBg="0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D1B053-1E7A-45CE-AC1D-DBE1A15E0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8848" y="1139050"/>
            <a:ext cx="2543175" cy="2266950"/>
          </a:xfrm>
          <a:prstGeom prst="rect">
            <a:avLst/>
          </a:prstGeom>
          <a:noFill/>
          <a:ln w="38100" cmpd="dbl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 Box 18">
            <a:extLst>
              <a:ext uri="{FF2B5EF4-FFF2-40B4-BE49-F238E27FC236}">
                <a16:creationId xmlns:a16="http://schemas.microsoft.com/office/drawing/2014/main" id="{D8E24779-B331-4FA0-B19E-6F6D7B3BD6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381298"/>
            <a:ext cx="2362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例</a:t>
            </a:r>
            <a:r>
              <a:rPr kumimoji="1" lang="en-US" altLang="zh-CN" sz="2400" b="1" dirty="0">
                <a:solidFill>
                  <a:srgbClr val="0066FF"/>
                </a:solidFill>
                <a:latin typeface="+mn-ea"/>
              </a:rPr>
              <a:t>1</a:t>
            </a:r>
            <a:r>
              <a:rPr kumimoji="1" lang="en-US" altLang="zh-CN" sz="2400" b="1" dirty="0">
                <a:latin typeface="+mn-ea"/>
              </a:rPr>
              <a:t> </a:t>
            </a:r>
            <a:r>
              <a:rPr kumimoji="1" lang="zh-CN" altLang="en-US" sz="2400" b="1" dirty="0">
                <a:latin typeface="+mn-ea"/>
              </a:rPr>
              <a:t>求曲线</a:t>
            </a:r>
          </a:p>
        </p:txBody>
      </p:sp>
      <p:graphicFrame>
        <p:nvGraphicFramePr>
          <p:cNvPr id="5" name="Object 19">
            <a:extLst>
              <a:ext uri="{FF2B5EF4-FFF2-40B4-BE49-F238E27FC236}">
                <a16:creationId xmlns:a16="http://schemas.microsoft.com/office/drawing/2014/main" id="{FFF0DFB7-2BF9-4EEB-ACEC-CB6308928F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6148944"/>
              </p:ext>
            </p:extLst>
          </p:nvPr>
        </p:nvGraphicFramePr>
        <p:xfrm>
          <a:off x="2339554" y="269571"/>
          <a:ext cx="1511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132" name="Equation" r:id="rId4" imgW="1511280" imgH="736560" progId="Equation.DSMT4">
                  <p:embed/>
                </p:oleObj>
              </mc:Choice>
              <mc:Fallback>
                <p:oleObj name="Equation" r:id="rId4" imgW="1511280" imgH="736560" progId="Equation.DSMT4">
                  <p:embed/>
                  <p:pic>
                    <p:nvPicPr>
                      <p:cNvPr id="5" name="Object 19">
                        <a:extLst>
                          <a:ext uri="{FF2B5EF4-FFF2-40B4-BE49-F238E27FC236}">
                            <a16:creationId xmlns:a16="http://schemas.microsoft.com/office/drawing/2014/main" id="{E0AEA2D7-27A3-449F-B9FC-21A5BF2B67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554" y="269571"/>
                        <a:ext cx="15113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20">
            <a:extLst>
              <a:ext uri="{FF2B5EF4-FFF2-40B4-BE49-F238E27FC236}">
                <a16:creationId xmlns:a16="http://schemas.microsoft.com/office/drawing/2014/main" id="{59A840FB-2C04-4D78-8405-835885EA23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3404" y="398019"/>
            <a:ext cx="1905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的渐近线 </a:t>
            </a:r>
            <a:r>
              <a:rPr kumimoji="1" lang="en-US" altLang="zh-CN" sz="2400" b="1" dirty="0">
                <a:latin typeface="+mn-ea"/>
              </a:rPr>
              <a:t>.</a:t>
            </a:r>
          </a:p>
        </p:txBody>
      </p:sp>
      <p:sp>
        <p:nvSpPr>
          <p:cNvPr id="7" name="Text Box 21">
            <a:extLst>
              <a:ext uri="{FF2B5EF4-FFF2-40B4-BE49-F238E27FC236}">
                <a16:creationId xmlns:a16="http://schemas.microsoft.com/office/drawing/2014/main" id="{2735C68E-9953-4DBC-8A09-D20C3E8FD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1219498"/>
            <a:ext cx="76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解</a:t>
            </a:r>
            <a:endParaRPr kumimoji="1" lang="en-US" altLang="zh-CN" sz="2400" b="1" dirty="0">
              <a:solidFill>
                <a:srgbClr val="0066FF"/>
              </a:solidFill>
              <a:latin typeface="+mn-ea"/>
            </a:endParaRPr>
          </a:p>
        </p:txBody>
      </p:sp>
      <p:graphicFrame>
        <p:nvGraphicFramePr>
          <p:cNvPr id="8" name="Object 22">
            <a:extLst>
              <a:ext uri="{FF2B5EF4-FFF2-40B4-BE49-F238E27FC236}">
                <a16:creationId xmlns:a16="http://schemas.microsoft.com/office/drawing/2014/main" id="{E584A110-7DAB-4783-A865-8B50780CE8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9393034"/>
              </p:ext>
            </p:extLst>
          </p:nvPr>
        </p:nvGraphicFramePr>
        <p:xfrm>
          <a:off x="1205731" y="1139050"/>
          <a:ext cx="2971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133" name="Equation" r:id="rId6" imgW="2971800" imgH="736560" progId="Equation.DSMT4">
                  <p:embed/>
                </p:oleObj>
              </mc:Choice>
              <mc:Fallback>
                <p:oleObj name="Equation" r:id="rId6" imgW="2971800" imgH="736560" progId="Equation.DSMT4">
                  <p:embed/>
                  <p:pic>
                    <p:nvPicPr>
                      <p:cNvPr id="8" name="Object 22">
                        <a:extLst>
                          <a:ext uri="{FF2B5EF4-FFF2-40B4-BE49-F238E27FC236}">
                            <a16:creationId xmlns:a16="http://schemas.microsoft.com/office/drawing/2014/main" id="{46BD9453-4E99-40B2-BAA0-1EBE6C8C0B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5731" y="1139050"/>
                        <a:ext cx="29718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3">
            <a:extLst>
              <a:ext uri="{FF2B5EF4-FFF2-40B4-BE49-F238E27FC236}">
                <a16:creationId xmlns:a16="http://schemas.microsoft.com/office/drawing/2014/main" id="{79F42B74-D2D2-4F2E-9373-D8AC16BE09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1246521"/>
              </p:ext>
            </p:extLst>
          </p:nvPr>
        </p:nvGraphicFramePr>
        <p:xfrm>
          <a:off x="1087810" y="2094286"/>
          <a:ext cx="1409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134" name="Equation" r:id="rId8" imgW="1409400" imgH="380880" progId="Equation.DSMT4">
                  <p:embed/>
                </p:oleObj>
              </mc:Choice>
              <mc:Fallback>
                <p:oleObj name="Equation" r:id="rId8" imgW="1409400" imgH="380880" progId="Equation.DSMT4">
                  <p:embed/>
                  <p:pic>
                    <p:nvPicPr>
                      <p:cNvPr id="9" name="Object 23">
                        <a:extLst>
                          <a:ext uri="{FF2B5EF4-FFF2-40B4-BE49-F238E27FC236}">
                            <a16:creationId xmlns:a16="http://schemas.microsoft.com/office/drawing/2014/main" id="{5CB04F6A-DD9A-462F-8495-AB30425E6E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7810" y="2094286"/>
                        <a:ext cx="14097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24">
            <a:extLst>
              <a:ext uri="{FF2B5EF4-FFF2-40B4-BE49-F238E27FC236}">
                <a16:creationId xmlns:a16="http://schemas.microsoft.com/office/drawing/2014/main" id="{B1D76B0D-CD15-4BCB-BCC1-061E4332C3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0847" y="2044929"/>
            <a:ext cx="2819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为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水平</a:t>
            </a:r>
            <a:r>
              <a:rPr kumimoji="1" lang="zh-CN" altLang="en-US" sz="2400" b="1" dirty="0">
                <a:latin typeface="+mn-ea"/>
              </a:rPr>
              <a:t>渐近线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graphicFrame>
        <p:nvGraphicFramePr>
          <p:cNvPr id="11" name="Object 25">
            <a:extLst>
              <a:ext uri="{FF2B5EF4-FFF2-40B4-BE49-F238E27FC236}">
                <a16:creationId xmlns:a16="http://schemas.microsoft.com/office/drawing/2014/main" id="{BF8AFE3B-3347-4441-BC2D-A83C85D716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8182982"/>
              </p:ext>
            </p:extLst>
          </p:nvPr>
        </p:nvGraphicFramePr>
        <p:xfrm>
          <a:off x="1094606" y="2693212"/>
          <a:ext cx="2971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135" name="Equation" r:id="rId10" imgW="2971800" imgH="736560" progId="Equation.DSMT4">
                  <p:embed/>
                </p:oleObj>
              </mc:Choice>
              <mc:Fallback>
                <p:oleObj name="Equation" r:id="rId10" imgW="2971800" imgH="736560" progId="Equation.DSMT4">
                  <p:embed/>
                  <p:pic>
                    <p:nvPicPr>
                      <p:cNvPr id="11" name="Object 25">
                        <a:extLst>
                          <a:ext uri="{FF2B5EF4-FFF2-40B4-BE49-F238E27FC236}">
                            <a16:creationId xmlns:a16="http://schemas.microsoft.com/office/drawing/2014/main" id="{E01D2861-FAC9-4029-A359-A741C02384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4606" y="2693212"/>
                        <a:ext cx="29718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6">
            <a:extLst>
              <a:ext uri="{FF2B5EF4-FFF2-40B4-BE49-F238E27FC236}">
                <a16:creationId xmlns:a16="http://schemas.microsoft.com/office/drawing/2014/main" id="{38D16ED0-F2B2-4A73-B277-CE051C66DC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526094"/>
              </p:ext>
            </p:extLst>
          </p:nvPr>
        </p:nvGraphicFramePr>
        <p:xfrm>
          <a:off x="1031454" y="3744870"/>
          <a:ext cx="1308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136" name="Equation" r:id="rId12" imgW="1307880" imgH="380880" progId="Equation.DSMT4">
                  <p:embed/>
                </p:oleObj>
              </mc:Choice>
              <mc:Fallback>
                <p:oleObj name="Equation" r:id="rId12" imgW="1307880" imgH="380880" progId="Equation.DSMT4">
                  <p:embed/>
                  <p:pic>
                    <p:nvPicPr>
                      <p:cNvPr id="12" name="Object 26">
                        <a:extLst>
                          <a:ext uri="{FF2B5EF4-FFF2-40B4-BE49-F238E27FC236}">
                            <a16:creationId xmlns:a16="http://schemas.microsoft.com/office/drawing/2014/main" id="{290B6603-D83B-4259-878C-9FB6CE3F0A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1454" y="3744870"/>
                        <a:ext cx="13081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27">
            <a:extLst>
              <a:ext uri="{FF2B5EF4-FFF2-40B4-BE49-F238E27FC236}">
                <a16:creationId xmlns:a16="http://schemas.microsoft.com/office/drawing/2014/main" id="{46680828-D97E-4E7A-B60B-2615085390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304" y="3649158"/>
            <a:ext cx="2514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为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垂直</a:t>
            </a:r>
            <a:r>
              <a:rPr kumimoji="1" lang="zh-CN" altLang="en-US" sz="2400" b="1" dirty="0">
                <a:latin typeface="+mn-ea"/>
              </a:rPr>
              <a:t>渐近线</a:t>
            </a:r>
            <a:r>
              <a:rPr kumimoji="1" lang="en-US" altLang="zh-CN" sz="2400" b="1" dirty="0">
                <a:latin typeface="+mn-ea"/>
              </a:rPr>
              <a:t>.</a:t>
            </a:r>
          </a:p>
        </p:txBody>
      </p:sp>
      <p:grpSp>
        <p:nvGrpSpPr>
          <p:cNvPr id="14" name="Group 28">
            <a:extLst>
              <a:ext uri="{FF2B5EF4-FFF2-40B4-BE49-F238E27FC236}">
                <a16:creationId xmlns:a16="http://schemas.microsoft.com/office/drawing/2014/main" id="{0882F5CA-CB84-4AD8-8232-8CECB1F2524F}"/>
              </a:ext>
            </a:extLst>
          </p:cNvPr>
          <p:cNvGrpSpPr>
            <a:grpSpLocks/>
          </p:cNvGrpSpPr>
          <p:nvPr/>
        </p:nvGrpSpPr>
        <p:grpSpPr bwMode="auto">
          <a:xfrm>
            <a:off x="5578848" y="2094002"/>
            <a:ext cx="2819400" cy="287046"/>
            <a:chOff x="3696" y="2571"/>
            <a:chExt cx="1587" cy="164"/>
          </a:xfrm>
        </p:grpSpPr>
        <p:graphicFrame>
          <p:nvGraphicFramePr>
            <p:cNvPr id="15" name="Object 29">
              <a:extLst>
                <a:ext uri="{FF2B5EF4-FFF2-40B4-BE49-F238E27FC236}">
                  <a16:creationId xmlns:a16="http://schemas.microsoft.com/office/drawing/2014/main" id="{061F0908-C552-43A1-831C-31744D93148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85354631"/>
                </p:ext>
              </p:extLst>
            </p:nvPr>
          </p:nvGraphicFramePr>
          <p:xfrm>
            <a:off x="4188" y="2571"/>
            <a:ext cx="10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5137" name="Equation" r:id="rId14" imgW="164880" imgH="228600" progId="Equation.DSMT4">
                    <p:embed/>
                  </p:oleObj>
                </mc:Choice>
                <mc:Fallback>
                  <p:oleObj name="Equation" r:id="rId14" imgW="164880" imgH="228600" progId="Equation.DSMT4">
                    <p:embed/>
                    <p:pic>
                      <p:nvPicPr>
                        <p:cNvPr id="15" name="Object 29">
                          <a:extLst>
                            <a:ext uri="{FF2B5EF4-FFF2-40B4-BE49-F238E27FC236}">
                              <a16:creationId xmlns:a16="http://schemas.microsoft.com/office/drawing/2014/main" id="{67CB6B61-3872-4200-A192-C49B6677E91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8" y="2571"/>
                          <a:ext cx="104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Line 30">
              <a:extLst>
                <a:ext uri="{FF2B5EF4-FFF2-40B4-BE49-F238E27FC236}">
                  <a16:creationId xmlns:a16="http://schemas.microsoft.com/office/drawing/2014/main" id="{3B142D83-D358-4CDE-8004-A6EB71EE1D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2735"/>
              <a:ext cx="1587" cy="0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" name="Group 31">
            <a:extLst>
              <a:ext uri="{FF2B5EF4-FFF2-40B4-BE49-F238E27FC236}">
                <a16:creationId xmlns:a16="http://schemas.microsoft.com/office/drawing/2014/main" id="{56851B70-EDE7-4576-B177-80238515D203}"/>
              </a:ext>
            </a:extLst>
          </p:cNvPr>
          <p:cNvGrpSpPr>
            <a:grpSpLocks/>
          </p:cNvGrpSpPr>
          <p:nvPr/>
        </p:nvGrpSpPr>
        <p:grpSpPr bwMode="auto">
          <a:xfrm>
            <a:off x="6838529" y="871374"/>
            <a:ext cx="119064" cy="2673350"/>
            <a:chOff x="4317" y="2474"/>
            <a:chExt cx="75" cy="1684"/>
          </a:xfrm>
        </p:grpSpPr>
        <p:graphicFrame>
          <p:nvGraphicFramePr>
            <p:cNvPr id="18" name="Object 32">
              <a:extLst>
                <a:ext uri="{FF2B5EF4-FFF2-40B4-BE49-F238E27FC236}">
                  <a16:creationId xmlns:a16="http://schemas.microsoft.com/office/drawing/2014/main" id="{C4F2F1A3-C874-499B-9855-A6745ED6BBB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68392411"/>
                </p:ext>
              </p:extLst>
            </p:nvPr>
          </p:nvGraphicFramePr>
          <p:xfrm>
            <a:off x="4320" y="3691"/>
            <a:ext cx="72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5138" name="Equation" r:id="rId16" imgW="114120" imgH="228600" progId="Equation.DSMT4">
                    <p:embed/>
                  </p:oleObj>
                </mc:Choice>
                <mc:Fallback>
                  <p:oleObj name="Equation" r:id="rId16" imgW="114120" imgH="228600" progId="Equation.DSMT4">
                    <p:embed/>
                    <p:pic>
                      <p:nvPicPr>
                        <p:cNvPr id="18" name="Object 32">
                          <a:extLst>
                            <a:ext uri="{FF2B5EF4-FFF2-40B4-BE49-F238E27FC236}">
                              <a16:creationId xmlns:a16="http://schemas.microsoft.com/office/drawing/2014/main" id="{E67B9AA2-B077-4FAA-8785-0B98BE2179A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3691"/>
                          <a:ext cx="72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Line 33">
              <a:extLst>
                <a:ext uri="{FF2B5EF4-FFF2-40B4-BE49-F238E27FC236}">
                  <a16:creationId xmlns:a16="http://schemas.microsoft.com/office/drawing/2014/main" id="{6AA9A016-A6D8-4489-9C0E-501F408A6F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7" y="2474"/>
              <a:ext cx="0" cy="1684"/>
            </a:xfrm>
            <a:prstGeom prst="line">
              <a:avLst/>
            </a:prstGeom>
            <a:noFill/>
            <a:ln w="28575">
              <a:solidFill>
                <a:srgbClr val="7030A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881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utoUpdateAnimBg="0"/>
      <p:bldP spid="10" grpId="0" autoUpdateAnimBg="0"/>
      <p:bldP spid="1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D15D81-9B26-4415-B84E-9E6370AE2DC5}"/>
              </a:ext>
            </a:extLst>
          </p:cNvPr>
          <p:cNvSpPr txBox="1">
            <a:spLocks noChangeArrowheads="1"/>
          </p:cNvSpPr>
          <p:nvPr/>
        </p:nvSpPr>
        <p:spPr>
          <a:xfrm>
            <a:off x="680991" y="293106"/>
            <a:ext cx="24384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1800" b="1" kern="1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pPr algn="l"/>
            <a:r>
              <a:rPr lang="zh-CN" altLang="en-US" sz="2400" dirty="0">
                <a:solidFill>
                  <a:srgbClr val="0066FF"/>
                </a:solidFill>
                <a:latin typeface="+mj-ea"/>
                <a:ea typeface="+mj-ea"/>
              </a:rPr>
              <a:t>例</a:t>
            </a:r>
            <a:r>
              <a:rPr lang="en-US" altLang="zh-CN" sz="2400" dirty="0">
                <a:solidFill>
                  <a:srgbClr val="0066FF"/>
                </a:solidFill>
                <a:latin typeface="+mj-ea"/>
                <a:ea typeface="+mj-ea"/>
              </a:rPr>
              <a:t>2</a:t>
            </a:r>
            <a:r>
              <a:rPr lang="en-US" altLang="zh-CN" sz="240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求曲线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9F85718-85E3-4518-BF04-32DB5B073A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8066305"/>
              </p:ext>
            </p:extLst>
          </p:nvPr>
        </p:nvGraphicFramePr>
        <p:xfrm>
          <a:off x="2536257" y="160058"/>
          <a:ext cx="1816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90" name="Equation" r:id="rId3" imgW="1815840" imgH="838080" progId="Equation.DSMT4">
                  <p:embed/>
                </p:oleObj>
              </mc:Choice>
              <mc:Fallback>
                <p:oleObj name="Equation" r:id="rId3" imgW="1815840" imgH="838080" progId="Equation.DSMT4">
                  <p:embed/>
                  <p:pic>
                    <p:nvPicPr>
                      <p:cNvPr id="62467" name="Object 3">
                        <a:extLst>
                          <a:ext uri="{FF2B5EF4-FFF2-40B4-BE49-F238E27FC236}">
                            <a16:creationId xmlns:a16="http://schemas.microsoft.com/office/drawing/2014/main" id="{89BEE345-B3E2-4E8C-8DAD-9EC6839B96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6257" y="160058"/>
                        <a:ext cx="18161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">
            <a:extLst>
              <a:ext uri="{FF2B5EF4-FFF2-40B4-BE49-F238E27FC236}">
                <a16:creationId xmlns:a16="http://schemas.microsoft.com/office/drawing/2014/main" id="{62DECD70-2B8F-4357-AF8E-9000C2FFA3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41" y="333745"/>
            <a:ext cx="2438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的渐近线 </a:t>
            </a:r>
            <a:r>
              <a:rPr kumimoji="1" lang="en-US" altLang="zh-CN" sz="2400" b="1" dirty="0">
                <a:latin typeface="+mj-ea"/>
                <a:ea typeface="+mj-ea"/>
              </a:rPr>
              <a:t>.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15930650-3A70-4B69-A9F1-F087930417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488" y="1183910"/>
            <a:ext cx="914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kumimoji="1" lang="en-US" altLang="zh-CN" sz="2400" b="1" dirty="0">
              <a:solidFill>
                <a:srgbClr val="0066FF"/>
              </a:solidFill>
              <a:latin typeface="+mj-ea"/>
              <a:ea typeface="+mj-ea"/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DB356B24-8DE3-4A67-A439-1FFDB698B1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9847183"/>
              </p:ext>
            </p:extLst>
          </p:nvPr>
        </p:nvGraphicFramePr>
        <p:xfrm>
          <a:off x="1159444" y="1029578"/>
          <a:ext cx="2197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91" name="Equation" r:id="rId5" imgW="2197080" imgH="838080" progId="Equation.DSMT4">
                  <p:embed/>
                </p:oleObj>
              </mc:Choice>
              <mc:Fallback>
                <p:oleObj name="Equation" r:id="rId5" imgW="2197080" imgH="838080" progId="Equation.DSMT4">
                  <p:embed/>
                  <p:pic>
                    <p:nvPicPr>
                      <p:cNvPr id="62470" name="Object 6">
                        <a:extLst>
                          <a:ext uri="{FF2B5EF4-FFF2-40B4-BE49-F238E27FC236}">
                            <a16:creationId xmlns:a16="http://schemas.microsoft.com/office/drawing/2014/main" id="{A359A562-5031-4264-8B21-5E48EFC015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9444" y="1029578"/>
                        <a:ext cx="21971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D9290E06-2560-4FBC-A907-29674C3D44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6677588"/>
              </p:ext>
            </p:extLst>
          </p:nvPr>
        </p:nvGraphicFramePr>
        <p:xfrm>
          <a:off x="3604394" y="1308681"/>
          <a:ext cx="1320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92" name="Equation" r:id="rId7" imgW="1320480" imgH="482400" progId="Equation.DSMT4">
                  <p:embed/>
                </p:oleObj>
              </mc:Choice>
              <mc:Fallback>
                <p:oleObj name="Equation" r:id="rId7" imgW="1320480" imgH="482400" progId="Equation.DSMT4">
                  <p:embed/>
                  <p:pic>
                    <p:nvPicPr>
                      <p:cNvPr id="62471" name="Object 7">
                        <a:extLst>
                          <a:ext uri="{FF2B5EF4-FFF2-40B4-BE49-F238E27FC236}">
                            <a16:creationId xmlns:a16="http://schemas.microsoft.com/office/drawing/2014/main" id="{174ACE7B-F9F6-458C-87AE-637278FB6A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4394" y="1308681"/>
                        <a:ext cx="13208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D520EC76-9AAA-4A64-A68A-300DFEA4259B}"/>
              </a:ext>
            </a:extLst>
          </p:cNvPr>
          <p:cNvGrpSpPr>
            <a:grpSpLocks/>
          </p:cNvGrpSpPr>
          <p:nvPr/>
        </p:nvGrpSpPr>
        <p:grpSpPr bwMode="auto">
          <a:xfrm>
            <a:off x="204219" y="2035083"/>
            <a:ext cx="4664075" cy="471488"/>
            <a:chOff x="-301" y="1369"/>
            <a:chExt cx="2938" cy="297"/>
          </a:xfrm>
        </p:grpSpPr>
        <p:sp>
          <p:nvSpPr>
            <p:cNvPr id="11" name="Text Box 10">
              <a:extLst>
                <a:ext uri="{FF2B5EF4-FFF2-40B4-BE49-F238E27FC236}">
                  <a16:creationId xmlns:a16="http://schemas.microsoft.com/office/drawing/2014/main" id="{A89DC4C5-56FC-46A4-BDE4-EC3570E10A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301" y="1375"/>
              <a:ext cx="24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j-ea"/>
                  <a:ea typeface="+mj-ea"/>
                </a:rPr>
                <a:t>所以有</a:t>
              </a:r>
              <a:r>
                <a:rPr kumimoji="1" lang="zh-CN" altLang="en-US" sz="2400" b="1" dirty="0">
                  <a:solidFill>
                    <a:srgbClr val="0066FF"/>
                  </a:solidFill>
                  <a:latin typeface="+mj-ea"/>
                  <a:ea typeface="+mj-ea"/>
                </a:rPr>
                <a:t>铅直渐近线</a:t>
              </a:r>
            </a:p>
          </p:txBody>
        </p:sp>
        <p:graphicFrame>
          <p:nvGraphicFramePr>
            <p:cNvPr id="12" name="Object 11">
              <a:extLst>
                <a:ext uri="{FF2B5EF4-FFF2-40B4-BE49-F238E27FC236}">
                  <a16:creationId xmlns:a16="http://schemas.microsoft.com/office/drawing/2014/main" id="{DE582041-87B4-446E-8490-3358A8C0B31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420444"/>
                </p:ext>
              </p:extLst>
            </p:nvPr>
          </p:nvGraphicFramePr>
          <p:xfrm>
            <a:off x="1374" y="1427"/>
            <a:ext cx="512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293" name="Equation" r:id="rId9" imgW="812520" imgH="279360" progId="Equation.DSMT4">
                    <p:embed/>
                  </p:oleObj>
                </mc:Choice>
                <mc:Fallback>
                  <p:oleObj name="Equation" r:id="rId9" imgW="812520" imgH="279360" progId="Equation.DSMT4">
                    <p:embed/>
                    <p:pic>
                      <p:nvPicPr>
                        <p:cNvPr id="62475" name="Object 11">
                          <a:extLst>
                            <a:ext uri="{FF2B5EF4-FFF2-40B4-BE49-F238E27FC236}">
                              <a16:creationId xmlns:a16="http://schemas.microsoft.com/office/drawing/2014/main" id="{6A5A8C62-E6B4-402D-8E52-950F98AD573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4" y="1427"/>
                          <a:ext cx="512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Text Box 12">
              <a:extLst>
                <a:ext uri="{FF2B5EF4-FFF2-40B4-BE49-F238E27FC236}">
                  <a16:creationId xmlns:a16="http://schemas.microsoft.com/office/drawing/2014/main" id="{8876E76E-5358-48B8-845D-91805B1F10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3" y="1369"/>
              <a:ext cx="48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j-ea"/>
                  <a:ea typeface="+mj-ea"/>
                </a:rPr>
                <a:t>及</a:t>
              </a:r>
            </a:p>
          </p:txBody>
        </p:sp>
        <p:graphicFrame>
          <p:nvGraphicFramePr>
            <p:cNvPr id="14" name="Object 13">
              <a:extLst>
                <a:ext uri="{FF2B5EF4-FFF2-40B4-BE49-F238E27FC236}">
                  <a16:creationId xmlns:a16="http://schemas.microsoft.com/office/drawing/2014/main" id="{89924591-9913-45AD-81BE-77EA4FEC447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1045402"/>
                </p:ext>
              </p:extLst>
            </p:nvPr>
          </p:nvGraphicFramePr>
          <p:xfrm>
            <a:off x="2205" y="1413"/>
            <a:ext cx="432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294" name="Equation" r:id="rId11" imgW="685800" imgH="279360" progId="Equation.DSMT4">
                    <p:embed/>
                  </p:oleObj>
                </mc:Choice>
                <mc:Fallback>
                  <p:oleObj name="Equation" r:id="rId11" imgW="685800" imgH="279360" progId="Equation.DSMT4">
                    <p:embed/>
                    <p:pic>
                      <p:nvPicPr>
                        <p:cNvPr id="62477" name="Object 13">
                          <a:extLst>
                            <a:ext uri="{FF2B5EF4-FFF2-40B4-BE49-F238E27FC236}">
                              <a16:creationId xmlns:a16="http://schemas.microsoft.com/office/drawing/2014/main" id="{C2FE8B84-6ED6-4C71-91B7-2DC715EA494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5" y="1413"/>
                          <a:ext cx="432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Text Box 14">
            <a:extLst>
              <a:ext uri="{FF2B5EF4-FFF2-40B4-BE49-F238E27FC236}">
                <a16:creationId xmlns:a16="http://schemas.microsoft.com/office/drawing/2014/main" id="{0B5E2EFC-E63D-4548-BB2B-8DAE47912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47" y="2863922"/>
            <a:ext cx="10604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又因</a:t>
            </a:r>
          </a:p>
        </p:txBody>
      </p: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9949FC33-C63E-425E-B3F3-B9D0335CB7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0710789"/>
              </p:ext>
            </p:extLst>
          </p:nvPr>
        </p:nvGraphicFramePr>
        <p:xfrm>
          <a:off x="1478163" y="2755535"/>
          <a:ext cx="1574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95" name="Equation" r:id="rId13" imgW="1574640" imgH="736560" progId="Equation.DSMT4">
                  <p:embed/>
                </p:oleObj>
              </mc:Choice>
              <mc:Fallback>
                <p:oleObj name="Equation" r:id="rId13" imgW="1574640" imgH="736560" progId="Equation.DSMT4">
                  <p:embed/>
                  <p:pic>
                    <p:nvPicPr>
                      <p:cNvPr id="62479" name="Object 15">
                        <a:extLst>
                          <a:ext uri="{FF2B5EF4-FFF2-40B4-BE49-F238E27FC236}">
                            <a16:creationId xmlns:a16="http://schemas.microsoft.com/office/drawing/2014/main" id="{E323F0C9-152C-4438-A6F5-ABC587198F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8163" y="2755535"/>
                        <a:ext cx="15748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C2774933-0E57-4C57-AA8A-ABE4F5878F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1081981"/>
              </p:ext>
            </p:extLst>
          </p:nvPr>
        </p:nvGraphicFramePr>
        <p:xfrm>
          <a:off x="3208665" y="2694846"/>
          <a:ext cx="2019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96" name="Equation" r:id="rId15" imgW="2019240" imgH="838080" progId="Equation.DSMT4">
                  <p:embed/>
                </p:oleObj>
              </mc:Choice>
              <mc:Fallback>
                <p:oleObj name="Equation" r:id="rId15" imgW="2019240" imgH="838080" progId="Equation.DSMT4">
                  <p:embed/>
                  <p:pic>
                    <p:nvPicPr>
                      <p:cNvPr id="62480" name="Object 16">
                        <a:extLst>
                          <a:ext uri="{FF2B5EF4-FFF2-40B4-BE49-F238E27FC236}">
                            <a16:creationId xmlns:a16="http://schemas.microsoft.com/office/drawing/2014/main" id="{0E69F980-8153-4593-828F-ACE40BF664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8665" y="2694846"/>
                        <a:ext cx="20193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D67BED0A-D918-4E4E-9CFA-6BEA313BE2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8844002"/>
              </p:ext>
            </p:extLst>
          </p:nvPr>
        </p:nvGraphicFramePr>
        <p:xfrm>
          <a:off x="5335588" y="2963863"/>
          <a:ext cx="4445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97" name="Equation" r:id="rId17" imgW="444240" imgH="291960" progId="Equation.DSMT4">
                  <p:embed/>
                </p:oleObj>
              </mc:Choice>
              <mc:Fallback>
                <p:oleObj name="Equation" r:id="rId17" imgW="444240" imgH="291960" progId="Equation.DSMT4">
                  <p:embed/>
                  <p:pic>
                    <p:nvPicPr>
                      <p:cNvPr id="62481" name="Object 17">
                        <a:extLst>
                          <a:ext uri="{FF2B5EF4-FFF2-40B4-BE49-F238E27FC236}">
                            <a16:creationId xmlns:a16="http://schemas.microsoft.com/office/drawing/2014/main" id="{52AA15CD-07EF-4B12-99CF-551A3DE33C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5588" y="2963863"/>
                        <a:ext cx="4445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8D8A4494-0B01-443B-8F9F-9BDDA4CB8B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2979327"/>
              </p:ext>
            </p:extLst>
          </p:nvPr>
        </p:nvGraphicFramePr>
        <p:xfrm>
          <a:off x="1487438" y="3794536"/>
          <a:ext cx="2032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98" name="Equation" r:id="rId19" imgW="2031840" imgH="482400" progId="Equation.DSMT4">
                  <p:embed/>
                </p:oleObj>
              </mc:Choice>
              <mc:Fallback>
                <p:oleObj name="Equation" r:id="rId19" imgW="2031840" imgH="482400" progId="Equation.DSMT4">
                  <p:embed/>
                  <p:pic>
                    <p:nvPicPr>
                      <p:cNvPr id="62482" name="Object 18">
                        <a:extLst>
                          <a:ext uri="{FF2B5EF4-FFF2-40B4-BE49-F238E27FC236}">
                            <a16:creationId xmlns:a16="http://schemas.microsoft.com/office/drawing/2014/main" id="{27D55BD6-2BD6-404E-B22C-16AB3898C5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438" y="3794536"/>
                        <a:ext cx="20320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05A12CA5-612C-4B45-A0E8-2AE9C60B33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7110099"/>
              </p:ext>
            </p:extLst>
          </p:nvPr>
        </p:nvGraphicFramePr>
        <p:xfrm>
          <a:off x="3604598" y="3578548"/>
          <a:ext cx="2019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99" name="Equation" r:id="rId21" imgW="2019240" imgH="838080" progId="Equation.DSMT4">
                  <p:embed/>
                </p:oleObj>
              </mc:Choice>
              <mc:Fallback>
                <p:oleObj name="Equation" r:id="rId21" imgW="2019240" imgH="838080" progId="Equation.DSMT4">
                  <p:embed/>
                  <p:pic>
                    <p:nvPicPr>
                      <p:cNvPr id="62483" name="Object 19">
                        <a:extLst>
                          <a:ext uri="{FF2B5EF4-FFF2-40B4-BE49-F238E27FC236}">
                            <a16:creationId xmlns:a16="http://schemas.microsoft.com/office/drawing/2014/main" id="{A41852CB-1675-4F7D-8F0D-EB5634F787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4598" y="3578548"/>
                        <a:ext cx="20193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5D829B11-7312-4F90-B09F-91AE4A97CE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5264157"/>
              </p:ext>
            </p:extLst>
          </p:nvPr>
        </p:nvGraphicFramePr>
        <p:xfrm>
          <a:off x="5667375" y="3851275"/>
          <a:ext cx="6731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00" name="Equation" r:id="rId23" imgW="672840" imgH="291960" progId="Equation.DSMT4">
                  <p:embed/>
                </p:oleObj>
              </mc:Choice>
              <mc:Fallback>
                <p:oleObj name="Equation" r:id="rId23" imgW="672840" imgH="291960" progId="Equation.DSMT4">
                  <p:embed/>
                  <p:pic>
                    <p:nvPicPr>
                      <p:cNvPr id="62484" name="Object 20">
                        <a:extLst>
                          <a:ext uri="{FF2B5EF4-FFF2-40B4-BE49-F238E27FC236}">
                            <a16:creationId xmlns:a16="http://schemas.microsoft.com/office/drawing/2014/main" id="{FE7AEA7C-8A11-4CA4-B52B-10F107B298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7375" y="3851275"/>
                        <a:ext cx="6731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7174EB2E-B292-4895-BC5F-39A86AC6DD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9122169"/>
              </p:ext>
            </p:extLst>
          </p:nvPr>
        </p:nvGraphicFramePr>
        <p:xfrm>
          <a:off x="738188" y="4506913"/>
          <a:ext cx="1981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01" name="Equation" r:id="rId25" imgW="1981080" imgH="380880" progId="Equation.DSMT4">
                  <p:embed/>
                </p:oleObj>
              </mc:Choice>
              <mc:Fallback>
                <p:oleObj name="Equation" r:id="rId25" imgW="1981080" imgH="380880" progId="Equation.DSMT4">
                  <p:embed/>
                  <p:pic>
                    <p:nvPicPr>
                      <p:cNvPr id="62485" name="Object 21">
                        <a:extLst>
                          <a:ext uri="{FF2B5EF4-FFF2-40B4-BE49-F238E27FC236}">
                            <a16:creationId xmlns:a16="http://schemas.microsoft.com/office/drawing/2014/main" id="{29141DF7-B666-431F-B3DC-BECE509BBC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188" y="4506913"/>
                        <a:ext cx="1981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22">
            <a:extLst>
              <a:ext uri="{FF2B5EF4-FFF2-40B4-BE49-F238E27FC236}">
                <a16:creationId xmlns:a16="http://schemas.microsoft.com/office/drawing/2014/main" id="{1717926C-07CD-45A5-A7F0-09D645D05E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6641" y="4442525"/>
            <a:ext cx="3429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为曲线的</a:t>
            </a:r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斜渐近线</a:t>
            </a:r>
            <a:r>
              <a:rPr kumimoji="1" lang="zh-CN" altLang="en-US" sz="2400" b="1" dirty="0">
                <a:latin typeface="+mj-ea"/>
                <a:ea typeface="+mj-ea"/>
              </a:rPr>
              <a:t> </a:t>
            </a:r>
            <a:r>
              <a:rPr kumimoji="1" lang="en-US" altLang="zh-CN" sz="2400" b="1" dirty="0">
                <a:latin typeface="+mj-ea"/>
                <a:ea typeface="+mj-ea"/>
              </a:rPr>
              <a:t>.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42FB5E1-B037-4BEA-8127-C1369EECC62D}"/>
              </a:ext>
            </a:extLst>
          </p:cNvPr>
          <p:cNvGrpSpPr>
            <a:grpSpLocks/>
          </p:cNvGrpSpPr>
          <p:nvPr/>
        </p:nvGrpSpPr>
        <p:grpSpPr bwMode="auto">
          <a:xfrm>
            <a:off x="6418418" y="1681099"/>
            <a:ext cx="2516188" cy="2217738"/>
            <a:chOff x="3920" y="648"/>
            <a:chExt cx="1585" cy="1397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328D375-00A4-4AFC-BA44-27DFEE89BD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68" y="648"/>
              <a:ext cx="1489" cy="1397"/>
            </a:xfrm>
            <a:prstGeom prst="rect">
              <a:avLst/>
            </a:prstGeom>
            <a:noFill/>
            <a:ln w="38100" cmpd="dbl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aphicFrame>
          <p:nvGraphicFramePr>
            <p:cNvPr id="26" name="Object 25">
              <a:extLst>
                <a:ext uri="{FF2B5EF4-FFF2-40B4-BE49-F238E27FC236}">
                  <a16:creationId xmlns:a16="http://schemas.microsoft.com/office/drawing/2014/main" id="{6EDCDF69-764C-4814-8920-C237BCC2963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40283148"/>
                </p:ext>
              </p:extLst>
            </p:nvPr>
          </p:nvGraphicFramePr>
          <p:xfrm>
            <a:off x="3920" y="1578"/>
            <a:ext cx="192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302" name="Equation" r:id="rId28" imgW="304560" imgH="241200" progId="Equation.DSMT4">
                    <p:embed/>
                  </p:oleObj>
                </mc:Choice>
                <mc:Fallback>
                  <p:oleObj name="Equation" r:id="rId28" imgW="304560" imgH="241200" progId="Equation.DSMT4">
                    <p:embed/>
                    <p:pic>
                      <p:nvPicPr>
                        <p:cNvPr id="62489" name="Object 25">
                          <a:extLst>
                            <a:ext uri="{FF2B5EF4-FFF2-40B4-BE49-F238E27FC236}">
                              <a16:creationId xmlns:a16="http://schemas.microsoft.com/office/drawing/2014/main" id="{A8AEECBB-D260-48D9-B7AA-185C2C77016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0" y="1578"/>
                          <a:ext cx="192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26">
              <a:extLst>
                <a:ext uri="{FF2B5EF4-FFF2-40B4-BE49-F238E27FC236}">
                  <a16:creationId xmlns:a16="http://schemas.microsoft.com/office/drawing/2014/main" id="{86AF81C3-5308-4DB3-8BC5-44357F0005E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52565117"/>
                </p:ext>
              </p:extLst>
            </p:nvPr>
          </p:nvGraphicFramePr>
          <p:xfrm>
            <a:off x="4660" y="1561"/>
            <a:ext cx="72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303" name="Equation" r:id="rId30" imgW="114120" imgH="228600" progId="Equation.DSMT4">
                    <p:embed/>
                  </p:oleObj>
                </mc:Choice>
                <mc:Fallback>
                  <p:oleObj name="Equation" r:id="rId30" imgW="114120" imgH="228600" progId="Equation.DSMT4">
                    <p:embed/>
                    <p:pic>
                      <p:nvPicPr>
                        <p:cNvPr id="62490" name="Object 26">
                          <a:extLst>
                            <a:ext uri="{FF2B5EF4-FFF2-40B4-BE49-F238E27FC236}">
                              <a16:creationId xmlns:a16="http://schemas.microsoft.com/office/drawing/2014/main" id="{AE9C6C51-0F5B-49A6-BEDE-E7A8CBB16F5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60" y="1561"/>
                          <a:ext cx="72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27">
              <a:extLst>
                <a:ext uri="{FF2B5EF4-FFF2-40B4-BE49-F238E27FC236}">
                  <a16:creationId xmlns:a16="http://schemas.microsoft.com/office/drawing/2014/main" id="{1AAC01F5-AB92-4200-9AC4-2D0DF6066B5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80164217"/>
                </p:ext>
              </p:extLst>
            </p:nvPr>
          </p:nvGraphicFramePr>
          <p:xfrm>
            <a:off x="4921" y="1234"/>
            <a:ext cx="58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304" name="Equation" r:id="rId32" imgW="927000" imgH="291960" progId="Equation.DSMT4">
                    <p:embed/>
                  </p:oleObj>
                </mc:Choice>
                <mc:Fallback>
                  <p:oleObj name="Equation" r:id="rId32" imgW="927000" imgH="291960" progId="Equation.DSMT4">
                    <p:embed/>
                    <p:pic>
                      <p:nvPicPr>
                        <p:cNvPr id="62491" name="Object 27">
                          <a:extLst>
                            <a:ext uri="{FF2B5EF4-FFF2-40B4-BE49-F238E27FC236}">
                              <a16:creationId xmlns:a16="http://schemas.microsoft.com/office/drawing/2014/main" id="{79105EEE-97E2-4235-BFD8-41D86E29C83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1" y="1234"/>
                          <a:ext cx="584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9" name="Object 7">
            <a:extLst>
              <a:ext uri="{FF2B5EF4-FFF2-40B4-BE49-F238E27FC236}">
                <a16:creationId xmlns:a16="http://schemas.microsoft.com/office/drawing/2014/main" id="{93008FA9-715D-44C5-B50E-6411D3E918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9383842"/>
              </p:ext>
            </p:extLst>
          </p:nvPr>
        </p:nvGraphicFramePr>
        <p:xfrm>
          <a:off x="5044057" y="1304215"/>
          <a:ext cx="1270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05" name="Equation" r:id="rId34" imgW="1269720" imgH="482400" progId="Equation.DSMT4">
                  <p:embed/>
                </p:oleObj>
              </mc:Choice>
              <mc:Fallback>
                <p:oleObj name="Equation" r:id="rId34" imgW="1269720" imgH="48240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D9290E06-2560-4FBC-A907-29674C3D44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4057" y="1304215"/>
                        <a:ext cx="12700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8688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15" grpId="0" autoUpdateAnimBg="0"/>
      <p:bldP spid="23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F36E931-26FC-4B11-9622-D403A1C1A868}"/>
              </a:ext>
            </a:extLst>
          </p:cNvPr>
          <p:cNvSpPr txBox="1">
            <a:spLocks noChangeArrowheads="1"/>
          </p:cNvSpPr>
          <p:nvPr/>
        </p:nvSpPr>
        <p:spPr>
          <a:xfrm>
            <a:off x="608738" y="82982"/>
            <a:ext cx="3375076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1800" b="1" kern="1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pPr algn="l"/>
            <a:r>
              <a:rPr lang="zh-CN" altLang="en-US" sz="2400" dirty="0">
                <a:solidFill>
                  <a:srgbClr val="0066FF"/>
                </a:solidFill>
                <a:latin typeface="+mj-ea"/>
                <a:ea typeface="+mj-ea"/>
              </a:rPr>
              <a:t>二、函数图形的描绘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0616EA24-F330-4801-B142-121C54A178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297" y="842963"/>
            <a:ext cx="1371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步骤 </a:t>
            </a:r>
            <a:endParaRPr kumimoji="1" lang="en-US" altLang="zh-CN" sz="2400" b="1" dirty="0">
              <a:solidFill>
                <a:srgbClr val="0066FF"/>
              </a:solidFill>
              <a:latin typeface="+mj-ea"/>
              <a:ea typeface="+mj-ea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93B6117A-A4DC-4CF7-A851-85C2EDF5E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297" y="1393404"/>
            <a:ext cx="2489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1.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确定函数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9443C979-E733-4F09-A333-61C2640DBC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1889738"/>
              </p:ext>
            </p:extLst>
          </p:nvPr>
        </p:nvGraphicFramePr>
        <p:xfrm>
          <a:off x="2495697" y="1452786"/>
          <a:ext cx="1104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02" name="Equation" r:id="rId3" imgW="1104840" imgH="342720" progId="Equation.DSMT4">
                  <p:embed/>
                </p:oleObj>
              </mc:Choice>
              <mc:Fallback>
                <p:oleObj name="Equation" r:id="rId3" imgW="1104840" imgH="342720" progId="Equation.DSMT4">
                  <p:embed/>
                  <p:pic>
                    <p:nvPicPr>
                      <p:cNvPr id="63493" name="Object 5">
                        <a:extLst>
                          <a:ext uri="{FF2B5EF4-FFF2-40B4-BE49-F238E27FC236}">
                            <a16:creationId xmlns:a16="http://schemas.microsoft.com/office/drawing/2014/main" id="{395CC74F-661A-4805-862A-0925D30A32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697" y="1452786"/>
                        <a:ext cx="11049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6">
            <a:extLst>
              <a:ext uri="{FF2B5EF4-FFF2-40B4-BE49-F238E27FC236}">
                <a16:creationId xmlns:a16="http://schemas.microsoft.com/office/drawing/2014/main" id="{C88FD8B0-58BB-447E-9FD2-013055915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254" y="1343474"/>
            <a:ext cx="2311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的</a:t>
            </a:r>
            <a:r>
              <a:rPr kumimoji="1"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定义域</a:t>
            </a:r>
            <a:r>
              <a:rPr kumimoji="1" lang="zh-CN" altLang="en-US" sz="2400" b="1" dirty="0">
                <a:latin typeface="+mj-ea"/>
                <a:ea typeface="+mj-ea"/>
              </a:rPr>
              <a:t> </a:t>
            </a:r>
            <a:r>
              <a:rPr kumimoji="1" lang="en-US" altLang="zh-CN" sz="2400" b="1" dirty="0">
                <a:latin typeface="+mj-ea"/>
                <a:ea typeface="+mj-ea"/>
              </a:rPr>
              <a:t>,</a:t>
            </a:r>
          </a:p>
        </p:txBody>
      </p:sp>
      <p:sp>
        <p:nvSpPr>
          <p:cNvPr id="9" name="Text Box 19">
            <a:extLst>
              <a:ext uri="{FF2B5EF4-FFF2-40B4-BE49-F238E27FC236}">
                <a16:creationId xmlns:a16="http://schemas.microsoft.com/office/drawing/2014/main" id="{E260F872-7F7E-4893-8149-C0322C1822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056" y="1365275"/>
            <a:ext cx="38164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并考察其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对称性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及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周期性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;</a:t>
            </a:r>
            <a:endParaRPr kumimoji="1"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F5190CAC-01E1-4B4B-81E9-0E1E7395B5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589" y="2068019"/>
            <a:ext cx="1219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2.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</a:t>
            </a:r>
          </a:p>
        </p:txBody>
      </p:sp>
      <p:graphicFrame>
        <p:nvGraphicFramePr>
          <p:cNvPr id="11" name="Object 9">
            <a:extLst>
              <a:ext uri="{FF2B5EF4-FFF2-40B4-BE49-F238E27FC236}">
                <a16:creationId xmlns:a16="http://schemas.microsoft.com/office/drawing/2014/main" id="{A13974BD-9986-4C11-A543-BB6D00F0F2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1578129"/>
              </p:ext>
            </p:extLst>
          </p:nvPr>
        </p:nvGraphicFramePr>
        <p:xfrm>
          <a:off x="1473200" y="2124075"/>
          <a:ext cx="1651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03" name="Equation" r:id="rId5" imgW="1650960" imgH="355320" progId="Equation.DSMT4">
                  <p:embed/>
                </p:oleObj>
              </mc:Choice>
              <mc:Fallback>
                <p:oleObj name="Equation" r:id="rId5" imgW="1650960" imgH="355320" progId="Equation.DSMT4">
                  <p:embed/>
                  <p:pic>
                    <p:nvPicPr>
                      <p:cNvPr id="63497" name="Object 9">
                        <a:extLst>
                          <a:ext uri="{FF2B5EF4-FFF2-40B4-BE49-F238E27FC236}">
                            <a16:creationId xmlns:a16="http://schemas.microsoft.com/office/drawing/2014/main" id="{7C6B84FA-67C3-4CF2-A6D1-0654CFE88D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3200" y="2124075"/>
                        <a:ext cx="16510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0">
            <a:extLst>
              <a:ext uri="{FF2B5EF4-FFF2-40B4-BE49-F238E27FC236}">
                <a16:creationId xmlns:a16="http://schemas.microsoft.com/office/drawing/2014/main" id="{662E7151-F6E8-4B8A-9B50-6841309C83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212" y="2038953"/>
            <a:ext cx="1447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并求出</a:t>
            </a:r>
          </a:p>
        </p:txBody>
      </p:sp>
      <p:graphicFrame>
        <p:nvGraphicFramePr>
          <p:cNvPr id="13" name="Object 11">
            <a:extLst>
              <a:ext uri="{FF2B5EF4-FFF2-40B4-BE49-F238E27FC236}">
                <a16:creationId xmlns:a16="http://schemas.microsoft.com/office/drawing/2014/main" id="{71A0D525-CBA4-4404-B874-6487A56C7F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8099940"/>
              </p:ext>
            </p:extLst>
          </p:nvPr>
        </p:nvGraphicFramePr>
        <p:xfrm>
          <a:off x="4200525" y="2108200"/>
          <a:ext cx="685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04" name="Equation" r:id="rId7" imgW="685800" imgH="355320" progId="Equation.DSMT4">
                  <p:embed/>
                </p:oleObj>
              </mc:Choice>
              <mc:Fallback>
                <p:oleObj name="Equation" r:id="rId7" imgW="685800" imgH="355320" progId="Equation.DSMT4">
                  <p:embed/>
                  <p:pic>
                    <p:nvPicPr>
                      <p:cNvPr id="63499" name="Object 11">
                        <a:extLst>
                          <a:ext uri="{FF2B5EF4-FFF2-40B4-BE49-F238E27FC236}">
                            <a16:creationId xmlns:a16="http://schemas.microsoft.com/office/drawing/2014/main" id="{55708D7A-B892-4F52-9FEA-19F8415941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0525" y="2108200"/>
                        <a:ext cx="6858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2">
            <a:extLst>
              <a:ext uri="{FF2B5EF4-FFF2-40B4-BE49-F238E27FC236}">
                <a16:creationId xmlns:a16="http://schemas.microsoft.com/office/drawing/2014/main" id="{960C74E0-332B-4933-9895-EAF5A17E7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8638" y="2002135"/>
            <a:ext cx="1143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及</a:t>
            </a:r>
          </a:p>
        </p:txBody>
      </p:sp>
      <p:graphicFrame>
        <p:nvGraphicFramePr>
          <p:cNvPr id="15" name="Object 13">
            <a:extLst>
              <a:ext uri="{FF2B5EF4-FFF2-40B4-BE49-F238E27FC236}">
                <a16:creationId xmlns:a16="http://schemas.microsoft.com/office/drawing/2014/main" id="{1A9FFCA5-8C72-4458-9C26-AE50277CAC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083209"/>
              </p:ext>
            </p:extLst>
          </p:nvPr>
        </p:nvGraphicFramePr>
        <p:xfrm>
          <a:off x="5286375" y="2076401"/>
          <a:ext cx="723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05" name="Equation" r:id="rId9" imgW="723600" imgH="355320" progId="Equation.DSMT4">
                  <p:embed/>
                </p:oleObj>
              </mc:Choice>
              <mc:Fallback>
                <p:oleObj name="Equation" r:id="rId9" imgW="723600" imgH="355320" progId="Equation.DSMT4">
                  <p:embed/>
                  <p:pic>
                    <p:nvPicPr>
                      <p:cNvPr id="63501" name="Object 13">
                        <a:extLst>
                          <a:ext uri="{FF2B5EF4-FFF2-40B4-BE49-F238E27FC236}">
                            <a16:creationId xmlns:a16="http://schemas.microsoft.com/office/drawing/2014/main" id="{08CC7CB7-A76B-43F4-BC44-1F26AFBD75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375" y="2076401"/>
                        <a:ext cx="7239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4">
            <a:extLst>
              <a:ext uri="{FF2B5EF4-FFF2-40B4-BE49-F238E27FC236}">
                <a16:creationId xmlns:a16="http://schemas.microsoft.com/office/drawing/2014/main" id="{5DC1B6C6-39EE-4003-8460-9234B70D23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589" y="2737449"/>
            <a:ext cx="662971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列表判别增减及凹凸区间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求出极值和拐点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7" name="Text Box 17">
            <a:extLst>
              <a:ext uri="{FF2B5EF4-FFF2-40B4-BE49-F238E27FC236}">
                <a16:creationId xmlns:a16="http://schemas.microsoft.com/office/drawing/2014/main" id="{E24724E4-CFE6-4D95-8CE1-14E636A1B9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0283" y="2023936"/>
            <a:ext cx="28701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为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0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和不存在的点；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CCD783B4-CCE9-45D8-A93C-E0947E3C15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321" y="3406879"/>
            <a:ext cx="201947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求渐近线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C21DF763-409E-4768-B06B-A87CDADEB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321" y="4016479"/>
            <a:ext cx="48997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确定某些特殊点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描绘函数图形 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7525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7" grpId="0" autoUpdateAnimBg="0"/>
      <p:bldP spid="9" grpId="0" autoUpdateAnimBg="0"/>
      <p:bldP spid="10" grpId="0" autoUpdateAnimBg="0"/>
      <p:bldP spid="12" grpId="0" autoUpdateAnimBg="0"/>
      <p:bldP spid="14" grpId="0" autoUpdateAnimBg="0"/>
      <p:bldP spid="16" grpId="0" autoUpdateAnimBg="0"/>
      <p:bldP spid="17" grpId="0" autoUpdateAnimBg="0"/>
      <p:bldP spid="19" grpId="0" autoUpdateAnimBg="0"/>
      <p:bldP spid="20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BE58DC0-2191-45EC-AF2A-3BF538F03CD4}"/>
              </a:ext>
            </a:extLst>
          </p:cNvPr>
          <p:cNvSpPr txBox="1">
            <a:spLocks noChangeArrowheads="1"/>
          </p:cNvSpPr>
          <p:nvPr/>
        </p:nvSpPr>
        <p:spPr>
          <a:xfrm>
            <a:off x="549635" y="210642"/>
            <a:ext cx="19050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1800" b="1" kern="1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pPr algn="l"/>
            <a:r>
              <a:rPr lang="zh-CN" altLang="en-US" sz="2400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例</a:t>
            </a:r>
            <a:r>
              <a:rPr lang="en-US" altLang="zh-CN" sz="2400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描绘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426340E-7040-4F3B-944C-E844B77D94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9017054"/>
              </p:ext>
            </p:extLst>
          </p:nvPr>
        </p:nvGraphicFramePr>
        <p:xfrm>
          <a:off x="1902967" y="267494"/>
          <a:ext cx="1943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522" name="Equation" r:id="rId3" imgW="1942920" imgH="419040" progId="Equation.DSMT4">
                  <p:embed/>
                </p:oleObj>
              </mc:Choice>
              <mc:Fallback>
                <p:oleObj name="Equation" r:id="rId3" imgW="1942920" imgH="419040" progId="Equation.DSMT4">
                  <p:embed/>
                  <p:pic>
                    <p:nvPicPr>
                      <p:cNvPr id="64515" name="Object 3">
                        <a:extLst>
                          <a:ext uri="{FF2B5EF4-FFF2-40B4-BE49-F238E27FC236}">
                            <a16:creationId xmlns:a16="http://schemas.microsoft.com/office/drawing/2014/main" id="{8F2826F8-4752-4B15-864D-5145D2F627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2967" y="267494"/>
                        <a:ext cx="1943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">
            <a:extLst>
              <a:ext uri="{FF2B5EF4-FFF2-40B4-BE49-F238E27FC236}">
                <a16:creationId xmlns:a16="http://schemas.microsoft.com/office/drawing/2014/main" id="{E6367F40-57E2-4B5C-883F-EB4ECA21C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6235" y="235545"/>
            <a:ext cx="152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的图形</a:t>
            </a: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B4467270-CA55-4054-B6CD-338092606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928" y="749511"/>
            <a:ext cx="2819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解 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1)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定义域为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BFF1DBEA-AD1B-4DC3-8AE6-A99C17698B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0988544"/>
              </p:ext>
            </p:extLst>
          </p:nvPr>
        </p:nvGraphicFramePr>
        <p:xfrm>
          <a:off x="2844366" y="816719"/>
          <a:ext cx="1320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523" name="Equation" r:id="rId5" imgW="1320480" imgH="342720" progId="Equation.DSMT4">
                  <p:embed/>
                </p:oleObj>
              </mc:Choice>
              <mc:Fallback>
                <p:oleObj name="Equation" r:id="rId5" imgW="1320480" imgH="342720" progId="Equation.DSMT4">
                  <p:embed/>
                  <p:pic>
                    <p:nvPicPr>
                      <p:cNvPr id="64518" name="Object 6">
                        <a:extLst>
                          <a:ext uri="{FF2B5EF4-FFF2-40B4-BE49-F238E27FC236}">
                            <a16:creationId xmlns:a16="http://schemas.microsoft.com/office/drawing/2014/main" id="{CEECBE12-B976-478C-A3A2-B777A9E2FD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4366" y="816719"/>
                        <a:ext cx="1320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7">
            <a:extLst>
              <a:ext uri="{FF2B5EF4-FFF2-40B4-BE49-F238E27FC236}">
                <a16:creationId xmlns:a16="http://schemas.microsoft.com/office/drawing/2014/main" id="{6EC3FDC8-D23F-4C3C-9914-6A29867EE3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735" y="744042"/>
            <a:ext cx="3352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无对称性及周期性</a:t>
            </a: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B1C02CC6-20C8-47E9-93A9-F97D1A326A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1839" y="1164037"/>
            <a:ext cx="914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2)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C059DCB2-168C-42CD-A7A9-22FB92B920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5876391"/>
              </p:ext>
            </p:extLst>
          </p:nvPr>
        </p:nvGraphicFramePr>
        <p:xfrm>
          <a:off x="1528329" y="1193076"/>
          <a:ext cx="1549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524" name="Equation" r:id="rId7" imgW="1549080" imgH="406080" progId="Equation.DSMT4">
                  <p:embed/>
                </p:oleObj>
              </mc:Choice>
              <mc:Fallback>
                <p:oleObj name="Equation" r:id="rId7" imgW="1549080" imgH="406080" progId="Equation.DSMT4">
                  <p:embed/>
                  <p:pic>
                    <p:nvPicPr>
                      <p:cNvPr id="64521" name="Object 9">
                        <a:extLst>
                          <a:ext uri="{FF2B5EF4-FFF2-40B4-BE49-F238E27FC236}">
                            <a16:creationId xmlns:a16="http://schemas.microsoft.com/office/drawing/2014/main" id="{FF66A911-D152-434F-AA2B-D50084C31E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8329" y="1193076"/>
                        <a:ext cx="1549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94CD4D82-584A-4B90-AFA8-DBC1752DC4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691350"/>
              </p:ext>
            </p:extLst>
          </p:nvPr>
        </p:nvGraphicFramePr>
        <p:xfrm>
          <a:off x="3204729" y="1237526"/>
          <a:ext cx="1460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525" name="Equation" r:id="rId9" imgW="1460160" imgH="355320" progId="Equation.DSMT4">
                  <p:embed/>
                </p:oleObj>
              </mc:Choice>
              <mc:Fallback>
                <p:oleObj name="Equation" r:id="rId9" imgW="1460160" imgH="355320" progId="Equation.DSMT4">
                  <p:embed/>
                  <p:pic>
                    <p:nvPicPr>
                      <p:cNvPr id="64522" name="Object 10">
                        <a:extLst>
                          <a:ext uri="{FF2B5EF4-FFF2-40B4-BE49-F238E27FC236}">
                            <a16:creationId xmlns:a16="http://schemas.microsoft.com/office/drawing/2014/main" id="{E9172C48-1AA9-4A3C-9D8A-2E6D80D603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4729" y="1237526"/>
                        <a:ext cx="14605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49D7ACE7-DCD9-4549-A1F8-0C8EA3EA2C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5877498"/>
              </p:ext>
            </p:extLst>
          </p:nvPr>
        </p:nvGraphicFramePr>
        <p:xfrm>
          <a:off x="1210829" y="1551806"/>
          <a:ext cx="1155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526" name="Equation" r:id="rId11" imgW="1155600" imgH="380880" progId="Equation.DSMT4">
                  <p:embed/>
                </p:oleObj>
              </mc:Choice>
              <mc:Fallback>
                <p:oleObj name="Equation" r:id="rId11" imgW="1155600" imgH="380880" progId="Equation.DSMT4">
                  <p:embed/>
                  <p:pic>
                    <p:nvPicPr>
                      <p:cNvPr id="64523" name="Object 11">
                        <a:extLst>
                          <a:ext uri="{FF2B5EF4-FFF2-40B4-BE49-F238E27FC236}">
                            <a16:creationId xmlns:a16="http://schemas.microsoft.com/office/drawing/2014/main" id="{482FB405-F3A8-4ED8-B06D-C1D98EDF3A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0829" y="1551806"/>
                        <a:ext cx="11557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50A02D7F-7C20-4734-BD6B-3629B4C245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3739637"/>
              </p:ext>
            </p:extLst>
          </p:nvPr>
        </p:nvGraphicFramePr>
        <p:xfrm>
          <a:off x="2626879" y="1564506"/>
          <a:ext cx="1422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527" name="Equation" r:id="rId13" imgW="1422360" imgH="380880" progId="Equation.DSMT4">
                  <p:embed/>
                </p:oleObj>
              </mc:Choice>
              <mc:Fallback>
                <p:oleObj name="Equation" r:id="rId13" imgW="1422360" imgH="380880" progId="Equation.DSMT4">
                  <p:embed/>
                  <p:pic>
                    <p:nvPicPr>
                      <p:cNvPr id="64524" name="Object 12">
                        <a:extLst>
                          <a:ext uri="{FF2B5EF4-FFF2-40B4-BE49-F238E27FC236}">
                            <a16:creationId xmlns:a16="http://schemas.microsoft.com/office/drawing/2014/main" id="{8401B81F-2DD1-450D-83E3-439E44DC18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6879" y="1564506"/>
                        <a:ext cx="1422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4EFA03A3-EFE6-4226-AF51-371CD9DAAB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7507412"/>
              </p:ext>
            </p:extLst>
          </p:nvPr>
        </p:nvGraphicFramePr>
        <p:xfrm>
          <a:off x="4270881" y="1551806"/>
          <a:ext cx="1206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528" name="Equation" r:id="rId15" imgW="1206360" imgH="380880" progId="Equation.DSMT4">
                  <p:embed/>
                </p:oleObj>
              </mc:Choice>
              <mc:Fallback>
                <p:oleObj name="Equation" r:id="rId15" imgW="1206360" imgH="380880" progId="Equation.DSMT4">
                  <p:embed/>
                  <p:pic>
                    <p:nvPicPr>
                      <p:cNvPr id="64525" name="Object 13">
                        <a:extLst>
                          <a:ext uri="{FF2B5EF4-FFF2-40B4-BE49-F238E27FC236}">
                            <a16:creationId xmlns:a16="http://schemas.microsoft.com/office/drawing/2014/main" id="{2FDEABB6-39E1-45C2-92CD-DFD1697E34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0881" y="1551806"/>
                        <a:ext cx="12065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1DE13E62-515D-4ACB-9157-3292E3B9E5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8863388"/>
              </p:ext>
            </p:extLst>
          </p:nvPr>
        </p:nvGraphicFramePr>
        <p:xfrm>
          <a:off x="5517815" y="1556114"/>
          <a:ext cx="1016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529" name="Equation" r:id="rId17" imgW="1015920" imgH="380880" progId="Equation.DSMT4">
                  <p:embed/>
                </p:oleObj>
              </mc:Choice>
              <mc:Fallback>
                <p:oleObj name="Equation" r:id="rId17" imgW="1015920" imgH="380880" progId="Equation.DSMT4">
                  <p:embed/>
                  <p:pic>
                    <p:nvPicPr>
                      <p:cNvPr id="64526" name="Object 14">
                        <a:extLst>
                          <a:ext uri="{FF2B5EF4-FFF2-40B4-BE49-F238E27FC236}">
                            <a16:creationId xmlns:a16="http://schemas.microsoft.com/office/drawing/2014/main" id="{AA382470-3E5F-46DF-A1ED-A584DF06FB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7815" y="1556114"/>
                        <a:ext cx="10160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5" name="组合 84">
            <a:extLst>
              <a:ext uri="{FF2B5EF4-FFF2-40B4-BE49-F238E27FC236}">
                <a16:creationId xmlns:a16="http://schemas.microsoft.com/office/drawing/2014/main" id="{9EE14893-0F8F-4C1B-B471-94CA0EB3DA50}"/>
              </a:ext>
            </a:extLst>
          </p:cNvPr>
          <p:cNvGrpSpPr/>
          <p:nvPr/>
        </p:nvGrpSpPr>
        <p:grpSpPr>
          <a:xfrm>
            <a:off x="1025630" y="2065114"/>
            <a:ext cx="5508185" cy="2006972"/>
            <a:chOff x="1080039" y="2292970"/>
            <a:chExt cx="5508185" cy="2006972"/>
          </a:xfrm>
        </p:grpSpPr>
        <p:sp>
          <p:nvSpPr>
            <p:cNvPr id="29" name="Text Box 15">
              <a:extLst>
                <a:ext uri="{FF2B5EF4-FFF2-40B4-BE49-F238E27FC236}">
                  <a16:creationId xmlns:a16="http://schemas.microsoft.com/office/drawing/2014/main" id="{DD208EAA-7CDF-4EBC-98BE-FF863D913F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039" y="2838681"/>
              <a:ext cx="55924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dirty="0">
                  <a:latin typeface="Times New Roman" panose="02020603050405020304" pitchFamily="18" charset="0"/>
                  <a:ea typeface="楷体_GB2312" pitchFamily="49" charset="-122"/>
                </a:rPr>
                <a:t>3)</a:t>
              </a:r>
            </a:p>
          </p:txBody>
        </p:sp>
        <p:grpSp>
          <p:nvGrpSpPr>
            <p:cNvPr id="30" name="Group 16">
              <a:extLst>
                <a:ext uri="{FF2B5EF4-FFF2-40B4-BE49-F238E27FC236}">
                  <a16:creationId xmlns:a16="http://schemas.microsoft.com/office/drawing/2014/main" id="{435DB43C-3167-4E7E-A063-DF14CED9AE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69973" y="2292970"/>
              <a:ext cx="4900613" cy="1984375"/>
              <a:chOff x="864" y="2234"/>
              <a:chExt cx="3087" cy="1250"/>
            </a:xfrm>
          </p:grpSpPr>
          <p:sp>
            <p:nvSpPr>
              <p:cNvPr id="31" name="Line 17">
                <a:extLst>
                  <a:ext uri="{FF2B5EF4-FFF2-40B4-BE49-F238E27FC236}">
                    <a16:creationId xmlns:a16="http://schemas.microsoft.com/office/drawing/2014/main" id="{041FB937-01FB-44F3-8315-D80E1D091E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2234"/>
                <a:ext cx="3087" cy="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32" name="Line 18">
                <a:extLst>
                  <a:ext uri="{FF2B5EF4-FFF2-40B4-BE49-F238E27FC236}">
                    <a16:creationId xmlns:a16="http://schemas.microsoft.com/office/drawing/2014/main" id="{F057B89D-77C0-4A96-B885-8019CF69B2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44" y="2256"/>
                <a:ext cx="4" cy="12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graphicFrame>
            <p:nvGraphicFramePr>
              <p:cNvPr id="33" name="Object 19">
                <a:extLst>
                  <a:ext uri="{FF2B5EF4-FFF2-40B4-BE49-F238E27FC236}">
                    <a16:creationId xmlns:a16="http://schemas.microsoft.com/office/drawing/2014/main" id="{C176E3C6-29A5-4384-A4F7-B60C0A99A35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85931295"/>
                  </p:ext>
                </p:extLst>
              </p:nvPr>
            </p:nvGraphicFramePr>
            <p:xfrm>
              <a:off x="946" y="2292"/>
              <a:ext cx="120" cy="1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5530" name="Equation" r:id="rId19" imgW="190440" imgH="203040" progId="Equation.DSMT4">
                      <p:embed/>
                    </p:oleObj>
                  </mc:Choice>
                  <mc:Fallback>
                    <p:oleObj name="Equation" r:id="rId19" imgW="190440" imgH="203040" progId="Equation.DSMT4">
                      <p:embed/>
                      <p:pic>
                        <p:nvPicPr>
                          <p:cNvPr id="7" name="Object 19">
                            <a:extLst>
                              <a:ext uri="{FF2B5EF4-FFF2-40B4-BE49-F238E27FC236}">
                                <a16:creationId xmlns:a16="http://schemas.microsoft.com/office/drawing/2014/main" id="{CB26B7CB-D92D-4036-B216-7074FFD2E70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46" y="2292"/>
                            <a:ext cx="120" cy="1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4" name="Object 20">
                <a:extLst>
                  <a:ext uri="{FF2B5EF4-FFF2-40B4-BE49-F238E27FC236}">
                    <a16:creationId xmlns:a16="http://schemas.microsoft.com/office/drawing/2014/main" id="{7287E992-E677-4D4B-A984-E6D80F46792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83558878"/>
                  </p:ext>
                </p:extLst>
              </p:nvPr>
            </p:nvGraphicFramePr>
            <p:xfrm>
              <a:off x="938" y="2478"/>
              <a:ext cx="176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5531" name="Equation" r:id="rId21" imgW="279360" imgH="355320" progId="Equation.DSMT4">
                      <p:embed/>
                    </p:oleObj>
                  </mc:Choice>
                  <mc:Fallback>
                    <p:oleObj name="Equation" r:id="rId21" imgW="279360" imgH="355320" progId="Equation.DSMT4">
                      <p:embed/>
                      <p:pic>
                        <p:nvPicPr>
                          <p:cNvPr id="8" name="Object 20">
                            <a:extLst>
                              <a:ext uri="{FF2B5EF4-FFF2-40B4-BE49-F238E27FC236}">
                                <a16:creationId xmlns:a16="http://schemas.microsoft.com/office/drawing/2014/main" id="{6D8F730D-ABDA-4067-AE30-81469A08936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38" y="2478"/>
                            <a:ext cx="176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" name="Object 21">
                <a:extLst>
                  <a:ext uri="{FF2B5EF4-FFF2-40B4-BE49-F238E27FC236}">
                    <a16:creationId xmlns:a16="http://schemas.microsoft.com/office/drawing/2014/main" id="{50489DCA-5BD7-4AFB-A3AD-FF80D4B7661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69850694"/>
                  </p:ext>
                </p:extLst>
              </p:nvPr>
            </p:nvGraphicFramePr>
            <p:xfrm>
              <a:off x="908" y="2774"/>
              <a:ext cx="200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5532" name="Equation" r:id="rId23" imgW="317160" imgH="355320" progId="Equation.DSMT4">
                      <p:embed/>
                    </p:oleObj>
                  </mc:Choice>
                  <mc:Fallback>
                    <p:oleObj name="Equation" r:id="rId23" imgW="317160" imgH="355320" progId="Equation.DSMT4">
                      <p:embed/>
                      <p:pic>
                        <p:nvPicPr>
                          <p:cNvPr id="9" name="Object 21">
                            <a:extLst>
                              <a:ext uri="{FF2B5EF4-FFF2-40B4-BE49-F238E27FC236}">
                                <a16:creationId xmlns:a16="http://schemas.microsoft.com/office/drawing/2014/main" id="{F5D8DE2B-5C20-4E53-9F93-AD975840D5D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08" y="2774"/>
                            <a:ext cx="200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6" name="Object 22">
                <a:extLst>
                  <a:ext uri="{FF2B5EF4-FFF2-40B4-BE49-F238E27FC236}">
                    <a16:creationId xmlns:a16="http://schemas.microsoft.com/office/drawing/2014/main" id="{6812CEB6-CAF5-4924-9368-0B42525563B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45771913"/>
                  </p:ext>
                </p:extLst>
              </p:nvPr>
            </p:nvGraphicFramePr>
            <p:xfrm>
              <a:off x="928" y="3194"/>
              <a:ext cx="136" cy="1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5533" name="Equation" r:id="rId25" imgW="215640" imgH="266400" progId="Equation.DSMT4">
                      <p:embed/>
                    </p:oleObj>
                  </mc:Choice>
                  <mc:Fallback>
                    <p:oleObj name="Equation" r:id="rId25" imgW="215640" imgH="266400" progId="Equation.DSMT4">
                      <p:embed/>
                      <p:pic>
                        <p:nvPicPr>
                          <p:cNvPr id="10" name="Object 22">
                            <a:extLst>
                              <a:ext uri="{FF2B5EF4-FFF2-40B4-BE49-F238E27FC236}">
                                <a16:creationId xmlns:a16="http://schemas.microsoft.com/office/drawing/2014/main" id="{007D1F64-53BE-4A03-AA67-2C68C3591F0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28" y="3194"/>
                            <a:ext cx="136" cy="1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7" name="Object 28">
              <a:extLst>
                <a:ext uri="{FF2B5EF4-FFF2-40B4-BE49-F238E27FC236}">
                  <a16:creationId xmlns:a16="http://schemas.microsoft.com/office/drawing/2014/main" id="{2E800AE6-2E5D-4E3A-B545-D7CBAA69725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71690401"/>
                </p:ext>
              </p:extLst>
            </p:nvPr>
          </p:nvGraphicFramePr>
          <p:xfrm>
            <a:off x="2167799" y="2379078"/>
            <a:ext cx="7747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534" name="Equation" r:id="rId27" imgW="774360" imgH="304560" progId="Equation.DSMT4">
                    <p:embed/>
                  </p:oleObj>
                </mc:Choice>
                <mc:Fallback>
                  <p:oleObj name="Equation" r:id="rId27" imgW="774360" imgH="304560" progId="Equation.DSMT4">
                    <p:embed/>
                    <p:pic>
                      <p:nvPicPr>
                        <p:cNvPr id="12" name="Object 28">
                          <a:extLst>
                            <a:ext uri="{FF2B5EF4-FFF2-40B4-BE49-F238E27FC236}">
                              <a16:creationId xmlns:a16="http://schemas.microsoft.com/office/drawing/2014/main" id="{49CE980A-31EC-4440-AD5A-5E0338FD879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7799" y="2379078"/>
                          <a:ext cx="774700" cy="304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Object 29">
              <a:extLst>
                <a:ext uri="{FF2B5EF4-FFF2-40B4-BE49-F238E27FC236}">
                  <a16:creationId xmlns:a16="http://schemas.microsoft.com/office/drawing/2014/main" id="{CC475423-0425-4F27-8AA3-2B73E1F9111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95253257"/>
                </p:ext>
              </p:extLst>
            </p:nvPr>
          </p:nvGraphicFramePr>
          <p:xfrm>
            <a:off x="3521607" y="2384150"/>
            <a:ext cx="5334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535" name="Equation" r:id="rId29" imgW="533160" imgH="304560" progId="Equation.DSMT4">
                    <p:embed/>
                  </p:oleObj>
                </mc:Choice>
                <mc:Fallback>
                  <p:oleObj name="Equation" r:id="rId29" imgW="533160" imgH="304560" progId="Equation.DSMT4">
                    <p:embed/>
                    <p:pic>
                      <p:nvPicPr>
                        <p:cNvPr id="13" name="Object 29">
                          <a:extLst>
                            <a:ext uri="{FF2B5EF4-FFF2-40B4-BE49-F238E27FC236}">
                              <a16:creationId xmlns:a16="http://schemas.microsoft.com/office/drawing/2014/main" id="{09A5D563-78D0-4BDA-9259-F382572B855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1607" y="2384150"/>
                          <a:ext cx="533400" cy="304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30">
              <a:extLst>
                <a:ext uri="{FF2B5EF4-FFF2-40B4-BE49-F238E27FC236}">
                  <a16:creationId xmlns:a16="http://schemas.microsoft.com/office/drawing/2014/main" id="{38EE09A3-DFF9-40F8-A1B6-D91D82D22B9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3170556"/>
                </p:ext>
              </p:extLst>
            </p:nvPr>
          </p:nvGraphicFramePr>
          <p:xfrm>
            <a:off x="4517208" y="2376141"/>
            <a:ext cx="5334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536" name="Equation" r:id="rId31" imgW="533160" imgH="304560" progId="Equation.DSMT4">
                    <p:embed/>
                  </p:oleObj>
                </mc:Choice>
                <mc:Fallback>
                  <p:oleObj name="Equation" r:id="rId31" imgW="533160" imgH="304560" progId="Equation.DSMT4">
                    <p:embed/>
                    <p:pic>
                      <p:nvPicPr>
                        <p:cNvPr id="14" name="Object 30">
                          <a:extLst>
                            <a:ext uri="{FF2B5EF4-FFF2-40B4-BE49-F238E27FC236}">
                              <a16:creationId xmlns:a16="http://schemas.microsoft.com/office/drawing/2014/main" id="{08F233DD-E363-482A-803E-82672B9B6C6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7208" y="2376141"/>
                          <a:ext cx="533400" cy="304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Object 31">
              <a:extLst>
                <a:ext uri="{FF2B5EF4-FFF2-40B4-BE49-F238E27FC236}">
                  <a16:creationId xmlns:a16="http://schemas.microsoft.com/office/drawing/2014/main" id="{643B88AA-D97C-4ECC-A1C6-2E96FDFC01D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1586797"/>
                </p:ext>
              </p:extLst>
            </p:nvPr>
          </p:nvGraphicFramePr>
          <p:xfrm>
            <a:off x="5640250" y="2391877"/>
            <a:ext cx="8255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537" name="Equation" r:id="rId33" imgW="825480" imgH="304560" progId="Equation.DSMT4">
                    <p:embed/>
                  </p:oleObj>
                </mc:Choice>
                <mc:Fallback>
                  <p:oleObj name="Equation" r:id="rId33" imgW="825480" imgH="304560" progId="Equation.DSMT4">
                    <p:embed/>
                    <p:pic>
                      <p:nvPicPr>
                        <p:cNvPr id="15" name="Object 31">
                          <a:extLst>
                            <a:ext uri="{FF2B5EF4-FFF2-40B4-BE49-F238E27FC236}">
                              <a16:creationId xmlns:a16="http://schemas.microsoft.com/office/drawing/2014/main" id="{FEC454E9-CE86-4C0E-A1E6-08658EBA659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40250" y="2391877"/>
                          <a:ext cx="825500" cy="304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" name="Line 18">
              <a:extLst>
                <a:ext uri="{FF2B5EF4-FFF2-40B4-BE49-F238E27FC236}">
                  <a16:creationId xmlns:a16="http://schemas.microsoft.com/office/drawing/2014/main" id="{3B33D651-8E88-4C24-82C8-E4FAEEE21E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75007" y="2327895"/>
              <a:ext cx="1316" cy="19487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2" name="Line 17">
              <a:extLst>
                <a:ext uri="{FF2B5EF4-FFF2-40B4-BE49-F238E27FC236}">
                  <a16:creationId xmlns:a16="http://schemas.microsoft.com/office/drawing/2014/main" id="{2766589F-528A-48DD-A16A-3C3853F203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69973" y="2666596"/>
              <a:ext cx="4900613" cy="3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3" name="Line 17">
              <a:extLst>
                <a:ext uri="{FF2B5EF4-FFF2-40B4-BE49-F238E27FC236}">
                  <a16:creationId xmlns:a16="http://schemas.microsoft.com/office/drawing/2014/main" id="{8192F5FE-0903-4CEA-9044-295B0E5B31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5686" y="3108945"/>
              <a:ext cx="49225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4" name="Line 17">
              <a:extLst>
                <a:ext uri="{FF2B5EF4-FFF2-40B4-BE49-F238E27FC236}">
                  <a16:creationId xmlns:a16="http://schemas.microsoft.com/office/drawing/2014/main" id="{CCBBA61D-8343-472F-9439-8F60A56B09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5686" y="3533933"/>
              <a:ext cx="4909838" cy="60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5" name="Line 17">
              <a:extLst>
                <a:ext uri="{FF2B5EF4-FFF2-40B4-BE49-F238E27FC236}">
                  <a16:creationId xmlns:a16="http://schemas.microsoft.com/office/drawing/2014/main" id="{E1D7A398-3BDC-476F-9BFD-04131BCB11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59010" y="4276622"/>
              <a:ext cx="4922538" cy="60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6" name="Line 18">
              <a:extLst>
                <a:ext uri="{FF2B5EF4-FFF2-40B4-BE49-F238E27FC236}">
                  <a16:creationId xmlns:a16="http://schemas.microsoft.com/office/drawing/2014/main" id="{56F8500E-4F20-448E-B0A5-8FB406A269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2981" y="2327895"/>
              <a:ext cx="20170" cy="1949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7" name="Line 18">
              <a:extLst>
                <a:ext uri="{FF2B5EF4-FFF2-40B4-BE49-F238E27FC236}">
                  <a16:creationId xmlns:a16="http://schemas.microsoft.com/office/drawing/2014/main" id="{BF126CD0-017C-435C-BA15-C9BEF023DD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22933" y="2335270"/>
              <a:ext cx="2963" cy="1942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graphicFrame>
          <p:nvGraphicFramePr>
            <p:cNvPr id="48" name="Object 29">
              <a:extLst>
                <a:ext uri="{FF2B5EF4-FFF2-40B4-BE49-F238E27FC236}">
                  <a16:creationId xmlns:a16="http://schemas.microsoft.com/office/drawing/2014/main" id="{5F37EDA7-D97D-4151-B312-263233121E5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33570467"/>
                </p:ext>
              </p:extLst>
            </p:nvPr>
          </p:nvGraphicFramePr>
          <p:xfrm>
            <a:off x="3096665" y="2402377"/>
            <a:ext cx="1651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538" name="Equation" r:id="rId35" imgW="164880" imgH="241200" progId="Equation.DSMT4">
                    <p:embed/>
                  </p:oleObj>
                </mc:Choice>
                <mc:Fallback>
                  <p:oleObj name="Equation" r:id="rId35" imgW="164880" imgH="241200" progId="Equation.DSMT4">
                    <p:embed/>
                    <p:pic>
                      <p:nvPicPr>
                        <p:cNvPr id="27" name="Object 29">
                          <a:extLst>
                            <a:ext uri="{FF2B5EF4-FFF2-40B4-BE49-F238E27FC236}">
                              <a16:creationId xmlns:a16="http://schemas.microsoft.com/office/drawing/2014/main" id="{076BC1BA-A748-4AE3-82D7-D9BB607C168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6665" y="2402377"/>
                          <a:ext cx="1651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" name="Line 18">
              <a:extLst>
                <a:ext uri="{FF2B5EF4-FFF2-40B4-BE49-F238E27FC236}">
                  <a16:creationId xmlns:a16="http://schemas.microsoft.com/office/drawing/2014/main" id="{24E281A1-9EA4-45D4-B371-19B7EE11A0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1673" y="2327895"/>
              <a:ext cx="22575" cy="19487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50" name="Line 18">
              <a:extLst>
                <a:ext uri="{FF2B5EF4-FFF2-40B4-BE49-F238E27FC236}">
                  <a16:creationId xmlns:a16="http://schemas.microsoft.com/office/drawing/2014/main" id="{8F85B2B2-BFCF-486D-8893-BD9F870E29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2059" y="2330243"/>
              <a:ext cx="3163" cy="19463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graphicFrame>
          <p:nvGraphicFramePr>
            <p:cNvPr id="51" name="Object 29">
              <a:extLst>
                <a:ext uri="{FF2B5EF4-FFF2-40B4-BE49-F238E27FC236}">
                  <a16:creationId xmlns:a16="http://schemas.microsoft.com/office/drawing/2014/main" id="{6A17F18A-60A6-4ECF-A59D-BB0C54C7155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37239674"/>
                </p:ext>
              </p:extLst>
            </p:nvPr>
          </p:nvGraphicFramePr>
          <p:xfrm>
            <a:off x="4232618" y="2408727"/>
            <a:ext cx="1143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539" name="Equation" r:id="rId37" imgW="114120" imgH="228600" progId="Equation.DSMT4">
                    <p:embed/>
                  </p:oleObj>
                </mc:Choice>
                <mc:Fallback>
                  <p:oleObj name="Equation" r:id="rId37" imgW="114120" imgH="228600" progId="Equation.DSMT4">
                    <p:embed/>
                    <p:pic>
                      <p:nvPicPr>
                        <p:cNvPr id="31" name="Object 29">
                          <a:extLst>
                            <a:ext uri="{FF2B5EF4-FFF2-40B4-BE49-F238E27FC236}">
                              <a16:creationId xmlns:a16="http://schemas.microsoft.com/office/drawing/2014/main" id="{A53D1187-2CD6-4527-B063-6EA4B9365D1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2618" y="2408727"/>
                          <a:ext cx="114300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" name="Line 18">
              <a:extLst>
                <a:ext uri="{FF2B5EF4-FFF2-40B4-BE49-F238E27FC236}">
                  <a16:creationId xmlns:a16="http://schemas.microsoft.com/office/drawing/2014/main" id="{45669B30-30D1-4E49-BE49-3211DAF3A8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87276" y="2335271"/>
              <a:ext cx="15804" cy="19463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53" name="Line 18">
              <a:extLst>
                <a:ext uri="{FF2B5EF4-FFF2-40B4-BE49-F238E27FC236}">
                  <a16:creationId xmlns:a16="http://schemas.microsoft.com/office/drawing/2014/main" id="{A86CF935-079D-4E46-AE18-ABACD523F2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37278" y="2324720"/>
              <a:ext cx="0" cy="19413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graphicFrame>
          <p:nvGraphicFramePr>
            <p:cNvPr id="54" name="Object 29">
              <a:extLst>
                <a:ext uri="{FF2B5EF4-FFF2-40B4-BE49-F238E27FC236}">
                  <a16:creationId xmlns:a16="http://schemas.microsoft.com/office/drawing/2014/main" id="{197FA65F-5A4D-4D6B-9021-94E3882D616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05220399"/>
                </p:ext>
              </p:extLst>
            </p:nvPr>
          </p:nvGraphicFramePr>
          <p:xfrm>
            <a:off x="5271179" y="2431000"/>
            <a:ext cx="1651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540" name="Equation" r:id="rId39" imgW="164880" imgH="228600" progId="Equation.DSMT4">
                    <p:embed/>
                  </p:oleObj>
                </mc:Choice>
                <mc:Fallback>
                  <p:oleObj name="Equation" r:id="rId39" imgW="164880" imgH="228600" progId="Equation.DSMT4">
                    <p:embed/>
                    <p:pic>
                      <p:nvPicPr>
                        <p:cNvPr id="34" name="Object 29">
                          <a:extLst>
                            <a:ext uri="{FF2B5EF4-FFF2-40B4-BE49-F238E27FC236}">
                              <a16:creationId xmlns:a16="http://schemas.microsoft.com/office/drawing/2014/main" id="{76EF0BA6-05DE-4B51-8AF1-229FC2C1A36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71179" y="2431000"/>
                          <a:ext cx="165100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" name="Line 18">
              <a:extLst>
                <a:ext uri="{FF2B5EF4-FFF2-40B4-BE49-F238E27FC236}">
                  <a16:creationId xmlns:a16="http://schemas.microsoft.com/office/drawing/2014/main" id="{22A52163-7854-44CD-AC4B-A2F3952C83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61607" y="2324720"/>
              <a:ext cx="8980" cy="19413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graphicFrame>
          <p:nvGraphicFramePr>
            <p:cNvPr id="56" name="Object 42">
              <a:extLst>
                <a:ext uri="{FF2B5EF4-FFF2-40B4-BE49-F238E27FC236}">
                  <a16:creationId xmlns:a16="http://schemas.microsoft.com/office/drawing/2014/main" id="{53BFB9B3-3767-4A6B-AF08-CE97C45EA02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98234787"/>
                </p:ext>
              </p:extLst>
            </p:nvPr>
          </p:nvGraphicFramePr>
          <p:xfrm>
            <a:off x="2477087" y="2829074"/>
            <a:ext cx="1905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541" name="Equation" r:id="rId41" imgW="190440" imgH="190440" progId="Equation.DSMT4">
                    <p:embed/>
                  </p:oleObj>
                </mc:Choice>
                <mc:Fallback>
                  <p:oleObj name="Equation" r:id="rId41" imgW="190440" imgH="190440" progId="Equation.DSMT4">
                    <p:embed/>
                    <p:pic>
                      <p:nvPicPr>
                        <p:cNvPr id="36" name="Object 42">
                          <a:extLst>
                            <a:ext uri="{FF2B5EF4-FFF2-40B4-BE49-F238E27FC236}">
                              <a16:creationId xmlns:a16="http://schemas.microsoft.com/office/drawing/2014/main" id="{2B239D9E-70BA-4BE3-8D1C-306EDEE7275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7087" y="2829074"/>
                          <a:ext cx="190500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" name="Object 42">
              <a:extLst>
                <a:ext uri="{FF2B5EF4-FFF2-40B4-BE49-F238E27FC236}">
                  <a16:creationId xmlns:a16="http://schemas.microsoft.com/office/drawing/2014/main" id="{8376645C-60FA-4742-A0CC-D7AE00494D1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44688337"/>
                </p:ext>
              </p:extLst>
            </p:nvPr>
          </p:nvGraphicFramePr>
          <p:xfrm>
            <a:off x="3681232" y="2883665"/>
            <a:ext cx="177800" cy="127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542" name="Equation" r:id="rId43" imgW="177480" imgH="126720" progId="Equation.DSMT4">
                    <p:embed/>
                  </p:oleObj>
                </mc:Choice>
                <mc:Fallback>
                  <p:oleObj name="Equation" r:id="rId43" imgW="177480" imgH="126720" progId="Equation.DSMT4">
                    <p:embed/>
                    <p:pic>
                      <p:nvPicPr>
                        <p:cNvPr id="37" name="Object 42">
                          <a:extLst>
                            <a:ext uri="{FF2B5EF4-FFF2-40B4-BE49-F238E27FC236}">
                              <a16:creationId xmlns:a16="http://schemas.microsoft.com/office/drawing/2014/main" id="{B07DED6C-21E1-4D02-BFD3-7E3762F9F47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1232" y="2883665"/>
                          <a:ext cx="177800" cy="127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" name="Object 42">
              <a:extLst>
                <a:ext uri="{FF2B5EF4-FFF2-40B4-BE49-F238E27FC236}">
                  <a16:creationId xmlns:a16="http://schemas.microsoft.com/office/drawing/2014/main" id="{F27EC7B5-E867-4533-8AA2-56FC8604D9C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60734197"/>
                </p:ext>
              </p:extLst>
            </p:nvPr>
          </p:nvGraphicFramePr>
          <p:xfrm>
            <a:off x="4674645" y="2879901"/>
            <a:ext cx="177800" cy="127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543" name="Equation" r:id="rId45" imgW="177480" imgH="126720" progId="Equation.DSMT4">
                    <p:embed/>
                  </p:oleObj>
                </mc:Choice>
                <mc:Fallback>
                  <p:oleObj name="Equation" r:id="rId45" imgW="177480" imgH="126720" progId="Equation.DSMT4">
                    <p:embed/>
                    <p:pic>
                      <p:nvPicPr>
                        <p:cNvPr id="38" name="Object 42">
                          <a:extLst>
                            <a:ext uri="{FF2B5EF4-FFF2-40B4-BE49-F238E27FC236}">
                              <a16:creationId xmlns:a16="http://schemas.microsoft.com/office/drawing/2014/main" id="{F27FE8FA-EA62-436D-B2B9-2AE6037324B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74645" y="2879901"/>
                          <a:ext cx="177800" cy="127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" name="Object 42">
              <a:extLst>
                <a:ext uri="{FF2B5EF4-FFF2-40B4-BE49-F238E27FC236}">
                  <a16:creationId xmlns:a16="http://schemas.microsoft.com/office/drawing/2014/main" id="{7F5F1366-9C9E-437A-91EF-29B86CE368A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7461218"/>
                </p:ext>
              </p:extLst>
            </p:nvPr>
          </p:nvGraphicFramePr>
          <p:xfrm>
            <a:off x="5882165" y="2836837"/>
            <a:ext cx="1905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544" name="Equation" r:id="rId47" imgW="190440" imgH="190440" progId="Equation.DSMT4">
                    <p:embed/>
                  </p:oleObj>
                </mc:Choice>
                <mc:Fallback>
                  <p:oleObj name="Equation" r:id="rId47" imgW="190440" imgH="190440" progId="Equation.DSMT4">
                    <p:embed/>
                    <p:pic>
                      <p:nvPicPr>
                        <p:cNvPr id="39" name="Object 42">
                          <a:extLst>
                            <a:ext uri="{FF2B5EF4-FFF2-40B4-BE49-F238E27FC236}">
                              <a16:creationId xmlns:a16="http://schemas.microsoft.com/office/drawing/2014/main" id="{AD2B6562-03E3-4F69-BC2E-BC650CCBBF4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82165" y="2836837"/>
                          <a:ext cx="190500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" name="Object 42">
              <a:extLst>
                <a:ext uri="{FF2B5EF4-FFF2-40B4-BE49-F238E27FC236}">
                  <a16:creationId xmlns:a16="http://schemas.microsoft.com/office/drawing/2014/main" id="{56CF475B-DB3B-42E9-9B75-E509107CD7C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61936083"/>
                </p:ext>
              </p:extLst>
            </p:nvPr>
          </p:nvGraphicFramePr>
          <p:xfrm>
            <a:off x="2483195" y="3327221"/>
            <a:ext cx="177800" cy="127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545" name="Equation" r:id="rId48" imgW="177480" imgH="126720" progId="Equation.DSMT4">
                    <p:embed/>
                  </p:oleObj>
                </mc:Choice>
                <mc:Fallback>
                  <p:oleObj name="Equation" r:id="rId48" imgW="177480" imgH="126720" progId="Equation.DSMT4">
                    <p:embed/>
                    <p:pic>
                      <p:nvPicPr>
                        <p:cNvPr id="40" name="Object 42">
                          <a:extLst>
                            <a:ext uri="{FF2B5EF4-FFF2-40B4-BE49-F238E27FC236}">
                              <a16:creationId xmlns:a16="http://schemas.microsoft.com/office/drawing/2014/main" id="{17F70F06-A8B4-472B-96CD-0C95876A2BB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3195" y="3327221"/>
                          <a:ext cx="177800" cy="127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" name="Object 42">
              <a:extLst>
                <a:ext uri="{FF2B5EF4-FFF2-40B4-BE49-F238E27FC236}">
                  <a16:creationId xmlns:a16="http://schemas.microsoft.com/office/drawing/2014/main" id="{8563AB2A-FD09-4A0A-8B3F-8AF86A0F3B7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13641692"/>
                </p:ext>
              </p:extLst>
            </p:nvPr>
          </p:nvGraphicFramePr>
          <p:xfrm>
            <a:off x="3688366" y="3298866"/>
            <a:ext cx="177800" cy="127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546" name="Equation" r:id="rId49" imgW="177480" imgH="126720" progId="Equation.DSMT4">
                    <p:embed/>
                  </p:oleObj>
                </mc:Choice>
                <mc:Fallback>
                  <p:oleObj name="Equation" r:id="rId49" imgW="177480" imgH="126720" progId="Equation.DSMT4">
                    <p:embed/>
                    <p:pic>
                      <p:nvPicPr>
                        <p:cNvPr id="41" name="Object 42">
                          <a:extLst>
                            <a:ext uri="{FF2B5EF4-FFF2-40B4-BE49-F238E27FC236}">
                              <a16:creationId xmlns:a16="http://schemas.microsoft.com/office/drawing/2014/main" id="{F0427D5B-AC2C-4496-9286-8C8F086BBCA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8366" y="3298866"/>
                          <a:ext cx="177800" cy="127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" name="Object 42">
              <a:extLst>
                <a:ext uri="{FF2B5EF4-FFF2-40B4-BE49-F238E27FC236}">
                  <a16:creationId xmlns:a16="http://schemas.microsoft.com/office/drawing/2014/main" id="{BEC8BB6D-94F5-4A99-B8E6-1937EE2E1E6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0614105"/>
                </p:ext>
              </p:extLst>
            </p:nvPr>
          </p:nvGraphicFramePr>
          <p:xfrm>
            <a:off x="4692012" y="3247154"/>
            <a:ext cx="1905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547" name="Equation" r:id="rId50" imgW="190440" imgH="190440" progId="Equation.DSMT4">
                    <p:embed/>
                  </p:oleObj>
                </mc:Choice>
                <mc:Fallback>
                  <p:oleObj name="Equation" r:id="rId50" imgW="190440" imgH="190440" progId="Equation.DSMT4">
                    <p:embed/>
                    <p:pic>
                      <p:nvPicPr>
                        <p:cNvPr id="42" name="Object 42">
                          <a:extLst>
                            <a:ext uri="{FF2B5EF4-FFF2-40B4-BE49-F238E27FC236}">
                              <a16:creationId xmlns:a16="http://schemas.microsoft.com/office/drawing/2014/main" id="{0D37B4EC-9C2F-495C-8C44-6F63E9067C7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2012" y="3247154"/>
                          <a:ext cx="190500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" name="Object 42">
              <a:extLst>
                <a:ext uri="{FF2B5EF4-FFF2-40B4-BE49-F238E27FC236}">
                  <a16:creationId xmlns:a16="http://schemas.microsoft.com/office/drawing/2014/main" id="{DE385D95-936A-4459-9FA4-7DFCE2542D7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1233935"/>
                </p:ext>
              </p:extLst>
            </p:nvPr>
          </p:nvGraphicFramePr>
          <p:xfrm>
            <a:off x="5844316" y="3234127"/>
            <a:ext cx="1905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548" name="Equation" r:id="rId51" imgW="190440" imgH="190440" progId="Equation.DSMT4">
                    <p:embed/>
                  </p:oleObj>
                </mc:Choice>
                <mc:Fallback>
                  <p:oleObj name="Equation" r:id="rId51" imgW="190440" imgH="190440" progId="Equation.DSMT4">
                    <p:embed/>
                    <p:pic>
                      <p:nvPicPr>
                        <p:cNvPr id="43" name="Object 42">
                          <a:extLst>
                            <a:ext uri="{FF2B5EF4-FFF2-40B4-BE49-F238E27FC236}">
                              <a16:creationId xmlns:a16="http://schemas.microsoft.com/office/drawing/2014/main" id="{3FEE3CB3-8DD1-4E67-81C8-E29297C149F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44316" y="3234127"/>
                          <a:ext cx="190500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" name="Object 29">
              <a:extLst>
                <a:ext uri="{FF2B5EF4-FFF2-40B4-BE49-F238E27FC236}">
                  <a16:creationId xmlns:a16="http://schemas.microsoft.com/office/drawing/2014/main" id="{ED725950-94F6-453D-8B09-E5EBAD801A1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9759221"/>
                </p:ext>
              </p:extLst>
            </p:nvPr>
          </p:nvGraphicFramePr>
          <p:xfrm>
            <a:off x="3102787" y="2812517"/>
            <a:ext cx="1651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549" name="Equation" r:id="rId52" imgW="164880" imgH="241200" progId="Equation.DSMT4">
                    <p:embed/>
                  </p:oleObj>
                </mc:Choice>
                <mc:Fallback>
                  <p:oleObj name="Equation" r:id="rId52" imgW="164880" imgH="241200" progId="Equation.DSMT4">
                    <p:embed/>
                    <p:pic>
                      <p:nvPicPr>
                        <p:cNvPr id="44" name="Object 29">
                          <a:extLst>
                            <a:ext uri="{FF2B5EF4-FFF2-40B4-BE49-F238E27FC236}">
                              <a16:creationId xmlns:a16="http://schemas.microsoft.com/office/drawing/2014/main" id="{9DE9415A-E9C8-4247-A9E9-38E05598DEA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2787" y="2812517"/>
                          <a:ext cx="1651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5" name="Object 29">
              <a:extLst>
                <a:ext uri="{FF2B5EF4-FFF2-40B4-BE49-F238E27FC236}">
                  <a16:creationId xmlns:a16="http://schemas.microsoft.com/office/drawing/2014/main" id="{17EBD0D5-E605-4A9A-B74A-065D60F0200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1994658"/>
                </p:ext>
              </p:extLst>
            </p:nvPr>
          </p:nvGraphicFramePr>
          <p:xfrm>
            <a:off x="5227395" y="2798375"/>
            <a:ext cx="1651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550" name="Equation" r:id="rId53" imgW="164880" imgH="241200" progId="Equation.DSMT4">
                    <p:embed/>
                  </p:oleObj>
                </mc:Choice>
                <mc:Fallback>
                  <p:oleObj name="Equation" r:id="rId53" imgW="164880" imgH="241200" progId="Equation.DSMT4">
                    <p:embed/>
                    <p:pic>
                      <p:nvPicPr>
                        <p:cNvPr id="45" name="Object 29">
                          <a:extLst>
                            <a:ext uri="{FF2B5EF4-FFF2-40B4-BE49-F238E27FC236}">
                              <a16:creationId xmlns:a16="http://schemas.microsoft.com/office/drawing/2014/main" id="{70997D00-5488-4D48-AD36-7CE06369C5A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7395" y="2798375"/>
                          <a:ext cx="1651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" name="Object 29">
              <a:extLst>
                <a:ext uri="{FF2B5EF4-FFF2-40B4-BE49-F238E27FC236}">
                  <a16:creationId xmlns:a16="http://schemas.microsoft.com/office/drawing/2014/main" id="{90665C42-6958-45F2-9220-B21050B95DF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33066767"/>
                </p:ext>
              </p:extLst>
            </p:nvPr>
          </p:nvGraphicFramePr>
          <p:xfrm>
            <a:off x="4203445" y="3264520"/>
            <a:ext cx="1651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551" name="Equation" r:id="rId54" imgW="164880" imgH="241200" progId="Equation.DSMT4">
                    <p:embed/>
                  </p:oleObj>
                </mc:Choice>
                <mc:Fallback>
                  <p:oleObj name="Equation" r:id="rId54" imgW="164880" imgH="241200" progId="Equation.DSMT4">
                    <p:embed/>
                    <p:pic>
                      <p:nvPicPr>
                        <p:cNvPr id="46" name="Object 29">
                          <a:extLst>
                            <a:ext uri="{FF2B5EF4-FFF2-40B4-BE49-F238E27FC236}">
                              <a16:creationId xmlns:a16="http://schemas.microsoft.com/office/drawing/2014/main" id="{4F37B10E-9E01-47BC-B3C6-5DDE573728D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3445" y="3264520"/>
                          <a:ext cx="1651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7" name="Freeform 50">
              <a:extLst>
                <a:ext uri="{FF2B5EF4-FFF2-40B4-BE49-F238E27FC236}">
                  <a16:creationId xmlns:a16="http://schemas.microsoft.com/office/drawing/2014/main" id="{E4E1B365-B61B-4DCF-980D-9CADA27C4A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7624" y="3892937"/>
              <a:ext cx="350696" cy="228123"/>
            </a:xfrm>
            <a:custGeom>
              <a:avLst/>
              <a:gdLst>
                <a:gd name="T0" fmla="*/ 0 w 240"/>
                <a:gd name="T1" fmla="*/ 336 h 336"/>
                <a:gd name="T2" fmla="*/ 48 w 240"/>
                <a:gd name="T3" fmla="*/ 144 h 336"/>
                <a:gd name="T4" fmla="*/ 240 w 240"/>
                <a:gd name="T5" fmla="*/ 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0" h="336">
                  <a:moveTo>
                    <a:pt x="0" y="336"/>
                  </a:moveTo>
                  <a:cubicBezTo>
                    <a:pt x="4" y="268"/>
                    <a:pt x="8" y="200"/>
                    <a:pt x="48" y="144"/>
                  </a:cubicBezTo>
                  <a:cubicBezTo>
                    <a:pt x="88" y="88"/>
                    <a:pt x="208" y="24"/>
                    <a:pt x="240" y="0"/>
                  </a:cubicBezTo>
                </a:path>
              </a:pathLst>
            </a:custGeom>
            <a:noFill/>
            <a:ln w="19050" cmpd="sng">
              <a:solidFill>
                <a:srgbClr val="0064FF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Freeform 51">
              <a:extLst>
                <a:ext uri="{FF2B5EF4-FFF2-40B4-BE49-F238E27FC236}">
                  <a16:creationId xmlns:a16="http://schemas.microsoft.com/office/drawing/2014/main" id="{8219F87B-0CE1-4EB4-B650-ADDE638CEE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1357" y="3850102"/>
              <a:ext cx="377263" cy="243126"/>
            </a:xfrm>
            <a:custGeom>
              <a:avLst/>
              <a:gdLst>
                <a:gd name="T0" fmla="*/ 0 w 288"/>
                <a:gd name="T1" fmla="*/ 0 h 240"/>
                <a:gd name="T2" fmla="*/ 192 w 288"/>
                <a:gd name="T3" fmla="*/ 48 h 240"/>
                <a:gd name="T4" fmla="*/ 288 w 288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8" h="240">
                  <a:moveTo>
                    <a:pt x="0" y="0"/>
                  </a:moveTo>
                  <a:cubicBezTo>
                    <a:pt x="72" y="4"/>
                    <a:pt x="144" y="8"/>
                    <a:pt x="192" y="48"/>
                  </a:cubicBezTo>
                  <a:cubicBezTo>
                    <a:pt x="240" y="88"/>
                    <a:pt x="272" y="208"/>
                    <a:pt x="288" y="240"/>
                  </a:cubicBezTo>
                </a:path>
              </a:pathLst>
            </a:custGeom>
            <a:noFill/>
            <a:ln w="19050" cmpd="sng">
              <a:solidFill>
                <a:srgbClr val="0064FF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Freeform 52">
              <a:extLst>
                <a:ext uri="{FF2B5EF4-FFF2-40B4-BE49-F238E27FC236}">
                  <a16:creationId xmlns:a16="http://schemas.microsoft.com/office/drawing/2014/main" id="{E43A48A1-EB98-43ED-AF99-D48E7F8FC7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9943" y="3826500"/>
              <a:ext cx="352662" cy="240937"/>
            </a:xfrm>
            <a:custGeom>
              <a:avLst/>
              <a:gdLst>
                <a:gd name="T0" fmla="*/ 0 w 384"/>
                <a:gd name="T1" fmla="*/ 0 h 240"/>
                <a:gd name="T2" fmla="*/ 144 w 384"/>
                <a:gd name="T3" fmla="*/ 192 h 240"/>
                <a:gd name="T4" fmla="*/ 384 w 384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4" h="240">
                  <a:moveTo>
                    <a:pt x="0" y="0"/>
                  </a:moveTo>
                  <a:cubicBezTo>
                    <a:pt x="40" y="76"/>
                    <a:pt x="80" y="152"/>
                    <a:pt x="144" y="192"/>
                  </a:cubicBezTo>
                  <a:cubicBezTo>
                    <a:pt x="208" y="232"/>
                    <a:pt x="344" y="232"/>
                    <a:pt x="384" y="240"/>
                  </a:cubicBezTo>
                </a:path>
              </a:pathLst>
            </a:custGeom>
            <a:noFill/>
            <a:ln w="19050" cmpd="sng">
              <a:solidFill>
                <a:srgbClr val="0064FF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Freeform 53">
              <a:extLst>
                <a:ext uri="{FF2B5EF4-FFF2-40B4-BE49-F238E27FC236}">
                  <a16:creationId xmlns:a16="http://schemas.microsoft.com/office/drawing/2014/main" id="{F6291388-9F23-4F55-A01F-E3EAA4E49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3610" y="3810047"/>
              <a:ext cx="336376" cy="273844"/>
            </a:xfrm>
            <a:custGeom>
              <a:avLst/>
              <a:gdLst>
                <a:gd name="T0" fmla="*/ 0 w 432"/>
                <a:gd name="T1" fmla="*/ 192 h 224"/>
                <a:gd name="T2" fmla="*/ 240 w 432"/>
                <a:gd name="T3" fmla="*/ 192 h 224"/>
                <a:gd name="T4" fmla="*/ 432 w 432"/>
                <a:gd name="T5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" h="224">
                  <a:moveTo>
                    <a:pt x="0" y="192"/>
                  </a:moveTo>
                  <a:cubicBezTo>
                    <a:pt x="84" y="208"/>
                    <a:pt x="168" y="224"/>
                    <a:pt x="240" y="192"/>
                  </a:cubicBezTo>
                  <a:cubicBezTo>
                    <a:pt x="312" y="160"/>
                    <a:pt x="400" y="32"/>
                    <a:pt x="432" y="0"/>
                  </a:cubicBezTo>
                </a:path>
              </a:pathLst>
            </a:custGeom>
            <a:noFill/>
            <a:ln w="19050" cmpd="sng">
              <a:solidFill>
                <a:srgbClr val="0064FF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1" name="Object 54">
              <a:extLst>
                <a:ext uri="{FF2B5EF4-FFF2-40B4-BE49-F238E27FC236}">
                  <a16:creationId xmlns:a16="http://schemas.microsoft.com/office/drawing/2014/main" id="{1970F38D-7B14-45F1-BC8E-529FD2A2F98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34552739"/>
                </p:ext>
              </p:extLst>
            </p:nvPr>
          </p:nvGraphicFramePr>
          <p:xfrm>
            <a:off x="3126694" y="3634697"/>
            <a:ext cx="1651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552" name="Equation" r:id="rId55" imgW="164880" imgH="228600" progId="Equation.DSMT4">
                    <p:embed/>
                  </p:oleObj>
                </mc:Choice>
                <mc:Fallback>
                  <p:oleObj name="Equation" r:id="rId55" imgW="164880" imgH="228600" progId="Equation.DSMT4">
                    <p:embed/>
                    <p:pic>
                      <p:nvPicPr>
                        <p:cNvPr id="51" name="Object 54">
                          <a:extLst>
                            <a:ext uri="{FF2B5EF4-FFF2-40B4-BE49-F238E27FC236}">
                              <a16:creationId xmlns:a16="http://schemas.microsoft.com/office/drawing/2014/main" id="{A941B427-31F4-4675-BDD9-23A8242033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6694" y="3634697"/>
                          <a:ext cx="165100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" name="Object 55">
              <a:extLst>
                <a:ext uri="{FF2B5EF4-FFF2-40B4-BE49-F238E27FC236}">
                  <a16:creationId xmlns:a16="http://schemas.microsoft.com/office/drawing/2014/main" id="{12549768-8595-4E4A-8E01-7D2B2A3D4FA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30431211"/>
                </p:ext>
              </p:extLst>
            </p:nvPr>
          </p:nvGraphicFramePr>
          <p:xfrm>
            <a:off x="4221410" y="3592431"/>
            <a:ext cx="1651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553" name="Equation" r:id="rId57" imgW="164880" imgH="330120" progId="Equation.DSMT4">
                    <p:embed/>
                  </p:oleObj>
                </mc:Choice>
                <mc:Fallback>
                  <p:oleObj name="Equation" r:id="rId57" imgW="164880" imgH="330120" progId="Equation.DSMT4">
                    <p:embed/>
                    <p:pic>
                      <p:nvPicPr>
                        <p:cNvPr id="52" name="Object 55">
                          <a:extLst>
                            <a:ext uri="{FF2B5EF4-FFF2-40B4-BE49-F238E27FC236}">
                              <a16:creationId xmlns:a16="http://schemas.microsoft.com/office/drawing/2014/main" id="{2E464555-82CE-4385-9E1B-06FB7AA648B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1410" y="3592431"/>
                          <a:ext cx="16510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3" name="Object 60">
              <a:extLst>
                <a:ext uri="{FF2B5EF4-FFF2-40B4-BE49-F238E27FC236}">
                  <a16:creationId xmlns:a16="http://schemas.microsoft.com/office/drawing/2014/main" id="{5101A563-81E5-4258-A695-302F2F868DB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4082145"/>
                </p:ext>
              </p:extLst>
            </p:nvPr>
          </p:nvGraphicFramePr>
          <p:xfrm>
            <a:off x="5246569" y="3592431"/>
            <a:ext cx="1651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554" name="Equation" r:id="rId59" imgW="164880" imgH="330120" progId="Equation.DSMT4">
                    <p:embed/>
                  </p:oleObj>
                </mc:Choice>
                <mc:Fallback>
                  <p:oleObj name="Equation" r:id="rId59" imgW="164880" imgH="330120" progId="Equation.DSMT4">
                    <p:embed/>
                    <p:pic>
                      <p:nvPicPr>
                        <p:cNvPr id="53" name="Object 60">
                          <a:extLst>
                            <a:ext uri="{FF2B5EF4-FFF2-40B4-BE49-F238E27FC236}">
                              <a16:creationId xmlns:a16="http://schemas.microsoft.com/office/drawing/2014/main" id="{C8D0AE58-CDCB-4AC7-9826-95311461079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46569" y="3592431"/>
                          <a:ext cx="16510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4" name="Text Box 58">
              <a:extLst>
                <a:ext uri="{FF2B5EF4-FFF2-40B4-BE49-F238E27FC236}">
                  <a16:creationId xmlns:a16="http://schemas.microsoft.com/office/drawing/2014/main" id="{56166D02-14C1-4B45-9F5C-AE65630283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0571" y="3992165"/>
              <a:ext cx="875213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1400" b="1" dirty="0">
                  <a:solidFill>
                    <a:srgbClr val="FF0000"/>
                  </a:solidFill>
                  <a:latin typeface="+mj-ea"/>
                  <a:ea typeface="+mj-ea"/>
                </a:rPr>
                <a:t>极大值</a:t>
              </a:r>
              <a:endParaRPr kumimoji="1" lang="en-US" altLang="zh-CN" sz="1400" b="1" dirty="0">
                <a:solidFill>
                  <a:srgbClr val="FF0000"/>
                </a:solidFill>
                <a:latin typeface="+mj-ea"/>
                <a:ea typeface="+mj-ea"/>
              </a:endParaRPr>
            </a:p>
          </p:txBody>
        </p:sp>
        <p:sp>
          <p:nvSpPr>
            <p:cNvPr id="75" name="Text Box 58">
              <a:extLst>
                <a:ext uri="{FF2B5EF4-FFF2-40B4-BE49-F238E27FC236}">
                  <a16:creationId xmlns:a16="http://schemas.microsoft.com/office/drawing/2014/main" id="{AB13ACC2-4D06-408A-ADB3-903488DA2D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9036" y="3979419"/>
              <a:ext cx="875213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1400" b="1" dirty="0">
                  <a:solidFill>
                    <a:srgbClr val="FF0000"/>
                  </a:solidFill>
                  <a:latin typeface="+mj-ea"/>
                  <a:ea typeface="+mj-ea"/>
                </a:rPr>
                <a:t>极小值</a:t>
              </a:r>
              <a:endParaRPr kumimoji="1" lang="en-US" altLang="zh-CN" sz="1400" b="1" dirty="0">
                <a:solidFill>
                  <a:srgbClr val="FF0000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780C93B9-A672-4C5C-A32F-C3B0F2D7DEDC}"/>
              </a:ext>
            </a:extLst>
          </p:cNvPr>
          <p:cNvGrpSpPr/>
          <p:nvPr/>
        </p:nvGrpSpPr>
        <p:grpSpPr>
          <a:xfrm>
            <a:off x="1030530" y="4208785"/>
            <a:ext cx="3816424" cy="736600"/>
            <a:chOff x="947384" y="4373647"/>
            <a:chExt cx="3816424" cy="736600"/>
          </a:xfrm>
        </p:grpSpPr>
        <p:sp>
          <p:nvSpPr>
            <p:cNvPr id="76" name="Text Box 64">
              <a:extLst>
                <a:ext uri="{FF2B5EF4-FFF2-40B4-BE49-F238E27FC236}">
                  <a16:creationId xmlns:a16="http://schemas.microsoft.com/office/drawing/2014/main" id="{04DA09AB-68C1-45B6-9EEE-8DFAECEA67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7384" y="4491478"/>
              <a:ext cx="7620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dirty="0">
                  <a:latin typeface="Times New Roman" panose="02020603050405020304" pitchFamily="18" charset="0"/>
                  <a:ea typeface="楷体_GB2312" pitchFamily="49" charset="-122"/>
                </a:rPr>
                <a:t>4)</a:t>
              </a:r>
            </a:p>
          </p:txBody>
        </p:sp>
        <p:graphicFrame>
          <p:nvGraphicFramePr>
            <p:cNvPr id="77" name="Object 72">
              <a:extLst>
                <a:ext uri="{FF2B5EF4-FFF2-40B4-BE49-F238E27FC236}">
                  <a16:creationId xmlns:a16="http://schemas.microsoft.com/office/drawing/2014/main" id="{46FBACE4-A0B3-4AE7-8D55-8BC1D6E953D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41650764"/>
                </p:ext>
              </p:extLst>
            </p:nvPr>
          </p:nvGraphicFramePr>
          <p:xfrm>
            <a:off x="1420265" y="4373647"/>
            <a:ext cx="16764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555" name="Equation" r:id="rId61" imgW="1676160" imgH="736560" progId="Equation.DSMT4">
                    <p:embed/>
                  </p:oleObj>
                </mc:Choice>
                <mc:Fallback>
                  <p:oleObj name="Equation" r:id="rId61" imgW="1676160" imgH="736560" progId="Equation.DSMT4">
                    <p:embed/>
                    <p:pic>
                      <p:nvPicPr>
                        <p:cNvPr id="16" name="Object 72">
                          <a:extLst>
                            <a:ext uri="{FF2B5EF4-FFF2-40B4-BE49-F238E27FC236}">
                              <a16:creationId xmlns:a16="http://schemas.microsoft.com/office/drawing/2014/main" id="{B88CC2FD-6EC9-44C1-86D8-42900ADFAF2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0265" y="4373647"/>
                          <a:ext cx="1676400" cy="736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8" name="Object 72">
              <a:extLst>
                <a:ext uri="{FF2B5EF4-FFF2-40B4-BE49-F238E27FC236}">
                  <a16:creationId xmlns:a16="http://schemas.microsoft.com/office/drawing/2014/main" id="{09552118-B089-440C-9B97-CF7F63B26E3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423894"/>
                </p:ext>
              </p:extLst>
            </p:nvPr>
          </p:nvGraphicFramePr>
          <p:xfrm>
            <a:off x="3316008" y="4633648"/>
            <a:ext cx="1447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556" name="Equation" r:id="rId63" imgW="1447560" imgH="342720" progId="Equation.DSMT4">
                    <p:embed/>
                  </p:oleObj>
                </mc:Choice>
                <mc:Fallback>
                  <p:oleObj name="Equation" r:id="rId63" imgW="1447560" imgH="342720" progId="Equation.DSMT4">
                    <p:embed/>
                    <p:pic>
                      <p:nvPicPr>
                        <p:cNvPr id="17" name="Object 72">
                          <a:extLst>
                            <a:ext uri="{FF2B5EF4-FFF2-40B4-BE49-F238E27FC236}">
                              <a16:creationId xmlns:a16="http://schemas.microsoft.com/office/drawing/2014/main" id="{1A2E18A6-3B07-4FFF-8877-AB857482162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6008" y="4633648"/>
                          <a:ext cx="14478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7" name="Group 1156">
            <a:extLst>
              <a:ext uri="{FF2B5EF4-FFF2-40B4-BE49-F238E27FC236}">
                <a16:creationId xmlns:a16="http://schemas.microsoft.com/office/drawing/2014/main" id="{4823B41D-DBE7-4E23-8C5F-276E819846AB}"/>
              </a:ext>
            </a:extLst>
          </p:cNvPr>
          <p:cNvGrpSpPr>
            <a:grpSpLocks/>
          </p:cNvGrpSpPr>
          <p:nvPr/>
        </p:nvGrpSpPr>
        <p:grpSpPr bwMode="auto">
          <a:xfrm>
            <a:off x="6731012" y="1947440"/>
            <a:ext cx="2003425" cy="2001838"/>
            <a:chOff x="4217" y="672"/>
            <a:chExt cx="1262" cy="1261"/>
          </a:xfrm>
        </p:grpSpPr>
        <p:sp>
          <p:nvSpPr>
            <p:cNvPr id="88" name="Freeform 1130">
              <a:extLst>
                <a:ext uri="{FF2B5EF4-FFF2-40B4-BE49-F238E27FC236}">
                  <a16:creationId xmlns:a16="http://schemas.microsoft.com/office/drawing/2014/main" id="{7C5DA833-F98C-4EF6-BD82-1E6125DB1B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7" y="1064"/>
              <a:ext cx="869" cy="869"/>
            </a:xfrm>
            <a:custGeom>
              <a:avLst/>
              <a:gdLst>
                <a:gd name="T0" fmla="*/ 0 w 2175"/>
                <a:gd name="T1" fmla="*/ 2172 h 2172"/>
                <a:gd name="T2" fmla="*/ 128 w 2175"/>
                <a:gd name="T3" fmla="*/ 1530 h 2172"/>
                <a:gd name="T4" fmla="*/ 269 w 2175"/>
                <a:gd name="T5" fmla="*/ 969 h 2172"/>
                <a:gd name="T6" fmla="*/ 397 w 2175"/>
                <a:gd name="T7" fmla="*/ 572 h 2172"/>
                <a:gd name="T8" fmla="*/ 526 w 2175"/>
                <a:gd name="T9" fmla="*/ 304 h 2172"/>
                <a:gd name="T10" fmla="*/ 596 w 2175"/>
                <a:gd name="T11" fmla="*/ 198 h 2172"/>
                <a:gd name="T12" fmla="*/ 655 w 2175"/>
                <a:gd name="T13" fmla="*/ 117 h 2172"/>
                <a:gd name="T14" fmla="*/ 690 w 2175"/>
                <a:gd name="T15" fmla="*/ 82 h 2172"/>
                <a:gd name="T16" fmla="*/ 725 w 2175"/>
                <a:gd name="T17" fmla="*/ 58 h 2172"/>
                <a:gd name="T18" fmla="*/ 760 w 2175"/>
                <a:gd name="T19" fmla="*/ 35 h 2172"/>
                <a:gd name="T20" fmla="*/ 795 w 2175"/>
                <a:gd name="T21" fmla="*/ 12 h 2172"/>
                <a:gd name="T22" fmla="*/ 818 w 2175"/>
                <a:gd name="T23" fmla="*/ 12 h 2172"/>
                <a:gd name="T24" fmla="*/ 830 w 2175"/>
                <a:gd name="T25" fmla="*/ 12 h 2172"/>
                <a:gd name="T26" fmla="*/ 842 w 2175"/>
                <a:gd name="T27" fmla="*/ 0 h 2172"/>
                <a:gd name="T28" fmla="*/ 865 w 2175"/>
                <a:gd name="T29" fmla="*/ 0 h 2172"/>
                <a:gd name="T30" fmla="*/ 865 w 2175"/>
                <a:gd name="T31" fmla="*/ 0 h 2172"/>
                <a:gd name="T32" fmla="*/ 877 w 2175"/>
                <a:gd name="T33" fmla="*/ 0 h 2172"/>
                <a:gd name="T34" fmla="*/ 877 w 2175"/>
                <a:gd name="T35" fmla="*/ 0 h 2172"/>
                <a:gd name="T36" fmla="*/ 877 w 2175"/>
                <a:gd name="T37" fmla="*/ 0 h 2172"/>
                <a:gd name="T38" fmla="*/ 877 w 2175"/>
                <a:gd name="T39" fmla="*/ 0 h 2172"/>
                <a:gd name="T40" fmla="*/ 889 w 2175"/>
                <a:gd name="T41" fmla="*/ 0 h 2172"/>
                <a:gd name="T42" fmla="*/ 889 w 2175"/>
                <a:gd name="T43" fmla="*/ 0 h 2172"/>
                <a:gd name="T44" fmla="*/ 889 w 2175"/>
                <a:gd name="T45" fmla="*/ 0 h 2172"/>
                <a:gd name="T46" fmla="*/ 889 w 2175"/>
                <a:gd name="T47" fmla="*/ 0 h 2172"/>
                <a:gd name="T48" fmla="*/ 889 w 2175"/>
                <a:gd name="T49" fmla="*/ 0 h 2172"/>
                <a:gd name="T50" fmla="*/ 900 w 2175"/>
                <a:gd name="T51" fmla="*/ 0 h 2172"/>
                <a:gd name="T52" fmla="*/ 900 w 2175"/>
                <a:gd name="T53" fmla="*/ 0 h 2172"/>
                <a:gd name="T54" fmla="*/ 900 w 2175"/>
                <a:gd name="T55" fmla="*/ 0 h 2172"/>
                <a:gd name="T56" fmla="*/ 912 w 2175"/>
                <a:gd name="T57" fmla="*/ 0 h 2172"/>
                <a:gd name="T58" fmla="*/ 912 w 2175"/>
                <a:gd name="T59" fmla="*/ 0 h 2172"/>
                <a:gd name="T60" fmla="*/ 924 w 2175"/>
                <a:gd name="T61" fmla="*/ 0 h 2172"/>
                <a:gd name="T62" fmla="*/ 924 w 2175"/>
                <a:gd name="T63" fmla="*/ 0 h 2172"/>
                <a:gd name="T64" fmla="*/ 947 w 2175"/>
                <a:gd name="T65" fmla="*/ 0 h 2172"/>
                <a:gd name="T66" fmla="*/ 959 w 2175"/>
                <a:gd name="T67" fmla="*/ 12 h 2172"/>
                <a:gd name="T68" fmla="*/ 994 w 2175"/>
                <a:gd name="T69" fmla="*/ 12 h 2172"/>
                <a:gd name="T70" fmla="*/ 1029 w 2175"/>
                <a:gd name="T71" fmla="*/ 35 h 2172"/>
                <a:gd name="T72" fmla="*/ 1052 w 2175"/>
                <a:gd name="T73" fmla="*/ 47 h 2172"/>
                <a:gd name="T74" fmla="*/ 1123 w 2175"/>
                <a:gd name="T75" fmla="*/ 82 h 2172"/>
                <a:gd name="T76" fmla="*/ 1193 w 2175"/>
                <a:gd name="T77" fmla="*/ 140 h 2172"/>
                <a:gd name="T78" fmla="*/ 1321 w 2175"/>
                <a:gd name="T79" fmla="*/ 280 h 2172"/>
                <a:gd name="T80" fmla="*/ 1450 w 2175"/>
                <a:gd name="T81" fmla="*/ 432 h 2172"/>
                <a:gd name="T82" fmla="*/ 1591 w 2175"/>
                <a:gd name="T83" fmla="*/ 607 h 2172"/>
                <a:gd name="T84" fmla="*/ 1719 w 2175"/>
                <a:gd name="T85" fmla="*/ 782 h 2172"/>
                <a:gd name="T86" fmla="*/ 1848 w 2175"/>
                <a:gd name="T87" fmla="*/ 934 h 2172"/>
                <a:gd name="T88" fmla="*/ 1918 w 2175"/>
                <a:gd name="T89" fmla="*/ 1004 h 2172"/>
                <a:gd name="T90" fmla="*/ 1988 w 2175"/>
                <a:gd name="T91" fmla="*/ 1063 h 2172"/>
                <a:gd name="T92" fmla="*/ 2058 w 2175"/>
                <a:gd name="T93" fmla="*/ 1121 h 2172"/>
                <a:gd name="T94" fmla="*/ 2117 w 2175"/>
                <a:gd name="T95" fmla="*/ 1156 h 2172"/>
                <a:gd name="T96" fmla="*/ 2152 w 2175"/>
                <a:gd name="T97" fmla="*/ 1168 h 2172"/>
                <a:gd name="T98" fmla="*/ 2175 w 2175"/>
                <a:gd name="T99" fmla="*/ 1179 h 2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175" h="2172">
                  <a:moveTo>
                    <a:pt x="0" y="2172"/>
                  </a:moveTo>
                  <a:lnTo>
                    <a:pt x="128" y="1530"/>
                  </a:lnTo>
                  <a:lnTo>
                    <a:pt x="269" y="969"/>
                  </a:lnTo>
                  <a:lnTo>
                    <a:pt x="397" y="572"/>
                  </a:lnTo>
                  <a:lnTo>
                    <a:pt x="526" y="304"/>
                  </a:lnTo>
                  <a:lnTo>
                    <a:pt x="596" y="198"/>
                  </a:lnTo>
                  <a:lnTo>
                    <a:pt x="655" y="117"/>
                  </a:lnTo>
                  <a:lnTo>
                    <a:pt x="690" y="82"/>
                  </a:lnTo>
                  <a:lnTo>
                    <a:pt x="725" y="58"/>
                  </a:lnTo>
                  <a:lnTo>
                    <a:pt x="760" y="35"/>
                  </a:lnTo>
                  <a:lnTo>
                    <a:pt x="795" y="12"/>
                  </a:lnTo>
                  <a:lnTo>
                    <a:pt x="818" y="12"/>
                  </a:lnTo>
                  <a:lnTo>
                    <a:pt x="830" y="12"/>
                  </a:lnTo>
                  <a:lnTo>
                    <a:pt x="842" y="0"/>
                  </a:lnTo>
                  <a:lnTo>
                    <a:pt x="865" y="0"/>
                  </a:lnTo>
                  <a:lnTo>
                    <a:pt x="865" y="0"/>
                  </a:lnTo>
                  <a:lnTo>
                    <a:pt x="877" y="0"/>
                  </a:lnTo>
                  <a:lnTo>
                    <a:pt x="877" y="0"/>
                  </a:lnTo>
                  <a:lnTo>
                    <a:pt x="877" y="0"/>
                  </a:lnTo>
                  <a:lnTo>
                    <a:pt x="877" y="0"/>
                  </a:lnTo>
                  <a:lnTo>
                    <a:pt x="889" y="0"/>
                  </a:lnTo>
                  <a:lnTo>
                    <a:pt x="889" y="0"/>
                  </a:lnTo>
                  <a:lnTo>
                    <a:pt x="889" y="0"/>
                  </a:lnTo>
                  <a:lnTo>
                    <a:pt x="889" y="0"/>
                  </a:lnTo>
                  <a:lnTo>
                    <a:pt x="889" y="0"/>
                  </a:lnTo>
                  <a:lnTo>
                    <a:pt x="900" y="0"/>
                  </a:lnTo>
                  <a:lnTo>
                    <a:pt x="900" y="0"/>
                  </a:lnTo>
                  <a:lnTo>
                    <a:pt x="900" y="0"/>
                  </a:lnTo>
                  <a:lnTo>
                    <a:pt x="912" y="0"/>
                  </a:lnTo>
                  <a:lnTo>
                    <a:pt x="912" y="0"/>
                  </a:lnTo>
                  <a:lnTo>
                    <a:pt x="924" y="0"/>
                  </a:lnTo>
                  <a:lnTo>
                    <a:pt x="924" y="0"/>
                  </a:lnTo>
                  <a:lnTo>
                    <a:pt x="947" y="0"/>
                  </a:lnTo>
                  <a:lnTo>
                    <a:pt x="959" y="12"/>
                  </a:lnTo>
                  <a:lnTo>
                    <a:pt x="994" y="12"/>
                  </a:lnTo>
                  <a:lnTo>
                    <a:pt x="1029" y="35"/>
                  </a:lnTo>
                  <a:lnTo>
                    <a:pt x="1052" y="47"/>
                  </a:lnTo>
                  <a:lnTo>
                    <a:pt x="1123" y="82"/>
                  </a:lnTo>
                  <a:lnTo>
                    <a:pt x="1193" y="140"/>
                  </a:lnTo>
                  <a:lnTo>
                    <a:pt x="1321" y="280"/>
                  </a:lnTo>
                  <a:lnTo>
                    <a:pt x="1450" y="432"/>
                  </a:lnTo>
                  <a:lnTo>
                    <a:pt x="1591" y="607"/>
                  </a:lnTo>
                  <a:lnTo>
                    <a:pt x="1719" y="782"/>
                  </a:lnTo>
                  <a:lnTo>
                    <a:pt x="1848" y="934"/>
                  </a:lnTo>
                  <a:lnTo>
                    <a:pt x="1918" y="1004"/>
                  </a:lnTo>
                  <a:lnTo>
                    <a:pt x="1988" y="1063"/>
                  </a:lnTo>
                  <a:lnTo>
                    <a:pt x="2058" y="1121"/>
                  </a:lnTo>
                  <a:lnTo>
                    <a:pt x="2117" y="1156"/>
                  </a:lnTo>
                  <a:lnTo>
                    <a:pt x="2152" y="1168"/>
                  </a:lnTo>
                  <a:lnTo>
                    <a:pt x="2175" y="1179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89" name="Freeform 1131">
              <a:extLst>
                <a:ext uri="{FF2B5EF4-FFF2-40B4-BE49-F238E27FC236}">
                  <a16:creationId xmlns:a16="http://schemas.microsoft.com/office/drawing/2014/main" id="{430C5691-A39C-40E7-88A7-3C88A9CE1D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6" y="672"/>
              <a:ext cx="393" cy="869"/>
            </a:xfrm>
            <a:custGeom>
              <a:avLst/>
              <a:gdLst>
                <a:gd name="T0" fmla="*/ 0 w 983"/>
                <a:gd name="T1" fmla="*/ 2160 h 2172"/>
                <a:gd name="T2" fmla="*/ 24 w 983"/>
                <a:gd name="T3" fmla="*/ 2172 h 2172"/>
                <a:gd name="T4" fmla="*/ 35 w 983"/>
                <a:gd name="T5" fmla="*/ 2172 h 2172"/>
                <a:gd name="T6" fmla="*/ 47 w 983"/>
                <a:gd name="T7" fmla="*/ 2172 h 2172"/>
                <a:gd name="T8" fmla="*/ 59 w 983"/>
                <a:gd name="T9" fmla="*/ 2172 h 2172"/>
                <a:gd name="T10" fmla="*/ 59 w 983"/>
                <a:gd name="T11" fmla="*/ 2172 h 2172"/>
                <a:gd name="T12" fmla="*/ 71 w 983"/>
                <a:gd name="T13" fmla="*/ 2172 h 2172"/>
                <a:gd name="T14" fmla="*/ 71 w 983"/>
                <a:gd name="T15" fmla="*/ 2172 h 2172"/>
                <a:gd name="T16" fmla="*/ 71 w 983"/>
                <a:gd name="T17" fmla="*/ 2172 h 2172"/>
                <a:gd name="T18" fmla="*/ 82 w 983"/>
                <a:gd name="T19" fmla="*/ 2172 h 2172"/>
                <a:gd name="T20" fmla="*/ 82 w 983"/>
                <a:gd name="T21" fmla="*/ 2172 h 2172"/>
                <a:gd name="T22" fmla="*/ 82 w 983"/>
                <a:gd name="T23" fmla="*/ 2172 h 2172"/>
                <a:gd name="T24" fmla="*/ 94 w 983"/>
                <a:gd name="T25" fmla="*/ 2172 h 2172"/>
                <a:gd name="T26" fmla="*/ 94 w 983"/>
                <a:gd name="T27" fmla="*/ 2172 h 2172"/>
                <a:gd name="T28" fmla="*/ 94 w 983"/>
                <a:gd name="T29" fmla="*/ 2172 h 2172"/>
                <a:gd name="T30" fmla="*/ 94 w 983"/>
                <a:gd name="T31" fmla="*/ 2172 h 2172"/>
                <a:gd name="T32" fmla="*/ 106 w 983"/>
                <a:gd name="T33" fmla="*/ 2172 h 2172"/>
                <a:gd name="T34" fmla="*/ 106 w 983"/>
                <a:gd name="T35" fmla="*/ 2172 h 2172"/>
                <a:gd name="T36" fmla="*/ 106 w 983"/>
                <a:gd name="T37" fmla="*/ 2172 h 2172"/>
                <a:gd name="T38" fmla="*/ 117 w 983"/>
                <a:gd name="T39" fmla="*/ 2172 h 2172"/>
                <a:gd name="T40" fmla="*/ 129 w 983"/>
                <a:gd name="T41" fmla="*/ 2172 h 2172"/>
                <a:gd name="T42" fmla="*/ 129 w 983"/>
                <a:gd name="T43" fmla="*/ 2172 h 2172"/>
                <a:gd name="T44" fmla="*/ 141 w 983"/>
                <a:gd name="T45" fmla="*/ 2172 h 2172"/>
                <a:gd name="T46" fmla="*/ 164 w 983"/>
                <a:gd name="T47" fmla="*/ 2172 h 2172"/>
                <a:gd name="T48" fmla="*/ 176 w 983"/>
                <a:gd name="T49" fmla="*/ 2160 h 2172"/>
                <a:gd name="T50" fmla="*/ 211 w 983"/>
                <a:gd name="T51" fmla="*/ 2149 h 2172"/>
                <a:gd name="T52" fmla="*/ 246 w 983"/>
                <a:gd name="T53" fmla="*/ 2125 h 2172"/>
                <a:gd name="T54" fmla="*/ 281 w 983"/>
                <a:gd name="T55" fmla="*/ 2102 h 2172"/>
                <a:gd name="T56" fmla="*/ 351 w 983"/>
                <a:gd name="T57" fmla="*/ 2032 h 2172"/>
                <a:gd name="T58" fmla="*/ 410 w 983"/>
                <a:gd name="T59" fmla="*/ 1938 h 2172"/>
                <a:gd name="T60" fmla="*/ 480 w 983"/>
                <a:gd name="T61" fmla="*/ 1822 h 2172"/>
                <a:gd name="T62" fmla="*/ 609 w 983"/>
                <a:gd name="T63" fmla="*/ 1530 h 2172"/>
                <a:gd name="T64" fmla="*/ 749 w 983"/>
                <a:gd name="T65" fmla="*/ 1098 h 2172"/>
                <a:gd name="T66" fmla="*/ 878 w 983"/>
                <a:gd name="T67" fmla="*/ 561 h 2172"/>
                <a:gd name="T68" fmla="*/ 983 w 983"/>
                <a:gd name="T69" fmla="*/ 0 h 2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83" h="2172">
                  <a:moveTo>
                    <a:pt x="0" y="2160"/>
                  </a:moveTo>
                  <a:lnTo>
                    <a:pt x="24" y="2172"/>
                  </a:lnTo>
                  <a:lnTo>
                    <a:pt x="35" y="2172"/>
                  </a:lnTo>
                  <a:lnTo>
                    <a:pt x="47" y="2172"/>
                  </a:lnTo>
                  <a:lnTo>
                    <a:pt x="59" y="2172"/>
                  </a:lnTo>
                  <a:lnTo>
                    <a:pt x="59" y="2172"/>
                  </a:lnTo>
                  <a:lnTo>
                    <a:pt x="71" y="2172"/>
                  </a:lnTo>
                  <a:lnTo>
                    <a:pt x="71" y="2172"/>
                  </a:lnTo>
                  <a:lnTo>
                    <a:pt x="71" y="2172"/>
                  </a:lnTo>
                  <a:lnTo>
                    <a:pt x="82" y="2172"/>
                  </a:lnTo>
                  <a:lnTo>
                    <a:pt x="82" y="2172"/>
                  </a:lnTo>
                  <a:lnTo>
                    <a:pt x="82" y="2172"/>
                  </a:lnTo>
                  <a:lnTo>
                    <a:pt x="94" y="2172"/>
                  </a:lnTo>
                  <a:lnTo>
                    <a:pt x="94" y="2172"/>
                  </a:lnTo>
                  <a:lnTo>
                    <a:pt x="94" y="2172"/>
                  </a:lnTo>
                  <a:lnTo>
                    <a:pt x="94" y="2172"/>
                  </a:lnTo>
                  <a:lnTo>
                    <a:pt x="106" y="2172"/>
                  </a:lnTo>
                  <a:lnTo>
                    <a:pt x="106" y="2172"/>
                  </a:lnTo>
                  <a:lnTo>
                    <a:pt x="106" y="2172"/>
                  </a:lnTo>
                  <a:lnTo>
                    <a:pt x="117" y="2172"/>
                  </a:lnTo>
                  <a:lnTo>
                    <a:pt x="129" y="2172"/>
                  </a:lnTo>
                  <a:lnTo>
                    <a:pt x="129" y="2172"/>
                  </a:lnTo>
                  <a:lnTo>
                    <a:pt x="141" y="2172"/>
                  </a:lnTo>
                  <a:lnTo>
                    <a:pt x="164" y="2172"/>
                  </a:lnTo>
                  <a:lnTo>
                    <a:pt x="176" y="2160"/>
                  </a:lnTo>
                  <a:lnTo>
                    <a:pt x="211" y="2149"/>
                  </a:lnTo>
                  <a:lnTo>
                    <a:pt x="246" y="2125"/>
                  </a:lnTo>
                  <a:lnTo>
                    <a:pt x="281" y="2102"/>
                  </a:lnTo>
                  <a:lnTo>
                    <a:pt x="351" y="2032"/>
                  </a:lnTo>
                  <a:lnTo>
                    <a:pt x="410" y="1938"/>
                  </a:lnTo>
                  <a:lnTo>
                    <a:pt x="480" y="1822"/>
                  </a:lnTo>
                  <a:lnTo>
                    <a:pt x="609" y="1530"/>
                  </a:lnTo>
                  <a:lnTo>
                    <a:pt x="749" y="1098"/>
                  </a:lnTo>
                  <a:lnTo>
                    <a:pt x="878" y="561"/>
                  </a:lnTo>
                  <a:lnTo>
                    <a:pt x="983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0" name="Oval 1139">
            <a:extLst>
              <a:ext uri="{FF2B5EF4-FFF2-40B4-BE49-F238E27FC236}">
                <a16:creationId xmlns:a16="http://schemas.microsoft.com/office/drawing/2014/main" id="{8E3A5121-5F9E-492C-9884-008A97369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4887" y="2534815"/>
            <a:ext cx="71437" cy="71438"/>
          </a:xfrm>
          <a:prstGeom prst="ellipse">
            <a:avLst/>
          </a:prstGeom>
          <a:solidFill>
            <a:srgbClr val="0064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1" name="Group 1151">
            <a:extLst>
              <a:ext uri="{FF2B5EF4-FFF2-40B4-BE49-F238E27FC236}">
                <a16:creationId xmlns:a16="http://schemas.microsoft.com/office/drawing/2014/main" id="{C4A95683-BAA8-4682-A917-B9993E00E345}"/>
              </a:ext>
            </a:extLst>
          </p:cNvPr>
          <p:cNvGrpSpPr>
            <a:grpSpLocks/>
          </p:cNvGrpSpPr>
          <p:nvPr/>
        </p:nvGrpSpPr>
        <p:grpSpPr bwMode="auto">
          <a:xfrm>
            <a:off x="6800866" y="3333330"/>
            <a:ext cx="233363" cy="630238"/>
            <a:chOff x="4261" y="1545"/>
            <a:chExt cx="147" cy="397"/>
          </a:xfrm>
        </p:grpSpPr>
        <p:sp>
          <p:nvSpPr>
            <p:cNvPr id="92" name="Line 1134">
              <a:extLst>
                <a:ext uri="{FF2B5EF4-FFF2-40B4-BE49-F238E27FC236}">
                  <a16:creationId xmlns:a16="http://schemas.microsoft.com/office/drawing/2014/main" id="{ACC93707-5608-47B5-8D17-D76ED29922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9" y="1566"/>
              <a:ext cx="0" cy="2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Oval 1138">
              <a:extLst>
                <a:ext uri="{FF2B5EF4-FFF2-40B4-BE49-F238E27FC236}">
                  <a16:creationId xmlns:a16="http://schemas.microsoft.com/office/drawing/2014/main" id="{37A08887-B95D-405C-99C9-BBF181E429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4" y="1545"/>
              <a:ext cx="40" cy="4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4" name="Object 1144">
              <a:extLst>
                <a:ext uri="{FF2B5EF4-FFF2-40B4-BE49-F238E27FC236}">
                  <a16:creationId xmlns:a16="http://schemas.microsoft.com/office/drawing/2014/main" id="{6E85199F-601D-4AAA-BB23-E9FC04D8D14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7490676"/>
                </p:ext>
              </p:extLst>
            </p:nvPr>
          </p:nvGraphicFramePr>
          <p:xfrm>
            <a:off x="4261" y="1827"/>
            <a:ext cx="147" cy="1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557" name="Equation" r:id="rId65" imgW="291960" imgH="228600" progId="Equation.DSMT4">
                    <p:embed/>
                  </p:oleObj>
                </mc:Choice>
                <mc:Fallback>
                  <p:oleObj name="Equation" r:id="rId65" imgW="291960" imgH="228600" progId="Equation.DSMT4">
                    <p:embed/>
                    <p:pic>
                      <p:nvPicPr>
                        <p:cNvPr id="13" name="Object 1144">
                          <a:extLst>
                            <a:ext uri="{FF2B5EF4-FFF2-40B4-BE49-F238E27FC236}">
                              <a16:creationId xmlns:a16="http://schemas.microsoft.com/office/drawing/2014/main" id="{B3895CDB-DC98-45CB-8823-5B6064FF364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1" y="1827"/>
                          <a:ext cx="147" cy="1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5" name="Group 1152">
            <a:extLst>
              <a:ext uri="{FF2B5EF4-FFF2-40B4-BE49-F238E27FC236}">
                <a16:creationId xmlns:a16="http://schemas.microsoft.com/office/drawing/2014/main" id="{702110A3-94B3-4778-886D-298E7846B8B2}"/>
              </a:ext>
            </a:extLst>
          </p:cNvPr>
          <p:cNvGrpSpPr>
            <a:grpSpLocks/>
          </p:cNvGrpSpPr>
          <p:nvPr/>
        </p:nvGrpSpPr>
        <p:grpSpPr bwMode="auto">
          <a:xfrm>
            <a:off x="7691449" y="2909464"/>
            <a:ext cx="92075" cy="1054100"/>
            <a:chOff x="4822" y="1278"/>
            <a:chExt cx="58" cy="664"/>
          </a:xfrm>
        </p:grpSpPr>
        <p:sp>
          <p:nvSpPr>
            <p:cNvPr id="96" name="Line 1135">
              <a:extLst>
                <a:ext uri="{FF2B5EF4-FFF2-40B4-BE49-F238E27FC236}">
                  <a16:creationId xmlns:a16="http://schemas.microsoft.com/office/drawing/2014/main" id="{DABFEFA6-8255-40EE-B7F5-9ED7DA2689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47" y="1297"/>
              <a:ext cx="0" cy="4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Oval 1141">
              <a:extLst>
                <a:ext uri="{FF2B5EF4-FFF2-40B4-BE49-F238E27FC236}">
                  <a16:creationId xmlns:a16="http://schemas.microsoft.com/office/drawing/2014/main" id="{27CEA385-78B1-49EA-97BD-C7018E66C7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0" y="1278"/>
              <a:ext cx="40" cy="4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8" name="Object 1146">
              <a:extLst>
                <a:ext uri="{FF2B5EF4-FFF2-40B4-BE49-F238E27FC236}">
                  <a16:creationId xmlns:a16="http://schemas.microsoft.com/office/drawing/2014/main" id="{B2E0B75B-1AD5-4D29-A3F4-149694201CE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0722411"/>
                </p:ext>
              </p:extLst>
            </p:nvPr>
          </p:nvGraphicFramePr>
          <p:xfrm>
            <a:off x="4822" y="1827"/>
            <a:ext cx="58" cy="1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558" name="Equation" r:id="rId67" imgW="114120" imgH="228600" progId="Equation.DSMT4">
                    <p:embed/>
                  </p:oleObj>
                </mc:Choice>
                <mc:Fallback>
                  <p:oleObj name="Equation" r:id="rId67" imgW="114120" imgH="228600" progId="Equation.DSMT4">
                    <p:embed/>
                    <p:pic>
                      <p:nvPicPr>
                        <p:cNvPr id="17" name="Object 1146">
                          <a:extLst>
                            <a:ext uri="{FF2B5EF4-FFF2-40B4-BE49-F238E27FC236}">
                              <a16:creationId xmlns:a16="http://schemas.microsoft.com/office/drawing/2014/main" id="{12FB0942-4E2D-418B-8D4A-28323B70E38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2" y="1827"/>
                          <a:ext cx="58" cy="1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9" name="Group 1155">
            <a:extLst>
              <a:ext uri="{FF2B5EF4-FFF2-40B4-BE49-F238E27FC236}">
                <a16:creationId xmlns:a16="http://schemas.microsoft.com/office/drawing/2014/main" id="{AC2AB853-41F9-403F-9AA6-E863AFE91901}"/>
              </a:ext>
            </a:extLst>
          </p:cNvPr>
          <p:cNvGrpSpPr>
            <a:grpSpLocks/>
          </p:cNvGrpSpPr>
          <p:nvPr/>
        </p:nvGrpSpPr>
        <p:grpSpPr bwMode="auto">
          <a:xfrm>
            <a:off x="8131210" y="3304755"/>
            <a:ext cx="139700" cy="658813"/>
            <a:chOff x="5099" y="1527"/>
            <a:chExt cx="88" cy="415"/>
          </a:xfrm>
        </p:grpSpPr>
        <p:sp>
          <p:nvSpPr>
            <p:cNvPr id="100" name="Line 1136">
              <a:extLst>
                <a:ext uri="{FF2B5EF4-FFF2-40B4-BE49-F238E27FC236}">
                  <a16:creationId xmlns:a16="http://schemas.microsoft.com/office/drawing/2014/main" id="{14970F7D-E162-4457-8BE6-369514EDB0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24" y="1546"/>
              <a:ext cx="0" cy="2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Oval 1140">
              <a:extLst>
                <a:ext uri="{FF2B5EF4-FFF2-40B4-BE49-F238E27FC236}">
                  <a16:creationId xmlns:a16="http://schemas.microsoft.com/office/drawing/2014/main" id="{9CFD6AB9-7345-4F1E-BEA5-79E2455B16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9" y="1527"/>
              <a:ext cx="40" cy="4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2" name="Object 1147">
              <a:extLst>
                <a:ext uri="{FF2B5EF4-FFF2-40B4-BE49-F238E27FC236}">
                  <a16:creationId xmlns:a16="http://schemas.microsoft.com/office/drawing/2014/main" id="{3B53270A-AD9F-4D3B-B6B2-ACD8970A395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3077271"/>
                </p:ext>
              </p:extLst>
            </p:nvPr>
          </p:nvGraphicFramePr>
          <p:xfrm>
            <a:off x="5103" y="1827"/>
            <a:ext cx="84" cy="1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559" name="Equation" r:id="rId69" imgW="164880" imgH="228600" progId="Equation.DSMT4">
                    <p:embed/>
                  </p:oleObj>
                </mc:Choice>
                <mc:Fallback>
                  <p:oleObj name="Equation" r:id="rId69" imgW="164880" imgH="228600" progId="Equation.DSMT4">
                    <p:embed/>
                    <p:pic>
                      <p:nvPicPr>
                        <p:cNvPr id="21" name="Object 1147">
                          <a:extLst>
                            <a:ext uri="{FF2B5EF4-FFF2-40B4-BE49-F238E27FC236}">
                              <a16:creationId xmlns:a16="http://schemas.microsoft.com/office/drawing/2014/main" id="{89B322F8-B609-40D7-B6C5-B5BADFFC181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03" y="1827"/>
                          <a:ext cx="84" cy="1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3" name="Group 1154">
            <a:extLst>
              <a:ext uri="{FF2B5EF4-FFF2-40B4-BE49-F238E27FC236}">
                <a16:creationId xmlns:a16="http://schemas.microsoft.com/office/drawing/2014/main" id="{08DA880F-35AE-4358-A112-AEA605D3D7D6}"/>
              </a:ext>
            </a:extLst>
          </p:cNvPr>
          <p:cNvGrpSpPr>
            <a:grpSpLocks/>
          </p:cNvGrpSpPr>
          <p:nvPr/>
        </p:nvGrpSpPr>
        <p:grpSpPr bwMode="auto">
          <a:xfrm>
            <a:off x="8534446" y="2604666"/>
            <a:ext cx="122238" cy="1370013"/>
            <a:chOff x="5353" y="1086"/>
            <a:chExt cx="77" cy="863"/>
          </a:xfrm>
        </p:grpSpPr>
        <p:sp>
          <p:nvSpPr>
            <p:cNvPr id="104" name="Line 1137">
              <a:extLst>
                <a:ext uri="{FF2B5EF4-FFF2-40B4-BE49-F238E27FC236}">
                  <a16:creationId xmlns:a16="http://schemas.microsoft.com/office/drawing/2014/main" id="{6C4AF211-A454-46B6-B3FC-CE72295C41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97" y="1098"/>
              <a:ext cx="0" cy="6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Oval 1142">
              <a:extLst>
                <a:ext uri="{FF2B5EF4-FFF2-40B4-BE49-F238E27FC236}">
                  <a16:creationId xmlns:a16="http://schemas.microsoft.com/office/drawing/2014/main" id="{3AEE1E41-262A-4A81-A578-DBC6C6DD1C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9" y="1086"/>
              <a:ext cx="40" cy="4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6" name="Object 1148">
              <a:extLst>
                <a:ext uri="{FF2B5EF4-FFF2-40B4-BE49-F238E27FC236}">
                  <a16:creationId xmlns:a16="http://schemas.microsoft.com/office/drawing/2014/main" id="{E1C03C68-6F02-40EE-B237-975E702F37D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3433164"/>
                </p:ext>
              </p:extLst>
            </p:nvPr>
          </p:nvGraphicFramePr>
          <p:xfrm>
            <a:off x="5353" y="1827"/>
            <a:ext cx="77" cy="1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560" name="Equation" r:id="rId71" imgW="152280" imgH="241200" progId="Equation.DSMT4">
                    <p:embed/>
                  </p:oleObj>
                </mc:Choice>
                <mc:Fallback>
                  <p:oleObj name="Equation" r:id="rId71" imgW="152280" imgH="241200" progId="Equation.DSMT4">
                    <p:embed/>
                    <p:pic>
                      <p:nvPicPr>
                        <p:cNvPr id="25" name="Object 1148">
                          <a:extLst>
                            <a:ext uri="{FF2B5EF4-FFF2-40B4-BE49-F238E27FC236}">
                              <a16:creationId xmlns:a16="http://schemas.microsoft.com/office/drawing/2014/main" id="{0C34A5A8-1B99-45DF-AA2F-8F1AF563153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53" y="1827"/>
                          <a:ext cx="77" cy="1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7" name="Group 1150">
            <a:extLst>
              <a:ext uri="{FF2B5EF4-FFF2-40B4-BE49-F238E27FC236}">
                <a16:creationId xmlns:a16="http://schemas.microsoft.com/office/drawing/2014/main" id="{1A43EA61-9315-4839-AEFE-81F8C844FFCA}"/>
              </a:ext>
            </a:extLst>
          </p:cNvPr>
          <p:cNvGrpSpPr>
            <a:grpSpLocks/>
          </p:cNvGrpSpPr>
          <p:nvPr/>
        </p:nvGrpSpPr>
        <p:grpSpPr bwMode="auto">
          <a:xfrm>
            <a:off x="6733033" y="2319759"/>
            <a:ext cx="2303463" cy="1908175"/>
            <a:chOff x="4184" y="763"/>
            <a:chExt cx="1451" cy="1202"/>
          </a:xfrm>
        </p:grpSpPr>
        <p:sp>
          <p:nvSpPr>
            <p:cNvPr id="108" name="Line 1132">
              <a:extLst>
                <a:ext uri="{FF2B5EF4-FFF2-40B4-BE49-F238E27FC236}">
                  <a16:creationId xmlns:a16="http://schemas.microsoft.com/office/drawing/2014/main" id="{AD81B105-2572-42AE-A5A9-0B77EFDB68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4" y="1784"/>
              <a:ext cx="145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Line 1133">
              <a:extLst>
                <a:ext uri="{FF2B5EF4-FFF2-40B4-BE49-F238E27FC236}">
                  <a16:creationId xmlns:a16="http://schemas.microsoft.com/office/drawing/2014/main" id="{0BB0CAAA-925D-4DBD-AE38-E59B8367E3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72" y="763"/>
              <a:ext cx="1" cy="10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0" name="Object 1143">
              <a:extLst>
                <a:ext uri="{FF2B5EF4-FFF2-40B4-BE49-F238E27FC236}">
                  <a16:creationId xmlns:a16="http://schemas.microsoft.com/office/drawing/2014/main" id="{54C56B7F-EAA1-4B41-8D28-A59155B2BE3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3879287"/>
                </p:ext>
              </p:extLst>
            </p:nvPr>
          </p:nvGraphicFramePr>
          <p:xfrm>
            <a:off x="4384" y="836"/>
            <a:ext cx="12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561" name="Equation" r:id="rId73" imgW="190440" imgH="241200" progId="Equation.DSMT4">
                    <p:embed/>
                  </p:oleObj>
                </mc:Choice>
                <mc:Fallback>
                  <p:oleObj name="Equation" r:id="rId73" imgW="190440" imgH="241200" progId="Equation.DSMT4">
                    <p:embed/>
                    <p:pic>
                      <p:nvPicPr>
                        <p:cNvPr id="29" name="Object 1143">
                          <a:extLst>
                            <a:ext uri="{FF2B5EF4-FFF2-40B4-BE49-F238E27FC236}">
                              <a16:creationId xmlns:a16="http://schemas.microsoft.com/office/drawing/2014/main" id="{9D061C06-408A-4509-8B7A-3E0DB3CDF0D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4" y="836"/>
                          <a:ext cx="12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1" name="Object 1145">
              <a:extLst>
                <a:ext uri="{FF2B5EF4-FFF2-40B4-BE49-F238E27FC236}">
                  <a16:creationId xmlns:a16="http://schemas.microsoft.com/office/drawing/2014/main" id="{F4A23AA3-1BF2-4729-8F01-4BEDD9D534F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0314864"/>
                </p:ext>
              </p:extLst>
            </p:nvPr>
          </p:nvGraphicFramePr>
          <p:xfrm>
            <a:off x="4528" y="1827"/>
            <a:ext cx="115" cy="1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562" name="Equation" r:id="rId75" imgW="228600" imgH="241200" progId="Equation.DSMT4">
                    <p:embed/>
                  </p:oleObj>
                </mc:Choice>
                <mc:Fallback>
                  <p:oleObj name="Equation" r:id="rId75" imgW="228600" imgH="241200" progId="Equation.DSMT4">
                    <p:embed/>
                    <p:pic>
                      <p:nvPicPr>
                        <p:cNvPr id="30" name="Object 1145">
                          <a:extLst>
                            <a:ext uri="{FF2B5EF4-FFF2-40B4-BE49-F238E27FC236}">
                              <a16:creationId xmlns:a16="http://schemas.microsoft.com/office/drawing/2014/main" id="{DFD378C5-FFF1-42A9-84E2-C8D08A4C452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28" y="1827"/>
                          <a:ext cx="115" cy="1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" name="Object 1149">
              <a:extLst>
                <a:ext uri="{FF2B5EF4-FFF2-40B4-BE49-F238E27FC236}">
                  <a16:creationId xmlns:a16="http://schemas.microsoft.com/office/drawing/2014/main" id="{D19B0F62-4003-4290-B9D4-AF16E63DB22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71603585"/>
                </p:ext>
              </p:extLst>
            </p:nvPr>
          </p:nvGraphicFramePr>
          <p:xfrm>
            <a:off x="5492" y="1845"/>
            <a:ext cx="112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563" name="Equation" r:id="rId77" imgW="177480" imgH="190440" progId="Equation.DSMT4">
                    <p:embed/>
                  </p:oleObj>
                </mc:Choice>
                <mc:Fallback>
                  <p:oleObj name="Equation" r:id="rId77" imgW="177480" imgH="190440" progId="Equation.DSMT4">
                    <p:embed/>
                    <p:pic>
                      <p:nvPicPr>
                        <p:cNvPr id="31" name="Object 1149">
                          <a:extLst>
                            <a:ext uri="{FF2B5EF4-FFF2-40B4-BE49-F238E27FC236}">
                              <a16:creationId xmlns:a16="http://schemas.microsoft.com/office/drawing/2014/main" id="{85E6E656-416F-468C-B012-8088EC7A80E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92" y="1845"/>
                          <a:ext cx="112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284140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00"/>
                            </p:stCondLst>
                            <p:childTnLst>
                              <p:par>
                                <p:cTn id="7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500"/>
                            </p:stCondLst>
                            <p:childTnLst>
                              <p:par>
                                <p:cTn id="8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3000"/>
                            </p:stCondLst>
                            <p:childTnLst>
                              <p:par>
                                <p:cTn id="8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17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8" grpId="0" autoUpdateAnimBg="0"/>
      <p:bldP spid="9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396C696-DA06-4CBF-A0D8-02D609DE0558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304800"/>
            <a:ext cx="243205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1800" b="1" kern="1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pPr algn="l"/>
            <a:r>
              <a:rPr lang="zh-CN" altLang="en-US" sz="2400" dirty="0">
                <a:solidFill>
                  <a:srgbClr val="0066FF"/>
                </a:solidFill>
                <a:latin typeface="+mj-ea"/>
                <a:ea typeface="+mj-ea"/>
              </a:rPr>
              <a:t>例</a:t>
            </a:r>
            <a:r>
              <a:rPr lang="en-US" altLang="zh-CN" sz="2400" dirty="0">
                <a:solidFill>
                  <a:srgbClr val="0066FF"/>
                </a:solidFill>
                <a:latin typeface="+mj-ea"/>
                <a:ea typeface="+mj-ea"/>
              </a:rPr>
              <a:t>4</a:t>
            </a:r>
            <a:r>
              <a:rPr lang="en-US" altLang="zh-CN" sz="2400" dirty="0">
                <a:latin typeface="+mj-ea"/>
                <a:ea typeface="+mj-ea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描绘方程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217F36E-6573-4029-B9DF-2C515ACB20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7071945"/>
              </p:ext>
            </p:extLst>
          </p:nvPr>
        </p:nvGraphicFramePr>
        <p:xfrm>
          <a:off x="2555776" y="437132"/>
          <a:ext cx="2743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042" name="Equation" r:id="rId3" imgW="2743200" imgH="406080" progId="Equation.DSMT4">
                  <p:embed/>
                </p:oleObj>
              </mc:Choice>
              <mc:Fallback>
                <p:oleObj name="Equation" r:id="rId3" imgW="2743200" imgH="406080" progId="Equation.DSMT4">
                  <p:embed/>
                  <p:pic>
                    <p:nvPicPr>
                      <p:cNvPr id="65539" name="Object 3">
                        <a:extLst>
                          <a:ext uri="{FF2B5EF4-FFF2-40B4-BE49-F238E27FC236}">
                            <a16:creationId xmlns:a16="http://schemas.microsoft.com/office/drawing/2014/main" id="{5C9163EB-026C-4F91-B4A2-31A68AEB1E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437132"/>
                        <a:ext cx="2743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">
            <a:extLst>
              <a:ext uri="{FF2B5EF4-FFF2-40B4-BE49-F238E27FC236}">
                <a16:creationId xmlns:a16="http://schemas.microsoft.com/office/drawing/2014/main" id="{43F61EA3-25AE-432D-9A81-89B4413FC1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4727" y="381867"/>
            <a:ext cx="152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的图形</a:t>
            </a:r>
            <a:r>
              <a:rPr kumimoji="1" lang="en-US" altLang="zh-CN" sz="2400" b="1" dirty="0">
                <a:latin typeface="+mj-ea"/>
                <a:ea typeface="+mj-ea"/>
              </a:rPr>
              <a:t>.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F39BEA86-01CF-4245-AB7D-413ACF0650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976" y="1124520"/>
            <a:ext cx="152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解</a:t>
            </a: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1)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66EE5A0-0D8E-4555-B69F-46AE0AF6AB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0905145"/>
              </p:ext>
            </p:extLst>
          </p:nvPr>
        </p:nvGraphicFramePr>
        <p:xfrm>
          <a:off x="1547664" y="942602"/>
          <a:ext cx="1562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043" name="Equation" r:id="rId5" imgW="1562040" imgH="825480" progId="Equation.DSMT4">
                  <p:embed/>
                </p:oleObj>
              </mc:Choice>
              <mc:Fallback>
                <p:oleObj name="Equation" r:id="rId5" imgW="1562040" imgH="825480" progId="Equation.DSMT4">
                  <p:embed/>
                  <p:pic>
                    <p:nvPicPr>
                      <p:cNvPr id="65542" name="Object 6">
                        <a:extLst>
                          <a:ext uri="{FF2B5EF4-FFF2-40B4-BE49-F238E27FC236}">
                            <a16:creationId xmlns:a16="http://schemas.microsoft.com/office/drawing/2014/main" id="{24B229C0-54CA-4958-B2D1-9C4070F64F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942602"/>
                        <a:ext cx="15621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7">
            <a:extLst>
              <a:ext uri="{FF2B5EF4-FFF2-40B4-BE49-F238E27FC236}">
                <a16:creationId xmlns:a16="http://schemas.microsoft.com/office/drawing/2014/main" id="{8A58916F-C6BF-4DF6-9D30-A2EB8BD28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5426" y="1124520"/>
            <a:ext cx="1981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定义域为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FA2B0260-5F66-4814-857D-33A27214A3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5698868"/>
              </p:ext>
            </p:extLst>
          </p:nvPr>
        </p:nvGraphicFramePr>
        <p:xfrm>
          <a:off x="4860032" y="1183902"/>
          <a:ext cx="2120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044" name="Equation" r:id="rId7" imgW="2120760" imgH="342720" progId="Equation.DSMT4">
                  <p:embed/>
                </p:oleObj>
              </mc:Choice>
              <mc:Fallback>
                <p:oleObj name="Equation" r:id="rId7" imgW="2120760" imgH="342720" progId="Equation.DSMT4">
                  <p:embed/>
                  <p:pic>
                    <p:nvPicPr>
                      <p:cNvPr id="65544" name="Object 8">
                        <a:extLst>
                          <a:ext uri="{FF2B5EF4-FFF2-40B4-BE49-F238E27FC236}">
                            <a16:creationId xmlns:a16="http://schemas.microsoft.com/office/drawing/2014/main" id="{3AE018A3-4406-4BA8-AB14-E4E52B0EED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032" y="1183902"/>
                        <a:ext cx="21209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4">
            <a:extLst>
              <a:ext uri="{FF2B5EF4-FFF2-40B4-BE49-F238E27FC236}">
                <a16:creationId xmlns:a16="http://schemas.microsoft.com/office/drawing/2014/main" id="{FACE8763-6A27-440E-B89A-501B1CF308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2697721"/>
              </p:ext>
            </p:extLst>
          </p:nvPr>
        </p:nvGraphicFramePr>
        <p:xfrm>
          <a:off x="1438176" y="2144390"/>
          <a:ext cx="2235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045" name="Equation" r:id="rId9" imgW="2234880" imgH="787320" progId="Equation.DSMT4">
                  <p:embed/>
                </p:oleObj>
              </mc:Choice>
              <mc:Fallback>
                <p:oleObj name="Equation" r:id="rId9" imgW="2234880" imgH="787320" progId="Equation.DSMT4">
                  <p:embed/>
                  <p:pic>
                    <p:nvPicPr>
                      <p:cNvPr id="65550" name="Object 14">
                        <a:extLst>
                          <a:ext uri="{FF2B5EF4-FFF2-40B4-BE49-F238E27FC236}">
                            <a16:creationId xmlns:a16="http://schemas.microsoft.com/office/drawing/2014/main" id="{8D02D9D6-7A48-4D21-A1F8-EA083D13EF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8176" y="2144390"/>
                        <a:ext cx="22352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5">
            <a:extLst>
              <a:ext uri="{FF2B5EF4-FFF2-40B4-BE49-F238E27FC236}">
                <a16:creationId xmlns:a16="http://schemas.microsoft.com/office/drawing/2014/main" id="{4DC3F45B-6607-4685-867C-C9D2EA0B2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2221457"/>
            <a:ext cx="152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2)</a:t>
            </a:r>
          </a:p>
        </p:txBody>
      </p:sp>
      <p:graphicFrame>
        <p:nvGraphicFramePr>
          <p:cNvPr id="13" name="Object 20">
            <a:extLst>
              <a:ext uri="{FF2B5EF4-FFF2-40B4-BE49-F238E27FC236}">
                <a16:creationId xmlns:a16="http://schemas.microsoft.com/office/drawing/2014/main" id="{2EA34EE4-070B-48C6-87B9-0C1C65292F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6182080"/>
              </p:ext>
            </p:extLst>
          </p:nvPr>
        </p:nvGraphicFramePr>
        <p:xfrm>
          <a:off x="3816927" y="2261789"/>
          <a:ext cx="2209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046" name="Equation" r:id="rId11" imgW="2209680" imgH="380880" progId="Equation.DSMT4">
                  <p:embed/>
                </p:oleObj>
              </mc:Choice>
              <mc:Fallback>
                <p:oleObj name="Equation" r:id="rId11" imgW="2209680" imgH="380880" progId="Equation.DSMT4">
                  <p:embed/>
                  <p:pic>
                    <p:nvPicPr>
                      <p:cNvPr id="65556" name="Object 20">
                        <a:extLst>
                          <a:ext uri="{FF2B5EF4-FFF2-40B4-BE49-F238E27FC236}">
                            <a16:creationId xmlns:a16="http://schemas.microsoft.com/office/drawing/2014/main" id="{D9E0FB4D-3357-4FE0-A810-EEA8324765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6927" y="2261789"/>
                        <a:ext cx="22098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8">
            <a:extLst>
              <a:ext uri="{FF2B5EF4-FFF2-40B4-BE49-F238E27FC236}">
                <a16:creationId xmlns:a16="http://schemas.microsoft.com/office/drawing/2014/main" id="{F8684904-9539-48D5-B645-B784237094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6523388"/>
              </p:ext>
            </p:extLst>
          </p:nvPr>
        </p:nvGraphicFramePr>
        <p:xfrm>
          <a:off x="1438176" y="3308078"/>
          <a:ext cx="1600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047" name="Equation" r:id="rId13" imgW="1600200" imgH="787320" progId="Equation.DSMT4">
                  <p:embed/>
                </p:oleObj>
              </mc:Choice>
              <mc:Fallback>
                <p:oleObj name="Equation" r:id="rId13" imgW="1600200" imgH="787320" progId="Equation.DSMT4">
                  <p:embed/>
                  <p:pic>
                    <p:nvPicPr>
                      <p:cNvPr id="65554" name="Object 18">
                        <a:extLst>
                          <a:ext uri="{FF2B5EF4-FFF2-40B4-BE49-F238E27FC236}">
                            <a16:creationId xmlns:a16="http://schemas.microsoft.com/office/drawing/2014/main" id="{28D08867-BF96-4F96-9C0C-47E8B20F71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8176" y="3308078"/>
                        <a:ext cx="16002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43442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8" grpId="0" autoUpdateAnimBg="0"/>
      <p:bldP spid="12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Box 40">
            <a:extLst>
              <a:ext uri="{FF2B5EF4-FFF2-40B4-BE49-F238E27FC236}">
                <a16:creationId xmlns:a16="http://schemas.microsoft.com/office/drawing/2014/main" id="{D4C5C207-907A-4B4D-B47C-F5AC6F13AA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314" y="279593"/>
            <a:ext cx="7520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01BA78C4-9126-4E9E-822D-792EE5D74DDD}"/>
              </a:ext>
            </a:extLst>
          </p:cNvPr>
          <p:cNvGrpSpPr/>
          <p:nvPr/>
        </p:nvGrpSpPr>
        <p:grpSpPr>
          <a:xfrm>
            <a:off x="827584" y="987574"/>
            <a:ext cx="7824157" cy="2670713"/>
            <a:chOff x="303197" y="1032173"/>
            <a:chExt cx="7824157" cy="2670713"/>
          </a:xfrm>
        </p:grpSpPr>
        <p:grpSp>
          <p:nvGrpSpPr>
            <p:cNvPr id="5" name="Group 9">
              <a:extLst>
                <a:ext uri="{FF2B5EF4-FFF2-40B4-BE49-F238E27FC236}">
                  <a16:creationId xmlns:a16="http://schemas.microsoft.com/office/drawing/2014/main" id="{793F4F60-68B8-4911-84D8-C37613C3CB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4954" y="1036415"/>
              <a:ext cx="7772400" cy="2624138"/>
              <a:chOff x="192" y="535"/>
              <a:chExt cx="4896" cy="1653"/>
            </a:xfrm>
          </p:grpSpPr>
          <p:graphicFrame>
            <p:nvGraphicFramePr>
              <p:cNvPr id="6" name="Object 10">
                <a:extLst>
                  <a:ext uri="{FF2B5EF4-FFF2-40B4-BE49-F238E27FC236}">
                    <a16:creationId xmlns:a16="http://schemas.microsoft.com/office/drawing/2014/main" id="{6FAC30CF-523C-485F-AC00-894507F3935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96590617"/>
                  </p:ext>
                </p:extLst>
              </p:nvPr>
            </p:nvGraphicFramePr>
            <p:xfrm>
              <a:off x="1564" y="609"/>
              <a:ext cx="208" cy="1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1711" name="Equation" r:id="rId3" imgW="330120" imgH="266400" progId="Equation.DSMT4">
                      <p:embed/>
                    </p:oleObj>
                  </mc:Choice>
                  <mc:Fallback>
                    <p:oleObj name="Equation" r:id="rId3" imgW="330120" imgH="266400" progId="Equation.DSMT4">
                      <p:embed/>
                      <p:pic>
                        <p:nvPicPr>
                          <p:cNvPr id="66570" name="Object 10">
                            <a:extLst>
                              <a:ext uri="{FF2B5EF4-FFF2-40B4-BE49-F238E27FC236}">
                                <a16:creationId xmlns:a16="http://schemas.microsoft.com/office/drawing/2014/main" id="{F138773C-A422-464E-923C-D143D195C7B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64" y="609"/>
                            <a:ext cx="208" cy="1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" name="Object 11">
                <a:extLst>
                  <a:ext uri="{FF2B5EF4-FFF2-40B4-BE49-F238E27FC236}">
                    <a16:creationId xmlns:a16="http://schemas.microsoft.com/office/drawing/2014/main" id="{F9D3A810-02BF-456A-8F43-05B254A2405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11126212"/>
                  </p:ext>
                </p:extLst>
              </p:nvPr>
            </p:nvGraphicFramePr>
            <p:xfrm>
              <a:off x="2888" y="608"/>
              <a:ext cx="80" cy="1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1712" name="Equation" r:id="rId5" imgW="126720" imgH="266400" progId="Equation.DSMT4">
                      <p:embed/>
                    </p:oleObj>
                  </mc:Choice>
                  <mc:Fallback>
                    <p:oleObj name="Equation" r:id="rId5" imgW="126720" imgH="266400" progId="Equation.DSMT4">
                      <p:embed/>
                      <p:pic>
                        <p:nvPicPr>
                          <p:cNvPr id="66571" name="Object 11">
                            <a:extLst>
                              <a:ext uri="{FF2B5EF4-FFF2-40B4-BE49-F238E27FC236}">
                                <a16:creationId xmlns:a16="http://schemas.microsoft.com/office/drawing/2014/main" id="{CEA3404E-557C-44E3-97A1-5B4565BAA4D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8" y="608"/>
                            <a:ext cx="80" cy="1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" name="Object 12">
                <a:extLst>
                  <a:ext uri="{FF2B5EF4-FFF2-40B4-BE49-F238E27FC236}">
                    <a16:creationId xmlns:a16="http://schemas.microsoft.com/office/drawing/2014/main" id="{97A00E28-137A-4F88-9579-8F01523B46B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62520164"/>
                  </p:ext>
                </p:extLst>
              </p:nvPr>
            </p:nvGraphicFramePr>
            <p:xfrm>
              <a:off x="3944" y="608"/>
              <a:ext cx="104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1713" name="Equation" r:id="rId7" imgW="164880" imgH="279360" progId="Equation.DSMT4">
                      <p:embed/>
                    </p:oleObj>
                  </mc:Choice>
                  <mc:Fallback>
                    <p:oleObj name="Equation" r:id="rId7" imgW="164880" imgH="279360" progId="Equation.DSMT4">
                      <p:embed/>
                      <p:pic>
                        <p:nvPicPr>
                          <p:cNvPr id="66572" name="Object 12">
                            <a:extLst>
                              <a:ext uri="{FF2B5EF4-FFF2-40B4-BE49-F238E27FC236}">
                                <a16:creationId xmlns:a16="http://schemas.microsoft.com/office/drawing/2014/main" id="{49AAF56F-60D3-4140-8036-71792F9B8CD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44" y="608"/>
                            <a:ext cx="104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9" name="Group 13">
                <a:extLst>
                  <a:ext uri="{FF2B5EF4-FFF2-40B4-BE49-F238E27FC236}">
                    <a16:creationId xmlns:a16="http://schemas.microsoft.com/office/drawing/2014/main" id="{7DC82617-4C68-4F34-96C0-9D06BD003A7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535"/>
                <a:ext cx="4896" cy="1653"/>
                <a:chOff x="192" y="535"/>
                <a:chExt cx="4896" cy="1653"/>
              </a:xfrm>
            </p:grpSpPr>
            <p:graphicFrame>
              <p:nvGraphicFramePr>
                <p:cNvPr id="10" name="Object 14">
                  <a:extLst>
                    <a:ext uri="{FF2B5EF4-FFF2-40B4-BE49-F238E27FC236}">
                      <a16:creationId xmlns:a16="http://schemas.microsoft.com/office/drawing/2014/main" id="{5F3313E6-CF32-4F88-BD16-557A4F8DFBC7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321749767"/>
                    </p:ext>
                  </p:extLst>
                </p:nvPr>
              </p:nvGraphicFramePr>
              <p:xfrm>
                <a:off x="640" y="604"/>
                <a:ext cx="688" cy="21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51714" name="Equation" r:id="rId9" imgW="1091880" imgH="342720" progId="Equation.DSMT4">
                        <p:embed/>
                      </p:oleObj>
                    </mc:Choice>
                    <mc:Fallback>
                      <p:oleObj name="Equation" r:id="rId9" imgW="1091880" imgH="342720" progId="Equation.DSMT4">
                        <p:embed/>
                        <p:pic>
                          <p:nvPicPr>
                            <p:cNvPr id="66574" name="Object 14">
                              <a:extLst>
                                <a:ext uri="{FF2B5EF4-FFF2-40B4-BE49-F238E27FC236}">
                                  <a16:creationId xmlns:a16="http://schemas.microsoft.com/office/drawing/2014/main" id="{13C7E658-6B1A-4630-90BF-38E7FA391912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40" y="604"/>
                              <a:ext cx="688" cy="21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1" name="Object 15">
                  <a:extLst>
                    <a:ext uri="{FF2B5EF4-FFF2-40B4-BE49-F238E27FC236}">
                      <a16:creationId xmlns:a16="http://schemas.microsoft.com/office/drawing/2014/main" id="{D1934755-FA4C-4344-9D11-74F893E05F08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195791869"/>
                    </p:ext>
                  </p:extLst>
                </p:nvPr>
              </p:nvGraphicFramePr>
              <p:xfrm>
                <a:off x="2060" y="603"/>
                <a:ext cx="488" cy="21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51715" name="Equation" r:id="rId11" imgW="774360" imgH="342720" progId="Equation.DSMT4">
                        <p:embed/>
                      </p:oleObj>
                    </mc:Choice>
                    <mc:Fallback>
                      <p:oleObj name="Equation" r:id="rId11" imgW="774360" imgH="342720" progId="Equation.DSMT4">
                        <p:embed/>
                        <p:pic>
                          <p:nvPicPr>
                            <p:cNvPr id="66575" name="Object 15">
                              <a:extLst>
                                <a:ext uri="{FF2B5EF4-FFF2-40B4-BE49-F238E27FC236}">
                                  <a16:creationId xmlns:a16="http://schemas.microsoft.com/office/drawing/2014/main" id="{73B644E9-B2DA-4880-A1AD-C7F3441352EE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060" y="603"/>
                              <a:ext cx="488" cy="21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2" name="Object 16">
                  <a:extLst>
                    <a:ext uri="{FF2B5EF4-FFF2-40B4-BE49-F238E27FC236}">
                      <a16:creationId xmlns:a16="http://schemas.microsoft.com/office/drawing/2014/main" id="{7AA6061A-2CAA-40AB-9F59-98F631E1C90C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301646289"/>
                    </p:ext>
                  </p:extLst>
                </p:nvPr>
              </p:nvGraphicFramePr>
              <p:xfrm>
                <a:off x="3300" y="596"/>
                <a:ext cx="384" cy="21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51716" name="Equation" r:id="rId13" imgW="609480" imgH="342720" progId="Equation.DSMT4">
                        <p:embed/>
                      </p:oleObj>
                    </mc:Choice>
                    <mc:Fallback>
                      <p:oleObj name="Equation" r:id="rId13" imgW="609480" imgH="342720" progId="Equation.DSMT4">
                        <p:embed/>
                        <p:pic>
                          <p:nvPicPr>
                            <p:cNvPr id="66576" name="Object 16">
                              <a:extLst>
                                <a:ext uri="{FF2B5EF4-FFF2-40B4-BE49-F238E27FC236}">
                                  <a16:creationId xmlns:a16="http://schemas.microsoft.com/office/drawing/2014/main" id="{A22FB30E-600F-4570-87A3-375B3B6AAF35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300" y="596"/>
                              <a:ext cx="384" cy="21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" name="Object 17">
                  <a:extLst>
                    <a:ext uri="{FF2B5EF4-FFF2-40B4-BE49-F238E27FC236}">
                      <a16:creationId xmlns:a16="http://schemas.microsoft.com/office/drawing/2014/main" id="{09718D1F-D293-46D4-AFAE-F4198AD4F0A8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503252715"/>
                    </p:ext>
                  </p:extLst>
                </p:nvPr>
              </p:nvGraphicFramePr>
              <p:xfrm>
                <a:off x="4380" y="605"/>
                <a:ext cx="600" cy="21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51717" name="Equation" r:id="rId15" imgW="952200" imgH="342720" progId="Equation.DSMT4">
                        <p:embed/>
                      </p:oleObj>
                    </mc:Choice>
                    <mc:Fallback>
                      <p:oleObj name="Equation" r:id="rId15" imgW="952200" imgH="342720" progId="Equation.DSMT4">
                        <p:embed/>
                        <p:pic>
                          <p:nvPicPr>
                            <p:cNvPr id="66577" name="Object 17">
                              <a:extLst>
                                <a:ext uri="{FF2B5EF4-FFF2-40B4-BE49-F238E27FC236}">
                                  <a16:creationId xmlns:a16="http://schemas.microsoft.com/office/drawing/2014/main" id="{8B436A50-5C95-4A19-8FA2-AC316D9D1C72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380" y="605"/>
                              <a:ext cx="600" cy="21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4" name="Line 18">
                  <a:extLst>
                    <a:ext uri="{FF2B5EF4-FFF2-40B4-BE49-F238E27FC236}">
                      <a16:creationId xmlns:a16="http://schemas.microsoft.com/office/drawing/2014/main" id="{FF71C43E-1F0A-4EF3-BFD8-A7C9B1AA71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2" y="864"/>
                  <a:ext cx="489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>
                    <a:latin typeface="+mj-ea"/>
                    <a:ea typeface="+mj-ea"/>
                  </a:endParaRPr>
                </a:p>
              </p:txBody>
            </p:sp>
            <p:sp>
              <p:nvSpPr>
                <p:cNvPr id="15" name="Line 19">
                  <a:extLst>
                    <a:ext uri="{FF2B5EF4-FFF2-40B4-BE49-F238E27FC236}">
                      <a16:creationId xmlns:a16="http://schemas.microsoft.com/office/drawing/2014/main" id="{19D4D910-919D-4430-88E3-FF4E5472E0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12" y="535"/>
                  <a:ext cx="16" cy="164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>
                    <a:latin typeface="+mj-ea"/>
                    <a:ea typeface="+mj-ea"/>
                  </a:endParaRPr>
                </a:p>
              </p:txBody>
            </p:sp>
            <p:graphicFrame>
              <p:nvGraphicFramePr>
                <p:cNvPr id="16" name="Object 20">
                  <a:extLst>
                    <a:ext uri="{FF2B5EF4-FFF2-40B4-BE49-F238E27FC236}">
                      <a16:creationId xmlns:a16="http://schemas.microsoft.com/office/drawing/2014/main" id="{BD1A52BA-177C-48FF-81FE-7B2C7DFA465F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244578228"/>
                    </p:ext>
                  </p:extLst>
                </p:nvPr>
              </p:nvGraphicFramePr>
              <p:xfrm>
                <a:off x="305" y="681"/>
                <a:ext cx="120" cy="12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51718" name="Equation" r:id="rId17" imgW="190440" imgH="203040" progId="Equation.DSMT4">
                        <p:embed/>
                      </p:oleObj>
                    </mc:Choice>
                    <mc:Fallback>
                      <p:oleObj name="Equation" r:id="rId17" imgW="190440" imgH="203040" progId="Equation.DSMT4">
                        <p:embed/>
                        <p:pic>
                          <p:nvPicPr>
                            <p:cNvPr id="66580" name="Object 20">
                              <a:extLst>
                                <a:ext uri="{FF2B5EF4-FFF2-40B4-BE49-F238E27FC236}">
                                  <a16:creationId xmlns:a16="http://schemas.microsoft.com/office/drawing/2014/main" id="{76393C9D-F634-4F8C-81F1-F760E33AB61E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8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05" y="681"/>
                              <a:ext cx="120" cy="12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7" name="Object 21">
                  <a:extLst>
                    <a:ext uri="{FF2B5EF4-FFF2-40B4-BE49-F238E27FC236}">
                      <a16:creationId xmlns:a16="http://schemas.microsoft.com/office/drawing/2014/main" id="{BB7E0C59-2DBC-493A-A288-DF0B033AD28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528242864"/>
                    </p:ext>
                  </p:extLst>
                </p:nvPr>
              </p:nvGraphicFramePr>
              <p:xfrm>
                <a:off x="289" y="904"/>
                <a:ext cx="176" cy="22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51719" name="Equation" r:id="rId19" imgW="279360" imgH="355320" progId="Equation.DSMT4">
                        <p:embed/>
                      </p:oleObj>
                    </mc:Choice>
                    <mc:Fallback>
                      <p:oleObj name="Equation" r:id="rId19" imgW="279360" imgH="355320" progId="Equation.DSMT4">
                        <p:embed/>
                        <p:pic>
                          <p:nvPicPr>
                            <p:cNvPr id="66581" name="Object 21">
                              <a:extLst>
                                <a:ext uri="{FF2B5EF4-FFF2-40B4-BE49-F238E27FC236}">
                                  <a16:creationId xmlns:a16="http://schemas.microsoft.com/office/drawing/2014/main" id="{CE752A22-2782-4DED-AF6B-A82D93FCEF68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0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" y="904"/>
                              <a:ext cx="176" cy="22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8" name="Object 22">
                  <a:extLst>
                    <a:ext uri="{FF2B5EF4-FFF2-40B4-BE49-F238E27FC236}">
                      <a16:creationId xmlns:a16="http://schemas.microsoft.com/office/drawing/2014/main" id="{2BF0E36C-4EC7-4875-97A4-50CC317EB7AD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972522467"/>
                    </p:ext>
                  </p:extLst>
                </p:nvPr>
              </p:nvGraphicFramePr>
              <p:xfrm>
                <a:off x="264" y="1292"/>
                <a:ext cx="200" cy="22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51720" name="Equation" r:id="rId21" imgW="317160" imgH="355320" progId="Equation.DSMT4">
                        <p:embed/>
                      </p:oleObj>
                    </mc:Choice>
                    <mc:Fallback>
                      <p:oleObj name="Equation" r:id="rId21" imgW="317160" imgH="355320" progId="Equation.DSMT4">
                        <p:embed/>
                        <p:pic>
                          <p:nvPicPr>
                            <p:cNvPr id="66582" name="Object 22">
                              <a:extLst>
                                <a:ext uri="{FF2B5EF4-FFF2-40B4-BE49-F238E27FC236}">
                                  <a16:creationId xmlns:a16="http://schemas.microsoft.com/office/drawing/2014/main" id="{7CD6FAE1-5913-4EEB-AA23-E963FCB05B45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2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64" y="1292"/>
                              <a:ext cx="200" cy="22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9" name="Object 23">
                  <a:extLst>
                    <a:ext uri="{FF2B5EF4-FFF2-40B4-BE49-F238E27FC236}">
                      <a16:creationId xmlns:a16="http://schemas.microsoft.com/office/drawing/2014/main" id="{72578A82-FCBD-4954-A480-AAFCC5078F68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353956459"/>
                    </p:ext>
                  </p:extLst>
                </p:nvPr>
              </p:nvGraphicFramePr>
              <p:xfrm>
                <a:off x="265" y="1766"/>
                <a:ext cx="136" cy="16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51721" name="Equation" r:id="rId23" imgW="215640" imgH="266400" progId="Equation.DSMT4">
                        <p:embed/>
                      </p:oleObj>
                    </mc:Choice>
                    <mc:Fallback>
                      <p:oleObj name="Equation" r:id="rId23" imgW="215640" imgH="266400" progId="Equation.DSMT4">
                        <p:embed/>
                        <p:pic>
                          <p:nvPicPr>
                            <p:cNvPr id="66583" name="Object 23">
                              <a:extLst>
                                <a:ext uri="{FF2B5EF4-FFF2-40B4-BE49-F238E27FC236}">
                                  <a16:creationId xmlns:a16="http://schemas.microsoft.com/office/drawing/2014/main" id="{1951ACEB-950D-426F-949C-927CE1355D22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4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65" y="1766"/>
                              <a:ext cx="136" cy="16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0" name="Line 24">
                  <a:extLst>
                    <a:ext uri="{FF2B5EF4-FFF2-40B4-BE49-F238E27FC236}">
                      <a16:creationId xmlns:a16="http://schemas.microsoft.com/office/drawing/2014/main" id="{F4513156-8FEC-464A-A1FC-EFB6F16E63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16" y="535"/>
                  <a:ext cx="24" cy="164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Line 25">
                  <a:extLst>
                    <a:ext uri="{FF2B5EF4-FFF2-40B4-BE49-F238E27FC236}">
                      <a16:creationId xmlns:a16="http://schemas.microsoft.com/office/drawing/2014/main" id="{94C8F21C-0BC5-4590-9AB6-8ADCF0691A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20" y="535"/>
                  <a:ext cx="4" cy="164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>
                    <a:latin typeface="+mj-ea"/>
                    <a:ea typeface="+mj-ea"/>
                  </a:endParaRPr>
                </a:p>
              </p:txBody>
            </p:sp>
            <p:sp>
              <p:nvSpPr>
                <p:cNvPr id="22" name="Line 26">
                  <a:extLst>
                    <a:ext uri="{FF2B5EF4-FFF2-40B4-BE49-F238E27FC236}">
                      <a16:creationId xmlns:a16="http://schemas.microsoft.com/office/drawing/2014/main" id="{BC2FB7F7-97DE-43C8-8FA7-F3C9C91E6E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718" y="535"/>
                  <a:ext cx="18" cy="164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>
                    <a:latin typeface="+mj-ea"/>
                    <a:ea typeface="+mj-ea"/>
                  </a:endParaRPr>
                </a:p>
              </p:txBody>
            </p:sp>
            <p:sp>
              <p:nvSpPr>
                <p:cNvPr id="23" name="Line 27">
                  <a:extLst>
                    <a:ext uri="{FF2B5EF4-FFF2-40B4-BE49-F238E27FC236}">
                      <a16:creationId xmlns:a16="http://schemas.microsoft.com/office/drawing/2014/main" id="{7B314017-6933-4B3D-933D-6928990D2C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54" y="535"/>
                  <a:ext cx="14" cy="164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>
                    <a:latin typeface="+mj-ea"/>
                    <a:ea typeface="+mj-ea"/>
                  </a:endParaRPr>
                </a:p>
              </p:txBody>
            </p:sp>
            <p:sp>
              <p:nvSpPr>
                <p:cNvPr id="24" name="Line 28">
                  <a:extLst>
                    <a:ext uri="{FF2B5EF4-FFF2-40B4-BE49-F238E27FC236}">
                      <a16:creationId xmlns:a16="http://schemas.microsoft.com/office/drawing/2014/main" id="{F6422F9B-AAD3-4421-9F89-43A89A818A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774" y="535"/>
                  <a:ext cx="18" cy="164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>
                    <a:latin typeface="+mj-ea"/>
                    <a:ea typeface="+mj-ea"/>
                  </a:endParaRPr>
                </a:p>
              </p:txBody>
            </p:sp>
            <p:sp>
              <p:nvSpPr>
                <p:cNvPr id="25" name="Line 29">
                  <a:extLst>
                    <a:ext uri="{FF2B5EF4-FFF2-40B4-BE49-F238E27FC236}">
                      <a16:creationId xmlns:a16="http://schemas.microsoft.com/office/drawing/2014/main" id="{0FF4A382-1C1B-45F7-BF06-4693B455D6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00" y="540"/>
                  <a:ext cx="0" cy="164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>
                    <a:latin typeface="+mj-ea"/>
                    <a:ea typeface="+mj-ea"/>
                  </a:endParaRPr>
                </a:p>
              </p:txBody>
            </p:sp>
          </p:grpSp>
        </p:grpSp>
        <p:graphicFrame>
          <p:nvGraphicFramePr>
            <p:cNvPr id="26" name="Object 30">
              <a:extLst>
                <a:ext uri="{FF2B5EF4-FFF2-40B4-BE49-F238E27FC236}">
                  <a16:creationId xmlns:a16="http://schemas.microsoft.com/office/drawing/2014/main" id="{4EA5BB61-1536-4AB6-8F72-9B3B9499427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56018"/>
                </p:ext>
              </p:extLst>
            </p:nvPr>
          </p:nvGraphicFramePr>
          <p:xfrm>
            <a:off x="1320602" y="1698402"/>
            <a:ext cx="2413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722" name="Equation" r:id="rId25" imgW="241200" imgH="241200" progId="Equation.3">
                    <p:embed/>
                  </p:oleObj>
                </mc:Choice>
                <mc:Fallback>
                  <p:oleObj name="Equation" r:id="rId25" imgW="241200" imgH="241200" progId="Equation.3">
                    <p:embed/>
                    <p:pic>
                      <p:nvPicPr>
                        <p:cNvPr id="66590" name="Object 30">
                          <a:extLst>
                            <a:ext uri="{FF2B5EF4-FFF2-40B4-BE49-F238E27FC236}">
                              <a16:creationId xmlns:a16="http://schemas.microsoft.com/office/drawing/2014/main" id="{B48824B7-1B94-4F1A-B758-97720203DC1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0602" y="1698402"/>
                          <a:ext cx="2413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31">
              <a:extLst>
                <a:ext uri="{FF2B5EF4-FFF2-40B4-BE49-F238E27FC236}">
                  <a16:creationId xmlns:a16="http://schemas.microsoft.com/office/drawing/2014/main" id="{5BE745A4-51AA-47C5-B7BC-9A1982D0385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87100073"/>
                </p:ext>
              </p:extLst>
            </p:nvPr>
          </p:nvGraphicFramePr>
          <p:xfrm>
            <a:off x="3505002" y="1779365"/>
            <a:ext cx="241300" cy="88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723" name="Equation" r:id="rId27" imgW="241200" imgH="88560" progId="Equation.3">
                    <p:embed/>
                  </p:oleObj>
                </mc:Choice>
                <mc:Fallback>
                  <p:oleObj name="Equation" r:id="rId27" imgW="241200" imgH="88560" progId="Equation.3">
                    <p:embed/>
                    <p:pic>
                      <p:nvPicPr>
                        <p:cNvPr id="66591" name="Object 31">
                          <a:extLst>
                            <a:ext uri="{FF2B5EF4-FFF2-40B4-BE49-F238E27FC236}">
                              <a16:creationId xmlns:a16="http://schemas.microsoft.com/office/drawing/2014/main" id="{858846B7-1F61-45FD-8408-030FF2E0D74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5002" y="1779365"/>
                          <a:ext cx="241300" cy="88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32">
              <a:extLst>
                <a:ext uri="{FF2B5EF4-FFF2-40B4-BE49-F238E27FC236}">
                  <a16:creationId xmlns:a16="http://schemas.microsoft.com/office/drawing/2014/main" id="{E0C02C6F-13F8-48E4-9D3F-3A25E69AC3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51432487"/>
                </p:ext>
              </p:extLst>
            </p:nvPr>
          </p:nvGraphicFramePr>
          <p:xfrm>
            <a:off x="5321102" y="1779365"/>
            <a:ext cx="241300" cy="88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724" name="Equation" r:id="rId29" imgW="241200" imgH="88560" progId="Equation.3">
                    <p:embed/>
                  </p:oleObj>
                </mc:Choice>
                <mc:Fallback>
                  <p:oleObj name="Equation" r:id="rId29" imgW="241200" imgH="88560" progId="Equation.3">
                    <p:embed/>
                    <p:pic>
                      <p:nvPicPr>
                        <p:cNvPr id="66592" name="Object 32">
                          <a:extLst>
                            <a:ext uri="{FF2B5EF4-FFF2-40B4-BE49-F238E27FC236}">
                              <a16:creationId xmlns:a16="http://schemas.microsoft.com/office/drawing/2014/main" id="{FABE168D-3427-4E8E-AED2-6BF24E3A9B3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1102" y="1779365"/>
                          <a:ext cx="241300" cy="88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33">
              <a:extLst>
                <a:ext uri="{FF2B5EF4-FFF2-40B4-BE49-F238E27FC236}">
                  <a16:creationId xmlns:a16="http://schemas.microsoft.com/office/drawing/2014/main" id="{36AB2CA0-8DD8-4F54-87C7-43384D00EA8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3000469"/>
                </p:ext>
              </p:extLst>
            </p:nvPr>
          </p:nvGraphicFramePr>
          <p:xfrm>
            <a:off x="7035602" y="1698402"/>
            <a:ext cx="2413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725" name="Equation" r:id="rId31" imgW="241200" imgH="241200" progId="Equation.3">
                    <p:embed/>
                  </p:oleObj>
                </mc:Choice>
                <mc:Fallback>
                  <p:oleObj name="Equation" r:id="rId31" imgW="241200" imgH="241200" progId="Equation.3">
                    <p:embed/>
                    <p:pic>
                      <p:nvPicPr>
                        <p:cNvPr id="66593" name="Object 33">
                          <a:extLst>
                            <a:ext uri="{FF2B5EF4-FFF2-40B4-BE49-F238E27FC236}">
                              <a16:creationId xmlns:a16="http://schemas.microsoft.com/office/drawing/2014/main" id="{95187D43-5810-4D06-A4A6-FAD44AB12A5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35602" y="1698402"/>
                          <a:ext cx="2413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34">
              <a:extLst>
                <a:ext uri="{FF2B5EF4-FFF2-40B4-BE49-F238E27FC236}">
                  <a16:creationId xmlns:a16="http://schemas.microsoft.com/office/drawing/2014/main" id="{7C26FA1C-4B63-4EF1-A253-D29899D51D9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46557121"/>
                </p:ext>
              </p:extLst>
            </p:nvPr>
          </p:nvGraphicFramePr>
          <p:xfrm>
            <a:off x="1314252" y="2384202"/>
            <a:ext cx="241300" cy="88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726" name="Equation" r:id="rId33" imgW="241200" imgH="88560" progId="Equation.3">
                    <p:embed/>
                  </p:oleObj>
                </mc:Choice>
                <mc:Fallback>
                  <p:oleObj name="Equation" r:id="rId33" imgW="241200" imgH="88560" progId="Equation.3">
                    <p:embed/>
                    <p:pic>
                      <p:nvPicPr>
                        <p:cNvPr id="66594" name="Object 34">
                          <a:extLst>
                            <a:ext uri="{FF2B5EF4-FFF2-40B4-BE49-F238E27FC236}">
                              <a16:creationId xmlns:a16="http://schemas.microsoft.com/office/drawing/2014/main" id="{924726AC-02DF-40F9-9B24-09C0D31DAC1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4252" y="2384202"/>
                          <a:ext cx="241300" cy="88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35">
              <a:extLst>
                <a:ext uri="{FF2B5EF4-FFF2-40B4-BE49-F238E27FC236}">
                  <a16:creationId xmlns:a16="http://schemas.microsoft.com/office/drawing/2014/main" id="{1DCE31E3-ED93-4ED3-83BF-6B3F3C39405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72609063"/>
                </p:ext>
              </p:extLst>
            </p:nvPr>
          </p:nvGraphicFramePr>
          <p:xfrm>
            <a:off x="3546277" y="2384202"/>
            <a:ext cx="241300" cy="88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727" name="Equation" r:id="rId35" imgW="241200" imgH="88560" progId="Equation.3">
                    <p:embed/>
                  </p:oleObj>
                </mc:Choice>
                <mc:Fallback>
                  <p:oleObj name="Equation" r:id="rId35" imgW="241200" imgH="88560" progId="Equation.3">
                    <p:embed/>
                    <p:pic>
                      <p:nvPicPr>
                        <p:cNvPr id="66595" name="Object 35">
                          <a:extLst>
                            <a:ext uri="{FF2B5EF4-FFF2-40B4-BE49-F238E27FC236}">
                              <a16:creationId xmlns:a16="http://schemas.microsoft.com/office/drawing/2014/main" id="{34A3C6CD-F8F3-4945-8B62-43C01B67C9E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6277" y="2384202"/>
                          <a:ext cx="241300" cy="88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36">
              <a:extLst>
                <a:ext uri="{FF2B5EF4-FFF2-40B4-BE49-F238E27FC236}">
                  <a16:creationId xmlns:a16="http://schemas.microsoft.com/office/drawing/2014/main" id="{35596502-8C54-4BEA-9F26-4F67F2BCD57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4193463"/>
                </p:ext>
              </p:extLst>
            </p:nvPr>
          </p:nvGraphicFramePr>
          <p:xfrm>
            <a:off x="5397302" y="2308002"/>
            <a:ext cx="2413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728" name="Equation" r:id="rId37" imgW="241200" imgH="241200" progId="Equation.DSMT4">
                    <p:embed/>
                  </p:oleObj>
                </mc:Choice>
                <mc:Fallback>
                  <p:oleObj name="Equation" r:id="rId37" imgW="241200" imgH="241200" progId="Equation.DSMT4">
                    <p:embed/>
                    <p:pic>
                      <p:nvPicPr>
                        <p:cNvPr id="66596" name="Object 36">
                          <a:extLst>
                            <a:ext uri="{FF2B5EF4-FFF2-40B4-BE49-F238E27FC236}">
                              <a16:creationId xmlns:a16="http://schemas.microsoft.com/office/drawing/2014/main" id="{2A3933AE-8036-45EB-9427-7553BF96F5A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97302" y="2308002"/>
                          <a:ext cx="2413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37">
              <a:extLst>
                <a:ext uri="{FF2B5EF4-FFF2-40B4-BE49-F238E27FC236}">
                  <a16:creationId xmlns:a16="http://schemas.microsoft.com/office/drawing/2014/main" id="{228432F7-A0A7-41A7-9958-7A5AED42D98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07929256"/>
                </p:ext>
              </p:extLst>
            </p:nvPr>
          </p:nvGraphicFramePr>
          <p:xfrm>
            <a:off x="7037190" y="2308002"/>
            <a:ext cx="2413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729" name="Equation" r:id="rId39" imgW="241200" imgH="241200" progId="Equation.3">
                    <p:embed/>
                  </p:oleObj>
                </mc:Choice>
                <mc:Fallback>
                  <p:oleObj name="Equation" r:id="rId39" imgW="241200" imgH="241200" progId="Equation.3">
                    <p:embed/>
                    <p:pic>
                      <p:nvPicPr>
                        <p:cNvPr id="66597" name="Object 37">
                          <a:extLst>
                            <a:ext uri="{FF2B5EF4-FFF2-40B4-BE49-F238E27FC236}">
                              <a16:creationId xmlns:a16="http://schemas.microsoft.com/office/drawing/2014/main" id="{0C0B4E6A-1633-4306-829B-4CBF76C2C6B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37190" y="2308002"/>
                          <a:ext cx="2413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38">
              <a:extLst>
                <a:ext uri="{FF2B5EF4-FFF2-40B4-BE49-F238E27FC236}">
                  <a16:creationId xmlns:a16="http://schemas.microsoft.com/office/drawing/2014/main" id="{D0D5AE6A-39AB-4E4D-94FF-E790FDEE236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71830156"/>
                </p:ext>
              </p:extLst>
            </p:nvPr>
          </p:nvGraphicFramePr>
          <p:xfrm>
            <a:off x="2476500" y="2797175"/>
            <a:ext cx="3556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730" name="Equation" r:id="rId41" imgW="355320" imgH="266400" progId="Equation.DSMT4">
                    <p:embed/>
                  </p:oleObj>
                </mc:Choice>
                <mc:Fallback>
                  <p:oleObj name="Equation" r:id="rId41" imgW="355320" imgH="266400" progId="Equation.DSMT4">
                    <p:embed/>
                    <p:pic>
                      <p:nvPicPr>
                        <p:cNvPr id="66598" name="Object 38">
                          <a:extLst>
                            <a:ext uri="{FF2B5EF4-FFF2-40B4-BE49-F238E27FC236}">
                              <a16:creationId xmlns:a16="http://schemas.microsoft.com/office/drawing/2014/main" id="{90515699-DC9B-4C31-AAA1-C8264C5259F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6500" y="2797175"/>
                          <a:ext cx="35560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Object 39">
              <a:extLst>
                <a:ext uri="{FF2B5EF4-FFF2-40B4-BE49-F238E27FC236}">
                  <a16:creationId xmlns:a16="http://schemas.microsoft.com/office/drawing/2014/main" id="{B00AA392-7E38-4A56-BEB3-B4679740399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53191539"/>
                </p:ext>
              </p:extLst>
            </p:nvPr>
          </p:nvGraphicFramePr>
          <p:xfrm>
            <a:off x="6273800" y="2860675"/>
            <a:ext cx="1905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731" name="Equation" r:id="rId43" imgW="190440" imgH="279360" progId="Equation.DSMT4">
                    <p:embed/>
                  </p:oleObj>
                </mc:Choice>
                <mc:Fallback>
                  <p:oleObj name="Equation" r:id="rId43" imgW="190440" imgH="279360" progId="Equation.DSMT4">
                    <p:embed/>
                    <p:pic>
                      <p:nvPicPr>
                        <p:cNvPr id="66599" name="Object 39">
                          <a:extLst>
                            <a:ext uri="{FF2B5EF4-FFF2-40B4-BE49-F238E27FC236}">
                              <a16:creationId xmlns:a16="http://schemas.microsoft.com/office/drawing/2014/main" id="{DE2FDE2B-88F9-4E1D-AEC5-D3E1D618611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73800" y="2860675"/>
                          <a:ext cx="190500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7" name="Group 41">
              <a:extLst>
                <a:ext uri="{FF2B5EF4-FFF2-40B4-BE49-F238E27FC236}">
                  <a16:creationId xmlns:a16="http://schemas.microsoft.com/office/drawing/2014/main" id="{68D08A4D-9137-4C13-9A7E-04BEAFFC8C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39802" y="1717452"/>
              <a:ext cx="3867150" cy="279400"/>
              <a:chOff x="1600" y="964"/>
              <a:chExt cx="2436" cy="176"/>
            </a:xfrm>
          </p:grpSpPr>
          <p:graphicFrame>
            <p:nvGraphicFramePr>
              <p:cNvPr id="38" name="Object 42">
                <a:extLst>
                  <a:ext uri="{FF2B5EF4-FFF2-40B4-BE49-F238E27FC236}">
                    <a16:creationId xmlns:a16="http://schemas.microsoft.com/office/drawing/2014/main" id="{D2671778-E874-40DA-9B2B-6B5E026BF32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74326579"/>
                  </p:ext>
                </p:extLst>
              </p:nvPr>
            </p:nvGraphicFramePr>
            <p:xfrm>
              <a:off x="1600" y="964"/>
              <a:ext cx="120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1732" name="Equation" r:id="rId45" imgW="190440" imgH="279360" progId="Equation.DSMT4">
                      <p:embed/>
                    </p:oleObj>
                  </mc:Choice>
                  <mc:Fallback>
                    <p:oleObj name="Equation" r:id="rId45" imgW="190440" imgH="279360" progId="Equation.DSMT4">
                      <p:embed/>
                      <p:pic>
                        <p:nvPicPr>
                          <p:cNvPr id="66602" name="Object 42">
                            <a:extLst>
                              <a:ext uri="{FF2B5EF4-FFF2-40B4-BE49-F238E27FC236}">
                                <a16:creationId xmlns:a16="http://schemas.microsoft.com/office/drawing/2014/main" id="{918D2C43-8071-4381-98C5-77CBFF8E80B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00" y="964"/>
                            <a:ext cx="120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" name="Object 43">
                <a:extLst>
                  <a:ext uri="{FF2B5EF4-FFF2-40B4-BE49-F238E27FC236}">
                    <a16:creationId xmlns:a16="http://schemas.microsoft.com/office/drawing/2014/main" id="{F8E3D29B-47BF-4AAE-BD80-4002B48F0A8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92566408"/>
                  </p:ext>
                </p:extLst>
              </p:nvPr>
            </p:nvGraphicFramePr>
            <p:xfrm>
              <a:off x="3916" y="964"/>
              <a:ext cx="120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1733" name="Equation" r:id="rId47" imgW="190440" imgH="279360" progId="Equation.DSMT4">
                      <p:embed/>
                    </p:oleObj>
                  </mc:Choice>
                  <mc:Fallback>
                    <p:oleObj name="Equation" r:id="rId47" imgW="190440" imgH="279360" progId="Equation.DSMT4">
                      <p:embed/>
                      <p:pic>
                        <p:nvPicPr>
                          <p:cNvPr id="66603" name="Object 43">
                            <a:extLst>
                              <a:ext uri="{FF2B5EF4-FFF2-40B4-BE49-F238E27FC236}">
                                <a16:creationId xmlns:a16="http://schemas.microsoft.com/office/drawing/2014/main" id="{A1AFC44E-D761-4C5F-81BF-D15020D6680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16" y="964"/>
                            <a:ext cx="120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0" name="Freeform 44">
              <a:extLst>
                <a:ext uri="{FF2B5EF4-FFF2-40B4-BE49-F238E27FC236}">
                  <a16:creationId xmlns:a16="http://schemas.microsoft.com/office/drawing/2014/main" id="{8743541E-8F40-4F89-81EC-02BAFD230A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0153" y="2902622"/>
              <a:ext cx="838200" cy="457200"/>
            </a:xfrm>
            <a:custGeom>
              <a:avLst/>
              <a:gdLst>
                <a:gd name="T0" fmla="*/ 0 w 528"/>
                <a:gd name="T1" fmla="*/ 288 h 288"/>
                <a:gd name="T2" fmla="*/ 144 w 528"/>
                <a:gd name="T3" fmla="*/ 96 h 288"/>
                <a:gd name="T4" fmla="*/ 528 w 528"/>
                <a:gd name="T5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8" h="288">
                  <a:moveTo>
                    <a:pt x="0" y="288"/>
                  </a:moveTo>
                  <a:cubicBezTo>
                    <a:pt x="28" y="216"/>
                    <a:pt x="56" y="144"/>
                    <a:pt x="144" y="96"/>
                  </a:cubicBezTo>
                  <a:cubicBezTo>
                    <a:pt x="232" y="48"/>
                    <a:pt x="380" y="24"/>
                    <a:pt x="528" y="0"/>
                  </a:cubicBezTo>
                </a:path>
              </a:pathLst>
            </a:custGeom>
            <a:noFill/>
            <a:ln w="19050" cmpd="sng">
              <a:solidFill>
                <a:srgbClr val="0064FF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>
                <a:latin typeface="+mj-ea"/>
                <a:ea typeface="+mj-ea"/>
              </a:endParaRPr>
            </a:p>
          </p:txBody>
        </p:sp>
        <p:sp>
          <p:nvSpPr>
            <p:cNvPr id="41" name="Freeform 45">
              <a:extLst>
                <a:ext uri="{FF2B5EF4-FFF2-40B4-BE49-F238E27FC236}">
                  <a16:creationId xmlns:a16="http://schemas.microsoft.com/office/drawing/2014/main" id="{89362525-A415-4D3A-83AF-5E036C56ED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8325" y="2867025"/>
              <a:ext cx="685800" cy="546100"/>
            </a:xfrm>
            <a:custGeom>
              <a:avLst/>
              <a:gdLst>
                <a:gd name="T0" fmla="*/ 0 w 432"/>
                <a:gd name="T1" fmla="*/ 8 h 344"/>
                <a:gd name="T2" fmla="*/ 192 w 432"/>
                <a:gd name="T3" fmla="*/ 56 h 344"/>
                <a:gd name="T4" fmla="*/ 432 w 432"/>
                <a:gd name="T5" fmla="*/ 34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" h="344">
                  <a:moveTo>
                    <a:pt x="0" y="8"/>
                  </a:moveTo>
                  <a:cubicBezTo>
                    <a:pt x="60" y="4"/>
                    <a:pt x="120" y="0"/>
                    <a:pt x="192" y="56"/>
                  </a:cubicBezTo>
                  <a:cubicBezTo>
                    <a:pt x="264" y="112"/>
                    <a:pt x="392" y="296"/>
                    <a:pt x="432" y="344"/>
                  </a:cubicBezTo>
                </a:path>
              </a:pathLst>
            </a:custGeom>
            <a:noFill/>
            <a:ln w="19050" cmpd="sng">
              <a:solidFill>
                <a:srgbClr val="0064FF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>
                <a:latin typeface="+mj-ea"/>
                <a:ea typeface="+mj-ea"/>
              </a:endParaRPr>
            </a:p>
          </p:txBody>
        </p:sp>
        <p:sp>
          <p:nvSpPr>
            <p:cNvPr id="42" name="Freeform 46">
              <a:extLst>
                <a:ext uri="{FF2B5EF4-FFF2-40B4-BE49-F238E27FC236}">
                  <a16:creationId xmlns:a16="http://schemas.microsoft.com/office/drawing/2014/main" id="{B66CB721-235E-4353-BBF9-5CA31EDD07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6178" y="2902622"/>
              <a:ext cx="685800" cy="457200"/>
            </a:xfrm>
            <a:custGeom>
              <a:avLst/>
              <a:gdLst>
                <a:gd name="T0" fmla="*/ 0 w 432"/>
                <a:gd name="T1" fmla="*/ 288 h 288"/>
                <a:gd name="T2" fmla="*/ 288 w 432"/>
                <a:gd name="T3" fmla="*/ 240 h 288"/>
                <a:gd name="T4" fmla="*/ 432 w 432"/>
                <a:gd name="T5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" h="288">
                  <a:moveTo>
                    <a:pt x="0" y="288"/>
                  </a:moveTo>
                  <a:cubicBezTo>
                    <a:pt x="108" y="288"/>
                    <a:pt x="216" y="288"/>
                    <a:pt x="288" y="240"/>
                  </a:cubicBezTo>
                  <a:cubicBezTo>
                    <a:pt x="360" y="192"/>
                    <a:pt x="408" y="40"/>
                    <a:pt x="432" y="0"/>
                  </a:cubicBezTo>
                </a:path>
              </a:pathLst>
            </a:custGeom>
            <a:noFill/>
            <a:ln w="19050" cmpd="sng">
              <a:solidFill>
                <a:srgbClr val="0064FF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>
                <a:latin typeface="+mj-ea"/>
                <a:ea typeface="+mj-ea"/>
              </a:endParaRPr>
            </a:p>
          </p:txBody>
        </p:sp>
        <p:sp>
          <p:nvSpPr>
            <p:cNvPr id="43" name="Freeform 47">
              <a:extLst>
                <a:ext uri="{FF2B5EF4-FFF2-40B4-BE49-F238E27FC236}">
                  <a16:creationId xmlns:a16="http://schemas.microsoft.com/office/drawing/2014/main" id="{FF869C54-7979-492F-B423-2B2ED5C9A9D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7704" y="2923677"/>
              <a:ext cx="533400" cy="457200"/>
            </a:xfrm>
            <a:custGeom>
              <a:avLst/>
              <a:gdLst>
                <a:gd name="T0" fmla="*/ 0 w 336"/>
                <a:gd name="T1" fmla="*/ 0 h 288"/>
                <a:gd name="T2" fmla="*/ 48 w 336"/>
                <a:gd name="T3" fmla="*/ 96 h 288"/>
                <a:gd name="T4" fmla="*/ 144 w 336"/>
                <a:gd name="T5" fmla="*/ 240 h 288"/>
                <a:gd name="T6" fmla="*/ 336 w 336"/>
                <a:gd name="T7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6" h="288">
                  <a:moveTo>
                    <a:pt x="0" y="0"/>
                  </a:moveTo>
                  <a:cubicBezTo>
                    <a:pt x="12" y="28"/>
                    <a:pt x="24" y="56"/>
                    <a:pt x="48" y="96"/>
                  </a:cubicBezTo>
                  <a:cubicBezTo>
                    <a:pt x="72" y="136"/>
                    <a:pt x="96" y="208"/>
                    <a:pt x="144" y="240"/>
                  </a:cubicBezTo>
                  <a:cubicBezTo>
                    <a:pt x="192" y="272"/>
                    <a:pt x="264" y="280"/>
                    <a:pt x="336" y="288"/>
                  </a:cubicBezTo>
                </a:path>
              </a:pathLst>
            </a:custGeom>
            <a:noFill/>
            <a:ln w="19050" cmpd="sng">
              <a:solidFill>
                <a:srgbClr val="0064FF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>
                <a:latin typeface="+mj-ea"/>
                <a:ea typeface="+mj-ea"/>
              </a:endParaRPr>
            </a:p>
          </p:txBody>
        </p:sp>
        <p:sp>
          <p:nvSpPr>
            <p:cNvPr id="44" name="Rectangle 48">
              <a:extLst>
                <a:ext uri="{FF2B5EF4-FFF2-40B4-BE49-F238E27FC236}">
                  <a16:creationId xmlns:a16="http://schemas.microsoft.com/office/drawing/2014/main" id="{CEE7011D-6D81-4DCC-9AE2-B1FA380E1E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1977" y="3105221"/>
              <a:ext cx="914400" cy="533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zh-CN" altLang="en-US" sz="1600" b="1" dirty="0">
                  <a:solidFill>
                    <a:srgbClr val="FF0000"/>
                  </a:solidFill>
                  <a:latin typeface="+mj-ea"/>
                  <a:ea typeface="+mj-ea"/>
                </a:rPr>
                <a:t>极大值</a:t>
              </a:r>
              <a:endParaRPr kumimoji="1" lang="en-US" altLang="zh-CN" sz="1600" b="1" dirty="0">
                <a:solidFill>
                  <a:srgbClr val="FF0000"/>
                </a:solidFill>
                <a:latin typeface="+mj-ea"/>
                <a:ea typeface="+mj-ea"/>
              </a:endParaRPr>
            </a:p>
          </p:txBody>
        </p:sp>
        <p:sp>
          <p:nvSpPr>
            <p:cNvPr id="46" name="Text Box 53">
              <a:extLst>
                <a:ext uri="{FF2B5EF4-FFF2-40B4-BE49-F238E27FC236}">
                  <a16:creationId xmlns:a16="http://schemas.microsoft.com/office/drawing/2014/main" id="{1B1E5575-7174-465C-B652-F46B274DFE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5347" y="1544962"/>
              <a:ext cx="369332" cy="605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+mj-ea"/>
                  <a:ea typeface="+mj-ea"/>
                </a:rPr>
                <a:t>无定义</a:t>
              </a:r>
            </a:p>
          </p:txBody>
        </p:sp>
        <p:sp>
          <p:nvSpPr>
            <p:cNvPr id="47" name="Line 18">
              <a:extLst>
                <a:ext uri="{FF2B5EF4-FFF2-40B4-BE49-F238E27FC236}">
                  <a16:creationId xmlns:a16="http://schemas.microsoft.com/office/drawing/2014/main" id="{D2BCDE2A-C0E5-436D-B013-1F1C934CF4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528" y="2067694"/>
              <a:ext cx="777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>
                <a:latin typeface="+mj-ea"/>
                <a:ea typeface="+mj-ea"/>
              </a:endParaRPr>
            </a:p>
          </p:txBody>
        </p:sp>
        <p:sp>
          <p:nvSpPr>
            <p:cNvPr id="48" name="Line 18">
              <a:extLst>
                <a:ext uri="{FF2B5EF4-FFF2-40B4-BE49-F238E27FC236}">
                  <a16:creationId xmlns:a16="http://schemas.microsoft.com/office/drawing/2014/main" id="{856CC308-F6E4-4477-9BF9-130D120DF8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602" y="2677360"/>
              <a:ext cx="777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>
                <a:latin typeface="+mj-ea"/>
                <a:ea typeface="+mj-ea"/>
              </a:endParaRPr>
            </a:p>
          </p:txBody>
        </p:sp>
        <p:sp>
          <p:nvSpPr>
            <p:cNvPr id="49" name="Line 18">
              <a:extLst>
                <a:ext uri="{FF2B5EF4-FFF2-40B4-BE49-F238E27FC236}">
                  <a16:creationId xmlns:a16="http://schemas.microsoft.com/office/drawing/2014/main" id="{857E03F2-41B1-4FF4-938E-B23054E5FD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1297" y="3644402"/>
              <a:ext cx="7723005" cy="66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>
                <a:latin typeface="+mj-ea"/>
                <a:ea typeface="+mj-ea"/>
              </a:endParaRPr>
            </a:p>
          </p:txBody>
        </p:sp>
        <p:sp>
          <p:nvSpPr>
            <p:cNvPr id="50" name="Line 18">
              <a:extLst>
                <a:ext uri="{FF2B5EF4-FFF2-40B4-BE49-F238E27FC236}">
                  <a16:creationId xmlns:a16="http://schemas.microsoft.com/office/drawing/2014/main" id="{DD4EA3BC-1504-43F3-B16A-D6FD7BF310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528" y="1036415"/>
              <a:ext cx="777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>
                <a:latin typeface="+mj-ea"/>
                <a:ea typeface="+mj-ea"/>
              </a:endParaRPr>
            </a:p>
          </p:txBody>
        </p:sp>
        <p:sp>
          <p:nvSpPr>
            <p:cNvPr id="72" name="Line 24">
              <a:extLst>
                <a:ext uri="{FF2B5EF4-FFF2-40B4-BE49-F238E27FC236}">
                  <a16:creationId xmlns:a16="http://schemas.microsoft.com/office/drawing/2014/main" id="{3AAA0841-4490-40CD-BE10-B74E95774A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197" y="1032173"/>
              <a:ext cx="38100" cy="26189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 dirty="0">
                <a:latin typeface="+mj-ea"/>
                <a:ea typeface="+mj-ea"/>
              </a:endParaRPr>
            </a:p>
          </p:txBody>
        </p:sp>
        <p:sp>
          <p:nvSpPr>
            <p:cNvPr id="73" name="Line 24">
              <a:extLst>
                <a:ext uri="{FF2B5EF4-FFF2-40B4-BE49-F238E27FC236}">
                  <a16:creationId xmlns:a16="http://schemas.microsoft.com/office/drawing/2014/main" id="{483087A8-5431-437B-9E26-B34CB6B8FA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064302" y="1040658"/>
              <a:ext cx="38100" cy="2616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 dirty="0">
                <a:latin typeface="+mj-ea"/>
                <a:ea typeface="+mj-ea"/>
              </a:endParaRPr>
            </a:p>
          </p:txBody>
        </p:sp>
        <p:sp>
          <p:nvSpPr>
            <p:cNvPr id="74" name="Rectangle 48">
              <a:extLst>
                <a:ext uri="{FF2B5EF4-FFF2-40B4-BE49-F238E27FC236}">
                  <a16:creationId xmlns:a16="http://schemas.microsoft.com/office/drawing/2014/main" id="{3BCD068B-0687-4F42-B3A2-60E9E4046A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28104" y="3169486"/>
              <a:ext cx="914400" cy="533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zh-CN" altLang="en-US" sz="1600" b="1" dirty="0">
                  <a:solidFill>
                    <a:srgbClr val="FF0000"/>
                  </a:solidFill>
                  <a:latin typeface="+mj-ea"/>
                  <a:ea typeface="+mj-ea"/>
                </a:rPr>
                <a:t>极小值</a:t>
              </a:r>
              <a:endParaRPr kumimoji="1" lang="en-US" altLang="zh-CN" sz="1600" b="1" dirty="0">
                <a:solidFill>
                  <a:srgbClr val="FF0000"/>
                </a:solidFill>
                <a:latin typeface="+mj-ea"/>
                <a:ea typeface="+mj-ea"/>
              </a:endParaRPr>
            </a:p>
          </p:txBody>
        </p:sp>
      </p:grpSp>
      <p:graphicFrame>
        <p:nvGraphicFramePr>
          <p:cNvPr id="76" name="Object 6">
            <a:extLst>
              <a:ext uri="{FF2B5EF4-FFF2-40B4-BE49-F238E27FC236}">
                <a16:creationId xmlns:a16="http://schemas.microsoft.com/office/drawing/2014/main" id="{2EA77A87-666F-4839-A7B1-7DA178E588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7346467"/>
              </p:ext>
            </p:extLst>
          </p:nvPr>
        </p:nvGraphicFramePr>
        <p:xfrm>
          <a:off x="1454130" y="4018249"/>
          <a:ext cx="1562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734" name="Equation" r:id="rId49" imgW="1562040" imgH="825480" progId="Equation.DSMT4">
                  <p:embed/>
                </p:oleObj>
              </mc:Choice>
              <mc:Fallback>
                <p:oleObj name="Equation" r:id="rId49" imgW="1562040" imgH="825480" progId="Equation.DSMT4">
                  <p:embed/>
                  <p:pic>
                    <p:nvPicPr>
                      <p:cNvPr id="8" name="Object 6">
                        <a:extLst>
                          <a:ext uri="{FF2B5EF4-FFF2-40B4-BE49-F238E27FC236}">
                            <a16:creationId xmlns:a16="http://schemas.microsoft.com/office/drawing/2014/main" id="{B8906C98-3C72-410D-8A16-41AF46388E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4130" y="4018249"/>
                        <a:ext cx="15621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7">
            <a:extLst>
              <a:ext uri="{FF2B5EF4-FFF2-40B4-BE49-F238E27FC236}">
                <a16:creationId xmlns:a16="http://schemas.microsoft.com/office/drawing/2014/main" id="{BBCF9296-FAA9-4C02-B27F-A02C55FD40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9620261"/>
              </p:ext>
            </p:extLst>
          </p:nvPr>
        </p:nvGraphicFramePr>
        <p:xfrm>
          <a:off x="3356487" y="4026825"/>
          <a:ext cx="2235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735" name="Equation" r:id="rId51" imgW="2234880" imgH="787320" progId="Equation.DSMT4">
                  <p:embed/>
                </p:oleObj>
              </mc:Choice>
              <mc:Fallback>
                <p:oleObj name="Equation" r:id="rId51" imgW="2234880" imgH="787320" progId="Equation.DSMT4">
                  <p:embed/>
                  <p:pic>
                    <p:nvPicPr>
                      <p:cNvPr id="9" name="Object 7">
                        <a:extLst>
                          <a:ext uri="{FF2B5EF4-FFF2-40B4-BE49-F238E27FC236}">
                            <a16:creationId xmlns:a16="http://schemas.microsoft.com/office/drawing/2014/main" id="{0128FDD5-4E59-4B84-AC18-07A95A9C1E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6487" y="4026825"/>
                        <a:ext cx="22352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8">
            <a:extLst>
              <a:ext uri="{FF2B5EF4-FFF2-40B4-BE49-F238E27FC236}">
                <a16:creationId xmlns:a16="http://schemas.microsoft.com/office/drawing/2014/main" id="{286D29F6-3A0D-433B-A0A3-C8518E4CD1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4184372"/>
              </p:ext>
            </p:extLst>
          </p:nvPr>
        </p:nvGraphicFramePr>
        <p:xfrm>
          <a:off x="5921689" y="3954749"/>
          <a:ext cx="1600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736" name="Equation" r:id="rId53" imgW="1600200" imgH="787320" progId="Equation.DSMT4">
                  <p:embed/>
                </p:oleObj>
              </mc:Choice>
              <mc:Fallback>
                <p:oleObj name="Equation" r:id="rId53" imgW="1600200" imgH="787320" progId="Equation.DSMT4">
                  <p:embed/>
                  <p:pic>
                    <p:nvPicPr>
                      <p:cNvPr id="10" name="Object 8">
                        <a:extLst>
                          <a:ext uri="{FF2B5EF4-FFF2-40B4-BE49-F238E27FC236}">
                            <a16:creationId xmlns:a16="http://schemas.microsoft.com/office/drawing/2014/main" id="{AF55EE4A-601C-40D6-B7FB-45810C6878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1689" y="3954749"/>
                        <a:ext cx="16002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矩形 78">
            <a:extLst>
              <a:ext uri="{FF2B5EF4-FFF2-40B4-BE49-F238E27FC236}">
                <a16:creationId xmlns:a16="http://schemas.microsoft.com/office/drawing/2014/main" id="{C3DC3249-C643-4926-A4C9-BBB87409954F}"/>
              </a:ext>
            </a:extLst>
          </p:cNvPr>
          <p:cNvSpPr/>
          <p:nvPr/>
        </p:nvSpPr>
        <p:spPr bwMode="auto">
          <a:xfrm>
            <a:off x="968241" y="3795886"/>
            <a:ext cx="6791773" cy="1047863"/>
          </a:xfrm>
          <a:prstGeom prst="rect">
            <a:avLst/>
          </a:prstGeom>
          <a:noFill/>
          <a:ln w="9525">
            <a:solidFill>
              <a:srgbClr val="0064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l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657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0">
            <a:extLst>
              <a:ext uri="{FF2B5EF4-FFF2-40B4-BE49-F238E27FC236}">
                <a16:creationId xmlns:a16="http://schemas.microsoft.com/office/drawing/2014/main" id="{1A8375F1-9B14-490C-BBDE-9C455D074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50" y="384093"/>
            <a:ext cx="2514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4)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求渐近线</a:t>
            </a:r>
          </a:p>
        </p:txBody>
      </p:sp>
      <p:graphicFrame>
        <p:nvGraphicFramePr>
          <p:cNvPr id="4" name="Object 51">
            <a:extLst>
              <a:ext uri="{FF2B5EF4-FFF2-40B4-BE49-F238E27FC236}">
                <a16:creationId xmlns:a16="http://schemas.microsoft.com/office/drawing/2014/main" id="{5E4307DA-1ED9-4747-A541-A2075ED73B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2777501"/>
              </p:ext>
            </p:extLst>
          </p:nvPr>
        </p:nvGraphicFramePr>
        <p:xfrm>
          <a:off x="1127372" y="935038"/>
          <a:ext cx="1270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296" name="Equation" r:id="rId3" imgW="1269720" imgH="482400" progId="Equation.DSMT4">
                  <p:embed/>
                </p:oleObj>
              </mc:Choice>
              <mc:Fallback>
                <p:oleObj name="Equation" r:id="rId3" imgW="1269720" imgH="482400" progId="Equation.DSMT4">
                  <p:embed/>
                  <p:pic>
                    <p:nvPicPr>
                      <p:cNvPr id="66611" name="Object 51">
                        <a:extLst>
                          <a:ext uri="{FF2B5EF4-FFF2-40B4-BE49-F238E27FC236}">
                            <a16:creationId xmlns:a16="http://schemas.microsoft.com/office/drawing/2014/main" id="{C55E18B5-6AAB-4072-9481-D3905A4EC3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372" y="935038"/>
                        <a:ext cx="12700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2">
            <a:extLst>
              <a:ext uri="{FF2B5EF4-FFF2-40B4-BE49-F238E27FC236}">
                <a16:creationId xmlns:a16="http://schemas.microsoft.com/office/drawing/2014/main" id="{B3FD6430-7B97-4253-9622-9D65CC57C6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9158" y="841863"/>
            <a:ext cx="2514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为</a:t>
            </a:r>
            <a:r>
              <a:rPr kumimoji="1"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铅直渐近线</a:t>
            </a:r>
            <a:r>
              <a:rPr kumimoji="1"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.</a:t>
            </a:r>
            <a:endParaRPr kumimoji="1" lang="zh-CN" altLang="en-US" sz="24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graphicFrame>
        <p:nvGraphicFramePr>
          <p:cNvPr id="6" name="Object 54">
            <a:extLst>
              <a:ext uri="{FF2B5EF4-FFF2-40B4-BE49-F238E27FC236}">
                <a16:creationId xmlns:a16="http://schemas.microsoft.com/office/drawing/2014/main" id="{0225BA24-4B06-4B9E-80BC-D74FB7B901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2441457"/>
              </p:ext>
            </p:extLst>
          </p:nvPr>
        </p:nvGraphicFramePr>
        <p:xfrm>
          <a:off x="2367409" y="960628"/>
          <a:ext cx="685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297" name="Equation" r:id="rId5" imgW="685800" imgH="342720" progId="Equation.DSMT4">
                  <p:embed/>
                </p:oleObj>
              </mc:Choice>
              <mc:Fallback>
                <p:oleObj name="Equation" r:id="rId5" imgW="685800" imgH="342720" progId="Equation.DSMT4">
                  <p:embed/>
                  <p:pic>
                    <p:nvPicPr>
                      <p:cNvPr id="66614" name="Object 54">
                        <a:extLst>
                          <a:ext uri="{FF2B5EF4-FFF2-40B4-BE49-F238E27FC236}">
                            <a16:creationId xmlns:a16="http://schemas.microsoft.com/office/drawing/2014/main" id="{3574D20F-D81F-4C0A-8DE0-9F1E8574A3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7409" y="960628"/>
                        <a:ext cx="685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>
            <a:extLst>
              <a:ext uri="{FF2B5EF4-FFF2-40B4-BE49-F238E27FC236}">
                <a16:creationId xmlns:a16="http://schemas.microsoft.com/office/drawing/2014/main" id="{B8906C98-3C72-410D-8A16-41AF46388E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6169240"/>
              </p:ext>
            </p:extLst>
          </p:nvPr>
        </p:nvGraphicFramePr>
        <p:xfrm>
          <a:off x="6488559" y="763588"/>
          <a:ext cx="1562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298" name="Equation" r:id="rId7" imgW="1562040" imgH="825480" progId="Equation.DSMT4">
                  <p:embed/>
                </p:oleObj>
              </mc:Choice>
              <mc:Fallback>
                <p:oleObj name="Equation" r:id="rId7" imgW="1562040" imgH="825480" progId="Equation.DSMT4">
                  <p:embed/>
                  <p:pic>
                    <p:nvPicPr>
                      <p:cNvPr id="66566" name="Object 6">
                        <a:extLst>
                          <a:ext uri="{FF2B5EF4-FFF2-40B4-BE49-F238E27FC236}">
                            <a16:creationId xmlns:a16="http://schemas.microsoft.com/office/drawing/2014/main" id="{A1284C25-8B0E-4868-91CB-C41ED5B0EB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8559" y="763588"/>
                        <a:ext cx="15621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>
            <a:extLst>
              <a:ext uri="{FF2B5EF4-FFF2-40B4-BE49-F238E27FC236}">
                <a16:creationId xmlns:a16="http://schemas.microsoft.com/office/drawing/2014/main" id="{0128FDD5-4E59-4B84-AC18-07A95A9C1E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0610670"/>
              </p:ext>
            </p:extLst>
          </p:nvPr>
        </p:nvGraphicFramePr>
        <p:xfrm>
          <a:off x="6510420" y="1788699"/>
          <a:ext cx="2235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299" name="Equation" r:id="rId9" imgW="2234880" imgH="787320" progId="Equation.DSMT4">
                  <p:embed/>
                </p:oleObj>
              </mc:Choice>
              <mc:Fallback>
                <p:oleObj name="Equation" r:id="rId9" imgW="2234880" imgH="787320" progId="Equation.DSMT4">
                  <p:embed/>
                  <p:pic>
                    <p:nvPicPr>
                      <p:cNvPr id="66567" name="Object 7">
                        <a:extLst>
                          <a:ext uri="{FF2B5EF4-FFF2-40B4-BE49-F238E27FC236}">
                            <a16:creationId xmlns:a16="http://schemas.microsoft.com/office/drawing/2014/main" id="{C5D60EFD-FC4F-4708-80E7-F811AA7430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0420" y="1788699"/>
                        <a:ext cx="22352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>
            <a:extLst>
              <a:ext uri="{FF2B5EF4-FFF2-40B4-BE49-F238E27FC236}">
                <a16:creationId xmlns:a16="http://schemas.microsoft.com/office/drawing/2014/main" id="{AF55EE4A-601C-40D6-B7FB-45810C6878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8237534"/>
              </p:ext>
            </p:extLst>
          </p:nvPr>
        </p:nvGraphicFramePr>
        <p:xfrm>
          <a:off x="6510420" y="2654319"/>
          <a:ext cx="1600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300" name="Equation" r:id="rId11" imgW="1600200" imgH="787320" progId="Equation.DSMT4">
                  <p:embed/>
                </p:oleObj>
              </mc:Choice>
              <mc:Fallback>
                <p:oleObj name="Equation" r:id="rId11" imgW="1600200" imgH="787320" progId="Equation.DSMT4">
                  <p:embed/>
                  <p:pic>
                    <p:nvPicPr>
                      <p:cNvPr id="66568" name="Object 8">
                        <a:extLst>
                          <a:ext uri="{FF2B5EF4-FFF2-40B4-BE49-F238E27FC236}">
                            <a16:creationId xmlns:a16="http://schemas.microsoft.com/office/drawing/2014/main" id="{31B6A76A-0D3D-4B12-9476-90A949F5A5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0420" y="2654319"/>
                        <a:ext cx="16002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6F94C3EE-DD80-474C-9179-3D4FDAF68E4D}"/>
              </a:ext>
            </a:extLst>
          </p:cNvPr>
          <p:cNvSpPr/>
          <p:nvPr/>
        </p:nvSpPr>
        <p:spPr bwMode="auto">
          <a:xfrm>
            <a:off x="6246118" y="763588"/>
            <a:ext cx="2574354" cy="3248322"/>
          </a:xfrm>
          <a:prstGeom prst="rect">
            <a:avLst/>
          </a:prstGeom>
          <a:noFill/>
          <a:ln w="9525">
            <a:solidFill>
              <a:srgbClr val="0064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l"/>
            <a:endParaRPr lang="zh-CN" altLang="en-US"/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B2829C12-CD00-46A0-87FD-BBA4FD8F9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742" y="1539644"/>
            <a:ext cx="14414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又</a:t>
            </a:r>
          </a:p>
        </p:txBody>
      </p:sp>
      <p:graphicFrame>
        <p:nvGraphicFramePr>
          <p:cNvPr id="13" name="Object 5">
            <a:extLst>
              <a:ext uri="{FF2B5EF4-FFF2-40B4-BE49-F238E27FC236}">
                <a16:creationId xmlns:a16="http://schemas.microsoft.com/office/drawing/2014/main" id="{9D0E0D07-CB5B-4DBE-B2AB-4490EDCCD5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7602979"/>
              </p:ext>
            </p:extLst>
          </p:nvPr>
        </p:nvGraphicFramePr>
        <p:xfrm>
          <a:off x="878467" y="1420399"/>
          <a:ext cx="1117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301" name="Equation" r:id="rId13" imgW="1117440" imgH="736560" progId="Equation.DSMT4">
                  <p:embed/>
                </p:oleObj>
              </mc:Choice>
              <mc:Fallback>
                <p:oleObj name="Equation" r:id="rId13" imgW="1117440" imgH="736560" progId="Equation.DSMT4">
                  <p:embed/>
                  <p:pic>
                    <p:nvPicPr>
                      <p:cNvPr id="67589" name="Object 5">
                        <a:extLst>
                          <a:ext uri="{FF2B5EF4-FFF2-40B4-BE49-F238E27FC236}">
                            <a16:creationId xmlns:a16="http://schemas.microsoft.com/office/drawing/2014/main" id="{7855CD9E-F642-4F02-B39E-FDA2594D83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8467" y="1420399"/>
                        <a:ext cx="11176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6">
            <a:extLst>
              <a:ext uri="{FF2B5EF4-FFF2-40B4-BE49-F238E27FC236}">
                <a16:creationId xmlns:a16="http://schemas.microsoft.com/office/drawing/2014/main" id="{22EE2399-027E-4BC9-A151-19CAAF8BB6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777492"/>
              </p:ext>
            </p:extLst>
          </p:nvPr>
        </p:nvGraphicFramePr>
        <p:xfrm>
          <a:off x="2015183" y="1426749"/>
          <a:ext cx="571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302" name="Equation" r:id="rId15" imgW="571320" imgH="723600" progId="Equation.DSMT4">
                  <p:embed/>
                </p:oleObj>
              </mc:Choice>
              <mc:Fallback>
                <p:oleObj name="Equation" r:id="rId15" imgW="571320" imgH="723600" progId="Equation.DSMT4">
                  <p:embed/>
                  <p:pic>
                    <p:nvPicPr>
                      <p:cNvPr id="67590" name="Object 6">
                        <a:extLst>
                          <a:ext uri="{FF2B5EF4-FFF2-40B4-BE49-F238E27FC236}">
                            <a16:creationId xmlns:a16="http://schemas.microsoft.com/office/drawing/2014/main" id="{8B5657F0-737B-443A-97D2-88C5D495F6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5183" y="1426749"/>
                        <a:ext cx="5715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7">
            <a:extLst>
              <a:ext uri="{FF2B5EF4-FFF2-40B4-BE49-F238E27FC236}">
                <a16:creationId xmlns:a16="http://schemas.microsoft.com/office/drawing/2014/main" id="{45B815A7-5DE2-4258-8BEB-605BF7D9A7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8191397"/>
              </p:ext>
            </p:extLst>
          </p:nvPr>
        </p:nvGraphicFramePr>
        <p:xfrm>
          <a:off x="3046859" y="1433099"/>
          <a:ext cx="800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303" name="Equation" r:id="rId17" imgW="799920" imgH="723600" progId="Equation.DSMT4">
                  <p:embed/>
                </p:oleObj>
              </mc:Choice>
              <mc:Fallback>
                <p:oleObj name="Equation" r:id="rId17" imgW="799920" imgH="723600" progId="Equation.DSMT4">
                  <p:embed/>
                  <p:pic>
                    <p:nvPicPr>
                      <p:cNvPr id="67591" name="Object 7">
                        <a:extLst>
                          <a:ext uri="{FF2B5EF4-FFF2-40B4-BE49-F238E27FC236}">
                            <a16:creationId xmlns:a16="http://schemas.microsoft.com/office/drawing/2014/main" id="{7B3BFDC4-E566-4C26-AFF3-A673F87393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6859" y="1433099"/>
                        <a:ext cx="8001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8">
            <a:extLst>
              <a:ext uri="{FF2B5EF4-FFF2-40B4-BE49-F238E27FC236}">
                <a16:creationId xmlns:a16="http://schemas.microsoft.com/office/drawing/2014/main" id="{A8A13399-8637-46E9-AC2C-33932C089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5799" y="1557866"/>
            <a:ext cx="838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即</a:t>
            </a:r>
          </a:p>
        </p:txBody>
      </p:sp>
      <p:graphicFrame>
        <p:nvGraphicFramePr>
          <p:cNvPr id="17" name="Object 9">
            <a:extLst>
              <a:ext uri="{FF2B5EF4-FFF2-40B4-BE49-F238E27FC236}">
                <a16:creationId xmlns:a16="http://schemas.microsoft.com/office/drawing/2014/main" id="{4A65BA0A-0CD4-4999-A7F6-F616A60A56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9346345"/>
              </p:ext>
            </p:extLst>
          </p:nvPr>
        </p:nvGraphicFramePr>
        <p:xfrm>
          <a:off x="853133" y="2136761"/>
          <a:ext cx="2324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304" name="Equation" r:id="rId19" imgW="2323800" imgH="723600" progId="Equation.DSMT4">
                  <p:embed/>
                </p:oleObj>
              </mc:Choice>
              <mc:Fallback>
                <p:oleObj name="Equation" r:id="rId19" imgW="2323800" imgH="723600" progId="Equation.DSMT4">
                  <p:embed/>
                  <p:pic>
                    <p:nvPicPr>
                      <p:cNvPr id="67593" name="Object 9">
                        <a:extLst>
                          <a:ext uri="{FF2B5EF4-FFF2-40B4-BE49-F238E27FC236}">
                            <a16:creationId xmlns:a16="http://schemas.microsoft.com/office/drawing/2014/main" id="{131C286E-618E-48EB-B889-9A3A04C755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133" y="2136761"/>
                        <a:ext cx="23241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0">
            <a:extLst>
              <a:ext uri="{FF2B5EF4-FFF2-40B4-BE49-F238E27FC236}">
                <a16:creationId xmlns:a16="http://schemas.microsoft.com/office/drawing/2014/main" id="{59F1E81D-8464-47F6-B832-AD10B4F9B3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3349130"/>
              </p:ext>
            </p:extLst>
          </p:nvPr>
        </p:nvGraphicFramePr>
        <p:xfrm>
          <a:off x="3196349" y="2079101"/>
          <a:ext cx="2463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305" name="Equation" r:id="rId21" imgW="2463480" imgH="825480" progId="Equation.DSMT4">
                  <p:embed/>
                </p:oleObj>
              </mc:Choice>
              <mc:Fallback>
                <p:oleObj name="Equation" r:id="rId21" imgW="2463480" imgH="825480" progId="Equation.DSMT4">
                  <p:embed/>
                  <p:pic>
                    <p:nvPicPr>
                      <p:cNvPr id="67594" name="Object 10">
                        <a:extLst>
                          <a:ext uri="{FF2B5EF4-FFF2-40B4-BE49-F238E27FC236}">
                            <a16:creationId xmlns:a16="http://schemas.microsoft.com/office/drawing/2014/main" id="{34A1C389-B2F1-48C5-AB37-D563EA1875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6349" y="2079101"/>
                        <a:ext cx="24638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1">
            <a:extLst>
              <a:ext uri="{FF2B5EF4-FFF2-40B4-BE49-F238E27FC236}">
                <a16:creationId xmlns:a16="http://schemas.microsoft.com/office/drawing/2014/main" id="{B104B075-AC15-4FC2-BF13-0826811392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7452138"/>
              </p:ext>
            </p:extLst>
          </p:nvPr>
        </p:nvGraphicFramePr>
        <p:xfrm>
          <a:off x="1189683" y="2920423"/>
          <a:ext cx="1651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306" name="Equation" r:id="rId23" imgW="1650960" imgH="787320" progId="Equation.DSMT4">
                  <p:embed/>
                </p:oleObj>
              </mc:Choice>
              <mc:Fallback>
                <p:oleObj name="Equation" r:id="rId23" imgW="1650960" imgH="787320" progId="Equation.DSMT4">
                  <p:embed/>
                  <p:pic>
                    <p:nvPicPr>
                      <p:cNvPr id="67595" name="Object 11">
                        <a:extLst>
                          <a:ext uri="{FF2B5EF4-FFF2-40B4-BE49-F238E27FC236}">
                            <a16:creationId xmlns:a16="http://schemas.microsoft.com/office/drawing/2014/main" id="{48A8FDF1-A55C-40E7-BCBE-B2F5DE56F8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9683" y="2920423"/>
                        <a:ext cx="16510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2">
            <a:extLst>
              <a:ext uri="{FF2B5EF4-FFF2-40B4-BE49-F238E27FC236}">
                <a16:creationId xmlns:a16="http://schemas.microsoft.com/office/drawing/2014/main" id="{90E74C58-F3DC-4ED2-A5F1-28D53E823E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7716520"/>
              </p:ext>
            </p:extLst>
          </p:nvPr>
        </p:nvGraphicFramePr>
        <p:xfrm>
          <a:off x="2987675" y="2892425"/>
          <a:ext cx="762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307" name="Equation" r:id="rId25" imgW="761760" imgH="723600" progId="Equation.DSMT4">
                  <p:embed/>
                </p:oleObj>
              </mc:Choice>
              <mc:Fallback>
                <p:oleObj name="Equation" r:id="rId25" imgW="761760" imgH="723600" progId="Equation.DSMT4">
                  <p:embed/>
                  <p:pic>
                    <p:nvPicPr>
                      <p:cNvPr id="67596" name="Object 12">
                        <a:extLst>
                          <a:ext uri="{FF2B5EF4-FFF2-40B4-BE49-F238E27FC236}">
                            <a16:creationId xmlns:a16="http://schemas.microsoft.com/office/drawing/2014/main" id="{527A39FC-78EE-416D-892B-9EC7FF96BC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2892425"/>
                        <a:ext cx="7620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23">
            <a:extLst>
              <a:ext uri="{FF2B5EF4-FFF2-40B4-BE49-F238E27FC236}">
                <a16:creationId xmlns:a16="http://schemas.microsoft.com/office/drawing/2014/main" id="{B67A54D6-930A-4BB5-AA17-195C5A7872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2375" y="3917305"/>
            <a:ext cx="2514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为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斜渐近线</a:t>
            </a:r>
            <a:r>
              <a:rPr kumimoji="1" lang="en-US" altLang="zh-CN" sz="2400" b="1" dirty="0">
                <a:solidFill>
                  <a:srgbClr val="FF0000"/>
                </a:solidFill>
                <a:latin typeface="+mn-ea"/>
              </a:rPr>
              <a:t>.</a:t>
            </a:r>
            <a:endParaRPr kumimoji="1" lang="zh-CN" altLang="en-US" sz="2400" b="1" dirty="0">
              <a:solidFill>
                <a:srgbClr val="FF0000"/>
              </a:solidFill>
              <a:latin typeface="+mn-ea"/>
            </a:endParaRPr>
          </a:p>
        </p:txBody>
      </p:sp>
      <p:graphicFrame>
        <p:nvGraphicFramePr>
          <p:cNvPr id="22" name="Object 24">
            <a:extLst>
              <a:ext uri="{FF2B5EF4-FFF2-40B4-BE49-F238E27FC236}">
                <a16:creationId xmlns:a16="http://schemas.microsoft.com/office/drawing/2014/main" id="{41301C97-BBF9-4D3E-9219-11F25E9480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4045611"/>
              </p:ext>
            </p:extLst>
          </p:nvPr>
        </p:nvGraphicFramePr>
        <p:xfrm>
          <a:off x="554038" y="3786188"/>
          <a:ext cx="1955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308" name="Equation" r:id="rId27" imgW="1955520" imgH="723600" progId="Equation.DSMT4">
                  <p:embed/>
                </p:oleObj>
              </mc:Choice>
              <mc:Fallback>
                <p:oleObj name="Equation" r:id="rId27" imgW="1955520" imgH="723600" progId="Equation.DSMT4">
                  <p:embed/>
                  <p:pic>
                    <p:nvPicPr>
                      <p:cNvPr id="67608" name="Object 24">
                        <a:extLst>
                          <a:ext uri="{FF2B5EF4-FFF2-40B4-BE49-F238E27FC236}">
                            <a16:creationId xmlns:a16="http://schemas.microsoft.com/office/drawing/2014/main" id="{F9303537-6361-48B0-93F7-B29F833096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038" y="3786188"/>
                        <a:ext cx="19558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4801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12" grpId="0"/>
      <p:bldP spid="16" grpId="0" autoUpdateAnimBg="0"/>
      <p:bldP spid="21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0C6616AA-2388-4B70-AA42-3405996FA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483518"/>
            <a:ext cx="2667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5) 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求特殊点</a:t>
            </a:r>
          </a:p>
        </p:txBody>
      </p:sp>
      <p:graphicFrame>
        <p:nvGraphicFramePr>
          <p:cNvPr id="5" name="Object 16">
            <a:extLst>
              <a:ext uri="{FF2B5EF4-FFF2-40B4-BE49-F238E27FC236}">
                <a16:creationId xmlns:a16="http://schemas.microsoft.com/office/drawing/2014/main" id="{8EC5F6BA-1F29-43D5-BDF7-6137888F7A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0666181"/>
              </p:ext>
            </p:extLst>
          </p:nvPr>
        </p:nvGraphicFramePr>
        <p:xfrm>
          <a:off x="645171" y="1203598"/>
          <a:ext cx="3467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298" name="Equation" r:id="rId3" imgW="3466800" imgH="736560" progId="Equation.DSMT4">
                  <p:embed/>
                </p:oleObj>
              </mc:Choice>
              <mc:Fallback>
                <p:oleObj name="Equation" r:id="rId3" imgW="3466800" imgH="736560" progId="Equation.DSMT4">
                  <p:embed/>
                  <p:pic>
                    <p:nvPicPr>
                      <p:cNvPr id="67600" name="Object 16">
                        <a:extLst>
                          <a:ext uri="{FF2B5EF4-FFF2-40B4-BE49-F238E27FC236}">
                            <a16:creationId xmlns:a16="http://schemas.microsoft.com/office/drawing/2014/main" id="{00D08BFC-77A3-4C43-9321-49634362CC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171" y="1203598"/>
                        <a:ext cx="34671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6">
            <a:extLst>
              <a:ext uri="{FF2B5EF4-FFF2-40B4-BE49-F238E27FC236}">
                <a16:creationId xmlns:a16="http://schemas.microsoft.com/office/drawing/2014/main" id="{991504BD-65E6-48FB-8E35-2E5D7FE8CD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6427" y="2551393"/>
            <a:ext cx="1752600" cy="457200"/>
          </a:xfrm>
        </p:spPr>
        <p:txBody>
          <a:bodyPr>
            <a:normAutofit/>
          </a:bodyPr>
          <a:lstStyle/>
          <a:p>
            <a:pPr algn="l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6)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绘图</a:t>
            </a:r>
          </a:p>
        </p:txBody>
      </p:sp>
      <p:sp>
        <p:nvSpPr>
          <p:cNvPr id="46" name="Line 58">
            <a:extLst>
              <a:ext uri="{FF2B5EF4-FFF2-40B4-BE49-F238E27FC236}">
                <a16:creationId xmlns:a16="http://schemas.microsoft.com/office/drawing/2014/main" id="{968B2E69-C2B6-401C-8FDF-469A4D9034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80248" y="2364061"/>
            <a:ext cx="3013075" cy="738187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/>
          </a:p>
        </p:txBody>
      </p:sp>
      <p:grpSp>
        <p:nvGrpSpPr>
          <p:cNvPr id="47" name="Group 96">
            <a:extLst>
              <a:ext uri="{FF2B5EF4-FFF2-40B4-BE49-F238E27FC236}">
                <a16:creationId xmlns:a16="http://schemas.microsoft.com/office/drawing/2014/main" id="{26F174FE-5BB1-479A-BC6E-6FA04D6E53E0}"/>
              </a:ext>
            </a:extLst>
          </p:cNvPr>
          <p:cNvGrpSpPr>
            <a:grpSpLocks/>
          </p:cNvGrpSpPr>
          <p:nvPr/>
        </p:nvGrpSpPr>
        <p:grpSpPr bwMode="auto">
          <a:xfrm>
            <a:off x="6340723" y="1279798"/>
            <a:ext cx="1754188" cy="1211263"/>
            <a:chOff x="4344" y="1837"/>
            <a:chExt cx="1105" cy="763"/>
          </a:xfrm>
        </p:grpSpPr>
        <p:sp>
          <p:nvSpPr>
            <p:cNvPr id="48" name="Freeform 61">
              <a:extLst>
                <a:ext uri="{FF2B5EF4-FFF2-40B4-BE49-F238E27FC236}">
                  <a16:creationId xmlns:a16="http://schemas.microsoft.com/office/drawing/2014/main" id="{55D1B172-454D-469F-8A7B-F438C1522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" y="1837"/>
              <a:ext cx="417" cy="763"/>
            </a:xfrm>
            <a:custGeom>
              <a:avLst/>
              <a:gdLst>
                <a:gd name="T0" fmla="*/ 0 w 834"/>
                <a:gd name="T1" fmla="*/ 0 h 1525"/>
                <a:gd name="T2" fmla="*/ 14 w 834"/>
                <a:gd name="T3" fmla="*/ 236 h 1525"/>
                <a:gd name="T4" fmla="*/ 28 w 834"/>
                <a:gd name="T5" fmla="*/ 402 h 1525"/>
                <a:gd name="T6" fmla="*/ 28 w 834"/>
                <a:gd name="T7" fmla="*/ 555 h 1525"/>
                <a:gd name="T8" fmla="*/ 42 w 834"/>
                <a:gd name="T9" fmla="*/ 680 h 1525"/>
                <a:gd name="T10" fmla="*/ 69 w 834"/>
                <a:gd name="T11" fmla="*/ 860 h 1525"/>
                <a:gd name="T12" fmla="*/ 97 w 834"/>
                <a:gd name="T13" fmla="*/ 998 h 1525"/>
                <a:gd name="T14" fmla="*/ 111 w 834"/>
                <a:gd name="T15" fmla="*/ 1095 h 1525"/>
                <a:gd name="T16" fmla="*/ 139 w 834"/>
                <a:gd name="T17" fmla="*/ 1179 h 1525"/>
                <a:gd name="T18" fmla="*/ 167 w 834"/>
                <a:gd name="T19" fmla="*/ 1248 h 1525"/>
                <a:gd name="T20" fmla="*/ 194 w 834"/>
                <a:gd name="T21" fmla="*/ 1290 h 1525"/>
                <a:gd name="T22" fmla="*/ 236 w 834"/>
                <a:gd name="T23" fmla="*/ 1359 h 1525"/>
                <a:gd name="T24" fmla="*/ 250 w 834"/>
                <a:gd name="T25" fmla="*/ 1387 h 1525"/>
                <a:gd name="T26" fmla="*/ 278 w 834"/>
                <a:gd name="T27" fmla="*/ 1414 h 1525"/>
                <a:gd name="T28" fmla="*/ 333 w 834"/>
                <a:gd name="T29" fmla="*/ 1442 h 1525"/>
                <a:gd name="T30" fmla="*/ 375 w 834"/>
                <a:gd name="T31" fmla="*/ 1470 h 1525"/>
                <a:gd name="T32" fmla="*/ 417 w 834"/>
                <a:gd name="T33" fmla="*/ 1484 h 1525"/>
                <a:gd name="T34" fmla="*/ 458 w 834"/>
                <a:gd name="T35" fmla="*/ 1498 h 1525"/>
                <a:gd name="T36" fmla="*/ 500 w 834"/>
                <a:gd name="T37" fmla="*/ 1511 h 1525"/>
                <a:gd name="T38" fmla="*/ 528 w 834"/>
                <a:gd name="T39" fmla="*/ 1511 h 1525"/>
                <a:gd name="T40" fmla="*/ 556 w 834"/>
                <a:gd name="T41" fmla="*/ 1511 h 1525"/>
                <a:gd name="T42" fmla="*/ 583 w 834"/>
                <a:gd name="T43" fmla="*/ 1525 h 1525"/>
                <a:gd name="T44" fmla="*/ 597 w 834"/>
                <a:gd name="T45" fmla="*/ 1525 h 1525"/>
                <a:gd name="T46" fmla="*/ 611 w 834"/>
                <a:gd name="T47" fmla="*/ 1525 h 1525"/>
                <a:gd name="T48" fmla="*/ 625 w 834"/>
                <a:gd name="T49" fmla="*/ 1525 h 1525"/>
                <a:gd name="T50" fmla="*/ 639 w 834"/>
                <a:gd name="T51" fmla="*/ 1525 h 1525"/>
                <a:gd name="T52" fmla="*/ 653 w 834"/>
                <a:gd name="T53" fmla="*/ 1525 h 1525"/>
                <a:gd name="T54" fmla="*/ 653 w 834"/>
                <a:gd name="T55" fmla="*/ 1525 h 1525"/>
                <a:gd name="T56" fmla="*/ 653 w 834"/>
                <a:gd name="T57" fmla="*/ 1525 h 1525"/>
                <a:gd name="T58" fmla="*/ 667 w 834"/>
                <a:gd name="T59" fmla="*/ 1525 h 1525"/>
                <a:gd name="T60" fmla="*/ 667 w 834"/>
                <a:gd name="T61" fmla="*/ 1525 h 1525"/>
                <a:gd name="T62" fmla="*/ 667 w 834"/>
                <a:gd name="T63" fmla="*/ 1525 h 1525"/>
                <a:gd name="T64" fmla="*/ 681 w 834"/>
                <a:gd name="T65" fmla="*/ 1525 h 1525"/>
                <a:gd name="T66" fmla="*/ 681 w 834"/>
                <a:gd name="T67" fmla="*/ 1525 h 1525"/>
                <a:gd name="T68" fmla="*/ 681 w 834"/>
                <a:gd name="T69" fmla="*/ 1525 h 1525"/>
                <a:gd name="T70" fmla="*/ 681 w 834"/>
                <a:gd name="T71" fmla="*/ 1525 h 1525"/>
                <a:gd name="T72" fmla="*/ 681 w 834"/>
                <a:gd name="T73" fmla="*/ 1525 h 1525"/>
                <a:gd name="T74" fmla="*/ 695 w 834"/>
                <a:gd name="T75" fmla="*/ 1525 h 1525"/>
                <a:gd name="T76" fmla="*/ 695 w 834"/>
                <a:gd name="T77" fmla="*/ 1525 h 1525"/>
                <a:gd name="T78" fmla="*/ 695 w 834"/>
                <a:gd name="T79" fmla="*/ 1525 h 1525"/>
                <a:gd name="T80" fmla="*/ 695 w 834"/>
                <a:gd name="T81" fmla="*/ 1525 h 1525"/>
                <a:gd name="T82" fmla="*/ 695 w 834"/>
                <a:gd name="T83" fmla="*/ 1525 h 1525"/>
                <a:gd name="T84" fmla="*/ 708 w 834"/>
                <a:gd name="T85" fmla="*/ 1525 h 1525"/>
                <a:gd name="T86" fmla="*/ 708 w 834"/>
                <a:gd name="T87" fmla="*/ 1525 h 1525"/>
                <a:gd name="T88" fmla="*/ 722 w 834"/>
                <a:gd name="T89" fmla="*/ 1525 h 1525"/>
                <a:gd name="T90" fmla="*/ 722 w 834"/>
                <a:gd name="T91" fmla="*/ 1525 h 1525"/>
                <a:gd name="T92" fmla="*/ 736 w 834"/>
                <a:gd name="T93" fmla="*/ 1525 h 1525"/>
                <a:gd name="T94" fmla="*/ 764 w 834"/>
                <a:gd name="T95" fmla="*/ 1525 h 1525"/>
                <a:gd name="T96" fmla="*/ 778 w 834"/>
                <a:gd name="T97" fmla="*/ 1525 h 1525"/>
                <a:gd name="T98" fmla="*/ 834 w 834"/>
                <a:gd name="T99" fmla="*/ 1525 h 1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834" h="1525">
                  <a:moveTo>
                    <a:pt x="0" y="0"/>
                  </a:moveTo>
                  <a:lnTo>
                    <a:pt x="14" y="236"/>
                  </a:lnTo>
                  <a:lnTo>
                    <a:pt x="28" y="402"/>
                  </a:lnTo>
                  <a:lnTo>
                    <a:pt x="28" y="555"/>
                  </a:lnTo>
                  <a:lnTo>
                    <a:pt x="42" y="680"/>
                  </a:lnTo>
                  <a:lnTo>
                    <a:pt x="69" y="860"/>
                  </a:lnTo>
                  <a:lnTo>
                    <a:pt x="97" y="998"/>
                  </a:lnTo>
                  <a:lnTo>
                    <a:pt x="111" y="1095"/>
                  </a:lnTo>
                  <a:lnTo>
                    <a:pt x="139" y="1179"/>
                  </a:lnTo>
                  <a:lnTo>
                    <a:pt x="167" y="1248"/>
                  </a:lnTo>
                  <a:lnTo>
                    <a:pt x="194" y="1290"/>
                  </a:lnTo>
                  <a:lnTo>
                    <a:pt x="236" y="1359"/>
                  </a:lnTo>
                  <a:lnTo>
                    <a:pt x="250" y="1387"/>
                  </a:lnTo>
                  <a:lnTo>
                    <a:pt x="278" y="1414"/>
                  </a:lnTo>
                  <a:lnTo>
                    <a:pt x="333" y="1442"/>
                  </a:lnTo>
                  <a:lnTo>
                    <a:pt x="375" y="1470"/>
                  </a:lnTo>
                  <a:lnTo>
                    <a:pt x="417" y="1484"/>
                  </a:lnTo>
                  <a:lnTo>
                    <a:pt x="458" y="1498"/>
                  </a:lnTo>
                  <a:lnTo>
                    <a:pt x="500" y="1511"/>
                  </a:lnTo>
                  <a:lnTo>
                    <a:pt x="528" y="1511"/>
                  </a:lnTo>
                  <a:lnTo>
                    <a:pt x="556" y="1511"/>
                  </a:lnTo>
                  <a:lnTo>
                    <a:pt x="583" y="1525"/>
                  </a:lnTo>
                  <a:lnTo>
                    <a:pt x="597" y="1525"/>
                  </a:lnTo>
                  <a:lnTo>
                    <a:pt x="611" y="1525"/>
                  </a:lnTo>
                  <a:lnTo>
                    <a:pt x="625" y="1525"/>
                  </a:lnTo>
                  <a:lnTo>
                    <a:pt x="639" y="1525"/>
                  </a:lnTo>
                  <a:lnTo>
                    <a:pt x="653" y="1525"/>
                  </a:lnTo>
                  <a:lnTo>
                    <a:pt x="653" y="1525"/>
                  </a:lnTo>
                  <a:lnTo>
                    <a:pt x="653" y="1525"/>
                  </a:lnTo>
                  <a:lnTo>
                    <a:pt x="667" y="1525"/>
                  </a:lnTo>
                  <a:lnTo>
                    <a:pt x="667" y="1525"/>
                  </a:lnTo>
                  <a:lnTo>
                    <a:pt x="667" y="1525"/>
                  </a:lnTo>
                  <a:lnTo>
                    <a:pt x="681" y="1525"/>
                  </a:lnTo>
                  <a:lnTo>
                    <a:pt x="681" y="1525"/>
                  </a:lnTo>
                  <a:lnTo>
                    <a:pt x="681" y="1525"/>
                  </a:lnTo>
                  <a:lnTo>
                    <a:pt x="681" y="1525"/>
                  </a:lnTo>
                  <a:lnTo>
                    <a:pt x="681" y="1525"/>
                  </a:lnTo>
                  <a:lnTo>
                    <a:pt x="695" y="1525"/>
                  </a:lnTo>
                  <a:lnTo>
                    <a:pt x="695" y="1525"/>
                  </a:lnTo>
                  <a:lnTo>
                    <a:pt x="695" y="1525"/>
                  </a:lnTo>
                  <a:lnTo>
                    <a:pt x="695" y="1525"/>
                  </a:lnTo>
                  <a:lnTo>
                    <a:pt x="695" y="1525"/>
                  </a:lnTo>
                  <a:lnTo>
                    <a:pt x="708" y="1525"/>
                  </a:lnTo>
                  <a:lnTo>
                    <a:pt x="708" y="1525"/>
                  </a:lnTo>
                  <a:lnTo>
                    <a:pt x="722" y="1525"/>
                  </a:lnTo>
                  <a:lnTo>
                    <a:pt x="722" y="1525"/>
                  </a:lnTo>
                  <a:lnTo>
                    <a:pt x="736" y="1525"/>
                  </a:lnTo>
                  <a:lnTo>
                    <a:pt x="764" y="1525"/>
                  </a:lnTo>
                  <a:lnTo>
                    <a:pt x="778" y="1525"/>
                  </a:lnTo>
                  <a:lnTo>
                    <a:pt x="834" y="1525"/>
                  </a:lnTo>
                </a:path>
              </a:pathLst>
            </a:custGeom>
            <a:noFill/>
            <a:ln w="12700">
              <a:solidFill>
                <a:srgbClr val="0064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62">
              <a:extLst>
                <a:ext uri="{FF2B5EF4-FFF2-40B4-BE49-F238E27FC236}">
                  <a16:creationId xmlns:a16="http://schemas.microsoft.com/office/drawing/2014/main" id="{7C6BB9E4-9926-424B-9544-429767E55E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1" y="2475"/>
              <a:ext cx="688" cy="125"/>
            </a:xfrm>
            <a:custGeom>
              <a:avLst/>
              <a:gdLst>
                <a:gd name="T0" fmla="*/ 0 w 1375"/>
                <a:gd name="T1" fmla="*/ 249 h 249"/>
                <a:gd name="T2" fmla="*/ 83 w 1375"/>
                <a:gd name="T3" fmla="*/ 235 h 249"/>
                <a:gd name="T4" fmla="*/ 180 w 1375"/>
                <a:gd name="T5" fmla="*/ 222 h 249"/>
                <a:gd name="T6" fmla="*/ 277 w 1375"/>
                <a:gd name="T7" fmla="*/ 208 h 249"/>
                <a:gd name="T8" fmla="*/ 361 w 1375"/>
                <a:gd name="T9" fmla="*/ 194 h 249"/>
                <a:gd name="T10" fmla="*/ 458 w 1375"/>
                <a:gd name="T11" fmla="*/ 180 h 249"/>
                <a:gd name="T12" fmla="*/ 555 w 1375"/>
                <a:gd name="T13" fmla="*/ 166 h 249"/>
                <a:gd name="T14" fmla="*/ 639 w 1375"/>
                <a:gd name="T15" fmla="*/ 152 h 249"/>
                <a:gd name="T16" fmla="*/ 736 w 1375"/>
                <a:gd name="T17" fmla="*/ 125 h 249"/>
                <a:gd name="T18" fmla="*/ 833 w 1375"/>
                <a:gd name="T19" fmla="*/ 111 h 249"/>
                <a:gd name="T20" fmla="*/ 916 w 1375"/>
                <a:gd name="T21" fmla="*/ 97 h 249"/>
                <a:gd name="T22" fmla="*/ 1014 w 1375"/>
                <a:gd name="T23" fmla="*/ 69 h 249"/>
                <a:gd name="T24" fmla="*/ 1097 w 1375"/>
                <a:gd name="T25" fmla="*/ 55 h 249"/>
                <a:gd name="T26" fmla="*/ 1194 w 1375"/>
                <a:gd name="T27" fmla="*/ 41 h 249"/>
                <a:gd name="T28" fmla="*/ 1292 w 1375"/>
                <a:gd name="T29" fmla="*/ 14 h 249"/>
                <a:gd name="T30" fmla="*/ 1375 w 1375"/>
                <a:gd name="T31" fmla="*/ 0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75" h="249">
                  <a:moveTo>
                    <a:pt x="0" y="249"/>
                  </a:moveTo>
                  <a:lnTo>
                    <a:pt x="83" y="235"/>
                  </a:lnTo>
                  <a:lnTo>
                    <a:pt x="180" y="222"/>
                  </a:lnTo>
                  <a:lnTo>
                    <a:pt x="277" y="208"/>
                  </a:lnTo>
                  <a:lnTo>
                    <a:pt x="361" y="194"/>
                  </a:lnTo>
                  <a:lnTo>
                    <a:pt x="458" y="180"/>
                  </a:lnTo>
                  <a:lnTo>
                    <a:pt x="555" y="166"/>
                  </a:lnTo>
                  <a:lnTo>
                    <a:pt x="639" y="152"/>
                  </a:lnTo>
                  <a:lnTo>
                    <a:pt x="736" y="125"/>
                  </a:lnTo>
                  <a:lnTo>
                    <a:pt x="833" y="111"/>
                  </a:lnTo>
                  <a:lnTo>
                    <a:pt x="916" y="97"/>
                  </a:lnTo>
                  <a:lnTo>
                    <a:pt x="1014" y="69"/>
                  </a:lnTo>
                  <a:lnTo>
                    <a:pt x="1097" y="55"/>
                  </a:lnTo>
                  <a:lnTo>
                    <a:pt x="1194" y="41"/>
                  </a:lnTo>
                  <a:lnTo>
                    <a:pt x="1292" y="14"/>
                  </a:lnTo>
                  <a:lnTo>
                    <a:pt x="1375" y="0"/>
                  </a:lnTo>
                </a:path>
              </a:pathLst>
            </a:custGeom>
            <a:noFill/>
            <a:ln w="15875">
              <a:solidFill>
                <a:srgbClr val="0064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0" name="Group 95">
            <a:extLst>
              <a:ext uri="{FF2B5EF4-FFF2-40B4-BE49-F238E27FC236}">
                <a16:creationId xmlns:a16="http://schemas.microsoft.com/office/drawing/2014/main" id="{03D46B81-45A4-450D-A533-AB0765ECF097}"/>
              </a:ext>
            </a:extLst>
          </p:cNvPr>
          <p:cNvGrpSpPr>
            <a:grpSpLocks/>
          </p:cNvGrpSpPr>
          <p:nvPr/>
        </p:nvGrpSpPr>
        <p:grpSpPr bwMode="auto">
          <a:xfrm>
            <a:off x="5070723" y="3105423"/>
            <a:ext cx="1147763" cy="1211263"/>
            <a:chOff x="3544" y="2974"/>
            <a:chExt cx="723" cy="763"/>
          </a:xfrm>
        </p:grpSpPr>
        <p:sp>
          <p:nvSpPr>
            <p:cNvPr id="51" name="Freeform 63">
              <a:extLst>
                <a:ext uri="{FF2B5EF4-FFF2-40B4-BE49-F238E27FC236}">
                  <a16:creationId xmlns:a16="http://schemas.microsoft.com/office/drawing/2014/main" id="{0B2E350D-3FCA-4166-A4D7-E786202EDA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" y="2974"/>
              <a:ext cx="570" cy="49"/>
            </a:xfrm>
            <a:custGeom>
              <a:avLst/>
              <a:gdLst>
                <a:gd name="T0" fmla="*/ 0 w 1140"/>
                <a:gd name="T1" fmla="*/ 97 h 97"/>
                <a:gd name="T2" fmla="*/ 70 w 1140"/>
                <a:gd name="T3" fmla="*/ 83 h 97"/>
                <a:gd name="T4" fmla="*/ 125 w 1140"/>
                <a:gd name="T5" fmla="*/ 69 h 97"/>
                <a:gd name="T6" fmla="*/ 181 w 1140"/>
                <a:gd name="T7" fmla="*/ 69 h 97"/>
                <a:gd name="T8" fmla="*/ 250 w 1140"/>
                <a:gd name="T9" fmla="*/ 55 h 97"/>
                <a:gd name="T10" fmla="*/ 306 w 1140"/>
                <a:gd name="T11" fmla="*/ 42 h 97"/>
                <a:gd name="T12" fmla="*/ 362 w 1140"/>
                <a:gd name="T13" fmla="*/ 42 h 97"/>
                <a:gd name="T14" fmla="*/ 431 w 1140"/>
                <a:gd name="T15" fmla="*/ 28 h 97"/>
                <a:gd name="T16" fmla="*/ 487 w 1140"/>
                <a:gd name="T17" fmla="*/ 14 h 97"/>
                <a:gd name="T18" fmla="*/ 542 w 1140"/>
                <a:gd name="T19" fmla="*/ 14 h 97"/>
                <a:gd name="T20" fmla="*/ 612 w 1140"/>
                <a:gd name="T21" fmla="*/ 14 h 97"/>
                <a:gd name="T22" fmla="*/ 639 w 1140"/>
                <a:gd name="T23" fmla="*/ 0 h 97"/>
                <a:gd name="T24" fmla="*/ 667 w 1140"/>
                <a:gd name="T25" fmla="*/ 0 h 97"/>
                <a:gd name="T26" fmla="*/ 695 w 1140"/>
                <a:gd name="T27" fmla="*/ 0 h 97"/>
                <a:gd name="T28" fmla="*/ 709 w 1140"/>
                <a:gd name="T29" fmla="*/ 0 h 97"/>
                <a:gd name="T30" fmla="*/ 723 w 1140"/>
                <a:gd name="T31" fmla="*/ 0 h 97"/>
                <a:gd name="T32" fmla="*/ 737 w 1140"/>
                <a:gd name="T33" fmla="*/ 0 h 97"/>
                <a:gd name="T34" fmla="*/ 737 w 1140"/>
                <a:gd name="T35" fmla="*/ 0 h 97"/>
                <a:gd name="T36" fmla="*/ 751 w 1140"/>
                <a:gd name="T37" fmla="*/ 0 h 97"/>
                <a:gd name="T38" fmla="*/ 751 w 1140"/>
                <a:gd name="T39" fmla="*/ 0 h 97"/>
                <a:gd name="T40" fmla="*/ 751 w 1140"/>
                <a:gd name="T41" fmla="*/ 0 h 97"/>
                <a:gd name="T42" fmla="*/ 751 w 1140"/>
                <a:gd name="T43" fmla="*/ 0 h 97"/>
                <a:gd name="T44" fmla="*/ 751 w 1140"/>
                <a:gd name="T45" fmla="*/ 0 h 97"/>
                <a:gd name="T46" fmla="*/ 764 w 1140"/>
                <a:gd name="T47" fmla="*/ 0 h 97"/>
                <a:gd name="T48" fmla="*/ 764 w 1140"/>
                <a:gd name="T49" fmla="*/ 0 h 97"/>
                <a:gd name="T50" fmla="*/ 764 w 1140"/>
                <a:gd name="T51" fmla="*/ 0 h 97"/>
                <a:gd name="T52" fmla="*/ 764 w 1140"/>
                <a:gd name="T53" fmla="*/ 0 h 97"/>
                <a:gd name="T54" fmla="*/ 764 w 1140"/>
                <a:gd name="T55" fmla="*/ 0 h 97"/>
                <a:gd name="T56" fmla="*/ 764 w 1140"/>
                <a:gd name="T57" fmla="*/ 0 h 97"/>
                <a:gd name="T58" fmla="*/ 764 w 1140"/>
                <a:gd name="T59" fmla="*/ 0 h 97"/>
                <a:gd name="T60" fmla="*/ 764 w 1140"/>
                <a:gd name="T61" fmla="*/ 0 h 97"/>
                <a:gd name="T62" fmla="*/ 778 w 1140"/>
                <a:gd name="T63" fmla="*/ 0 h 97"/>
                <a:gd name="T64" fmla="*/ 778 w 1140"/>
                <a:gd name="T65" fmla="*/ 0 h 97"/>
                <a:gd name="T66" fmla="*/ 778 w 1140"/>
                <a:gd name="T67" fmla="*/ 0 h 97"/>
                <a:gd name="T68" fmla="*/ 778 w 1140"/>
                <a:gd name="T69" fmla="*/ 0 h 97"/>
                <a:gd name="T70" fmla="*/ 792 w 1140"/>
                <a:gd name="T71" fmla="*/ 0 h 97"/>
                <a:gd name="T72" fmla="*/ 792 w 1140"/>
                <a:gd name="T73" fmla="*/ 0 h 97"/>
                <a:gd name="T74" fmla="*/ 806 w 1140"/>
                <a:gd name="T75" fmla="*/ 0 h 97"/>
                <a:gd name="T76" fmla="*/ 820 w 1140"/>
                <a:gd name="T77" fmla="*/ 0 h 97"/>
                <a:gd name="T78" fmla="*/ 834 w 1140"/>
                <a:gd name="T79" fmla="*/ 0 h 97"/>
                <a:gd name="T80" fmla="*/ 848 w 1140"/>
                <a:gd name="T81" fmla="*/ 0 h 97"/>
                <a:gd name="T82" fmla="*/ 876 w 1140"/>
                <a:gd name="T83" fmla="*/ 0 h 97"/>
                <a:gd name="T84" fmla="*/ 917 w 1140"/>
                <a:gd name="T85" fmla="*/ 14 h 97"/>
                <a:gd name="T86" fmla="*/ 945 w 1140"/>
                <a:gd name="T87" fmla="*/ 14 h 97"/>
                <a:gd name="T88" fmla="*/ 973 w 1140"/>
                <a:gd name="T89" fmla="*/ 14 h 97"/>
                <a:gd name="T90" fmla="*/ 1001 w 1140"/>
                <a:gd name="T91" fmla="*/ 28 h 97"/>
                <a:gd name="T92" fmla="*/ 1028 w 1140"/>
                <a:gd name="T93" fmla="*/ 42 h 97"/>
                <a:gd name="T94" fmla="*/ 1084 w 1140"/>
                <a:gd name="T95" fmla="*/ 55 h 97"/>
                <a:gd name="T96" fmla="*/ 1112 w 1140"/>
                <a:gd name="T97" fmla="*/ 83 h 97"/>
                <a:gd name="T98" fmla="*/ 1140 w 1140"/>
                <a:gd name="T99" fmla="*/ 9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140" h="97">
                  <a:moveTo>
                    <a:pt x="0" y="97"/>
                  </a:moveTo>
                  <a:lnTo>
                    <a:pt x="70" y="83"/>
                  </a:lnTo>
                  <a:lnTo>
                    <a:pt x="125" y="69"/>
                  </a:lnTo>
                  <a:lnTo>
                    <a:pt x="181" y="69"/>
                  </a:lnTo>
                  <a:lnTo>
                    <a:pt x="250" y="55"/>
                  </a:lnTo>
                  <a:lnTo>
                    <a:pt x="306" y="42"/>
                  </a:lnTo>
                  <a:lnTo>
                    <a:pt x="362" y="42"/>
                  </a:lnTo>
                  <a:lnTo>
                    <a:pt x="431" y="28"/>
                  </a:lnTo>
                  <a:lnTo>
                    <a:pt x="487" y="14"/>
                  </a:lnTo>
                  <a:lnTo>
                    <a:pt x="542" y="14"/>
                  </a:lnTo>
                  <a:lnTo>
                    <a:pt x="612" y="14"/>
                  </a:lnTo>
                  <a:lnTo>
                    <a:pt x="639" y="0"/>
                  </a:lnTo>
                  <a:lnTo>
                    <a:pt x="667" y="0"/>
                  </a:lnTo>
                  <a:lnTo>
                    <a:pt x="695" y="0"/>
                  </a:lnTo>
                  <a:lnTo>
                    <a:pt x="709" y="0"/>
                  </a:lnTo>
                  <a:lnTo>
                    <a:pt x="723" y="0"/>
                  </a:lnTo>
                  <a:lnTo>
                    <a:pt x="737" y="0"/>
                  </a:lnTo>
                  <a:lnTo>
                    <a:pt x="737" y="0"/>
                  </a:lnTo>
                  <a:lnTo>
                    <a:pt x="751" y="0"/>
                  </a:lnTo>
                  <a:lnTo>
                    <a:pt x="751" y="0"/>
                  </a:lnTo>
                  <a:lnTo>
                    <a:pt x="751" y="0"/>
                  </a:lnTo>
                  <a:lnTo>
                    <a:pt x="751" y="0"/>
                  </a:lnTo>
                  <a:lnTo>
                    <a:pt x="751" y="0"/>
                  </a:lnTo>
                  <a:lnTo>
                    <a:pt x="764" y="0"/>
                  </a:lnTo>
                  <a:lnTo>
                    <a:pt x="764" y="0"/>
                  </a:lnTo>
                  <a:lnTo>
                    <a:pt x="764" y="0"/>
                  </a:lnTo>
                  <a:lnTo>
                    <a:pt x="764" y="0"/>
                  </a:lnTo>
                  <a:lnTo>
                    <a:pt x="764" y="0"/>
                  </a:lnTo>
                  <a:lnTo>
                    <a:pt x="764" y="0"/>
                  </a:lnTo>
                  <a:lnTo>
                    <a:pt x="764" y="0"/>
                  </a:lnTo>
                  <a:lnTo>
                    <a:pt x="764" y="0"/>
                  </a:lnTo>
                  <a:lnTo>
                    <a:pt x="778" y="0"/>
                  </a:lnTo>
                  <a:lnTo>
                    <a:pt x="778" y="0"/>
                  </a:lnTo>
                  <a:lnTo>
                    <a:pt x="778" y="0"/>
                  </a:lnTo>
                  <a:lnTo>
                    <a:pt x="778" y="0"/>
                  </a:lnTo>
                  <a:lnTo>
                    <a:pt x="792" y="0"/>
                  </a:lnTo>
                  <a:lnTo>
                    <a:pt x="792" y="0"/>
                  </a:lnTo>
                  <a:lnTo>
                    <a:pt x="806" y="0"/>
                  </a:lnTo>
                  <a:lnTo>
                    <a:pt x="820" y="0"/>
                  </a:lnTo>
                  <a:lnTo>
                    <a:pt x="834" y="0"/>
                  </a:lnTo>
                  <a:lnTo>
                    <a:pt x="848" y="0"/>
                  </a:lnTo>
                  <a:lnTo>
                    <a:pt x="876" y="0"/>
                  </a:lnTo>
                  <a:lnTo>
                    <a:pt x="917" y="14"/>
                  </a:lnTo>
                  <a:lnTo>
                    <a:pt x="945" y="14"/>
                  </a:lnTo>
                  <a:lnTo>
                    <a:pt x="973" y="14"/>
                  </a:lnTo>
                  <a:lnTo>
                    <a:pt x="1001" y="28"/>
                  </a:lnTo>
                  <a:lnTo>
                    <a:pt x="1028" y="42"/>
                  </a:lnTo>
                  <a:lnTo>
                    <a:pt x="1084" y="55"/>
                  </a:lnTo>
                  <a:lnTo>
                    <a:pt x="1112" y="83"/>
                  </a:lnTo>
                  <a:lnTo>
                    <a:pt x="1140" y="97"/>
                  </a:lnTo>
                </a:path>
              </a:pathLst>
            </a:custGeom>
            <a:noFill/>
            <a:ln w="12700">
              <a:solidFill>
                <a:srgbClr val="0064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Freeform 64">
              <a:extLst>
                <a:ext uri="{FF2B5EF4-FFF2-40B4-BE49-F238E27FC236}">
                  <a16:creationId xmlns:a16="http://schemas.microsoft.com/office/drawing/2014/main" id="{D7251DED-1098-4317-9388-8DE2FC4A6D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4" y="3023"/>
              <a:ext cx="153" cy="714"/>
            </a:xfrm>
            <a:custGeom>
              <a:avLst/>
              <a:gdLst>
                <a:gd name="T0" fmla="*/ 0 w 305"/>
                <a:gd name="T1" fmla="*/ 0 h 1428"/>
                <a:gd name="T2" fmla="*/ 41 w 305"/>
                <a:gd name="T3" fmla="*/ 28 h 1428"/>
                <a:gd name="T4" fmla="*/ 69 w 305"/>
                <a:gd name="T5" fmla="*/ 55 h 1428"/>
                <a:gd name="T6" fmla="*/ 97 w 305"/>
                <a:gd name="T7" fmla="*/ 97 h 1428"/>
                <a:gd name="T8" fmla="*/ 125 w 305"/>
                <a:gd name="T9" fmla="*/ 139 h 1428"/>
                <a:gd name="T10" fmla="*/ 152 w 305"/>
                <a:gd name="T11" fmla="*/ 208 h 1428"/>
                <a:gd name="T12" fmla="*/ 180 w 305"/>
                <a:gd name="T13" fmla="*/ 291 h 1428"/>
                <a:gd name="T14" fmla="*/ 194 w 305"/>
                <a:gd name="T15" fmla="*/ 347 h 1428"/>
                <a:gd name="T16" fmla="*/ 208 w 305"/>
                <a:gd name="T17" fmla="*/ 402 h 1428"/>
                <a:gd name="T18" fmla="*/ 236 w 305"/>
                <a:gd name="T19" fmla="*/ 568 h 1428"/>
                <a:gd name="T20" fmla="*/ 250 w 305"/>
                <a:gd name="T21" fmla="*/ 679 h 1428"/>
                <a:gd name="T22" fmla="*/ 277 w 305"/>
                <a:gd name="T23" fmla="*/ 818 h 1428"/>
                <a:gd name="T24" fmla="*/ 291 w 305"/>
                <a:gd name="T25" fmla="*/ 998 h 1428"/>
                <a:gd name="T26" fmla="*/ 305 w 305"/>
                <a:gd name="T27" fmla="*/ 1234 h 1428"/>
                <a:gd name="T28" fmla="*/ 305 w 305"/>
                <a:gd name="T29" fmla="*/ 1428 h 1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05" h="1428">
                  <a:moveTo>
                    <a:pt x="0" y="0"/>
                  </a:moveTo>
                  <a:lnTo>
                    <a:pt x="41" y="28"/>
                  </a:lnTo>
                  <a:lnTo>
                    <a:pt x="69" y="55"/>
                  </a:lnTo>
                  <a:lnTo>
                    <a:pt x="97" y="97"/>
                  </a:lnTo>
                  <a:lnTo>
                    <a:pt x="125" y="139"/>
                  </a:lnTo>
                  <a:lnTo>
                    <a:pt x="152" y="208"/>
                  </a:lnTo>
                  <a:lnTo>
                    <a:pt x="180" y="291"/>
                  </a:lnTo>
                  <a:lnTo>
                    <a:pt x="194" y="347"/>
                  </a:lnTo>
                  <a:lnTo>
                    <a:pt x="208" y="402"/>
                  </a:lnTo>
                  <a:lnTo>
                    <a:pt x="236" y="568"/>
                  </a:lnTo>
                  <a:lnTo>
                    <a:pt x="250" y="679"/>
                  </a:lnTo>
                  <a:lnTo>
                    <a:pt x="277" y="818"/>
                  </a:lnTo>
                  <a:lnTo>
                    <a:pt x="291" y="998"/>
                  </a:lnTo>
                  <a:lnTo>
                    <a:pt x="305" y="1234"/>
                  </a:lnTo>
                  <a:lnTo>
                    <a:pt x="305" y="1428"/>
                  </a:lnTo>
                </a:path>
              </a:pathLst>
            </a:custGeom>
            <a:noFill/>
            <a:ln w="19050">
              <a:solidFill>
                <a:srgbClr val="0064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3" name="Group 88">
            <a:extLst>
              <a:ext uri="{FF2B5EF4-FFF2-40B4-BE49-F238E27FC236}">
                <a16:creationId xmlns:a16="http://schemas.microsoft.com/office/drawing/2014/main" id="{0ED00F66-F012-45D9-B0B8-EEEDEAC2423E}"/>
              </a:ext>
            </a:extLst>
          </p:cNvPr>
          <p:cNvGrpSpPr>
            <a:grpSpLocks/>
          </p:cNvGrpSpPr>
          <p:nvPr/>
        </p:nvGrpSpPr>
        <p:grpSpPr bwMode="auto">
          <a:xfrm>
            <a:off x="5510464" y="2270401"/>
            <a:ext cx="233363" cy="876300"/>
            <a:chOff x="3821" y="2448"/>
            <a:chExt cx="147" cy="552"/>
          </a:xfrm>
        </p:grpSpPr>
        <p:sp>
          <p:nvSpPr>
            <p:cNvPr id="54" name="Line 70">
              <a:extLst>
                <a:ext uri="{FF2B5EF4-FFF2-40B4-BE49-F238E27FC236}">
                  <a16:creationId xmlns:a16="http://schemas.microsoft.com/office/drawing/2014/main" id="{C4EF21A3-47C9-4789-8343-92FB6CDB1E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26" y="2592"/>
              <a:ext cx="0" cy="3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Oval 71">
              <a:extLst>
                <a:ext uri="{FF2B5EF4-FFF2-40B4-BE49-F238E27FC236}">
                  <a16:creationId xmlns:a16="http://schemas.microsoft.com/office/drawing/2014/main" id="{9519EC98-D7EE-485B-A02F-DE53ACA069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7" y="2950"/>
              <a:ext cx="50" cy="5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6" name="Object 76">
              <a:extLst>
                <a:ext uri="{FF2B5EF4-FFF2-40B4-BE49-F238E27FC236}">
                  <a16:creationId xmlns:a16="http://schemas.microsoft.com/office/drawing/2014/main" id="{8D0C8F33-CA89-4617-9225-67B79E596C2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55149050"/>
                </p:ext>
              </p:extLst>
            </p:nvPr>
          </p:nvGraphicFramePr>
          <p:xfrm>
            <a:off x="3821" y="2448"/>
            <a:ext cx="147" cy="1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3299" name="Equation" r:id="rId5" imgW="291960" imgH="228600" progId="Equation.DSMT4">
                    <p:embed/>
                  </p:oleObj>
                </mc:Choice>
                <mc:Fallback>
                  <p:oleObj name="Equation" r:id="rId5" imgW="291960" imgH="228600" progId="Equation.DSMT4">
                    <p:embed/>
                    <p:pic>
                      <p:nvPicPr>
                        <p:cNvPr id="14" name="Object 76">
                          <a:extLst>
                            <a:ext uri="{FF2B5EF4-FFF2-40B4-BE49-F238E27FC236}">
                              <a16:creationId xmlns:a16="http://schemas.microsoft.com/office/drawing/2014/main" id="{BFEFD461-9F11-4F6F-8258-C770B82CA47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21" y="2448"/>
                          <a:ext cx="147" cy="1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7" name="Group 86">
            <a:extLst>
              <a:ext uri="{FF2B5EF4-FFF2-40B4-BE49-F238E27FC236}">
                <a16:creationId xmlns:a16="http://schemas.microsoft.com/office/drawing/2014/main" id="{A6B2B003-477B-43D3-B265-078F69329537}"/>
              </a:ext>
            </a:extLst>
          </p:cNvPr>
          <p:cNvGrpSpPr>
            <a:grpSpLocks/>
          </p:cNvGrpSpPr>
          <p:nvPr/>
        </p:nvGrpSpPr>
        <p:grpSpPr bwMode="auto">
          <a:xfrm>
            <a:off x="4924681" y="2264051"/>
            <a:ext cx="244475" cy="882650"/>
            <a:chOff x="3452" y="2444"/>
            <a:chExt cx="154" cy="556"/>
          </a:xfrm>
        </p:grpSpPr>
        <p:sp>
          <p:nvSpPr>
            <p:cNvPr id="58" name="Line 68">
              <a:extLst>
                <a:ext uri="{FF2B5EF4-FFF2-40B4-BE49-F238E27FC236}">
                  <a16:creationId xmlns:a16="http://schemas.microsoft.com/office/drawing/2014/main" id="{A84310DC-054B-48AD-8CE9-476AD0D394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0" y="2586"/>
              <a:ext cx="1" cy="38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Oval 75">
              <a:extLst>
                <a:ext uri="{FF2B5EF4-FFF2-40B4-BE49-F238E27FC236}">
                  <a16:creationId xmlns:a16="http://schemas.microsoft.com/office/drawing/2014/main" id="{2E4166D3-FAE7-4B07-A67F-28DB542D42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4" y="2950"/>
              <a:ext cx="50" cy="5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0" name="Object 78">
              <a:extLst>
                <a:ext uri="{FF2B5EF4-FFF2-40B4-BE49-F238E27FC236}">
                  <a16:creationId xmlns:a16="http://schemas.microsoft.com/office/drawing/2014/main" id="{D8C32AB9-69AA-490B-8854-40038492130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3497824"/>
                </p:ext>
              </p:extLst>
            </p:nvPr>
          </p:nvGraphicFramePr>
          <p:xfrm>
            <a:off x="3452" y="2444"/>
            <a:ext cx="154" cy="1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3300" name="Equation" r:id="rId7" imgW="304560" imgH="228600" progId="Equation.DSMT4">
                    <p:embed/>
                  </p:oleObj>
                </mc:Choice>
                <mc:Fallback>
                  <p:oleObj name="Equation" r:id="rId7" imgW="304560" imgH="228600" progId="Equation.DSMT4">
                    <p:embed/>
                    <p:pic>
                      <p:nvPicPr>
                        <p:cNvPr id="18" name="Object 78">
                          <a:extLst>
                            <a:ext uri="{FF2B5EF4-FFF2-40B4-BE49-F238E27FC236}">
                              <a16:creationId xmlns:a16="http://schemas.microsoft.com/office/drawing/2014/main" id="{F87C1FDB-8AEF-456F-8307-5A7D05FE03B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2" y="2444"/>
                          <a:ext cx="154" cy="1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" name="Group 92">
            <a:extLst>
              <a:ext uri="{FF2B5EF4-FFF2-40B4-BE49-F238E27FC236}">
                <a16:creationId xmlns:a16="http://schemas.microsoft.com/office/drawing/2014/main" id="{D610A212-B23C-420D-8944-DB32A2BFBD74}"/>
              </a:ext>
            </a:extLst>
          </p:cNvPr>
          <p:cNvGrpSpPr>
            <a:grpSpLocks/>
          </p:cNvGrpSpPr>
          <p:nvPr/>
        </p:nvGrpSpPr>
        <p:grpSpPr bwMode="auto">
          <a:xfrm>
            <a:off x="5004048" y="1203598"/>
            <a:ext cx="3203575" cy="3124200"/>
            <a:chOff x="3502" y="1776"/>
            <a:chExt cx="2018" cy="1968"/>
          </a:xfrm>
        </p:grpSpPr>
        <p:grpSp>
          <p:nvGrpSpPr>
            <p:cNvPr id="62" name="Group 65">
              <a:extLst>
                <a:ext uri="{FF2B5EF4-FFF2-40B4-BE49-F238E27FC236}">
                  <a16:creationId xmlns:a16="http://schemas.microsoft.com/office/drawing/2014/main" id="{BD7B7BCC-C313-4259-8744-956D444A22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2" y="1776"/>
              <a:ext cx="2018" cy="1968"/>
              <a:chOff x="672" y="0"/>
              <a:chExt cx="4032" cy="3936"/>
            </a:xfrm>
          </p:grpSpPr>
          <p:sp>
            <p:nvSpPr>
              <p:cNvPr id="66" name="Line 66">
                <a:extLst>
                  <a:ext uri="{FF2B5EF4-FFF2-40B4-BE49-F238E27FC236}">
                    <a16:creationId xmlns:a16="http://schemas.microsoft.com/office/drawing/2014/main" id="{478AAE5A-506D-4D6E-A095-C884F1DC02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1645"/>
                <a:ext cx="403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67" name="Line 67">
                <a:extLst>
                  <a:ext uri="{FF2B5EF4-FFF2-40B4-BE49-F238E27FC236}">
                    <a16:creationId xmlns:a16="http://schemas.microsoft.com/office/drawing/2014/main" id="{CE681EFD-2B98-410F-BC06-B27DBBA9F9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92" y="0"/>
                <a:ext cx="0" cy="39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63" name="Object 79">
              <a:extLst>
                <a:ext uri="{FF2B5EF4-FFF2-40B4-BE49-F238E27FC236}">
                  <a16:creationId xmlns:a16="http://schemas.microsoft.com/office/drawing/2014/main" id="{3BB58F6B-56CF-4B6A-BEA5-05380153766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88675477"/>
                </p:ext>
              </p:extLst>
            </p:nvPr>
          </p:nvGraphicFramePr>
          <p:xfrm>
            <a:off x="4143" y="2645"/>
            <a:ext cx="113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3301" name="Equation" r:id="rId9" imgW="228600" imgH="241200" progId="Equation.DSMT4">
                    <p:embed/>
                  </p:oleObj>
                </mc:Choice>
                <mc:Fallback>
                  <p:oleObj name="Equation" r:id="rId9" imgW="228600" imgH="241200" progId="Equation.DSMT4">
                    <p:embed/>
                    <p:pic>
                      <p:nvPicPr>
                        <p:cNvPr id="21" name="Object 79">
                          <a:extLst>
                            <a:ext uri="{FF2B5EF4-FFF2-40B4-BE49-F238E27FC236}">
                              <a16:creationId xmlns:a16="http://schemas.microsoft.com/office/drawing/2014/main" id="{06B17F1E-3B9B-473F-A934-5B241E953F6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3" y="2645"/>
                          <a:ext cx="113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" name="Object 80">
              <a:extLst>
                <a:ext uri="{FF2B5EF4-FFF2-40B4-BE49-F238E27FC236}">
                  <a16:creationId xmlns:a16="http://schemas.microsoft.com/office/drawing/2014/main" id="{82190280-D4D1-4C58-B71F-8A6F2C423B8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00144413"/>
                </p:ext>
              </p:extLst>
            </p:nvPr>
          </p:nvGraphicFramePr>
          <p:xfrm>
            <a:off x="3944" y="1796"/>
            <a:ext cx="12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3302" name="Equation" r:id="rId11" imgW="190440" imgH="241200" progId="Equation.DSMT4">
                    <p:embed/>
                  </p:oleObj>
                </mc:Choice>
                <mc:Fallback>
                  <p:oleObj name="Equation" r:id="rId11" imgW="190440" imgH="241200" progId="Equation.DSMT4">
                    <p:embed/>
                    <p:pic>
                      <p:nvPicPr>
                        <p:cNvPr id="22" name="Object 80">
                          <a:extLst>
                            <a:ext uri="{FF2B5EF4-FFF2-40B4-BE49-F238E27FC236}">
                              <a16:creationId xmlns:a16="http://schemas.microsoft.com/office/drawing/2014/main" id="{88787C0B-9E17-452D-B582-6A647F28212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4" y="1796"/>
                          <a:ext cx="12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5" name="Object 81">
              <a:extLst>
                <a:ext uri="{FF2B5EF4-FFF2-40B4-BE49-F238E27FC236}">
                  <a16:creationId xmlns:a16="http://schemas.microsoft.com/office/drawing/2014/main" id="{2E919267-A83D-4A74-B5B2-5DE61BA2E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00509114"/>
                </p:ext>
              </p:extLst>
            </p:nvPr>
          </p:nvGraphicFramePr>
          <p:xfrm>
            <a:off x="5396" y="2652"/>
            <a:ext cx="112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3303" name="Equation" r:id="rId13" imgW="177480" imgH="190440" progId="Equation.DSMT4">
                    <p:embed/>
                  </p:oleObj>
                </mc:Choice>
                <mc:Fallback>
                  <p:oleObj name="Equation" r:id="rId13" imgW="177480" imgH="190440" progId="Equation.DSMT4">
                    <p:embed/>
                    <p:pic>
                      <p:nvPicPr>
                        <p:cNvPr id="23" name="Object 81">
                          <a:extLst>
                            <a:ext uri="{FF2B5EF4-FFF2-40B4-BE49-F238E27FC236}">
                              <a16:creationId xmlns:a16="http://schemas.microsoft.com/office/drawing/2014/main" id="{EE669B27-9BC9-4D80-B27B-764F6A07A25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96" y="2652"/>
                          <a:ext cx="112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8" name="Group 90">
            <a:extLst>
              <a:ext uri="{FF2B5EF4-FFF2-40B4-BE49-F238E27FC236}">
                <a16:creationId xmlns:a16="http://schemas.microsoft.com/office/drawing/2014/main" id="{5B337287-AF40-4FE3-83A0-346909A5BBB7}"/>
              </a:ext>
            </a:extLst>
          </p:cNvPr>
          <p:cNvGrpSpPr>
            <a:grpSpLocks/>
          </p:cNvGrpSpPr>
          <p:nvPr/>
        </p:nvGrpSpPr>
        <p:grpSpPr bwMode="auto">
          <a:xfrm>
            <a:off x="6847165" y="2467255"/>
            <a:ext cx="125413" cy="312738"/>
            <a:chOff x="4663" y="2572"/>
            <a:chExt cx="79" cy="197"/>
          </a:xfrm>
        </p:grpSpPr>
        <p:sp>
          <p:nvSpPr>
            <p:cNvPr id="69" name="Oval 73">
              <a:extLst>
                <a:ext uri="{FF2B5EF4-FFF2-40B4-BE49-F238E27FC236}">
                  <a16:creationId xmlns:a16="http://schemas.microsoft.com/office/drawing/2014/main" id="{801472F5-FFA8-43E1-9F7F-70B9D94AF4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572"/>
              <a:ext cx="50" cy="5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0" name="Object 82">
              <a:extLst>
                <a:ext uri="{FF2B5EF4-FFF2-40B4-BE49-F238E27FC236}">
                  <a16:creationId xmlns:a16="http://schemas.microsoft.com/office/drawing/2014/main" id="{DF182197-F47D-45DA-9B21-F74E52F8A9E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17793885"/>
                </p:ext>
              </p:extLst>
            </p:nvPr>
          </p:nvGraphicFramePr>
          <p:xfrm>
            <a:off x="4665" y="2648"/>
            <a:ext cx="77" cy="1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3304" name="Equation" r:id="rId15" imgW="152280" imgH="241200" progId="Equation.DSMT4">
                    <p:embed/>
                  </p:oleObj>
                </mc:Choice>
                <mc:Fallback>
                  <p:oleObj name="Equation" r:id="rId15" imgW="152280" imgH="241200" progId="Equation.DSMT4">
                    <p:embed/>
                    <p:pic>
                      <p:nvPicPr>
                        <p:cNvPr id="28" name="Object 82">
                          <a:extLst>
                            <a:ext uri="{FF2B5EF4-FFF2-40B4-BE49-F238E27FC236}">
                              <a16:creationId xmlns:a16="http://schemas.microsoft.com/office/drawing/2014/main" id="{D5561C24-AA0D-4234-BE74-8F46890C343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65" y="2648"/>
                          <a:ext cx="77" cy="1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1" name="Group 97">
            <a:extLst>
              <a:ext uri="{FF2B5EF4-FFF2-40B4-BE49-F238E27FC236}">
                <a16:creationId xmlns:a16="http://schemas.microsoft.com/office/drawing/2014/main" id="{5B2C6D9E-80C4-46C3-8842-11A560DA606B}"/>
              </a:ext>
            </a:extLst>
          </p:cNvPr>
          <p:cNvGrpSpPr>
            <a:grpSpLocks/>
          </p:cNvGrpSpPr>
          <p:nvPr/>
        </p:nvGrpSpPr>
        <p:grpSpPr bwMode="auto">
          <a:xfrm>
            <a:off x="6532831" y="2370411"/>
            <a:ext cx="142875" cy="400050"/>
            <a:chOff x="4465" y="2511"/>
            <a:chExt cx="90" cy="252"/>
          </a:xfrm>
        </p:grpSpPr>
        <p:sp>
          <p:nvSpPr>
            <p:cNvPr id="72" name="Line 69">
              <a:extLst>
                <a:ext uri="{FF2B5EF4-FFF2-40B4-BE49-F238E27FC236}">
                  <a16:creationId xmlns:a16="http://schemas.microsoft.com/office/drawing/2014/main" id="{30A41BA2-9A68-4994-AE8A-19D24261D0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95" y="2550"/>
              <a:ext cx="1" cy="5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1B3CAF5E-DA2B-4B15-B40E-E4E1A95703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5" y="2511"/>
              <a:ext cx="50" cy="5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4" name="Object 83">
              <a:extLst>
                <a:ext uri="{FF2B5EF4-FFF2-40B4-BE49-F238E27FC236}">
                  <a16:creationId xmlns:a16="http://schemas.microsoft.com/office/drawing/2014/main" id="{B8285D67-96AB-4D2F-8037-0FD3790A38F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7419520"/>
                </p:ext>
              </p:extLst>
            </p:nvPr>
          </p:nvGraphicFramePr>
          <p:xfrm>
            <a:off x="4471" y="2648"/>
            <a:ext cx="84" cy="1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3305" name="Equation" r:id="rId17" imgW="164880" imgH="228600" progId="Equation.DSMT4">
                    <p:embed/>
                  </p:oleObj>
                </mc:Choice>
                <mc:Fallback>
                  <p:oleObj name="Equation" r:id="rId17" imgW="164880" imgH="228600" progId="Equation.DSMT4">
                    <p:embed/>
                    <p:pic>
                      <p:nvPicPr>
                        <p:cNvPr id="32" name="Object 83">
                          <a:extLst>
                            <a:ext uri="{FF2B5EF4-FFF2-40B4-BE49-F238E27FC236}">
                              <a16:creationId xmlns:a16="http://schemas.microsoft.com/office/drawing/2014/main" id="{E4CD26CA-A9B0-4B70-ACF7-B957AB09196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1" y="2648"/>
                          <a:ext cx="84" cy="1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5" name="Group 93">
            <a:extLst>
              <a:ext uri="{FF2B5EF4-FFF2-40B4-BE49-F238E27FC236}">
                <a16:creationId xmlns:a16="http://schemas.microsoft.com/office/drawing/2014/main" id="{E3EDE29A-DBD8-4CD5-89B7-4F2E1E3A5305}"/>
              </a:ext>
            </a:extLst>
          </p:cNvPr>
          <p:cNvGrpSpPr>
            <a:grpSpLocks/>
          </p:cNvGrpSpPr>
          <p:nvPr/>
        </p:nvGrpSpPr>
        <p:grpSpPr bwMode="auto">
          <a:xfrm>
            <a:off x="6288336" y="1317898"/>
            <a:ext cx="127000" cy="3009900"/>
            <a:chOff x="4311" y="1848"/>
            <a:chExt cx="80" cy="1896"/>
          </a:xfrm>
        </p:grpSpPr>
        <p:sp>
          <p:nvSpPr>
            <p:cNvPr id="76" name="Line 59">
              <a:extLst>
                <a:ext uri="{FF2B5EF4-FFF2-40B4-BE49-F238E27FC236}">
                  <a16:creationId xmlns:a16="http://schemas.microsoft.com/office/drawing/2014/main" id="{71EB8A1B-D839-4DC4-83F5-927E1A8AEE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11" y="1848"/>
              <a:ext cx="0" cy="189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7" name="Object 84">
              <a:extLst>
                <a:ext uri="{FF2B5EF4-FFF2-40B4-BE49-F238E27FC236}">
                  <a16:creationId xmlns:a16="http://schemas.microsoft.com/office/drawing/2014/main" id="{A89E0FD0-E03E-44EB-9A0E-7894E9DDAEF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0" y="2630"/>
            <a:ext cx="71" cy="1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3306" name="Equation" r:id="rId19" imgW="139680" imgH="304560" progId="Equation.3">
                    <p:embed/>
                  </p:oleObj>
                </mc:Choice>
                <mc:Fallback>
                  <p:oleObj name="Equation" r:id="rId19" imgW="139680" imgH="304560" progId="Equation.3">
                    <p:embed/>
                    <p:pic>
                      <p:nvPicPr>
                        <p:cNvPr id="35" name="Object 84">
                          <a:extLst>
                            <a:ext uri="{FF2B5EF4-FFF2-40B4-BE49-F238E27FC236}">
                              <a16:creationId xmlns:a16="http://schemas.microsoft.com/office/drawing/2014/main" id="{A0A77A50-052E-49EE-B38C-02044224146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2630"/>
                          <a:ext cx="71" cy="1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8" name="Group 87">
            <a:extLst>
              <a:ext uri="{FF2B5EF4-FFF2-40B4-BE49-F238E27FC236}">
                <a16:creationId xmlns:a16="http://schemas.microsoft.com/office/drawing/2014/main" id="{73366B15-C69C-478F-B5D2-992AD12B69E9}"/>
              </a:ext>
            </a:extLst>
          </p:cNvPr>
          <p:cNvGrpSpPr>
            <a:grpSpLocks/>
          </p:cNvGrpSpPr>
          <p:nvPr/>
        </p:nvGrpSpPr>
        <p:grpSpPr bwMode="auto">
          <a:xfrm>
            <a:off x="7459943" y="2467248"/>
            <a:ext cx="122238" cy="330200"/>
            <a:chOff x="5049" y="2572"/>
            <a:chExt cx="77" cy="208"/>
          </a:xfrm>
        </p:grpSpPr>
        <p:sp>
          <p:nvSpPr>
            <p:cNvPr id="79" name="Oval 74">
              <a:extLst>
                <a:ext uri="{FF2B5EF4-FFF2-40B4-BE49-F238E27FC236}">
                  <a16:creationId xmlns:a16="http://schemas.microsoft.com/office/drawing/2014/main" id="{26526037-8B9F-4468-92D0-EA520E012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572"/>
              <a:ext cx="50" cy="5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0" name="Object 85">
              <a:extLst>
                <a:ext uri="{FF2B5EF4-FFF2-40B4-BE49-F238E27FC236}">
                  <a16:creationId xmlns:a16="http://schemas.microsoft.com/office/drawing/2014/main" id="{1E4D4802-7B75-4D86-A5C5-106A3C313EC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76696941"/>
                </p:ext>
              </p:extLst>
            </p:nvPr>
          </p:nvGraphicFramePr>
          <p:xfrm>
            <a:off x="5049" y="2659"/>
            <a:ext cx="77" cy="1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3307" name="Equation" r:id="rId21" imgW="152280" imgH="241200" progId="Equation.DSMT4">
                    <p:embed/>
                  </p:oleObj>
                </mc:Choice>
                <mc:Fallback>
                  <p:oleObj name="Equation" r:id="rId21" imgW="152280" imgH="241200" progId="Equation.DSMT4">
                    <p:embed/>
                    <p:pic>
                      <p:nvPicPr>
                        <p:cNvPr id="38" name="Object 85">
                          <a:extLst>
                            <a:ext uri="{FF2B5EF4-FFF2-40B4-BE49-F238E27FC236}">
                              <a16:creationId xmlns:a16="http://schemas.microsoft.com/office/drawing/2014/main" id="{1B89D34B-5630-46C4-849F-708D3B17633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9" y="2659"/>
                          <a:ext cx="77" cy="1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1" name="Object 91">
            <a:extLst>
              <a:ext uri="{FF2B5EF4-FFF2-40B4-BE49-F238E27FC236}">
                <a16:creationId xmlns:a16="http://schemas.microsoft.com/office/drawing/2014/main" id="{BEAD0A97-B66E-4281-B5E2-E563376115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4905364"/>
              </p:ext>
            </p:extLst>
          </p:nvPr>
        </p:nvGraphicFramePr>
        <p:xfrm>
          <a:off x="6451877" y="1553204"/>
          <a:ext cx="94932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308" name="Equation" r:id="rId23" imgW="1307880" imgH="698400" progId="Equation.DSMT4">
                  <p:embed/>
                </p:oleObj>
              </mc:Choice>
              <mc:Fallback>
                <p:oleObj name="Equation" r:id="rId23" imgW="1307880" imgH="698400" progId="Equation.DSMT4">
                  <p:embed/>
                  <p:pic>
                    <p:nvPicPr>
                      <p:cNvPr id="39" name="Object 91">
                        <a:extLst>
                          <a:ext uri="{FF2B5EF4-FFF2-40B4-BE49-F238E27FC236}">
                            <a16:creationId xmlns:a16="http://schemas.microsoft.com/office/drawing/2014/main" id="{73BFF0CE-3D88-43DC-956F-5A4D18D4EC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1877" y="1553204"/>
                        <a:ext cx="94932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" name="Oval 94">
            <a:extLst>
              <a:ext uri="{FF2B5EF4-FFF2-40B4-BE49-F238E27FC236}">
                <a16:creationId xmlns:a16="http://schemas.microsoft.com/office/drawing/2014/main" id="{6A3019F8-8739-40F6-B57F-F14D548A9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9086" y="3140348"/>
            <a:ext cx="79375" cy="79375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3" name="Object 117">
            <a:extLst>
              <a:ext uri="{FF2B5EF4-FFF2-40B4-BE49-F238E27FC236}">
                <a16:creationId xmlns:a16="http://schemas.microsoft.com/office/drawing/2014/main" id="{A9F4B471-6733-4CB2-975D-024FB3176A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1527439"/>
              </p:ext>
            </p:extLst>
          </p:nvPr>
        </p:nvGraphicFramePr>
        <p:xfrm>
          <a:off x="6377256" y="3749948"/>
          <a:ext cx="406400" cy="19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309" name="Equation" r:id="rId25" imgW="507960" imgH="241200" progId="Equation.DSMT4">
                  <p:embed/>
                </p:oleObj>
              </mc:Choice>
              <mc:Fallback>
                <p:oleObj name="Equation" r:id="rId25" imgW="507960" imgH="241200" progId="Equation.DSMT4">
                  <p:embed/>
                  <p:pic>
                    <p:nvPicPr>
                      <p:cNvPr id="41" name="Object 117">
                        <a:extLst>
                          <a:ext uri="{FF2B5EF4-FFF2-40B4-BE49-F238E27FC236}">
                            <a16:creationId xmlns:a16="http://schemas.microsoft.com/office/drawing/2014/main" id="{608684B2-F9D0-46CC-9AF2-47B85FF67E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7256" y="3749948"/>
                        <a:ext cx="406400" cy="193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" name="Object 119">
            <a:extLst>
              <a:ext uri="{FF2B5EF4-FFF2-40B4-BE49-F238E27FC236}">
                <a16:creationId xmlns:a16="http://schemas.microsoft.com/office/drawing/2014/main" id="{6D43A916-2A17-4AD3-B0E0-07C2702EAA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72444"/>
              </p:ext>
            </p:extLst>
          </p:nvPr>
        </p:nvGraphicFramePr>
        <p:xfrm>
          <a:off x="6797489" y="2737916"/>
          <a:ext cx="852488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310" name="Equation" r:id="rId27" imgW="1066680" imgH="330120" progId="Equation.DSMT4">
                  <p:embed/>
                </p:oleObj>
              </mc:Choice>
              <mc:Fallback>
                <p:oleObj name="Equation" r:id="rId27" imgW="1066680" imgH="330120" progId="Equation.DSMT4">
                  <p:embed/>
                  <p:pic>
                    <p:nvPicPr>
                      <p:cNvPr id="42" name="Object 119">
                        <a:extLst>
                          <a:ext uri="{FF2B5EF4-FFF2-40B4-BE49-F238E27FC236}">
                            <a16:creationId xmlns:a16="http://schemas.microsoft.com/office/drawing/2014/main" id="{5FC29595-B931-438E-98E6-7F812ABDA5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7489" y="2737916"/>
                        <a:ext cx="852488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48549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2">
            <a:extLst>
              <a:ext uri="{FF2B5EF4-FFF2-40B4-BE49-F238E27FC236}">
                <a16:creationId xmlns:a16="http://schemas.microsoft.com/office/drawing/2014/main" id="{19467DAC-1CED-481E-8DB1-9C5831ED26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528" y="123825"/>
            <a:ext cx="2743200" cy="719138"/>
          </a:xfrm>
          <a:solidFill>
            <a:schemeClr val="bg1"/>
          </a:solidFill>
          <a:ln w="19050">
            <a:noFill/>
            <a:miter lim="800000"/>
            <a:headEnd/>
            <a:tailEnd/>
          </a:ln>
        </p:spPr>
        <p:txBody>
          <a:bodyPr/>
          <a:lstStyle/>
          <a:p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思考与练习 </a:t>
            </a:r>
          </a:p>
        </p:txBody>
      </p:sp>
      <p:sp>
        <p:nvSpPr>
          <p:cNvPr id="19" name="Text Box 3">
            <a:extLst>
              <a:ext uri="{FF2B5EF4-FFF2-40B4-BE49-F238E27FC236}">
                <a16:creationId xmlns:a16="http://schemas.microsoft.com/office/drawing/2014/main" id="{296EABB4-658B-478F-952D-C530C4D28D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192" y="908993"/>
            <a:ext cx="3352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4FF"/>
                </a:solidFill>
                <a:latin typeface="+mj-ea"/>
                <a:ea typeface="+mj-ea"/>
              </a:rPr>
              <a:t>1.</a:t>
            </a:r>
            <a:r>
              <a:rPr kumimoji="1" lang="zh-CN" altLang="en-US" sz="2400" b="1" dirty="0">
                <a:latin typeface="+mj-ea"/>
                <a:ea typeface="+mj-ea"/>
              </a:rPr>
              <a:t>曲线</a:t>
            </a:r>
          </a:p>
        </p:txBody>
      </p:sp>
      <p:graphicFrame>
        <p:nvGraphicFramePr>
          <p:cNvPr id="20" name="Object 4">
            <a:extLst>
              <a:ext uri="{FF2B5EF4-FFF2-40B4-BE49-F238E27FC236}">
                <a16:creationId xmlns:a16="http://schemas.microsoft.com/office/drawing/2014/main" id="{10E507F4-0F16-47E7-91B9-B41C529A54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4606946"/>
              </p:ext>
            </p:extLst>
          </p:nvPr>
        </p:nvGraphicFramePr>
        <p:xfrm>
          <a:off x="1952848" y="708572"/>
          <a:ext cx="2478088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078" name="Equation" r:id="rId3" imgW="2476440" imgH="850680" progId="Equation.DSMT4">
                  <p:embed/>
                </p:oleObj>
              </mc:Choice>
              <mc:Fallback>
                <p:oleObj name="Equation" r:id="rId3" imgW="2476440" imgH="850680" progId="Equation.DSMT4">
                  <p:embed/>
                  <p:pic>
                    <p:nvPicPr>
                      <p:cNvPr id="73732" name="Object 4">
                        <a:extLst>
                          <a:ext uri="{FF2B5EF4-FFF2-40B4-BE49-F238E27FC236}">
                            <a16:creationId xmlns:a16="http://schemas.microsoft.com/office/drawing/2014/main" id="{771C16DE-DEE4-4697-BCC1-EA55A77725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2848" y="708572"/>
                        <a:ext cx="2478088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5">
            <a:extLst>
              <a:ext uri="{FF2B5EF4-FFF2-40B4-BE49-F238E27FC236}">
                <a16:creationId xmlns:a16="http://schemas.microsoft.com/office/drawing/2014/main" id="{D7EEEAE7-FEC8-41A1-9004-8B98689AD3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793" y="1849090"/>
            <a:ext cx="26620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(A)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没有渐近线；</a:t>
            </a:r>
          </a:p>
        </p:txBody>
      </p:sp>
      <p:sp>
        <p:nvSpPr>
          <p:cNvPr id="22" name="Text Box 6">
            <a:extLst>
              <a:ext uri="{FF2B5EF4-FFF2-40B4-BE49-F238E27FC236}">
                <a16:creationId xmlns:a16="http://schemas.microsoft.com/office/drawing/2014/main" id="{A6F3101A-01C0-42B2-B0D1-57F080F2F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041" y="1799084"/>
            <a:ext cx="30963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(B)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仅有水平渐近线；</a:t>
            </a:r>
          </a:p>
        </p:txBody>
      </p:sp>
      <p:sp>
        <p:nvSpPr>
          <p:cNvPr id="23" name="Text Box 7">
            <a:extLst>
              <a:ext uri="{FF2B5EF4-FFF2-40B4-BE49-F238E27FC236}">
                <a16:creationId xmlns:a16="http://schemas.microsoft.com/office/drawing/2014/main" id="{F636CE51-C011-499E-8237-02C1BA4BB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884" y="2470533"/>
            <a:ext cx="4038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(C)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仅有铅直渐近线；</a:t>
            </a:r>
          </a:p>
        </p:txBody>
      </p:sp>
      <p:sp>
        <p:nvSpPr>
          <p:cNvPr id="24" name="Text Box 8">
            <a:extLst>
              <a:ext uri="{FF2B5EF4-FFF2-40B4-BE49-F238E27FC236}">
                <a16:creationId xmlns:a16="http://schemas.microsoft.com/office/drawing/2014/main" id="{4BD463B6-B498-4F73-AD2F-26F863FCFD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892" y="3052763"/>
            <a:ext cx="52882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(D)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既有水平渐近线又有铅直渐近线</a:t>
            </a: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5" name="Text Box 9">
            <a:extLst>
              <a:ext uri="{FF2B5EF4-FFF2-40B4-BE49-F238E27FC236}">
                <a16:creationId xmlns:a16="http://schemas.microsoft.com/office/drawing/2014/main" id="{E8F69681-6C63-4BB5-9598-992D11DF55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3974108"/>
            <a:ext cx="1600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提示</a:t>
            </a:r>
            <a:endParaRPr kumimoji="1" lang="en-US" altLang="zh-CN" sz="2400" b="1" dirty="0">
              <a:solidFill>
                <a:srgbClr val="0066FF"/>
              </a:solidFill>
              <a:latin typeface="+mj-ea"/>
              <a:ea typeface="+mj-ea"/>
            </a:endParaRPr>
          </a:p>
        </p:txBody>
      </p:sp>
      <p:graphicFrame>
        <p:nvGraphicFramePr>
          <p:cNvPr id="26" name="Object 10">
            <a:extLst>
              <a:ext uri="{FF2B5EF4-FFF2-40B4-BE49-F238E27FC236}">
                <a16:creationId xmlns:a16="http://schemas.microsoft.com/office/drawing/2014/main" id="{81F184AC-00C5-40C1-98C5-C95630E3C2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3977252"/>
              </p:ext>
            </p:extLst>
          </p:nvPr>
        </p:nvGraphicFramePr>
        <p:xfrm>
          <a:off x="1547664" y="3702789"/>
          <a:ext cx="1892300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079" name="Equation" r:id="rId5" imgW="1892160" imgH="850680" progId="Equation.DSMT4">
                  <p:embed/>
                </p:oleObj>
              </mc:Choice>
              <mc:Fallback>
                <p:oleObj name="Equation" r:id="rId5" imgW="1892160" imgH="850680" progId="Equation.DSMT4">
                  <p:embed/>
                  <p:pic>
                    <p:nvPicPr>
                      <p:cNvPr id="73738" name="Object 10">
                        <a:extLst>
                          <a:ext uri="{FF2B5EF4-FFF2-40B4-BE49-F238E27FC236}">
                            <a16:creationId xmlns:a16="http://schemas.microsoft.com/office/drawing/2014/main" id="{819E99D9-BE9F-4E23-AC24-493F8D117B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3702789"/>
                        <a:ext cx="1892300" cy="846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1">
            <a:extLst>
              <a:ext uri="{FF2B5EF4-FFF2-40B4-BE49-F238E27FC236}">
                <a16:creationId xmlns:a16="http://schemas.microsoft.com/office/drawing/2014/main" id="{8DE80EEB-8EFF-48DA-A176-562BA73147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6331991"/>
              </p:ext>
            </p:extLst>
          </p:nvPr>
        </p:nvGraphicFramePr>
        <p:xfrm>
          <a:off x="4090927" y="3651021"/>
          <a:ext cx="1930400" cy="84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080" name="Equation" r:id="rId7" imgW="1930320" imgH="850680" progId="Equation.DSMT4">
                  <p:embed/>
                </p:oleObj>
              </mc:Choice>
              <mc:Fallback>
                <p:oleObj name="Equation" r:id="rId7" imgW="1930320" imgH="850680" progId="Equation.DSMT4">
                  <p:embed/>
                  <p:pic>
                    <p:nvPicPr>
                      <p:cNvPr id="73739" name="Object 11">
                        <a:extLst>
                          <a:ext uri="{FF2B5EF4-FFF2-40B4-BE49-F238E27FC236}">
                            <a16:creationId xmlns:a16="http://schemas.microsoft.com/office/drawing/2014/main" id="{72A1BDB5-6EDC-41E2-99C7-B3DFE9F143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0927" y="3651021"/>
                        <a:ext cx="1930400" cy="846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2">
            <a:extLst>
              <a:ext uri="{FF2B5EF4-FFF2-40B4-BE49-F238E27FC236}">
                <a16:creationId xmlns:a16="http://schemas.microsoft.com/office/drawing/2014/main" id="{25AFB159-708A-4C9F-8882-8A73F9FE79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3520493"/>
              </p:ext>
            </p:extLst>
          </p:nvPr>
        </p:nvGraphicFramePr>
        <p:xfrm>
          <a:off x="3871342" y="1032024"/>
          <a:ext cx="266700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081" name="Equation" r:id="rId9" imgW="266400" imgH="266400" progId="Equation.DSMT4">
                  <p:embed/>
                </p:oleObj>
              </mc:Choice>
              <mc:Fallback>
                <p:oleObj name="Equation" r:id="rId9" imgW="266400" imgH="266400" progId="Equation.DSMT4">
                  <p:embed/>
                  <p:pic>
                    <p:nvPicPr>
                      <p:cNvPr id="73740" name="Object 12">
                        <a:extLst>
                          <a:ext uri="{FF2B5EF4-FFF2-40B4-BE49-F238E27FC236}">
                            <a16:creationId xmlns:a16="http://schemas.microsoft.com/office/drawing/2014/main" id="{0D165A34-7401-4EAF-8631-7A09001F9C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1342" y="1032024"/>
                        <a:ext cx="266700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1481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9EFB6053-9CAE-49E3-A431-1C596766F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564" y="555526"/>
            <a:ext cx="59406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4FF"/>
                </a:solidFill>
                <a:latin typeface="+mj-ea"/>
                <a:ea typeface="+mj-ea"/>
              </a:rPr>
              <a:t>2. </a:t>
            </a:r>
            <a:r>
              <a:rPr kumimoji="1" lang="zh-CN" altLang="en-US" sz="2400" b="1" dirty="0">
                <a:latin typeface="+mj-ea"/>
                <a:ea typeface="+mj-ea"/>
              </a:rPr>
              <a:t>求曲线              的水平渐近线</a:t>
            </a:r>
            <a:r>
              <a:rPr kumimoji="1" lang="en-US" altLang="zh-CN" sz="2400" b="1" dirty="0">
                <a:latin typeface="+mj-ea"/>
                <a:ea typeface="+mj-ea"/>
              </a:rPr>
              <a:t>.</a:t>
            </a:r>
            <a:endParaRPr kumimoji="1" lang="zh-CN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7775F97-394C-4543-ADE5-1A84CAD0EC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0029270"/>
              </p:ext>
            </p:extLst>
          </p:nvPr>
        </p:nvGraphicFramePr>
        <p:xfrm>
          <a:off x="2267744" y="418058"/>
          <a:ext cx="1917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24" name="Equation" r:id="rId3" imgW="1917360" imgH="736560" progId="Equation.DSMT4">
                  <p:embed/>
                </p:oleObj>
              </mc:Choice>
              <mc:Fallback>
                <p:oleObj name="Equation" r:id="rId3" imgW="19173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67744" y="418058"/>
                        <a:ext cx="1917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>
            <a:extLst>
              <a:ext uri="{FF2B5EF4-FFF2-40B4-BE49-F238E27FC236}">
                <a16:creationId xmlns:a16="http://schemas.microsoft.com/office/drawing/2014/main" id="{848D4467-C61C-4903-A9B5-FAF9D45AC2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564" y="1838572"/>
            <a:ext cx="5158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解</a:t>
            </a:r>
            <a:endParaRPr kumimoji="1"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67D0982-3217-4410-98BB-420BAC7F18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9906191"/>
              </p:ext>
            </p:extLst>
          </p:nvPr>
        </p:nvGraphicFramePr>
        <p:xfrm>
          <a:off x="1331640" y="1701105"/>
          <a:ext cx="2108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25" name="Equation" r:id="rId5" imgW="2108160" imgH="736560" progId="Equation.DSMT4">
                  <p:embed/>
                </p:oleObj>
              </mc:Choice>
              <mc:Fallback>
                <p:oleObj name="Equation" r:id="rId5" imgW="21081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31640" y="1701105"/>
                        <a:ext cx="2108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6E9DE79-9730-4A1F-A8A8-56D95E2ECA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4123044"/>
              </p:ext>
            </p:extLst>
          </p:nvPr>
        </p:nvGraphicFramePr>
        <p:xfrm>
          <a:off x="3503613" y="1345504"/>
          <a:ext cx="19939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26" name="Equation" r:id="rId7" imgW="1993680" imgH="1447560" progId="Equation.DSMT4">
                  <p:embed/>
                </p:oleObj>
              </mc:Choice>
              <mc:Fallback>
                <p:oleObj name="Equation" r:id="rId7" imgW="1993680" imgH="1447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03613" y="1345504"/>
                        <a:ext cx="1993900" cy="144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D293DF9-90FE-4662-9B13-D7515521D3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7943088"/>
              </p:ext>
            </p:extLst>
          </p:nvPr>
        </p:nvGraphicFramePr>
        <p:xfrm>
          <a:off x="5652120" y="1635646"/>
          <a:ext cx="330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27" name="Equation" r:id="rId9" imgW="330120" imgH="736560" progId="Equation.DSMT4">
                  <p:embed/>
                </p:oleObj>
              </mc:Choice>
              <mc:Fallback>
                <p:oleObj name="Equation" r:id="rId9" imgW="33012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652120" y="1635646"/>
                        <a:ext cx="330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5">
            <a:extLst>
              <a:ext uri="{FF2B5EF4-FFF2-40B4-BE49-F238E27FC236}">
                <a16:creationId xmlns:a16="http://schemas.microsoft.com/office/drawing/2014/main" id="{262201E1-FFD6-49DE-BFD7-A1C4E3AB94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152" y="3197252"/>
            <a:ext cx="36398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所以曲线的水平渐近线为</a:t>
            </a:r>
            <a:endParaRPr kumimoji="1"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122EDB02-77B8-4ADE-946A-255C5AFE7D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4101433"/>
              </p:ext>
            </p:extLst>
          </p:nvPr>
        </p:nvGraphicFramePr>
        <p:xfrm>
          <a:off x="4185444" y="3059784"/>
          <a:ext cx="787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28" name="Equation" r:id="rId11" imgW="787320" imgH="736560" progId="Equation.DSMT4">
                  <p:embed/>
                </p:oleObj>
              </mc:Choice>
              <mc:Fallback>
                <p:oleObj name="Equation" r:id="rId11" imgW="78732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185444" y="3059784"/>
                        <a:ext cx="787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23453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9F40720A-AEEB-4AE3-AB19-5EADB4EAD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32" y="555525"/>
            <a:ext cx="41404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求曲线                的渐近线</a:t>
            </a: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kumimoji="1" lang="zh-CN" altLang="en-US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71203A8-2374-42BB-841C-463350F217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1487733"/>
              </p:ext>
            </p:extLst>
          </p:nvPr>
        </p:nvGraphicFramePr>
        <p:xfrm>
          <a:off x="1898404" y="374628"/>
          <a:ext cx="10922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26" name="Equation" r:id="rId3" imgW="1091880" imgH="774360" progId="Equation.DSMT4">
                  <p:embed/>
                </p:oleObj>
              </mc:Choice>
              <mc:Fallback>
                <p:oleObj name="Equation" r:id="rId3" imgW="1091880" imgH="7743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87775F97-394C-4543-ADE5-1A84CAD0EC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98404" y="374628"/>
                        <a:ext cx="10922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3BD4C4E-915E-4696-A102-CB4109BAA9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7985239"/>
              </p:ext>
            </p:extLst>
          </p:nvPr>
        </p:nvGraphicFramePr>
        <p:xfrm>
          <a:off x="1128912" y="1237007"/>
          <a:ext cx="16383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27" name="Equation" r:id="rId5" imgW="1638000" imgH="774360" progId="Equation.DSMT4">
                  <p:embed/>
                </p:oleObj>
              </mc:Choice>
              <mc:Fallback>
                <p:oleObj name="Equation" r:id="rId5" imgW="163800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28912" y="1237007"/>
                        <a:ext cx="16383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5">
            <a:extLst>
              <a:ext uri="{FF2B5EF4-FFF2-40B4-BE49-F238E27FC236}">
                <a16:creationId xmlns:a16="http://schemas.microsoft.com/office/drawing/2014/main" id="{AD315C57-E475-4F22-B1FD-84DC3EDA2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32" y="1433665"/>
            <a:ext cx="5158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解</a:t>
            </a:r>
            <a:endParaRPr kumimoji="1"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9CF34DC5-1DC7-49D4-8EC5-2788198F14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0115" y="1433665"/>
            <a:ext cx="30243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曲线无水平渐近线</a:t>
            </a:r>
            <a:r>
              <a:rPr kumimoji="1"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7C20353-300E-4E54-B741-E2FB0E498E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5415374"/>
              </p:ext>
            </p:extLst>
          </p:nvPr>
        </p:nvGraphicFramePr>
        <p:xfrm>
          <a:off x="1105488" y="2156489"/>
          <a:ext cx="16891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28" name="Equation" r:id="rId7" imgW="1688760" imgH="774360" progId="Equation.DSMT4">
                  <p:embed/>
                </p:oleObj>
              </mc:Choice>
              <mc:Fallback>
                <p:oleObj name="Equation" r:id="rId7" imgW="168876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05488" y="2156489"/>
                        <a:ext cx="16891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5">
            <a:extLst>
              <a:ext uri="{FF2B5EF4-FFF2-40B4-BE49-F238E27FC236}">
                <a16:creationId xmlns:a16="http://schemas.microsoft.com/office/drawing/2014/main" id="{8B391204-F66D-43AE-9D0F-F16D0909E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0074" y="2360565"/>
            <a:ext cx="27640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曲线有铅直渐近线</a:t>
            </a:r>
            <a:endParaRPr kumimoji="1" lang="en-US" altLang="zh-CN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1DB9000D-D93B-4946-B025-A687A3E67C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6989280"/>
              </p:ext>
            </p:extLst>
          </p:nvPr>
        </p:nvGraphicFramePr>
        <p:xfrm>
          <a:off x="5576301" y="2458857"/>
          <a:ext cx="876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29" name="Equation" r:id="rId9" imgW="876240" imgH="279360" progId="Equation.DSMT4">
                  <p:embed/>
                </p:oleObj>
              </mc:Choice>
              <mc:Fallback>
                <p:oleObj name="Equation" r:id="rId9" imgW="8762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576301" y="2458857"/>
                        <a:ext cx="8763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5736191-8090-4372-9234-3B299D2E79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6253133"/>
              </p:ext>
            </p:extLst>
          </p:nvPr>
        </p:nvGraphicFramePr>
        <p:xfrm>
          <a:off x="611560" y="2981570"/>
          <a:ext cx="2857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30" name="Equation" r:id="rId11" imgW="2857320" imgH="825480" progId="Equation.DSMT4">
                  <p:embed/>
                </p:oleObj>
              </mc:Choice>
              <mc:Fallback>
                <p:oleObj name="Equation" r:id="rId11" imgW="285732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11560" y="2981570"/>
                        <a:ext cx="28575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BB96E30F-9B3B-4756-98FE-3D980D1693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6522364"/>
              </p:ext>
            </p:extLst>
          </p:nvPr>
        </p:nvGraphicFramePr>
        <p:xfrm>
          <a:off x="3783986" y="2981570"/>
          <a:ext cx="51689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31" name="Equation" r:id="rId13" imgW="5168880" imgH="774360" progId="Equation.DSMT4">
                  <p:embed/>
                </p:oleObj>
              </mc:Choice>
              <mc:Fallback>
                <p:oleObj name="Equation" r:id="rId13" imgW="516888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783986" y="2981570"/>
                        <a:ext cx="51689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5">
            <a:extLst>
              <a:ext uri="{FF2B5EF4-FFF2-40B4-BE49-F238E27FC236}">
                <a16:creationId xmlns:a16="http://schemas.microsoft.com/office/drawing/2014/main" id="{F6FBBDC5-9AEF-4294-8363-4F3094529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308" y="4001343"/>
            <a:ext cx="248855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曲线有斜渐近线</a:t>
            </a:r>
            <a:endParaRPr kumimoji="1" lang="en-US" altLang="zh-CN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A4C21F3-3A59-4069-ADCF-C7EB4DB6C9E7}"/>
              </a:ext>
            </a:extLst>
          </p:cNvPr>
          <p:cNvGrpSpPr/>
          <p:nvPr/>
        </p:nvGrpSpPr>
        <p:grpSpPr>
          <a:xfrm>
            <a:off x="589600" y="4030204"/>
            <a:ext cx="1991708" cy="461665"/>
            <a:chOff x="589600" y="4030204"/>
            <a:chExt cx="1991708" cy="461665"/>
          </a:xfrm>
        </p:grpSpPr>
        <p:sp>
          <p:nvSpPr>
            <p:cNvPr id="14" name="Text Box 5">
              <a:extLst>
                <a:ext uri="{FF2B5EF4-FFF2-40B4-BE49-F238E27FC236}">
                  <a16:creationId xmlns:a16="http://schemas.microsoft.com/office/drawing/2014/main" id="{6D355DBB-3975-4EA7-909B-1E6B2EEB1D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600" y="4030204"/>
              <a:ext cx="51588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即</a:t>
              </a:r>
              <a:endPara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6F9B1B66-5268-4191-9FCF-7CB465B7D53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9587534"/>
                </p:ext>
              </p:extLst>
            </p:nvPr>
          </p:nvGraphicFramePr>
          <p:xfrm>
            <a:off x="1057308" y="4111288"/>
            <a:ext cx="1524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232" name="Equation" r:id="rId15" imgW="1523880" imgH="330120" progId="Equation.DSMT4">
                    <p:embed/>
                  </p:oleObj>
                </mc:Choice>
                <mc:Fallback>
                  <p:oleObj name="Equation" r:id="rId15" imgW="152388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057308" y="4111288"/>
                          <a:ext cx="1524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67F253CF-4F92-410B-8B28-436125F5CC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7782689"/>
              </p:ext>
            </p:extLst>
          </p:nvPr>
        </p:nvGraphicFramePr>
        <p:xfrm>
          <a:off x="4933336" y="4069711"/>
          <a:ext cx="1117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33" name="Equation" r:id="rId17" imgW="1117440" imgH="342720" progId="Equation.DSMT4">
                  <p:embed/>
                </p:oleObj>
              </mc:Choice>
              <mc:Fallback>
                <p:oleObj name="Equation" r:id="rId17" imgW="11174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933336" y="4069711"/>
                        <a:ext cx="1117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2552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93F0700F-BD59-4781-A8FA-9B0C73060BA9}"/>
              </a:ext>
            </a:extLst>
          </p:cNvPr>
          <p:cNvGrpSpPr/>
          <p:nvPr/>
        </p:nvGrpSpPr>
        <p:grpSpPr>
          <a:xfrm>
            <a:off x="747330" y="209841"/>
            <a:ext cx="4484573" cy="1244600"/>
            <a:chOff x="827584" y="452091"/>
            <a:chExt cx="4484573" cy="1244600"/>
          </a:xfrm>
        </p:grpSpPr>
        <p:sp>
          <p:nvSpPr>
            <p:cNvPr id="3" name="Text Box 3">
              <a:extLst>
                <a:ext uri="{FF2B5EF4-FFF2-40B4-BE49-F238E27FC236}">
                  <a16:creationId xmlns:a16="http://schemas.microsoft.com/office/drawing/2014/main" id="{94B1F74C-1D3B-4807-94AA-099EFEF147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7584" y="843558"/>
              <a:ext cx="448457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4. </a:t>
              </a:r>
              <a:r>
                <a:rPr kumimoji="1"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求曲线                   的渐近线</a:t>
              </a:r>
              <a:r>
                <a:rPr kumimoji="1" lang="en-US" altLang="zh-CN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.</a:t>
              </a:r>
              <a:endPara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01690958-FD00-4D90-BF02-3BEFEF37E06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16225649"/>
                </p:ext>
              </p:extLst>
            </p:nvPr>
          </p:nvGraphicFramePr>
          <p:xfrm>
            <a:off x="2287821" y="452091"/>
            <a:ext cx="1231900" cy="1244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276" name="Equation" r:id="rId3" imgW="1231560" imgH="1244520" progId="Equation.DSMT4">
                    <p:embed/>
                  </p:oleObj>
                </mc:Choice>
                <mc:Fallback>
                  <p:oleObj name="Equation" r:id="rId3" imgW="1231560" imgH="12445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287821" y="452091"/>
                          <a:ext cx="1231900" cy="1244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Text Box 5">
            <a:extLst>
              <a:ext uri="{FF2B5EF4-FFF2-40B4-BE49-F238E27FC236}">
                <a16:creationId xmlns:a16="http://schemas.microsoft.com/office/drawing/2014/main" id="{AAD3CBE2-E8E5-4027-B76C-1086C23EA9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376" y="1779662"/>
            <a:ext cx="5158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解</a:t>
            </a:r>
            <a:endParaRPr kumimoji="1"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C84B2B24-2552-4CEE-9B66-E8633ACDA3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9709196"/>
              </p:ext>
            </p:extLst>
          </p:nvPr>
        </p:nvGraphicFramePr>
        <p:xfrm>
          <a:off x="5231903" y="1653310"/>
          <a:ext cx="2501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277" name="Equation" r:id="rId5" imgW="2501640" imgH="736560" progId="Equation.DSMT4">
                  <p:embed/>
                </p:oleObj>
              </mc:Choice>
              <mc:Fallback>
                <p:oleObj name="Equation" r:id="rId5" imgW="25016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31903" y="1653310"/>
                        <a:ext cx="2501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385FD3AD-9B82-4F01-84EE-B1A60E6B7322}"/>
              </a:ext>
            </a:extLst>
          </p:cNvPr>
          <p:cNvGrpSpPr/>
          <p:nvPr/>
        </p:nvGrpSpPr>
        <p:grpSpPr>
          <a:xfrm>
            <a:off x="826376" y="2490862"/>
            <a:ext cx="3642671" cy="461665"/>
            <a:chOff x="826376" y="2490862"/>
            <a:chExt cx="3642671" cy="461665"/>
          </a:xfrm>
        </p:grpSpPr>
        <p:sp>
          <p:nvSpPr>
            <p:cNvPr id="11" name="Text Box 5">
              <a:extLst>
                <a:ext uri="{FF2B5EF4-FFF2-40B4-BE49-F238E27FC236}">
                  <a16:creationId xmlns:a16="http://schemas.microsoft.com/office/drawing/2014/main" id="{4554B00D-4E33-4775-A541-79738D3210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376" y="2490862"/>
              <a:ext cx="324156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即曲线有水平渐近线</a:t>
              </a:r>
              <a:endPara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14DDFFC1-714D-468F-BB20-5FB91115C89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8956287"/>
                </p:ext>
              </p:extLst>
            </p:nvPr>
          </p:nvGraphicFramePr>
          <p:xfrm>
            <a:off x="3745147" y="2577664"/>
            <a:ext cx="723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278" name="Equation" r:id="rId7" imgW="723600" imgH="342720" progId="Equation.DSMT4">
                    <p:embed/>
                  </p:oleObj>
                </mc:Choice>
                <mc:Fallback>
                  <p:oleObj name="Equation" r:id="rId7" imgW="7236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745147" y="2577664"/>
                          <a:ext cx="723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99398F9-C977-4F40-96D9-68F0906E86FF}"/>
              </a:ext>
            </a:extLst>
          </p:cNvPr>
          <p:cNvGrpSpPr/>
          <p:nvPr/>
        </p:nvGrpSpPr>
        <p:grpSpPr>
          <a:xfrm>
            <a:off x="1259631" y="1790778"/>
            <a:ext cx="4134422" cy="472781"/>
            <a:chOff x="1259631" y="1790778"/>
            <a:chExt cx="4134422" cy="472781"/>
          </a:xfrm>
        </p:grpSpPr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C70E8529-AF86-4DA6-996F-3CFE88816D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9631" y="1790778"/>
              <a:ext cx="374441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若                则</a:t>
              </a:r>
              <a:endPara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E621AC38-5B6D-4388-98F5-DCC2D065BF9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86614465"/>
                </p:ext>
              </p:extLst>
            </p:nvPr>
          </p:nvGraphicFramePr>
          <p:xfrm>
            <a:off x="1741721" y="1902846"/>
            <a:ext cx="10922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279" name="Equation" r:id="rId9" imgW="1091880" imgH="279360" progId="Equation.DSMT4">
                    <p:embed/>
                  </p:oleObj>
                </mc:Choice>
                <mc:Fallback>
                  <p:oleObj name="Equation" r:id="rId9" imgW="109188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741721" y="1902846"/>
                          <a:ext cx="10922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01153252-D919-4772-BA99-EC641BAD774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7361042"/>
                </p:ext>
              </p:extLst>
            </p:nvPr>
          </p:nvGraphicFramePr>
          <p:xfrm>
            <a:off x="3267176" y="1919554"/>
            <a:ext cx="10287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280" name="Equation" r:id="rId11" imgW="1028520" imgH="291960" progId="Equation.DSMT4">
                    <p:embed/>
                  </p:oleObj>
                </mc:Choice>
                <mc:Fallback>
                  <p:oleObj name="Equation" r:id="rId11" imgW="1028520" imgH="2919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267176" y="1919554"/>
                          <a:ext cx="1028700" cy="292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Text Box 5">
              <a:extLst>
                <a:ext uri="{FF2B5EF4-FFF2-40B4-BE49-F238E27FC236}">
                  <a16:creationId xmlns:a16="http://schemas.microsoft.com/office/drawing/2014/main" id="{CBF98798-4D45-41D5-B26D-F3D63067CE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7311" y="1801894"/>
              <a:ext cx="101674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此时</a:t>
              </a:r>
              <a:endPara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Text Box 5">
            <a:extLst>
              <a:ext uri="{FF2B5EF4-FFF2-40B4-BE49-F238E27FC236}">
                <a16:creationId xmlns:a16="http://schemas.microsoft.com/office/drawing/2014/main" id="{E2926889-13DF-42D7-8551-FF299882D9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9047" y="3182231"/>
            <a:ext cx="27672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曲线有铅直渐近线</a:t>
            </a:r>
            <a:endParaRPr kumimoji="1"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6F4BCC33-1DBE-4605-A1C7-E64C6687FFF6}"/>
              </a:ext>
            </a:extLst>
          </p:cNvPr>
          <p:cNvGrpSpPr/>
          <p:nvPr/>
        </p:nvGrpSpPr>
        <p:grpSpPr>
          <a:xfrm>
            <a:off x="826376" y="3214194"/>
            <a:ext cx="3956238" cy="461665"/>
            <a:chOff x="826376" y="3214194"/>
            <a:chExt cx="3956238" cy="461665"/>
          </a:xfrm>
        </p:grpSpPr>
        <p:sp>
          <p:nvSpPr>
            <p:cNvPr id="14" name="Text Box 5">
              <a:extLst>
                <a:ext uri="{FF2B5EF4-FFF2-40B4-BE49-F238E27FC236}">
                  <a16:creationId xmlns:a16="http://schemas.microsoft.com/office/drawing/2014/main" id="{FF30FF43-9FB3-4AF8-8D06-CC3B636057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376" y="3214194"/>
              <a:ext cx="395623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当             时，</a:t>
              </a:r>
              <a:endPara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15B337FB-B97D-4FD2-84E3-FCF5E9F25FA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80999955"/>
                </p:ext>
              </p:extLst>
            </p:nvPr>
          </p:nvGraphicFramePr>
          <p:xfrm>
            <a:off x="1371351" y="3273576"/>
            <a:ext cx="825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281" name="Equation" r:id="rId13" imgW="825480" imgH="342720" progId="Equation.DSMT4">
                    <p:embed/>
                  </p:oleObj>
                </mc:Choice>
                <mc:Fallback>
                  <p:oleObj name="Equation" r:id="rId13" imgW="8254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371351" y="3273576"/>
                          <a:ext cx="8255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9B5D6114-0024-42B2-ABE8-44DC68DC04B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11894586"/>
                </p:ext>
              </p:extLst>
            </p:nvPr>
          </p:nvGraphicFramePr>
          <p:xfrm>
            <a:off x="2757392" y="3273576"/>
            <a:ext cx="1778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282" name="Equation" r:id="rId15" imgW="1777680" imgH="342720" progId="Equation.DSMT4">
                    <p:embed/>
                  </p:oleObj>
                </mc:Choice>
                <mc:Fallback>
                  <p:oleObj name="Equation" r:id="rId15" imgW="17776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757392" y="3273576"/>
                          <a:ext cx="1778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53345E42-E212-4B6D-A92E-F20B9E3D38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1179576"/>
              </p:ext>
            </p:extLst>
          </p:nvPr>
        </p:nvGraphicFramePr>
        <p:xfrm>
          <a:off x="7018869" y="3249473"/>
          <a:ext cx="711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283" name="Equation" r:id="rId17" imgW="711000" imgH="279360" progId="Equation.DSMT4">
                  <p:embed/>
                </p:oleObj>
              </mc:Choice>
              <mc:Fallback>
                <p:oleObj name="Equation" r:id="rId17" imgW="7110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018869" y="3249473"/>
                        <a:ext cx="7112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48607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66F7F7B-2543-4300-8516-EEDC4CFA0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000" y="475768"/>
            <a:ext cx="59046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求曲线                                的</a:t>
            </a:r>
            <a:r>
              <a:rPr kumimoji="1"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斜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渐近线</a:t>
            </a: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 </a:t>
            </a:r>
            <a:endParaRPr kumimoji="1" lang="zh-CN" altLang="en-US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F3BB7DC-A5C4-4472-BA13-783FE39976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9718609"/>
              </p:ext>
            </p:extLst>
          </p:nvPr>
        </p:nvGraphicFramePr>
        <p:xfrm>
          <a:off x="2267744" y="20801"/>
          <a:ext cx="19685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486" name="Equation" r:id="rId4" imgW="1968480" imgH="1371600" progId="Equation.DSMT4">
                  <p:embed/>
                </p:oleObj>
              </mc:Choice>
              <mc:Fallback>
                <p:oleObj name="Equation" r:id="rId4" imgW="1968480" imgH="1371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67744" y="20801"/>
                        <a:ext cx="1968500" cy="137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>
            <a:extLst>
              <a:ext uri="{FF2B5EF4-FFF2-40B4-BE49-F238E27FC236}">
                <a16:creationId xmlns:a16="http://schemas.microsoft.com/office/drawing/2014/main" id="{CAD0EFC9-F90A-4950-82FB-0AA2BA9F9F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100" y="1883780"/>
            <a:ext cx="5158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解</a:t>
            </a:r>
            <a:endParaRPr kumimoji="1"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034E0D0-200D-4184-A1B0-9FB5D12C43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5067405"/>
              </p:ext>
            </p:extLst>
          </p:nvPr>
        </p:nvGraphicFramePr>
        <p:xfrm>
          <a:off x="1400338" y="1557483"/>
          <a:ext cx="234950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487" name="Equation" r:id="rId6" imgW="2349360" imgH="1257120" progId="Equation.DSMT4">
                  <p:embed/>
                </p:oleObj>
              </mc:Choice>
              <mc:Fallback>
                <p:oleObj name="Equation" r:id="rId6" imgW="2349360" imgH="1257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400338" y="1557483"/>
                        <a:ext cx="2349500" cy="1257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B837271-8BD6-4A84-9DD2-7FF44A61BD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458944"/>
              </p:ext>
            </p:extLst>
          </p:nvPr>
        </p:nvGraphicFramePr>
        <p:xfrm>
          <a:off x="4139952" y="1797050"/>
          <a:ext cx="45085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488" name="Equation" r:id="rId8" imgW="4508280" imgH="774360" progId="Equation.DSMT4">
                  <p:embed/>
                </p:oleObj>
              </mc:Choice>
              <mc:Fallback>
                <p:oleObj name="Equation" r:id="rId8" imgW="450828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139952" y="1797050"/>
                        <a:ext cx="45085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5">
            <a:extLst>
              <a:ext uri="{FF2B5EF4-FFF2-40B4-BE49-F238E27FC236}">
                <a16:creationId xmlns:a16="http://schemas.microsoft.com/office/drawing/2014/main" id="{7C1B0355-32FA-45D2-8EED-F7B6739737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399" y="3180539"/>
            <a:ext cx="46268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即</a:t>
            </a:r>
            <a:endParaRPr kumimoji="1"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52CC829-A5B7-424D-967A-A6ED8AB77C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9383080"/>
              </p:ext>
            </p:extLst>
          </p:nvPr>
        </p:nvGraphicFramePr>
        <p:xfrm>
          <a:off x="1370895" y="3278468"/>
          <a:ext cx="876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489" name="Equation" r:id="rId10" imgW="876240" imgH="330120" progId="Equation.DSMT4">
                  <p:embed/>
                </p:oleObj>
              </mc:Choice>
              <mc:Fallback>
                <p:oleObj name="Equation" r:id="rId10" imgW="87624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370895" y="3278468"/>
                        <a:ext cx="8763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1DCC0798-9C4E-4B8D-B2FA-22CACE71AF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059344"/>
              </p:ext>
            </p:extLst>
          </p:nvPr>
        </p:nvGraphicFramePr>
        <p:xfrm>
          <a:off x="2247195" y="3312004"/>
          <a:ext cx="863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490" name="Equation" r:id="rId12" imgW="863280" imgH="330120" progId="Equation.DSMT4">
                  <p:embed/>
                </p:oleObj>
              </mc:Choice>
              <mc:Fallback>
                <p:oleObj name="Equation" r:id="rId12" imgW="8632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247195" y="3312004"/>
                        <a:ext cx="8636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5">
            <a:extLst>
              <a:ext uri="{FF2B5EF4-FFF2-40B4-BE49-F238E27FC236}">
                <a16:creationId xmlns:a16="http://schemas.microsoft.com/office/drawing/2014/main" id="{C59C0793-50D7-43EE-83A4-7D1D2EECF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832" y="3212735"/>
            <a:ext cx="45085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所以曲线的斜渐近线方程为</a:t>
            </a:r>
            <a:endParaRPr kumimoji="1"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D6B338DF-34B3-43CF-A521-42D8ED003D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012863"/>
              </p:ext>
            </p:extLst>
          </p:nvPr>
        </p:nvGraphicFramePr>
        <p:xfrm>
          <a:off x="6920632" y="3265768"/>
          <a:ext cx="1295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491" name="Equation" r:id="rId14" imgW="1295280" imgH="342720" progId="Equation.DSMT4">
                  <p:embed/>
                </p:oleObj>
              </mc:Choice>
              <mc:Fallback>
                <p:oleObj name="Equation" r:id="rId14" imgW="12952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920632" y="3265768"/>
                        <a:ext cx="1295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4018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2B9A47-9CAC-4461-8E0F-45CCD0354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、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23DA17B3-2AE8-4596-AF71-414E6A04C2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381298"/>
            <a:ext cx="53285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6.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求曲线                               的渐近线</a:t>
            </a: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 </a:t>
            </a:r>
            <a:endParaRPr kumimoji="1" lang="zh-CN" altLang="en-US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CFA4968-10EF-42BF-A4D5-ADBCEDFAA8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6696640"/>
              </p:ext>
            </p:extLst>
          </p:nvPr>
        </p:nvGraphicFramePr>
        <p:xfrm>
          <a:off x="2123728" y="243830"/>
          <a:ext cx="2070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326" name="Equation" r:id="rId3" imgW="2070000" imgH="736560" progId="Equation.DSMT4">
                  <p:embed/>
                </p:oleObj>
              </mc:Choice>
              <mc:Fallback>
                <p:oleObj name="Equation" r:id="rId3" imgW="20700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23728" y="243830"/>
                        <a:ext cx="2070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4563555B-38F9-46F8-8421-3CE85224CDA9}"/>
              </a:ext>
            </a:extLst>
          </p:cNvPr>
          <p:cNvSpPr/>
          <p:nvPr/>
        </p:nvSpPr>
        <p:spPr>
          <a:xfrm>
            <a:off x="611560" y="1101378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4E583F7-0041-4CCC-A420-4A9F1B461DF9}"/>
              </a:ext>
            </a:extLst>
          </p:cNvPr>
          <p:cNvGrpSpPr/>
          <p:nvPr/>
        </p:nvGrpSpPr>
        <p:grpSpPr>
          <a:xfrm>
            <a:off x="1134524" y="1101378"/>
            <a:ext cx="5525708" cy="523764"/>
            <a:chOff x="1134524" y="1347614"/>
            <a:chExt cx="5525708" cy="523764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BDB7897-2297-41EF-B559-F1F645D812B9}"/>
                </a:ext>
              </a:extLst>
            </p:cNvPr>
            <p:cNvSpPr/>
            <p:nvPr/>
          </p:nvSpPr>
          <p:spPr>
            <a:xfrm>
              <a:off x="1134524" y="1347614"/>
              <a:ext cx="552570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函数有唯一的间断点           且</a:t>
              </a:r>
              <a:endParaRPr lang="zh-CN" altLang="en-US" sz="2400" dirty="0"/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B7B9FDCD-A3D8-497E-A023-B24C81EBCA4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79086435"/>
                </p:ext>
              </p:extLst>
            </p:nvPr>
          </p:nvGraphicFramePr>
          <p:xfrm>
            <a:off x="4067944" y="1432007"/>
            <a:ext cx="723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327" name="Equation" r:id="rId5" imgW="723600" imgH="330120" progId="Equation.DSMT4">
                    <p:embed/>
                  </p:oleObj>
                </mc:Choice>
                <mc:Fallback>
                  <p:oleObj name="Equation" r:id="rId5" imgW="7236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067944" y="1432007"/>
                          <a:ext cx="7239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26775B2B-C892-4CC5-8EA6-9929027D977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5071635"/>
                </p:ext>
              </p:extLst>
            </p:nvPr>
          </p:nvGraphicFramePr>
          <p:xfrm>
            <a:off x="5252399" y="1388778"/>
            <a:ext cx="12446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328" name="Equation" r:id="rId7" imgW="1244520" imgH="482400" progId="Equation.DSMT4">
                    <p:embed/>
                  </p:oleObj>
                </mc:Choice>
                <mc:Fallback>
                  <p:oleObj name="Equation" r:id="rId7" imgW="1244520" imgH="482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252399" y="1388778"/>
                          <a:ext cx="12446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32DCAB6E-A029-4FC6-8549-724E5A35211A}"/>
              </a:ext>
            </a:extLst>
          </p:cNvPr>
          <p:cNvSpPr/>
          <p:nvPr/>
        </p:nvSpPr>
        <p:spPr>
          <a:xfrm>
            <a:off x="6372200" y="1132427"/>
            <a:ext cx="26642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从而函数有唯一的</a:t>
            </a:r>
            <a:endParaRPr lang="zh-CN" altLang="en-US" sz="2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82B60C-10A6-4599-9EBB-1F5CA819D8A6}"/>
              </a:ext>
            </a:extLst>
          </p:cNvPr>
          <p:cNvSpPr/>
          <p:nvPr/>
        </p:nvSpPr>
        <p:spPr>
          <a:xfrm>
            <a:off x="494482" y="1821458"/>
            <a:ext cx="17732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铅直渐近线</a:t>
            </a:r>
            <a:endParaRPr lang="zh-CN" altLang="en-US" sz="2400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B5512B9-91B7-4220-93DB-3382760E8C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0377276"/>
              </p:ext>
            </p:extLst>
          </p:nvPr>
        </p:nvGraphicFramePr>
        <p:xfrm>
          <a:off x="2216325" y="1931251"/>
          <a:ext cx="711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329" name="Equation" r:id="rId9" imgW="711000" imgH="279360" progId="Equation.DSMT4">
                  <p:embed/>
                </p:oleObj>
              </mc:Choice>
              <mc:Fallback>
                <p:oleObj name="Equation" r:id="rId9" imgW="7110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16325" y="1931251"/>
                        <a:ext cx="7112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176A2CDE-BE47-4C68-808E-8788D17647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8124034"/>
              </p:ext>
            </p:extLst>
          </p:nvPr>
        </p:nvGraphicFramePr>
        <p:xfrm>
          <a:off x="1363663" y="2468389"/>
          <a:ext cx="2463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330" name="Equation" r:id="rId11" imgW="2463480" imgH="685800" progId="Equation.DSMT4">
                  <p:embed/>
                </p:oleObj>
              </mc:Choice>
              <mc:Fallback>
                <p:oleObj name="Equation" r:id="rId11" imgW="246348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63663" y="2468389"/>
                        <a:ext cx="24638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D0A4C6A4-1159-4867-B738-EA54323307EB}"/>
              </a:ext>
            </a:extLst>
          </p:cNvPr>
          <p:cNvSpPr/>
          <p:nvPr/>
        </p:nvSpPr>
        <p:spPr>
          <a:xfrm>
            <a:off x="593244" y="2612852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又</a:t>
            </a:r>
            <a:endParaRPr lang="zh-CN" altLang="en-US" sz="24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A5BBB19-318C-4E77-A329-8A45D60CEFE3}"/>
              </a:ext>
            </a:extLst>
          </p:cNvPr>
          <p:cNvSpPr/>
          <p:nvPr/>
        </p:nvSpPr>
        <p:spPr>
          <a:xfrm>
            <a:off x="4018863" y="2541414"/>
            <a:ext cx="30734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故曲线有水平渐近线</a:t>
            </a:r>
            <a:endParaRPr lang="zh-CN" altLang="en-US" sz="2400" dirty="0"/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8F7756DB-23B1-450A-9A15-9D94DCC45D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3475096"/>
              </p:ext>
            </p:extLst>
          </p:nvPr>
        </p:nvGraphicFramePr>
        <p:xfrm>
          <a:off x="6876256" y="2595729"/>
          <a:ext cx="723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331" name="Equation" r:id="rId13" imgW="723600" imgH="342720" progId="Equation.DSMT4">
                  <p:embed/>
                </p:oleObj>
              </mc:Choice>
              <mc:Fallback>
                <p:oleObj name="Equation" r:id="rId13" imgW="7236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876256" y="2595729"/>
                        <a:ext cx="723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3B9E4536-E2DA-48B4-B929-5DCB29B4C4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1818768"/>
              </p:ext>
            </p:extLst>
          </p:nvPr>
        </p:nvGraphicFramePr>
        <p:xfrm>
          <a:off x="1179578" y="3299470"/>
          <a:ext cx="27178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332" name="Equation" r:id="rId15" imgW="2717640" imgH="647640" progId="Equation.DSMT4">
                  <p:embed/>
                </p:oleObj>
              </mc:Choice>
              <mc:Fallback>
                <p:oleObj name="Equation" r:id="rId15" imgW="2717640" imgH="647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179578" y="3299470"/>
                        <a:ext cx="27178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3AE7C7E4-ECB6-4338-BBC8-2E00C3BB0268}"/>
              </a:ext>
            </a:extLst>
          </p:cNvPr>
          <p:cNvSpPr/>
          <p:nvPr/>
        </p:nvSpPr>
        <p:spPr>
          <a:xfrm>
            <a:off x="594510" y="3412766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又</a:t>
            </a:r>
            <a:endParaRPr lang="zh-CN" altLang="en-US" sz="2400" dirty="0"/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DAB8E49A-7483-48F6-8FB4-3AAE9BB2A8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8637474"/>
              </p:ext>
            </p:extLst>
          </p:nvPr>
        </p:nvGraphicFramePr>
        <p:xfrm>
          <a:off x="4083487" y="3261370"/>
          <a:ext cx="41910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333" name="Equation" r:id="rId17" imgW="4190760" imgH="685800" progId="Equation.DSMT4">
                  <p:embed/>
                </p:oleObj>
              </mc:Choice>
              <mc:Fallback>
                <p:oleObj name="Equation" r:id="rId17" imgW="419076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083487" y="3261370"/>
                        <a:ext cx="41910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F626BF65-3796-4C4A-A665-77FE184C1F7B}"/>
              </a:ext>
            </a:extLst>
          </p:cNvPr>
          <p:cNvSpPr/>
          <p:nvPr/>
        </p:nvSpPr>
        <p:spPr>
          <a:xfrm>
            <a:off x="705159" y="4170536"/>
            <a:ext cx="28371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故曲线有斜渐近线</a:t>
            </a:r>
            <a:endParaRPr lang="zh-CN" altLang="en-US" sz="2400" dirty="0"/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45C455C4-C9DA-421E-AE0B-1178805652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6189964"/>
              </p:ext>
            </p:extLst>
          </p:nvPr>
        </p:nvGraphicFramePr>
        <p:xfrm>
          <a:off x="3344044" y="4269730"/>
          <a:ext cx="723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334" name="Equation" r:id="rId19" imgW="723600" imgH="266400" progId="Equation.DSMT4">
                  <p:embed/>
                </p:oleObj>
              </mc:Choice>
              <mc:Fallback>
                <p:oleObj name="Equation" r:id="rId19" imgW="72360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344044" y="4269730"/>
                        <a:ext cx="7239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5599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1" grpId="0"/>
      <p:bldP spid="14" grpId="0"/>
      <p:bldP spid="15" grpId="0"/>
      <p:bldP spid="18" grpId="0"/>
      <p:bldP spid="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331561FC-4844-48BB-ADA2-913B6E79DA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661" y="431680"/>
            <a:ext cx="585271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7.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求曲线                                      的渐近线</a:t>
            </a: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 </a:t>
            </a:r>
            <a:endParaRPr kumimoji="1" lang="zh-CN" altLang="en-US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BE73EF6-E0E3-497A-8B76-D3E6A0CCB5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1782832"/>
              </p:ext>
            </p:extLst>
          </p:nvPr>
        </p:nvGraphicFramePr>
        <p:xfrm>
          <a:off x="2017273" y="143648"/>
          <a:ext cx="27559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243" name="Equation" r:id="rId3" imgW="2755800" imgH="876240" progId="Equation.DSMT4">
                  <p:embed/>
                </p:oleObj>
              </mc:Choice>
              <mc:Fallback>
                <p:oleObj name="Equation" r:id="rId3" imgW="2755800" imgH="876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17273" y="143648"/>
                        <a:ext cx="27559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976DF874-D310-497B-9548-F816DB09A625}"/>
              </a:ext>
            </a:extLst>
          </p:cNvPr>
          <p:cNvSpPr/>
          <p:nvPr/>
        </p:nvSpPr>
        <p:spPr>
          <a:xfrm>
            <a:off x="662293" y="179422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6A8E640-DF5B-4BC4-9A99-51D5E604CD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0592291"/>
              </p:ext>
            </p:extLst>
          </p:nvPr>
        </p:nvGraphicFramePr>
        <p:xfrm>
          <a:off x="1232598" y="1453557"/>
          <a:ext cx="29591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244" name="Equation" r:id="rId5" imgW="2958840" imgH="1143000" progId="Equation.DSMT4">
                  <p:embed/>
                </p:oleObj>
              </mc:Choice>
              <mc:Fallback>
                <p:oleObj name="Equation" r:id="rId5" imgW="2958840" imgH="1143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32598" y="1453557"/>
                        <a:ext cx="2959100" cy="1143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0F794212-BC56-49AD-ADD0-1DAA544604F6}"/>
              </a:ext>
            </a:extLst>
          </p:cNvPr>
          <p:cNvSpPr/>
          <p:nvPr/>
        </p:nvSpPr>
        <p:spPr>
          <a:xfrm>
            <a:off x="4274618" y="1761196"/>
            <a:ext cx="33408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故曲线有水平渐近线</a:t>
            </a:r>
            <a:endParaRPr lang="zh-CN" altLang="en-US" sz="2400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F945F67-E8B3-4F77-B875-A5C8B2E642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0975615"/>
              </p:ext>
            </p:extLst>
          </p:nvPr>
        </p:nvGraphicFramePr>
        <p:xfrm>
          <a:off x="7186798" y="1646614"/>
          <a:ext cx="685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245" name="Equation" r:id="rId7" imgW="685800" imgH="609480" progId="Equation.DSMT4">
                  <p:embed/>
                </p:oleObj>
              </mc:Choice>
              <mc:Fallback>
                <p:oleObj name="Equation" r:id="rId7" imgW="685800" imgH="609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186798" y="1646614"/>
                        <a:ext cx="6858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7FBC2ED-E4BA-4E9A-905D-6AC1DC621A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6777414"/>
              </p:ext>
            </p:extLst>
          </p:nvPr>
        </p:nvGraphicFramePr>
        <p:xfrm>
          <a:off x="897133" y="3003798"/>
          <a:ext cx="33147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246" name="Equation" r:id="rId9" imgW="3314520" imgH="1143000" progId="Equation.DSMT4">
                  <p:embed/>
                </p:oleObj>
              </mc:Choice>
              <mc:Fallback>
                <p:oleObj name="Equation" r:id="rId9" imgW="3314520" imgH="1143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97133" y="3003798"/>
                        <a:ext cx="3314700" cy="1143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B10B9342-FDF9-424D-8DAC-08E839EF9DF7}"/>
              </a:ext>
            </a:extLst>
          </p:cNvPr>
          <p:cNvSpPr/>
          <p:nvPr/>
        </p:nvSpPr>
        <p:spPr>
          <a:xfrm>
            <a:off x="4255512" y="3284517"/>
            <a:ext cx="33408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故曲线有水平渐近线</a:t>
            </a:r>
            <a:endParaRPr lang="zh-CN" altLang="en-US" sz="2400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78805BF-917A-46C4-9C38-46166A1657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7829833"/>
              </p:ext>
            </p:extLst>
          </p:nvPr>
        </p:nvGraphicFramePr>
        <p:xfrm>
          <a:off x="7164288" y="3171460"/>
          <a:ext cx="8509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247" name="Equation" r:id="rId11" imgW="850680" imgH="609480" progId="Equation.DSMT4">
                  <p:embed/>
                </p:oleObj>
              </mc:Choice>
              <mc:Fallback>
                <p:oleObj name="Equation" r:id="rId11" imgW="850680" imgH="6094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0F945F67-E8B3-4F77-B875-A5C8B2E642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164288" y="3171460"/>
                        <a:ext cx="8509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9062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441DB364-118C-4B5A-95BA-1BAB0193D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627534"/>
            <a:ext cx="585271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0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7. </a:t>
            </a:r>
            <a:r>
              <a:rPr kumimoji="1" lang="zh-CN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求曲线                                                的渐近线</a:t>
            </a:r>
            <a:r>
              <a:rPr kumimoji="1" lang="en-US" altLang="zh-C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 </a:t>
            </a:r>
            <a:endParaRPr kumimoji="1" lang="zh-CN" altLang="en-US" sz="20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0B2BBE4-742B-4CC7-A659-C63E716288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0514848"/>
              </p:ext>
            </p:extLst>
          </p:nvPr>
        </p:nvGraphicFramePr>
        <p:xfrm>
          <a:off x="2051720" y="348208"/>
          <a:ext cx="27559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07" name="Equation" r:id="rId3" imgW="2755800" imgH="876240" progId="Equation.DSMT4">
                  <p:embed/>
                </p:oleObj>
              </mc:Choice>
              <mc:Fallback>
                <p:oleObj name="Equation" r:id="rId3" imgW="2755800" imgH="8762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4BE73EF6-E0E3-497A-8B76-D3E6A0CCB5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51720" y="348208"/>
                        <a:ext cx="27559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F96488BD-8579-4EA9-838B-72450901795A}"/>
              </a:ext>
            </a:extLst>
          </p:cNvPr>
          <p:cNvSpPr/>
          <p:nvPr/>
        </p:nvSpPr>
        <p:spPr>
          <a:xfrm>
            <a:off x="683568" y="1352119"/>
            <a:ext cx="4427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0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endParaRPr lang="zh-CN" altLang="en-US" sz="2000" dirty="0">
              <a:solidFill>
                <a:srgbClr val="0064FF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7A0359-7722-4BB5-9775-56C123C2EE20}"/>
              </a:ext>
            </a:extLst>
          </p:cNvPr>
          <p:cNvSpPr/>
          <p:nvPr/>
        </p:nvSpPr>
        <p:spPr>
          <a:xfrm>
            <a:off x="1331640" y="1368525"/>
            <a:ext cx="22322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再考察间断点</a:t>
            </a:r>
            <a:endParaRPr lang="zh-CN" altLang="en-US" sz="2000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1BD11A8-2109-47AE-B667-7D6E040E7B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8895176"/>
              </p:ext>
            </p:extLst>
          </p:nvPr>
        </p:nvGraphicFramePr>
        <p:xfrm>
          <a:off x="3072622" y="1443252"/>
          <a:ext cx="2006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08" name="Equation" r:id="rId5" imgW="2006280" imgH="279360" progId="Equation.DSMT4">
                  <p:embed/>
                </p:oleObj>
              </mc:Choice>
              <mc:Fallback>
                <p:oleObj name="Equation" r:id="rId5" imgW="20062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72622" y="1443252"/>
                        <a:ext cx="20066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43A144C0-A700-4493-9A52-6A1D5CE2A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5377921"/>
              </p:ext>
            </p:extLst>
          </p:nvPr>
        </p:nvGraphicFramePr>
        <p:xfrm>
          <a:off x="617147" y="1941396"/>
          <a:ext cx="4635501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09" name="Equation" r:id="rId7" imgW="4635360" imgH="876240" progId="Equation.DSMT4">
                  <p:embed/>
                </p:oleObj>
              </mc:Choice>
              <mc:Fallback>
                <p:oleObj name="Equation" r:id="rId7" imgW="4635360" imgH="876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17147" y="1941396"/>
                        <a:ext cx="4635501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2434546E-46A4-49EF-8F62-CDF3AA0B053B}"/>
              </a:ext>
            </a:extLst>
          </p:cNvPr>
          <p:cNvGrpSpPr/>
          <p:nvPr/>
        </p:nvGrpSpPr>
        <p:grpSpPr>
          <a:xfrm>
            <a:off x="5252648" y="2283718"/>
            <a:ext cx="2981548" cy="400110"/>
            <a:chOff x="5252648" y="2283718"/>
            <a:chExt cx="2981548" cy="400110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D5C73F9F-2B6C-4A99-8E98-DA124B9AAC12}"/>
                </a:ext>
              </a:extLst>
            </p:cNvPr>
            <p:cNvSpPr/>
            <p:nvPr/>
          </p:nvSpPr>
          <p:spPr>
            <a:xfrm>
              <a:off x="5252648" y="2283718"/>
              <a:ext cx="223224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曲线有铅直渐近线</a:t>
              </a:r>
              <a:endParaRPr lang="zh-CN" altLang="en-US" sz="2000" dirty="0"/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A8F25F65-B470-4869-9817-8DE90185B19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53357084"/>
                </p:ext>
              </p:extLst>
            </p:nvPr>
          </p:nvGraphicFramePr>
          <p:xfrm>
            <a:off x="7484896" y="2362188"/>
            <a:ext cx="7493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2310" name="Equation" r:id="rId9" imgW="749160" imgH="241200" progId="Equation.DSMT4">
                    <p:embed/>
                  </p:oleObj>
                </mc:Choice>
                <mc:Fallback>
                  <p:oleObj name="Equation" r:id="rId9" imgW="74916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484896" y="2362188"/>
                          <a:ext cx="7493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16C3FFDC-AB92-4EF8-9140-BFBDC76E9D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647870"/>
              </p:ext>
            </p:extLst>
          </p:nvPr>
        </p:nvGraphicFramePr>
        <p:xfrm>
          <a:off x="597607" y="2999961"/>
          <a:ext cx="24765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11" name="Equation" r:id="rId11" imgW="2476440" imgH="876240" progId="Equation.DSMT4">
                  <p:embed/>
                </p:oleObj>
              </mc:Choice>
              <mc:Fallback>
                <p:oleObj name="Equation" r:id="rId11" imgW="2476440" imgH="876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97607" y="2999961"/>
                        <a:ext cx="24765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201B0135-EE34-44D8-B1C5-30354E6A208A}"/>
              </a:ext>
            </a:extLst>
          </p:cNvPr>
          <p:cNvSpPr/>
          <p:nvPr/>
        </p:nvSpPr>
        <p:spPr>
          <a:xfrm>
            <a:off x="3074107" y="3291273"/>
            <a:ext cx="22322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曲线有铅直渐近线</a:t>
            </a:r>
            <a:endParaRPr lang="zh-CN" altLang="en-US" sz="2000" dirty="0"/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BA8BE9C1-475A-4ACD-81AE-0914F93E72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0837537"/>
              </p:ext>
            </p:extLst>
          </p:nvPr>
        </p:nvGraphicFramePr>
        <p:xfrm>
          <a:off x="5220717" y="3342283"/>
          <a:ext cx="5969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12" name="Equation" r:id="rId13" imgW="596880" imgH="241200" progId="Equation.DSMT4">
                  <p:embed/>
                </p:oleObj>
              </mc:Choice>
              <mc:Fallback>
                <p:oleObj name="Equation" r:id="rId13" imgW="596880" imgH="2412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A8F25F65-B470-4869-9817-8DE90185B1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220717" y="3342283"/>
                        <a:ext cx="5969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206DE1AA-7296-478D-8F62-FE49C003F6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1030143"/>
              </p:ext>
            </p:extLst>
          </p:nvPr>
        </p:nvGraphicFramePr>
        <p:xfrm>
          <a:off x="590550" y="3911600"/>
          <a:ext cx="53340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13" name="Equation" r:id="rId15" imgW="5333760" imgH="1143000" progId="Equation.DSMT4">
                  <p:embed/>
                </p:oleObj>
              </mc:Choice>
              <mc:Fallback>
                <p:oleObj name="Equation" r:id="rId15" imgW="5333760" imgH="1143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90550" y="3911600"/>
                        <a:ext cx="5334000" cy="1143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9A79000F-2580-49BA-92E7-E564E5ED83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2362422"/>
              </p:ext>
            </p:extLst>
          </p:nvPr>
        </p:nvGraphicFramePr>
        <p:xfrm>
          <a:off x="6281738" y="4275138"/>
          <a:ext cx="508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14" name="Equation" r:id="rId17" imgW="507960" imgH="241200" progId="Equation.DSMT4">
                  <p:embed/>
                </p:oleObj>
              </mc:Choice>
              <mc:Fallback>
                <p:oleObj name="Equation" r:id="rId17" imgW="507960" imgH="2412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A8F25F65-B470-4869-9817-8DE90185B1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281738" y="4275138"/>
                        <a:ext cx="508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94B505F8-2D78-4CC4-B4A8-B2D36812DADF}"/>
              </a:ext>
            </a:extLst>
          </p:cNvPr>
          <p:cNvSpPr/>
          <p:nvPr/>
        </p:nvSpPr>
        <p:spPr>
          <a:xfrm>
            <a:off x="6804248" y="4195261"/>
            <a:ext cx="22322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不为铅直渐近线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789476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4" grpId="0"/>
      <p:bldP spid="1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">
            <a:extLst>
              <a:ext uri="{FF2B5EF4-FFF2-40B4-BE49-F238E27FC236}">
                <a16:creationId xmlns:a16="http://schemas.microsoft.com/office/drawing/2014/main" id="{47DBC82A-3A4F-491D-83E6-AC90E5569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320" y="330364"/>
            <a:ext cx="70048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8.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求笛卡尔叶形线                         的渐近线</a:t>
            </a: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kumimoji="1" lang="zh-CN" altLang="en-US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60140ED2-EB5F-4A33-A56B-02055847C4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7158201"/>
              </p:ext>
            </p:extLst>
          </p:nvPr>
        </p:nvGraphicFramePr>
        <p:xfrm>
          <a:off x="3310541" y="382595"/>
          <a:ext cx="1790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457" name="Equation" r:id="rId3" imgW="1790640" imgH="406080" progId="Equation.DSMT4">
                  <p:embed/>
                </p:oleObj>
              </mc:Choice>
              <mc:Fallback>
                <p:oleObj name="Equation" r:id="rId3" imgW="17906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10541" y="382595"/>
                        <a:ext cx="17907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C659CB76-E5BE-43DC-8041-EECC7D18EBF4}"/>
              </a:ext>
            </a:extLst>
          </p:cNvPr>
          <p:cNvSpPr/>
          <p:nvPr/>
        </p:nvSpPr>
        <p:spPr>
          <a:xfrm>
            <a:off x="663501" y="134761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endParaRPr lang="zh-CN" altLang="en-US" sz="2400" dirty="0">
              <a:solidFill>
                <a:srgbClr val="0064FF"/>
              </a:solidFill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37E8898-27B6-433F-8696-E8019C8A0D6E}"/>
              </a:ext>
            </a:extLst>
          </p:cNvPr>
          <p:cNvGrpSpPr/>
          <p:nvPr/>
        </p:nvGrpSpPr>
        <p:grpSpPr>
          <a:xfrm>
            <a:off x="1157547" y="1331531"/>
            <a:ext cx="1470238" cy="461665"/>
            <a:chOff x="1157547" y="1331531"/>
            <a:chExt cx="1470238" cy="461665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5B1AA5C-2532-472D-A270-68149EC0BDBD}"/>
                </a:ext>
              </a:extLst>
            </p:cNvPr>
            <p:cNvSpPr/>
            <p:nvPr/>
          </p:nvSpPr>
          <p:spPr>
            <a:xfrm>
              <a:off x="1157547" y="1331531"/>
              <a:ext cx="147023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令</a:t>
              </a:r>
              <a:endParaRPr lang="zh-CN" altLang="en-US" sz="2400" dirty="0"/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576D2BF8-7D55-4E71-80E1-0518CC5EF13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9908606"/>
                </p:ext>
              </p:extLst>
            </p:nvPr>
          </p:nvGraphicFramePr>
          <p:xfrm>
            <a:off x="1619672" y="1426046"/>
            <a:ext cx="8128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458" name="Equation" r:id="rId5" imgW="812520" imgH="304560" progId="Equation.DSMT4">
                    <p:embed/>
                  </p:oleObj>
                </mc:Choice>
                <mc:Fallback>
                  <p:oleObj name="Equation" r:id="rId5" imgW="812520" imgH="304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619672" y="1426046"/>
                          <a:ext cx="8128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Text Box 6">
            <a:extLst>
              <a:ext uri="{FF2B5EF4-FFF2-40B4-BE49-F238E27FC236}">
                <a16:creationId xmlns:a16="http://schemas.microsoft.com/office/drawing/2014/main" id="{48BADF96-A65F-4D7F-A30B-EC2CCAAA85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2959" y="1283251"/>
            <a:ext cx="433777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代入原方程得曲线的</a:t>
            </a:r>
            <a:r>
              <a:rPr kumimoji="1"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参数方程</a:t>
            </a:r>
            <a:endParaRPr kumimoji="1" lang="en-US" altLang="zh-CN" sz="24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graphicFrame>
        <p:nvGraphicFramePr>
          <p:cNvPr id="15" name="Object 11">
            <a:extLst>
              <a:ext uri="{FF2B5EF4-FFF2-40B4-BE49-F238E27FC236}">
                <a16:creationId xmlns:a16="http://schemas.microsoft.com/office/drawing/2014/main" id="{D2BF90CA-7241-4D86-913B-86EC8AEDE8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5278659"/>
              </p:ext>
            </p:extLst>
          </p:nvPr>
        </p:nvGraphicFramePr>
        <p:xfrm>
          <a:off x="746093" y="2296599"/>
          <a:ext cx="2019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459" name="Equation" r:id="rId7" imgW="2019240" imgH="330120" progId="Equation.DSMT4">
                  <p:embed/>
                </p:oleObj>
              </mc:Choice>
              <mc:Fallback>
                <p:oleObj name="Equation" r:id="rId7" imgW="2019240" imgH="330120" progId="Equation.DSMT4">
                  <p:embed/>
                  <p:pic>
                    <p:nvPicPr>
                      <p:cNvPr id="75787" name="Object 11">
                        <a:extLst>
                          <a:ext uri="{FF2B5EF4-FFF2-40B4-BE49-F238E27FC236}">
                            <a16:creationId xmlns:a16="http://schemas.microsoft.com/office/drawing/2014/main" id="{BBD0A0F5-66A3-40CD-9422-36F5B1FA64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093" y="2296599"/>
                        <a:ext cx="20193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0408D956-13F7-4F87-8C86-8145A1658E2E}"/>
              </a:ext>
            </a:extLst>
          </p:cNvPr>
          <p:cNvGrpSpPr/>
          <p:nvPr/>
        </p:nvGrpSpPr>
        <p:grpSpPr>
          <a:xfrm>
            <a:off x="6867036" y="939449"/>
            <a:ext cx="2074798" cy="1357150"/>
            <a:chOff x="6851216" y="939449"/>
            <a:chExt cx="2074798" cy="1357150"/>
          </a:xfrm>
        </p:grpSpPr>
        <p:graphicFrame>
          <p:nvGraphicFramePr>
            <p:cNvPr id="11" name="Object 8">
              <a:extLst>
                <a:ext uri="{FF2B5EF4-FFF2-40B4-BE49-F238E27FC236}">
                  <a16:creationId xmlns:a16="http://schemas.microsoft.com/office/drawing/2014/main" id="{E63AC180-61A3-4D30-9BEF-2342163D591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64143061"/>
                </p:ext>
              </p:extLst>
            </p:nvPr>
          </p:nvGraphicFramePr>
          <p:xfrm>
            <a:off x="7180193" y="939449"/>
            <a:ext cx="1057275" cy="617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460" name="Equation" r:id="rId9" imgW="1041120" imgH="609480" progId="Equation.DSMT4">
                    <p:embed/>
                  </p:oleObj>
                </mc:Choice>
                <mc:Fallback>
                  <p:oleObj name="Equation" r:id="rId9" imgW="1041120" imgH="609480" progId="Equation.DSMT4">
                    <p:embed/>
                    <p:pic>
                      <p:nvPicPr>
                        <p:cNvPr id="75784" name="Object 8">
                          <a:extLst>
                            <a:ext uri="{FF2B5EF4-FFF2-40B4-BE49-F238E27FC236}">
                              <a16:creationId xmlns:a16="http://schemas.microsoft.com/office/drawing/2014/main" id="{71656C76-197D-4361-9AC1-9D5DC772AA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80193" y="939449"/>
                          <a:ext cx="1057275" cy="6175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10">
              <a:extLst>
                <a:ext uri="{FF2B5EF4-FFF2-40B4-BE49-F238E27FC236}">
                  <a16:creationId xmlns:a16="http://schemas.microsoft.com/office/drawing/2014/main" id="{66268D31-8B93-4A6A-BF26-FB05BFAC33F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74997698"/>
                </p:ext>
              </p:extLst>
            </p:nvPr>
          </p:nvGraphicFramePr>
          <p:xfrm>
            <a:off x="7132562" y="1645724"/>
            <a:ext cx="1071563" cy="650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461" name="Equation" r:id="rId11" imgW="1054080" imgH="647640" progId="Equation.DSMT4">
                    <p:embed/>
                  </p:oleObj>
                </mc:Choice>
                <mc:Fallback>
                  <p:oleObj name="Equation" r:id="rId11" imgW="1054080" imgH="647640" progId="Equation.DSMT4">
                    <p:embed/>
                    <p:pic>
                      <p:nvPicPr>
                        <p:cNvPr id="75786" name="Object 10">
                          <a:extLst>
                            <a:ext uri="{FF2B5EF4-FFF2-40B4-BE49-F238E27FC236}">
                              <a16:creationId xmlns:a16="http://schemas.microsoft.com/office/drawing/2014/main" id="{62A1D857-D280-41B9-BBFE-2CC0BD0E49E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32562" y="1645724"/>
                          <a:ext cx="1071563" cy="6508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30">
              <a:extLst>
                <a:ext uri="{FF2B5EF4-FFF2-40B4-BE49-F238E27FC236}">
                  <a16:creationId xmlns:a16="http://schemas.microsoft.com/office/drawing/2014/main" id="{E5C635FB-2E13-4220-BFCE-AF2965F6191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32051377"/>
                </p:ext>
              </p:extLst>
            </p:nvPr>
          </p:nvGraphicFramePr>
          <p:xfrm>
            <a:off x="8221164" y="1514083"/>
            <a:ext cx="704850" cy="250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462" name="Equation" r:id="rId13" imgW="698400" imgH="241200" progId="Equation.DSMT4">
                    <p:embed/>
                  </p:oleObj>
                </mc:Choice>
                <mc:Fallback>
                  <p:oleObj name="Equation" r:id="rId13" imgW="698400" imgH="241200" progId="Equation.DSMT4">
                    <p:embed/>
                    <p:pic>
                      <p:nvPicPr>
                        <p:cNvPr id="75806" name="Object 30">
                          <a:extLst>
                            <a:ext uri="{FF2B5EF4-FFF2-40B4-BE49-F238E27FC236}">
                              <a16:creationId xmlns:a16="http://schemas.microsoft.com/office/drawing/2014/main" id="{C9994C9E-D651-492A-B11C-8E02B6E56C1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21164" y="1514083"/>
                          <a:ext cx="704850" cy="2508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左大括号 16">
              <a:extLst>
                <a:ext uri="{FF2B5EF4-FFF2-40B4-BE49-F238E27FC236}">
                  <a16:creationId xmlns:a16="http://schemas.microsoft.com/office/drawing/2014/main" id="{E8406F9D-2C23-4B3F-9313-9A5882BDEC5D}"/>
                </a:ext>
              </a:extLst>
            </p:cNvPr>
            <p:cNvSpPr/>
            <p:nvPr/>
          </p:nvSpPr>
          <p:spPr>
            <a:xfrm>
              <a:off x="6851216" y="1248217"/>
              <a:ext cx="241064" cy="819477"/>
            </a:xfrm>
            <a:prstGeom prst="leftBrac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806F79E-C789-4F50-A7FF-02B9AB1A74C5}"/>
              </a:ext>
            </a:extLst>
          </p:cNvPr>
          <p:cNvGrpSpPr/>
          <p:nvPr/>
        </p:nvGrpSpPr>
        <p:grpSpPr>
          <a:xfrm>
            <a:off x="3170278" y="2041243"/>
            <a:ext cx="3074541" cy="677123"/>
            <a:chOff x="2771775" y="2034327"/>
            <a:chExt cx="3074541" cy="677123"/>
          </a:xfrm>
        </p:grpSpPr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F94FF79C-9423-44D8-93EA-CA07F6B3104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38555871"/>
                </p:ext>
              </p:extLst>
            </p:nvPr>
          </p:nvGraphicFramePr>
          <p:xfrm>
            <a:off x="2771775" y="2101850"/>
            <a:ext cx="1193800" cy="60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463" name="Equation" r:id="rId15" imgW="1193760" imgH="609480" progId="Equation.DSMT4">
                    <p:embed/>
                  </p:oleObj>
                </mc:Choice>
                <mc:Fallback>
                  <p:oleObj name="Equation" r:id="rId15" imgW="1193760" imgH="609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771775" y="2101850"/>
                          <a:ext cx="1193800" cy="609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4640043B-5969-4615-9996-D9C0F1A8E26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4192765"/>
                </p:ext>
              </p:extLst>
            </p:nvPr>
          </p:nvGraphicFramePr>
          <p:xfrm>
            <a:off x="4000500" y="2034327"/>
            <a:ext cx="571500" cy="647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464" name="Equation" r:id="rId17" imgW="571320" imgH="647640" progId="Equation.DSMT4">
                    <p:embed/>
                  </p:oleObj>
                </mc:Choice>
                <mc:Fallback>
                  <p:oleObj name="Equation" r:id="rId17" imgW="571320" imgH="647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000500" y="2034327"/>
                          <a:ext cx="571500" cy="647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1110D54D-9399-4E38-8D2E-01D4ECAACC27}"/>
                </a:ext>
              </a:extLst>
            </p:cNvPr>
            <p:cNvCxnSpPr/>
            <p:nvPr/>
          </p:nvCxnSpPr>
          <p:spPr>
            <a:xfrm flipH="1">
              <a:off x="4479925" y="2101850"/>
              <a:ext cx="236091" cy="60960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D12D9EF4-24C0-452A-8C11-9920A53804E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8929886"/>
                </p:ext>
              </p:extLst>
            </p:nvPr>
          </p:nvGraphicFramePr>
          <p:xfrm>
            <a:off x="4716016" y="2101850"/>
            <a:ext cx="1130300" cy="60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465" name="Equation" r:id="rId19" imgW="1130040" imgH="609480" progId="Equation.DSMT4">
                    <p:embed/>
                  </p:oleObj>
                </mc:Choice>
                <mc:Fallback>
                  <p:oleObj name="Equation" r:id="rId19" imgW="1130040" imgH="609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716016" y="2101850"/>
                          <a:ext cx="1130300" cy="609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18D909C3-94C2-47FC-BA47-C7F0CB15AE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7827966"/>
              </p:ext>
            </p:extLst>
          </p:nvPr>
        </p:nvGraphicFramePr>
        <p:xfrm>
          <a:off x="763010" y="3004885"/>
          <a:ext cx="6324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466" name="Equation" r:id="rId21" imgW="6324480" imgH="787320" progId="Equation.DSMT4">
                  <p:embed/>
                </p:oleObj>
              </mc:Choice>
              <mc:Fallback>
                <p:oleObj name="Equation" r:id="rId21" imgW="632448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63010" y="3004885"/>
                        <a:ext cx="63246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28">
            <a:extLst>
              <a:ext uri="{FF2B5EF4-FFF2-40B4-BE49-F238E27FC236}">
                <a16:creationId xmlns:a16="http://schemas.microsoft.com/office/drawing/2014/main" id="{07D0B616-796D-4150-B05A-95717D902D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3978335"/>
            <a:ext cx="36724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 dirty="0">
                <a:latin typeface="+mj-ea"/>
                <a:ea typeface="+mj-ea"/>
              </a:rPr>
              <a:t>所以笛卡儿叶形线有斜渐近线</a:t>
            </a:r>
          </a:p>
        </p:txBody>
      </p: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B4C77DA6-4F74-4642-BA58-20CD878E87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3880960"/>
              </p:ext>
            </p:extLst>
          </p:nvPr>
        </p:nvGraphicFramePr>
        <p:xfrm>
          <a:off x="4125953" y="4097672"/>
          <a:ext cx="1117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467" name="Equation" r:id="rId23" imgW="1117440" imgH="241200" progId="Equation.DSMT4">
                  <p:embed/>
                </p:oleObj>
              </mc:Choice>
              <mc:Fallback>
                <p:oleObj name="Equation" r:id="rId23" imgW="11174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125953" y="4097672"/>
                        <a:ext cx="11176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2763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4E31C0B6-8368-4B1C-934C-4A2C214D3E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0187165"/>
              </p:ext>
            </p:extLst>
          </p:nvPr>
        </p:nvGraphicFramePr>
        <p:xfrm>
          <a:off x="6228184" y="1130016"/>
          <a:ext cx="2144713" cy="202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285" name="BMP 图象" r:id="rId3" imgW="2381582" imgH="2247619" progId="Paint.Picture">
                  <p:embed/>
                </p:oleObj>
              </mc:Choice>
              <mc:Fallback>
                <p:oleObj name="BMP 图象" r:id="rId3" imgW="2381582" imgH="2247619" progId="Paint.Picture">
                  <p:embed/>
                  <p:pic>
                    <p:nvPicPr>
                      <p:cNvPr id="76805" name="Object 5">
                        <a:extLst>
                          <a:ext uri="{FF2B5EF4-FFF2-40B4-BE49-F238E27FC236}">
                            <a16:creationId xmlns:a16="http://schemas.microsoft.com/office/drawing/2014/main" id="{C773FD61-C6A4-4039-8772-5B4968440C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8184" y="1130016"/>
                        <a:ext cx="2144713" cy="202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6">
            <a:extLst>
              <a:ext uri="{FF2B5EF4-FFF2-40B4-BE49-F238E27FC236}">
                <a16:creationId xmlns:a16="http://schemas.microsoft.com/office/drawing/2014/main" id="{D806C311-ED9E-4145-9640-F8979A10E943}"/>
              </a:ext>
            </a:extLst>
          </p:cNvPr>
          <p:cNvGrpSpPr>
            <a:grpSpLocks/>
          </p:cNvGrpSpPr>
          <p:nvPr/>
        </p:nvGrpSpPr>
        <p:grpSpPr bwMode="auto">
          <a:xfrm>
            <a:off x="7345784" y="1793591"/>
            <a:ext cx="525463" cy="400050"/>
            <a:chOff x="4488" y="1160"/>
            <a:chExt cx="367" cy="280"/>
          </a:xfrm>
        </p:grpSpPr>
        <p:sp>
          <p:nvSpPr>
            <p:cNvPr id="6" name="Arc 7">
              <a:extLst>
                <a:ext uri="{FF2B5EF4-FFF2-40B4-BE49-F238E27FC236}">
                  <a16:creationId xmlns:a16="http://schemas.microsoft.com/office/drawing/2014/main" id="{0F139266-5E73-4017-A6DA-57CE5CABCB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8" y="1254"/>
              <a:ext cx="172" cy="138"/>
            </a:xfrm>
            <a:custGeom>
              <a:avLst/>
              <a:gdLst>
                <a:gd name="T0" fmla="*/ 104 w 21600"/>
                <a:gd name="T1" fmla="*/ 0 h 17204"/>
                <a:gd name="T2" fmla="*/ 172 w 21600"/>
                <a:gd name="T3" fmla="*/ 138 h 17204"/>
                <a:gd name="T4" fmla="*/ 0 w 21600"/>
                <a:gd name="T5" fmla="*/ 138 h 172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17204" fill="none" extrusionOk="0">
                  <a:moveTo>
                    <a:pt x="13060" y="0"/>
                  </a:moveTo>
                  <a:cubicBezTo>
                    <a:pt x="18440" y="4084"/>
                    <a:pt x="21600" y="10449"/>
                    <a:pt x="21600" y="17204"/>
                  </a:cubicBezTo>
                </a:path>
                <a:path w="21600" h="17204" stroke="0" extrusionOk="0">
                  <a:moveTo>
                    <a:pt x="13060" y="0"/>
                  </a:moveTo>
                  <a:cubicBezTo>
                    <a:pt x="18440" y="4084"/>
                    <a:pt x="21600" y="10449"/>
                    <a:pt x="21600" y="17204"/>
                  </a:cubicBezTo>
                  <a:lnTo>
                    <a:pt x="0" y="17204"/>
                  </a:lnTo>
                  <a:lnTo>
                    <a:pt x="13060" y="0"/>
                  </a:lnTo>
                  <a:close/>
                </a:path>
              </a:pathLst>
            </a:custGeom>
            <a:noFill/>
            <a:ln w="9525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" name="Object 8">
              <a:extLst>
                <a:ext uri="{FF2B5EF4-FFF2-40B4-BE49-F238E27FC236}">
                  <a16:creationId xmlns:a16="http://schemas.microsoft.com/office/drawing/2014/main" id="{1A87E9AC-7BD7-4DCD-81C5-6195AFEA912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56" y="1160"/>
            <a:ext cx="199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4286" name="Equation" r:id="rId5" imgW="126725" imgH="177415" progId="Equation.3">
                    <p:embed/>
                  </p:oleObj>
                </mc:Choice>
                <mc:Fallback>
                  <p:oleObj name="Equation" r:id="rId5" imgW="126725" imgH="177415" progId="Equation.3">
                    <p:embed/>
                    <p:pic>
                      <p:nvPicPr>
                        <p:cNvPr id="21536" name="Object 8">
                          <a:extLst>
                            <a:ext uri="{FF2B5EF4-FFF2-40B4-BE49-F238E27FC236}">
                              <a16:creationId xmlns:a16="http://schemas.microsoft.com/office/drawing/2014/main" id="{5F386189-298D-43F3-9C17-1154C56EFB0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1160"/>
                          <a:ext cx="199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Line 9">
            <a:extLst>
              <a:ext uri="{FF2B5EF4-FFF2-40B4-BE49-F238E27FC236}">
                <a16:creationId xmlns:a16="http://schemas.microsoft.com/office/drawing/2014/main" id="{19FA8891-D8B9-47EE-AFE4-1C8942701E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45784" y="1576104"/>
            <a:ext cx="412750" cy="549275"/>
          </a:xfrm>
          <a:prstGeom prst="line">
            <a:avLst/>
          </a:prstGeom>
          <a:noFill/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23">
            <a:extLst>
              <a:ext uri="{FF2B5EF4-FFF2-40B4-BE49-F238E27FC236}">
                <a16:creationId xmlns:a16="http://schemas.microsoft.com/office/drawing/2014/main" id="{C4A04CB8-E131-49F8-A0CD-BF646EFC09E7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0109" y="2615916"/>
            <a:ext cx="304800" cy="3048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24">
            <a:extLst>
              <a:ext uri="{FF2B5EF4-FFF2-40B4-BE49-F238E27FC236}">
                <a16:creationId xmlns:a16="http://schemas.microsoft.com/office/drawing/2014/main" id="{1A33646E-C2D9-48F3-AB4D-2D87828FE0A8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7109" y="1625316"/>
            <a:ext cx="304800" cy="2286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25">
            <a:extLst>
              <a:ext uri="{FF2B5EF4-FFF2-40B4-BE49-F238E27FC236}">
                <a16:creationId xmlns:a16="http://schemas.microsoft.com/office/drawing/2014/main" id="{D92C14CC-7D02-47F7-90E5-D0EAB80CCA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12509" y="1777716"/>
            <a:ext cx="228600" cy="269875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27">
            <a:extLst>
              <a:ext uri="{FF2B5EF4-FFF2-40B4-BE49-F238E27FC236}">
                <a16:creationId xmlns:a16="http://schemas.microsoft.com/office/drawing/2014/main" id="{6D588C5E-C135-4149-847A-2E90FD64B1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31509" y="1472916"/>
            <a:ext cx="304800" cy="230188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EA05E92A-67CD-440C-B830-2BAD424C48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2211" y="863316"/>
            <a:ext cx="2438400" cy="533400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2400" b="1" dirty="0">
                <a:solidFill>
                  <a:schemeClr val="tx1"/>
                </a:solidFill>
                <a:latin typeface="+mj-ea"/>
                <a:ea typeface="+mj-ea"/>
              </a:rPr>
              <a:t>笛卡儿叶形线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ECDEF61-2B5C-49B8-B92A-25F7496BCEAE}"/>
              </a:ext>
            </a:extLst>
          </p:cNvPr>
          <p:cNvGrpSpPr/>
          <p:nvPr/>
        </p:nvGrpSpPr>
        <p:grpSpPr>
          <a:xfrm>
            <a:off x="1065813" y="1636390"/>
            <a:ext cx="2074798" cy="1357150"/>
            <a:chOff x="6851216" y="939449"/>
            <a:chExt cx="2074798" cy="1357150"/>
          </a:xfrm>
        </p:grpSpPr>
        <p:graphicFrame>
          <p:nvGraphicFramePr>
            <p:cNvPr id="19" name="Object 8">
              <a:extLst>
                <a:ext uri="{FF2B5EF4-FFF2-40B4-BE49-F238E27FC236}">
                  <a16:creationId xmlns:a16="http://schemas.microsoft.com/office/drawing/2014/main" id="{2949DD0C-B198-4341-9CBE-B9B8390D660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85804165"/>
                </p:ext>
              </p:extLst>
            </p:nvPr>
          </p:nvGraphicFramePr>
          <p:xfrm>
            <a:off x="7180193" y="939449"/>
            <a:ext cx="1057275" cy="617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4287" name="Equation" r:id="rId7" imgW="1041120" imgH="609480" progId="Equation.DSMT4">
                    <p:embed/>
                  </p:oleObj>
                </mc:Choice>
                <mc:Fallback>
                  <p:oleObj name="Equation" r:id="rId7" imgW="1041120" imgH="609480" progId="Equation.DSMT4">
                    <p:embed/>
                    <p:pic>
                      <p:nvPicPr>
                        <p:cNvPr id="11" name="Object 8">
                          <a:extLst>
                            <a:ext uri="{FF2B5EF4-FFF2-40B4-BE49-F238E27FC236}">
                              <a16:creationId xmlns:a16="http://schemas.microsoft.com/office/drawing/2014/main" id="{E63AC180-61A3-4D30-9BEF-2342163D591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80193" y="939449"/>
                          <a:ext cx="1057275" cy="6175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10">
              <a:extLst>
                <a:ext uri="{FF2B5EF4-FFF2-40B4-BE49-F238E27FC236}">
                  <a16:creationId xmlns:a16="http://schemas.microsoft.com/office/drawing/2014/main" id="{81889B85-4837-468F-8F6A-A158F70882B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7607547"/>
                </p:ext>
              </p:extLst>
            </p:nvPr>
          </p:nvGraphicFramePr>
          <p:xfrm>
            <a:off x="7132562" y="1645724"/>
            <a:ext cx="1071563" cy="650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4288" name="Equation" r:id="rId9" imgW="1054080" imgH="647640" progId="Equation.DSMT4">
                    <p:embed/>
                  </p:oleObj>
                </mc:Choice>
                <mc:Fallback>
                  <p:oleObj name="Equation" r:id="rId9" imgW="1054080" imgH="647640" progId="Equation.DSMT4">
                    <p:embed/>
                    <p:pic>
                      <p:nvPicPr>
                        <p:cNvPr id="13" name="Object 10">
                          <a:extLst>
                            <a:ext uri="{FF2B5EF4-FFF2-40B4-BE49-F238E27FC236}">
                              <a16:creationId xmlns:a16="http://schemas.microsoft.com/office/drawing/2014/main" id="{66268D31-8B93-4A6A-BF26-FB05BFAC33F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32562" y="1645724"/>
                          <a:ext cx="1071563" cy="6508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30">
              <a:extLst>
                <a:ext uri="{FF2B5EF4-FFF2-40B4-BE49-F238E27FC236}">
                  <a16:creationId xmlns:a16="http://schemas.microsoft.com/office/drawing/2014/main" id="{C3C75759-309E-4880-962A-AEB03F0F147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6807591"/>
                </p:ext>
              </p:extLst>
            </p:nvPr>
          </p:nvGraphicFramePr>
          <p:xfrm>
            <a:off x="8221164" y="1514083"/>
            <a:ext cx="704850" cy="250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4289" name="Equation" r:id="rId11" imgW="698400" imgH="241200" progId="Equation.DSMT4">
                    <p:embed/>
                  </p:oleObj>
                </mc:Choice>
                <mc:Fallback>
                  <p:oleObj name="Equation" r:id="rId11" imgW="698400" imgH="241200" progId="Equation.DSMT4">
                    <p:embed/>
                    <p:pic>
                      <p:nvPicPr>
                        <p:cNvPr id="14" name="Object 30">
                          <a:extLst>
                            <a:ext uri="{FF2B5EF4-FFF2-40B4-BE49-F238E27FC236}">
                              <a16:creationId xmlns:a16="http://schemas.microsoft.com/office/drawing/2014/main" id="{E5C635FB-2E13-4220-BFCE-AF2965F6191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21164" y="1514083"/>
                          <a:ext cx="704850" cy="2508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左大括号 21">
              <a:extLst>
                <a:ext uri="{FF2B5EF4-FFF2-40B4-BE49-F238E27FC236}">
                  <a16:creationId xmlns:a16="http://schemas.microsoft.com/office/drawing/2014/main" id="{5841E449-3068-4E22-947A-80D67189DBE0}"/>
                </a:ext>
              </a:extLst>
            </p:cNvPr>
            <p:cNvSpPr/>
            <p:nvPr/>
          </p:nvSpPr>
          <p:spPr>
            <a:xfrm>
              <a:off x="6851216" y="1248217"/>
              <a:ext cx="241064" cy="819477"/>
            </a:xfrm>
            <a:prstGeom prst="leftBrac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Text Box 15">
            <a:extLst>
              <a:ext uri="{FF2B5EF4-FFF2-40B4-BE49-F238E27FC236}">
                <a16:creationId xmlns:a16="http://schemas.microsoft.com/office/drawing/2014/main" id="{0E88CD5B-9A24-49E8-A88C-D9BE190C0E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6558" y="1994370"/>
            <a:ext cx="25058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参数的几何意义</a:t>
            </a:r>
            <a:r>
              <a:rPr kumimoji="1"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:</a:t>
            </a:r>
          </a:p>
        </p:txBody>
      </p:sp>
      <p:graphicFrame>
        <p:nvGraphicFramePr>
          <p:cNvPr id="24" name="Object 16">
            <a:extLst>
              <a:ext uri="{FF2B5EF4-FFF2-40B4-BE49-F238E27FC236}">
                <a16:creationId xmlns:a16="http://schemas.microsoft.com/office/drawing/2014/main" id="{A75755E5-DF15-4CDC-AB9F-D50385D042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1587380"/>
              </p:ext>
            </p:extLst>
          </p:nvPr>
        </p:nvGraphicFramePr>
        <p:xfrm>
          <a:off x="3908325" y="2687466"/>
          <a:ext cx="863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290" name="Equation" r:id="rId13" imgW="863280" imgH="241200" progId="Equation.DSMT4">
                  <p:embed/>
                </p:oleObj>
              </mc:Choice>
              <mc:Fallback>
                <p:oleObj name="Equation" r:id="rId13" imgW="863280" imgH="241200" progId="Equation.DSMT4">
                  <p:embed/>
                  <p:pic>
                    <p:nvPicPr>
                      <p:cNvPr id="76816" name="Object 16">
                        <a:extLst>
                          <a:ext uri="{FF2B5EF4-FFF2-40B4-BE49-F238E27FC236}">
                            <a16:creationId xmlns:a16="http://schemas.microsoft.com/office/drawing/2014/main" id="{ABD0182C-8822-4E3F-B220-3701835BD9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8325" y="2687466"/>
                        <a:ext cx="8636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0836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3C264C65-44E1-4BAA-AD35-C2461A5D7D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315112"/>
            <a:ext cx="1752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作业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CB8D071F-9958-45B9-8FAB-439164E95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1383618"/>
            <a:ext cx="44364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2.    </a:t>
            </a: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课本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习题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3-6.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3EE33EC8-8DF7-46E2-AD10-5CFB09451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096" y="930374"/>
            <a:ext cx="63416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1.   </a:t>
            </a: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练习册  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第三章第六节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84636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75CBED-E5BB-4C11-9A0D-DBD4695FCB36}"/>
              </a:ext>
            </a:extLst>
          </p:cNvPr>
          <p:cNvSpPr txBox="1">
            <a:spLocks/>
          </p:cNvSpPr>
          <p:nvPr/>
        </p:nvSpPr>
        <p:spPr>
          <a:xfrm>
            <a:off x="4882000" y="3147814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4BB916B-80D8-4C4A-98EC-9866619C0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218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>
          <a:solidFill>
            <a:schemeClr val="tx1"/>
          </a:solidFill>
          <a:round/>
          <a:headEnd/>
          <a:tailEnd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7027</TotalTime>
  <Words>541</Words>
  <Application>Microsoft Office PowerPoint</Application>
  <PresentationFormat>全屏显示(16:9)</PresentationFormat>
  <Paragraphs>136</Paragraphs>
  <Slides>26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26</vt:i4>
      </vt:variant>
    </vt:vector>
  </HeadingPairs>
  <TitlesOfParts>
    <vt:vector size="40" baseType="lpstr">
      <vt:lpstr>等线</vt:lpstr>
      <vt:lpstr>华文楷体</vt:lpstr>
      <vt:lpstr>楷体</vt:lpstr>
      <vt:lpstr>楷体_GB2312</vt:lpstr>
      <vt:lpstr>隶书</vt:lpstr>
      <vt:lpstr>宋体</vt:lpstr>
      <vt:lpstr>微软雅黑</vt:lpstr>
      <vt:lpstr>Arial</vt:lpstr>
      <vt:lpstr>Calibri</vt:lpstr>
      <vt:lpstr>Times New Roman</vt:lpstr>
      <vt:lpstr>Office 主题</vt:lpstr>
      <vt:lpstr>Equation</vt:lpstr>
      <vt:lpstr>公式</vt:lpstr>
      <vt:lpstr>BMP 图象</vt:lpstr>
      <vt:lpstr>数学与统计学院  郭晓峰</vt:lpstr>
      <vt:lpstr>PowerPoint 演示文稿</vt:lpstr>
      <vt:lpstr>一、 曲线的渐近线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6) 绘图</vt:lpstr>
      <vt:lpstr>思考与练习 </vt:lpstr>
      <vt:lpstr>PowerPoint 演示文稿</vt:lpstr>
      <vt:lpstr>PowerPoint 演示文稿</vt:lpstr>
      <vt:lpstr>PowerPoint 演示文稿</vt:lpstr>
      <vt:lpstr>PowerPoint 演示文稿</vt:lpstr>
      <vt:lpstr>、</vt:lpstr>
      <vt:lpstr>PowerPoint 演示文稿</vt:lpstr>
      <vt:lpstr>PowerPoint 演示文稿</vt:lpstr>
      <vt:lpstr>PowerPoint 演示文稿</vt:lpstr>
      <vt:lpstr>笛卡儿叶形线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郭 晓峰</cp:lastModifiedBy>
  <cp:revision>710</cp:revision>
  <dcterms:created xsi:type="dcterms:W3CDTF">2018-09-27T06:48:00Z</dcterms:created>
  <dcterms:modified xsi:type="dcterms:W3CDTF">2023-11-07T15:39:31Z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2052-11.1.0.8597</vt:lpwstr>
  </property>
</Properties>
</file>