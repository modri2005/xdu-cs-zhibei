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46" r:id="rId2"/>
    <p:sldId id="444" r:id="rId3"/>
    <p:sldId id="445" r:id="rId4"/>
    <p:sldId id="457" r:id="rId5"/>
    <p:sldId id="446" r:id="rId6"/>
    <p:sldId id="448" r:id="rId7"/>
    <p:sldId id="449" r:id="rId8"/>
    <p:sldId id="450" r:id="rId9"/>
    <p:sldId id="451" r:id="rId10"/>
    <p:sldId id="452" r:id="rId11"/>
    <p:sldId id="454" r:id="rId12"/>
    <p:sldId id="461" r:id="rId13"/>
    <p:sldId id="456" r:id="rId14"/>
    <p:sldId id="462" r:id="rId15"/>
    <p:sldId id="463" r:id="rId16"/>
    <p:sldId id="464" r:id="rId17"/>
    <p:sldId id="465" r:id="rId18"/>
    <p:sldId id="466" r:id="rId19"/>
    <p:sldId id="468" r:id="rId20"/>
    <p:sldId id="299" r:id="rId2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11" userDrawn="1">
          <p15:clr>
            <a:srgbClr val="A4A3A4"/>
          </p15:clr>
        </p15:guide>
        <p15:guide id="2" pos="4195" userDrawn="1">
          <p15:clr>
            <a:srgbClr val="A4A3A4"/>
          </p15:clr>
        </p15:guide>
        <p15:guide id="3" orient="horz" pos="1801">
          <p15:clr>
            <a:srgbClr val="A4A3A4"/>
          </p15:clr>
        </p15:guide>
        <p15:guide id="4" pos="28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00FFFF"/>
    <a:srgbClr val="4234FE"/>
    <a:srgbClr val="2F42FB"/>
    <a:srgbClr val="FFFFCC"/>
    <a:srgbClr val="FF00FF"/>
    <a:srgbClr val="30D63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477" autoAdjust="0"/>
  </p:normalViewPr>
  <p:slideViewPr>
    <p:cSldViewPr>
      <p:cViewPr varScale="1">
        <p:scale>
          <a:sx n="137" d="100"/>
          <a:sy n="137" d="100"/>
        </p:scale>
        <p:origin x="816" y="120"/>
      </p:cViewPr>
      <p:guideLst>
        <p:guide orient="horz" pos="1711"/>
        <p:guide pos="4195"/>
        <p:guide orient="horz" pos="1801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27.wmf"/><Relationship Id="rId18" Type="http://schemas.openxmlformats.org/officeDocument/2006/relationships/image" Target="../media/image3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26.wmf"/><Relationship Id="rId17" Type="http://schemas.openxmlformats.org/officeDocument/2006/relationships/image" Target="../media/image31.wmf"/><Relationship Id="rId2" Type="http://schemas.openxmlformats.org/officeDocument/2006/relationships/image" Target="../media/image6.wmf"/><Relationship Id="rId16" Type="http://schemas.openxmlformats.org/officeDocument/2006/relationships/image" Target="../media/image30.wmf"/><Relationship Id="rId20" Type="http://schemas.openxmlformats.org/officeDocument/2006/relationships/image" Target="../media/image34.wmf"/><Relationship Id="rId1" Type="http://schemas.openxmlformats.org/officeDocument/2006/relationships/image" Target="../media/image3.wmf"/><Relationship Id="rId6" Type="http://schemas.openxmlformats.org/officeDocument/2006/relationships/image" Target="../media/image10.wmf"/><Relationship Id="rId11" Type="http://schemas.openxmlformats.org/officeDocument/2006/relationships/image" Target="../media/image25.wmf"/><Relationship Id="rId5" Type="http://schemas.openxmlformats.org/officeDocument/2006/relationships/image" Target="../media/image9.wmf"/><Relationship Id="rId15" Type="http://schemas.openxmlformats.org/officeDocument/2006/relationships/image" Target="../media/image29.wmf"/><Relationship Id="rId10" Type="http://schemas.openxmlformats.org/officeDocument/2006/relationships/image" Target="../media/image24.wmf"/><Relationship Id="rId19" Type="http://schemas.openxmlformats.org/officeDocument/2006/relationships/image" Target="../media/image33.wmf"/><Relationship Id="rId4" Type="http://schemas.openxmlformats.org/officeDocument/2006/relationships/image" Target="../media/image8.wmf"/><Relationship Id="rId9" Type="http://schemas.openxmlformats.org/officeDocument/2006/relationships/image" Target="../media/image23.wmf"/><Relationship Id="rId14" Type="http://schemas.openxmlformats.org/officeDocument/2006/relationships/image" Target="../media/image2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29.wmf"/><Relationship Id="rId18" Type="http://schemas.openxmlformats.org/officeDocument/2006/relationships/image" Target="../media/image39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27.wmf"/><Relationship Id="rId17" Type="http://schemas.openxmlformats.org/officeDocument/2006/relationships/image" Target="../media/image38.wmf"/><Relationship Id="rId2" Type="http://schemas.openxmlformats.org/officeDocument/2006/relationships/image" Target="../media/image6.wmf"/><Relationship Id="rId16" Type="http://schemas.openxmlformats.org/officeDocument/2006/relationships/image" Target="../media/image37.wmf"/><Relationship Id="rId1" Type="http://schemas.openxmlformats.org/officeDocument/2006/relationships/image" Target="../media/image3.wmf"/><Relationship Id="rId6" Type="http://schemas.openxmlformats.org/officeDocument/2006/relationships/image" Target="../media/image10.wmf"/><Relationship Id="rId11" Type="http://schemas.openxmlformats.org/officeDocument/2006/relationships/image" Target="../media/image26.wmf"/><Relationship Id="rId5" Type="http://schemas.openxmlformats.org/officeDocument/2006/relationships/image" Target="../media/image9.wmf"/><Relationship Id="rId15" Type="http://schemas.openxmlformats.org/officeDocument/2006/relationships/image" Target="../media/image36.wmf"/><Relationship Id="rId10" Type="http://schemas.openxmlformats.org/officeDocument/2006/relationships/image" Target="../media/image25.wmf"/><Relationship Id="rId4" Type="http://schemas.openxmlformats.org/officeDocument/2006/relationships/image" Target="../media/image8.wmf"/><Relationship Id="rId9" Type="http://schemas.openxmlformats.org/officeDocument/2006/relationships/image" Target="../media/image24.wmf"/><Relationship Id="rId14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44.wmf"/><Relationship Id="rId18" Type="http://schemas.openxmlformats.org/officeDocument/2006/relationships/image" Target="../media/image49.wmf"/><Relationship Id="rId3" Type="http://schemas.openxmlformats.org/officeDocument/2006/relationships/image" Target="../media/image3.wmf"/><Relationship Id="rId7" Type="http://schemas.openxmlformats.org/officeDocument/2006/relationships/image" Target="../media/image10.wmf"/><Relationship Id="rId12" Type="http://schemas.openxmlformats.org/officeDocument/2006/relationships/image" Target="../media/image43.wmf"/><Relationship Id="rId17" Type="http://schemas.openxmlformats.org/officeDocument/2006/relationships/image" Target="../media/image48.wmf"/><Relationship Id="rId2" Type="http://schemas.openxmlformats.org/officeDocument/2006/relationships/image" Target="../media/image41.wmf"/><Relationship Id="rId16" Type="http://schemas.openxmlformats.org/officeDocument/2006/relationships/image" Target="../media/image47.wmf"/><Relationship Id="rId1" Type="http://schemas.openxmlformats.org/officeDocument/2006/relationships/image" Target="../media/image40.wmf"/><Relationship Id="rId6" Type="http://schemas.openxmlformats.org/officeDocument/2006/relationships/image" Target="../media/image8.wmf"/><Relationship Id="rId11" Type="http://schemas.openxmlformats.org/officeDocument/2006/relationships/image" Target="../media/image42.wmf"/><Relationship Id="rId5" Type="http://schemas.openxmlformats.org/officeDocument/2006/relationships/image" Target="../media/image7.wmf"/><Relationship Id="rId15" Type="http://schemas.openxmlformats.org/officeDocument/2006/relationships/image" Target="../media/image46.wmf"/><Relationship Id="rId10" Type="http://schemas.openxmlformats.org/officeDocument/2006/relationships/image" Target="../media/image27.wmf"/><Relationship Id="rId19" Type="http://schemas.openxmlformats.org/officeDocument/2006/relationships/image" Target="../media/image50.wmf"/><Relationship Id="rId4" Type="http://schemas.openxmlformats.org/officeDocument/2006/relationships/image" Target="../media/image6.wmf"/><Relationship Id="rId9" Type="http://schemas.openxmlformats.org/officeDocument/2006/relationships/image" Target="../media/image26.wmf"/><Relationship Id="rId14" Type="http://schemas.openxmlformats.org/officeDocument/2006/relationships/image" Target="../media/image4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11" Type="http://schemas.openxmlformats.org/officeDocument/2006/relationships/image" Target="../media/image61.wmf"/><Relationship Id="rId5" Type="http://schemas.openxmlformats.org/officeDocument/2006/relationships/image" Target="../media/image55.wmf"/><Relationship Id="rId10" Type="http://schemas.openxmlformats.org/officeDocument/2006/relationships/image" Target="../media/image60.wmf"/><Relationship Id="rId4" Type="http://schemas.openxmlformats.org/officeDocument/2006/relationships/image" Target="../media/image54.wmf"/><Relationship Id="rId9" Type="http://schemas.openxmlformats.org/officeDocument/2006/relationships/image" Target="../media/image5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74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12" Type="http://schemas.openxmlformats.org/officeDocument/2006/relationships/image" Target="../media/image73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11" Type="http://schemas.openxmlformats.org/officeDocument/2006/relationships/image" Target="../media/image72.wmf"/><Relationship Id="rId5" Type="http://schemas.openxmlformats.org/officeDocument/2006/relationships/image" Target="../media/image66.wmf"/><Relationship Id="rId15" Type="http://schemas.openxmlformats.org/officeDocument/2006/relationships/image" Target="../media/image76.wmf"/><Relationship Id="rId10" Type="http://schemas.openxmlformats.org/officeDocument/2006/relationships/image" Target="../media/image71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Relationship Id="rId14" Type="http://schemas.openxmlformats.org/officeDocument/2006/relationships/image" Target="../media/image75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image" Target="../media/image86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12" Type="http://schemas.openxmlformats.org/officeDocument/2006/relationships/image" Target="../media/image70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11" Type="http://schemas.openxmlformats.org/officeDocument/2006/relationships/image" Target="../media/image69.wmf"/><Relationship Id="rId5" Type="http://schemas.openxmlformats.org/officeDocument/2006/relationships/image" Target="../media/image81.wmf"/><Relationship Id="rId10" Type="http://schemas.openxmlformats.org/officeDocument/2006/relationships/image" Target="../media/image68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Relationship Id="rId14" Type="http://schemas.openxmlformats.org/officeDocument/2006/relationships/image" Target="../media/image87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4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11" Type="http://schemas.openxmlformats.org/officeDocument/2006/relationships/image" Target="../media/image98.wmf"/><Relationship Id="rId5" Type="http://schemas.openxmlformats.org/officeDocument/2006/relationships/image" Target="../media/image92.wmf"/><Relationship Id="rId10" Type="http://schemas.openxmlformats.org/officeDocument/2006/relationships/image" Target="../media/image97.wmf"/><Relationship Id="rId4" Type="http://schemas.openxmlformats.org/officeDocument/2006/relationships/image" Target="../media/image91.wmf"/><Relationship Id="rId9" Type="http://schemas.openxmlformats.org/officeDocument/2006/relationships/image" Target="../media/image9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13" Type="http://schemas.openxmlformats.org/officeDocument/2006/relationships/image" Target="../media/image115.wmf"/><Relationship Id="rId18" Type="http://schemas.openxmlformats.org/officeDocument/2006/relationships/image" Target="../media/image120.wmf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12" Type="http://schemas.openxmlformats.org/officeDocument/2006/relationships/image" Target="../media/image114.wmf"/><Relationship Id="rId17" Type="http://schemas.openxmlformats.org/officeDocument/2006/relationships/image" Target="../media/image119.wmf"/><Relationship Id="rId2" Type="http://schemas.openxmlformats.org/officeDocument/2006/relationships/image" Target="../media/image104.wmf"/><Relationship Id="rId16" Type="http://schemas.openxmlformats.org/officeDocument/2006/relationships/image" Target="../media/image118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11" Type="http://schemas.openxmlformats.org/officeDocument/2006/relationships/image" Target="../media/image113.wmf"/><Relationship Id="rId5" Type="http://schemas.openxmlformats.org/officeDocument/2006/relationships/image" Target="../media/image107.wmf"/><Relationship Id="rId15" Type="http://schemas.openxmlformats.org/officeDocument/2006/relationships/image" Target="../media/image117.wmf"/><Relationship Id="rId10" Type="http://schemas.openxmlformats.org/officeDocument/2006/relationships/image" Target="../media/image112.wmf"/><Relationship Id="rId4" Type="http://schemas.openxmlformats.org/officeDocument/2006/relationships/image" Target="../media/image106.wmf"/><Relationship Id="rId9" Type="http://schemas.openxmlformats.org/officeDocument/2006/relationships/image" Target="../media/image111.wmf"/><Relationship Id="rId14" Type="http://schemas.openxmlformats.org/officeDocument/2006/relationships/image" Target="../media/image11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7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6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Relationship Id="rId9" Type="http://schemas.openxmlformats.org/officeDocument/2006/relationships/image" Target="../media/image12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image" Target="../media/image141.wmf"/><Relationship Id="rId18" Type="http://schemas.openxmlformats.org/officeDocument/2006/relationships/image" Target="../media/image146.wmf"/><Relationship Id="rId3" Type="http://schemas.openxmlformats.org/officeDocument/2006/relationships/image" Target="../media/image129.wmf"/><Relationship Id="rId21" Type="http://schemas.openxmlformats.org/officeDocument/2006/relationships/image" Target="../media/image149.emf"/><Relationship Id="rId7" Type="http://schemas.openxmlformats.org/officeDocument/2006/relationships/image" Target="../media/image135.wmf"/><Relationship Id="rId12" Type="http://schemas.openxmlformats.org/officeDocument/2006/relationships/image" Target="../media/image140.wmf"/><Relationship Id="rId17" Type="http://schemas.openxmlformats.org/officeDocument/2006/relationships/image" Target="../media/image145.wmf"/><Relationship Id="rId2" Type="http://schemas.openxmlformats.org/officeDocument/2006/relationships/image" Target="../media/image131.wmf"/><Relationship Id="rId16" Type="http://schemas.openxmlformats.org/officeDocument/2006/relationships/image" Target="../media/image144.wmf"/><Relationship Id="rId20" Type="http://schemas.openxmlformats.org/officeDocument/2006/relationships/image" Target="../media/image148.emf"/><Relationship Id="rId1" Type="http://schemas.openxmlformats.org/officeDocument/2006/relationships/image" Target="../media/image130.wmf"/><Relationship Id="rId6" Type="http://schemas.openxmlformats.org/officeDocument/2006/relationships/image" Target="../media/image134.wmf"/><Relationship Id="rId11" Type="http://schemas.openxmlformats.org/officeDocument/2006/relationships/image" Target="../media/image139.wmf"/><Relationship Id="rId24" Type="http://schemas.openxmlformats.org/officeDocument/2006/relationships/image" Target="../media/image152.emf"/><Relationship Id="rId5" Type="http://schemas.openxmlformats.org/officeDocument/2006/relationships/image" Target="../media/image133.wmf"/><Relationship Id="rId15" Type="http://schemas.openxmlformats.org/officeDocument/2006/relationships/image" Target="../media/image143.wmf"/><Relationship Id="rId23" Type="http://schemas.openxmlformats.org/officeDocument/2006/relationships/image" Target="../media/image151.emf"/><Relationship Id="rId10" Type="http://schemas.openxmlformats.org/officeDocument/2006/relationships/image" Target="../media/image138.wmf"/><Relationship Id="rId19" Type="http://schemas.openxmlformats.org/officeDocument/2006/relationships/image" Target="../media/image147.emf"/><Relationship Id="rId4" Type="http://schemas.openxmlformats.org/officeDocument/2006/relationships/image" Target="../media/image132.wmf"/><Relationship Id="rId9" Type="http://schemas.openxmlformats.org/officeDocument/2006/relationships/image" Target="../media/image137.wmf"/><Relationship Id="rId14" Type="http://schemas.openxmlformats.org/officeDocument/2006/relationships/image" Target="../media/image142.wmf"/><Relationship Id="rId22" Type="http://schemas.openxmlformats.org/officeDocument/2006/relationships/image" Target="../media/image150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image" Target="../media/image155.emf"/><Relationship Id="rId7" Type="http://schemas.openxmlformats.org/officeDocument/2006/relationships/image" Target="../media/image159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58.wmf"/><Relationship Id="rId5" Type="http://schemas.openxmlformats.org/officeDocument/2006/relationships/image" Target="../media/image157.wmf"/><Relationship Id="rId4" Type="http://schemas.openxmlformats.org/officeDocument/2006/relationships/image" Target="../media/image156.emf"/><Relationship Id="rId9" Type="http://schemas.openxmlformats.org/officeDocument/2006/relationships/image" Target="../media/image16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image" Target="../media/image164.wmf"/><Relationship Id="rId7" Type="http://schemas.openxmlformats.org/officeDocument/2006/relationships/image" Target="../media/image168.wmf"/><Relationship Id="rId2" Type="http://schemas.openxmlformats.org/officeDocument/2006/relationships/image" Target="../media/image163.wmf"/><Relationship Id="rId1" Type="http://schemas.openxmlformats.org/officeDocument/2006/relationships/image" Target="../media/image162.emf"/><Relationship Id="rId6" Type="http://schemas.openxmlformats.org/officeDocument/2006/relationships/image" Target="../media/image167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Relationship Id="rId9" Type="http://schemas.openxmlformats.org/officeDocument/2006/relationships/image" Target="../media/image17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1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3" Type="http://schemas.openxmlformats.org/officeDocument/2006/relationships/image" Target="../media/image174.wmf"/><Relationship Id="rId7" Type="http://schemas.openxmlformats.org/officeDocument/2006/relationships/image" Target="../media/image178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5" Type="http://schemas.openxmlformats.org/officeDocument/2006/relationships/image" Target="../media/image176.wmf"/><Relationship Id="rId4" Type="http://schemas.openxmlformats.org/officeDocument/2006/relationships/image" Target="../media/image175.wmf"/><Relationship Id="rId9" Type="http://schemas.openxmlformats.org/officeDocument/2006/relationships/image" Target="../media/image18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wmf"/><Relationship Id="rId3" Type="http://schemas.openxmlformats.org/officeDocument/2006/relationships/image" Target="../media/image183.wmf"/><Relationship Id="rId7" Type="http://schemas.openxmlformats.org/officeDocument/2006/relationships/image" Target="../media/image187.wmf"/><Relationship Id="rId12" Type="http://schemas.openxmlformats.org/officeDocument/2006/relationships/image" Target="../media/image192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Relationship Id="rId6" Type="http://schemas.openxmlformats.org/officeDocument/2006/relationships/image" Target="../media/image186.wmf"/><Relationship Id="rId11" Type="http://schemas.openxmlformats.org/officeDocument/2006/relationships/image" Target="../media/image191.wmf"/><Relationship Id="rId5" Type="http://schemas.openxmlformats.org/officeDocument/2006/relationships/image" Target="../media/image185.wmf"/><Relationship Id="rId10" Type="http://schemas.openxmlformats.org/officeDocument/2006/relationships/image" Target="../media/image190.wmf"/><Relationship Id="rId4" Type="http://schemas.openxmlformats.org/officeDocument/2006/relationships/image" Target="../media/image184.wmf"/><Relationship Id="rId9" Type="http://schemas.openxmlformats.org/officeDocument/2006/relationships/image" Target="../media/image18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44A87-FA52-4697-AFA5-4E735299638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674B3-2808-4482-9472-BB184457748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893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BC0268-565B-4C2B-A008-D7995EB7A07E}"/>
              </a:ext>
            </a:extLst>
          </p:cNvPr>
          <p:cNvSpPr txBox="1"/>
          <p:nvPr userDrawn="1"/>
        </p:nvSpPr>
        <p:spPr>
          <a:xfrm>
            <a:off x="5293060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1800" dirty="0"/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696C80-EB71-4E01-BE28-435270489AC8}"/>
              </a:ext>
            </a:extLst>
          </p:cNvPr>
          <p:cNvSpPr txBox="1"/>
          <p:nvPr userDrawn="1"/>
        </p:nvSpPr>
        <p:spPr>
          <a:xfrm>
            <a:off x="4355976" y="-1981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26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2023/11/7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42" Type="http://schemas.openxmlformats.org/officeDocument/2006/relationships/image" Target="../media/image20.wmf"/><Relationship Id="rId47" Type="http://schemas.openxmlformats.org/officeDocument/2006/relationships/oleObject" Target="../embeddings/oleObject23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19.wmf"/><Relationship Id="rId45" Type="http://schemas.openxmlformats.org/officeDocument/2006/relationships/oleObject" Target="../embeddings/oleObject22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4" Type="http://schemas.openxmlformats.org/officeDocument/2006/relationships/image" Target="../media/image21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Relationship Id="rId46" Type="http://schemas.openxmlformats.org/officeDocument/2006/relationships/image" Target="../media/image22.wmf"/><Relationship Id="rId20" Type="http://schemas.openxmlformats.org/officeDocument/2006/relationships/image" Target="../media/image9.wmf"/><Relationship Id="rId41" Type="http://schemas.openxmlformats.org/officeDocument/2006/relationships/oleObject" Target="../embeddings/oleObject20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.bin"/><Relationship Id="rId18" Type="http://schemas.openxmlformats.org/officeDocument/2006/relationships/image" Target="../media/image12.wmf"/><Relationship Id="rId26" Type="http://schemas.openxmlformats.org/officeDocument/2006/relationships/image" Target="../media/image26.wmf"/><Relationship Id="rId39" Type="http://schemas.openxmlformats.org/officeDocument/2006/relationships/oleObject" Target="../embeddings/oleObject42.bin"/><Relationship Id="rId21" Type="http://schemas.openxmlformats.org/officeDocument/2006/relationships/oleObject" Target="../embeddings/oleObject33.bin"/><Relationship Id="rId34" Type="http://schemas.openxmlformats.org/officeDocument/2006/relationships/image" Target="../media/image30.wmf"/><Relationship Id="rId42" Type="http://schemas.openxmlformats.org/officeDocument/2006/relationships/image" Target="../media/image34.wmf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wmf"/><Relationship Id="rId20" Type="http://schemas.openxmlformats.org/officeDocument/2006/relationships/image" Target="../media/image23.wmf"/><Relationship Id="rId29" Type="http://schemas.openxmlformats.org/officeDocument/2006/relationships/oleObject" Target="../embeddings/oleObject37.bin"/><Relationship Id="rId41" Type="http://schemas.openxmlformats.org/officeDocument/2006/relationships/oleObject" Target="../embeddings/oleObject43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25.wmf"/><Relationship Id="rId32" Type="http://schemas.openxmlformats.org/officeDocument/2006/relationships/image" Target="../media/image29.wmf"/><Relationship Id="rId37" Type="http://schemas.openxmlformats.org/officeDocument/2006/relationships/oleObject" Target="../embeddings/oleObject41.bin"/><Relationship Id="rId40" Type="http://schemas.openxmlformats.org/officeDocument/2006/relationships/image" Target="../media/image33.wmf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28" Type="http://schemas.openxmlformats.org/officeDocument/2006/relationships/image" Target="../media/image27.wmf"/><Relationship Id="rId36" Type="http://schemas.openxmlformats.org/officeDocument/2006/relationships/image" Target="../media/image31.wmf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32.bin"/><Relationship Id="rId31" Type="http://schemas.openxmlformats.org/officeDocument/2006/relationships/oleObject" Target="../embeddings/oleObject38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10.wmf"/><Relationship Id="rId22" Type="http://schemas.openxmlformats.org/officeDocument/2006/relationships/image" Target="../media/image24.wmf"/><Relationship Id="rId27" Type="http://schemas.openxmlformats.org/officeDocument/2006/relationships/oleObject" Target="../embeddings/oleObject36.bin"/><Relationship Id="rId30" Type="http://schemas.openxmlformats.org/officeDocument/2006/relationships/image" Target="../media/image28.wmf"/><Relationship Id="rId35" Type="http://schemas.openxmlformats.org/officeDocument/2006/relationships/oleObject" Target="../embeddings/oleObject40.bin"/><Relationship Id="rId8" Type="http://schemas.openxmlformats.org/officeDocument/2006/relationships/image" Target="../media/image7.wmf"/><Relationship Id="rId3" Type="http://schemas.openxmlformats.org/officeDocument/2006/relationships/oleObject" Target="../embeddings/oleObject24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31.bin"/><Relationship Id="rId25" Type="http://schemas.openxmlformats.org/officeDocument/2006/relationships/oleObject" Target="../embeddings/oleObject35.bin"/><Relationship Id="rId33" Type="http://schemas.openxmlformats.org/officeDocument/2006/relationships/oleObject" Target="../embeddings/oleObject39.bin"/><Relationship Id="rId38" Type="http://schemas.openxmlformats.org/officeDocument/2006/relationships/image" Target="../media/image32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9.bin"/><Relationship Id="rId18" Type="http://schemas.openxmlformats.org/officeDocument/2006/relationships/image" Target="../media/image12.wmf"/><Relationship Id="rId26" Type="http://schemas.openxmlformats.org/officeDocument/2006/relationships/image" Target="../media/image27.wmf"/><Relationship Id="rId21" Type="http://schemas.openxmlformats.org/officeDocument/2006/relationships/oleObject" Target="../embeddings/oleObject53.bin"/><Relationship Id="rId34" Type="http://schemas.openxmlformats.org/officeDocument/2006/relationships/image" Target="../media/image37.wmf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51.bin"/><Relationship Id="rId25" Type="http://schemas.openxmlformats.org/officeDocument/2006/relationships/oleObject" Target="../embeddings/oleObject55.bin"/><Relationship Id="rId33" Type="http://schemas.openxmlformats.org/officeDocument/2006/relationships/oleObject" Target="../embeddings/oleObject59.bin"/><Relationship Id="rId38" Type="http://schemas.openxmlformats.org/officeDocument/2006/relationships/image" Target="../media/image39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wmf"/><Relationship Id="rId20" Type="http://schemas.openxmlformats.org/officeDocument/2006/relationships/image" Target="../media/image24.wmf"/><Relationship Id="rId29" Type="http://schemas.openxmlformats.org/officeDocument/2006/relationships/oleObject" Target="../embeddings/oleObject57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48.bin"/><Relationship Id="rId24" Type="http://schemas.openxmlformats.org/officeDocument/2006/relationships/image" Target="../media/image26.wmf"/><Relationship Id="rId32" Type="http://schemas.openxmlformats.org/officeDocument/2006/relationships/image" Target="../media/image36.wmf"/><Relationship Id="rId37" Type="http://schemas.openxmlformats.org/officeDocument/2006/relationships/oleObject" Target="../embeddings/oleObject61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23" Type="http://schemas.openxmlformats.org/officeDocument/2006/relationships/oleObject" Target="../embeddings/oleObject54.bin"/><Relationship Id="rId28" Type="http://schemas.openxmlformats.org/officeDocument/2006/relationships/image" Target="../media/image29.wmf"/><Relationship Id="rId36" Type="http://schemas.openxmlformats.org/officeDocument/2006/relationships/image" Target="../media/image38.wmf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52.bin"/><Relationship Id="rId31" Type="http://schemas.openxmlformats.org/officeDocument/2006/relationships/oleObject" Target="../embeddings/oleObject58.bin"/><Relationship Id="rId4" Type="http://schemas.openxmlformats.org/officeDocument/2006/relationships/image" Target="../media/image3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10.wmf"/><Relationship Id="rId22" Type="http://schemas.openxmlformats.org/officeDocument/2006/relationships/image" Target="../media/image25.wmf"/><Relationship Id="rId27" Type="http://schemas.openxmlformats.org/officeDocument/2006/relationships/oleObject" Target="../embeddings/oleObject56.bin"/><Relationship Id="rId30" Type="http://schemas.openxmlformats.org/officeDocument/2006/relationships/image" Target="../media/image35.wmf"/><Relationship Id="rId35" Type="http://schemas.openxmlformats.org/officeDocument/2006/relationships/oleObject" Target="../embeddings/oleObject60.bin"/><Relationship Id="rId8" Type="http://schemas.openxmlformats.org/officeDocument/2006/relationships/image" Target="../media/image7.wmf"/><Relationship Id="rId3" Type="http://schemas.openxmlformats.org/officeDocument/2006/relationships/oleObject" Target="../embeddings/oleObject44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.bin"/><Relationship Id="rId18" Type="http://schemas.openxmlformats.org/officeDocument/2006/relationships/image" Target="../media/image12.wmf"/><Relationship Id="rId26" Type="http://schemas.openxmlformats.org/officeDocument/2006/relationships/image" Target="../media/image43.wmf"/><Relationship Id="rId39" Type="http://schemas.openxmlformats.org/officeDocument/2006/relationships/oleObject" Target="../embeddings/oleObject73.bin"/><Relationship Id="rId21" Type="http://schemas.openxmlformats.org/officeDocument/2006/relationships/oleObject" Target="../embeddings/oleObject64.bin"/><Relationship Id="rId34" Type="http://schemas.openxmlformats.org/officeDocument/2006/relationships/image" Target="../media/image47.wmf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7.wmf"/><Relationship Id="rId17" Type="http://schemas.openxmlformats.org/officeDocument/2006/relationships/oleObject" Target="../embeddings/oleObject31.bin"/><Relationship Id="rId25" Type="http://schemas.openxmlformats.org/officeDocument/2006/relationships/oleObject" Target="../embeddings/oleObject66.bin"/><Relationship Id="rId33" Type="http://schemas.openxmlformats.org/officeDocument/2006/relationships/oleObject" Target="../embeddings/oleObject70.bin"/><Relationship Id="rId38" Type="http://schemas.openxmlformats.org/officeDocument/2006/relationships/image" Target="../media/image49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0.wmf"/><Relationship Id="rId20" Type="http://schemas.openxmlformats.org/officeDocument/2006/relationships/image" Target="../media/image26.wmf"/><Relationship Id="rId29" Type="http://schemas.openxmlformats.org/officeDocument/2006/relationships/oleObject" Target="../embeddings/oleObject68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26.bin"/><Relationship Id="rId24" Type="http://schemas.openxmlformats.org/officeDocument/2006/relationships/image" Target="../media/image42.wmf"/><Relationship Id="rId32" Type="http://schemas.openxmlformats.org/officeDocument/2006/relationships/image" Target="../media/image46.wmf"/><Relationship Id="rId37" Type="http://schemas.openxmlformats.org/officeDocument/2006/relationships/oleObject" Target="../embeddings/oleObject72.bin"/><Relationship Id="rId40" Type="http://schemas.openxmlformats.org/officeDocument/2006/relationships/image" Target="../media/image50.wmf"/><Relationship Id="rId5" Type="http://schemas.openxmlformats.org/officeDocument/2006/relationships/oleObject" Target="../embeddings/oleObject63.bin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65.bin"/><Relationship Id="rId28" Type="http://schemas.openxmlformats.org/officeDocument/2006/relationships/image" Target="../media/image44.wmf"/><Relationship Id="rId36" Type="http://schemas.openxmlformats.org/officeDocument/2006/relationships/image" Target="../media/image48.wmf"/><Relationship Id="rId10" Type="http://schemas.openxmlformats.org/officeDocument/2006/relationships/image" Target="../media/image6.wmf"/><Relationship Id="rId19" Type="http://schemas.openxmlformats.org/officeDocument/2006/relationships/oleObject" Target="../embeddings/oleObject35.bin"/><Relationship Id="rId31" Type="http://schemas.openxmlformats.org/officeDocument/2006/relationships/oleObject" Target="../embeddings/oleObject69.bin"/><Relationship Id="rId4" Type="http://schemas.openxmlformats.org/officeDocument/2006/relationships/image" Target="../media/image40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8.wmf"/><Relationship Id="rId22" Type="http://schemas.openxmlformats.org/officeDocument/2006/relationships/image" Target="../media/image27.wmf"/><Relationship Id="rId27" Type="http://schemas.openxmlformats.org/officeDocument/2006/relationships/oleObject" Target="../embeddings/oleObject67.bin"/><Relationship Id="rId30" Type="http://schemas.openxmlformats.org/officeDocument/2006/relationships/image" Target="../media/image45.wmf"/><Relationship Id="rId35" Type="http://schemas.openxmlformats.org/officeDocument/2006/relationships/oleObject" Target="../embeddings/oleObject71.bin"/><Relationship Id="rId8" Type="http://schemas.openxmlformats.org/officeDocument/2006/relationships/image" Target="../media/image3.wmf"/><Relationship Id="rId3" Type="http://schemas.openxmlformats.org/officeDocument/2006/relationships/oleObject" Target="../embeddings/oleObject6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58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57.wmf"/><Relationship Id="rId20" Type="http://schemas.openxmlformats.org/officeDocument/2006/relationships/image" Target="../media/image59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61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10" Type="http://schemas.openxmlformats.org/officeDocument/2006/relationships/image" Target="../media/image54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56.wmf"/><Relationship Id="rId22" Type="http://schemas.openxmlformats.org/officeDocument/2006/relationships/image" Target="../media/image6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69.wmf"/><Relationship Id="rId26" Type="http://schemas.openxmlformats.org/officeDocument/2006/relationships/image" Target="../media/image73.wmf"/><Relationship Id="rId3" Type="http://schemas.openxmlformats.org/officeDocument/2006/relationships/oleObject" Target="../embeddings/oleObject85.bin"/><Relationship Id="rId21" Type="http://schemas.openxmlformats.org/officeDocument/2006/relationships/oleObject" Target="../embeddings/oleObject94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29" Type="http://schemas.openxmlformats.org/officeDocument/2006/relationships/oleObject" Target="../embeddings/oleObject98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72.wmf"/><Relationship Id="rId32" Type="http://schemas.openxmlformats.org/officeDocument/2006/relationships/image" Target="../media/image76.wmf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74.wmf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93.bin"/><Relationship Id="rId31" Type="http://schemas.openxmlformats.org/officeDocument/2006/relationships/oleObject" Target="../embeddings/oleObject99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97.bin"/><Relationship Id="rId30" Type="http://schemas.openxmlformats.org/officeDocument/2006/relationships/image" Target="../media/image7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84.wmf"/><Relationship Id="rId26" Type="http://schemas.openxmlformats.org/officeDocument/2006/relationships/image" Target="../media/image70.w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9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107.bin"/><Relationship Id="rId25" Type="http://schemas.openxmlformats.org/officeDocument/2006/relationships/oleObject" Target="../embeddings/oleObject11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3.wmf"/><Relationship Id="rId20" Type="http://schemas.openxmlformats.org/officeDocument/2006/relationships/image" Target="../media/image85.wmf"/><Relationship Id="rId29" Type="http://schemas.openxmlformats.org/officeDocument/2006/relationships/oleObject" Target="../embeddings/oleObject113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104.bin"/><Relationship Id="rId24" Type="http://schemas.openxmlformats.org/officeDocument/2006/relationships/image" Target="../media/image69.wmf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23" Type="http://schemas.openxmlformats.org/officeDocument/2006/relationships/oleObject" Target="../embeddings/oleObject110.bin"/><Relationship Id="rId28" Type="http://schemas.openxmlformats.org/officeDocument/2006/relationships/image" Target="../media/image86.wmf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77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82.wmf"/><Relationship Id="rId22" Type="http://schemas.openxmlformats.org/officeDocument/2006/relationships/image" Target="../media/image68.wmf"/><Relationship Id="rId27" Type="http://schemas.openxmlformats.org/officeDocument/2006/relationships/oleObject" Target="../embeddings/oleObject112.bin"/><Relationship Id="rId30" Type="http://schemas.openxmlformats.org/officeDocument/2006/relationships/image" Target="../media/image8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95.wmf"/><Relationship Id="rId3" Type="http://schemas.openxmlformats.org/officeDocument/2006/relationships/oleObject" Target="../embeddings/oleObject114.bin"/><Relationship Id="rId21" Type="http://schemas.openxmlformats.org/officeDocument/2006/relationships/oleObject" Target="../embeddings/oleObject123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92.wmf"/><Relationship Id="rId17" Type="http://schemas.openxmlformats.org/officeDocument/2006/relationships/oleObject" Target="../embeddings/oleObject12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4.wmf"/><Relationship Id="rId20" Type="http://schemas.openxmlformats.org/officeDocument/2006/relationships/image" Target="../media/image96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118.bin"/><Relationship Id="rId24" Type="http://schemas.openxmlformats.org/officeDocument/2006/relationships/image" Target="../media/image98.wmf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23" Type="http://schemas.openxmlformats.org/officeDocument/2006/relationships/oleObject" Target="../embeddings/oleObject124.bin"/><Relationship Id="rId10" Type="http://schemas.openxmlformats.org/officeDocument/2006/relationships/image" Target="../media/image91.wmf"/><Relationship Id="rId19" Type="http://schemas.openxmlformats.org/officeDocument/2006/relationships/oleObject" Target="../embeddings/oleObject122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93.wmf"/><Relationship Id="rId22" Type="http://schemas.openxmlformats.org/officeDocument/2006/relationships/image" Target="../media/image9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02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0" Type="http://schemas.openxmlformats.org/officeDocument/2006/relationships/image" Target="../media/image101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28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5.bin"/><Relationship Id="rId18" Type="http://schemas.openxmlformats.org/officeDocument/2006/relationships/image" Target="../media/image110.wmf"/><Relationship Id="rId26" Type="http://schemas.openxmlformats.org/officeDocument/2006/relationships/image" Target="../media/image114.wmf"/><Relationship Id="rId21" Type="http://schemas.openxmlformats.org/officeDocument/2006/relationships/oleObject" Target="../embeddings/oleObject139.bin"/><Relationship Id="rId34" Type="http://schemas.openxmlformats.org/officeDocument/2006/relationships/image" Target="../media/image118.wmf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137.bin"/><Relationship Id="rId25" Type="http://schemas.openxmlformats.org/officeDocument/2006/relationships/oleObject" Target="../embeddings/oleObject141.bin"/><Relationship Id="rId33" Type="http://schemas.openxmlformats.org/officeDocument/2006/relationships/oleObject" Target="../embeddings/oleObject145.bin"/><Relationship Id="rId38" Type="http://schemas.openxmlformats.org/officeDocument/2006/relationships/image" Target="../media/image120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09.wmf"/><Relationship Id="rId20" Type="http://schemas.openxmlformats.org/officeDocument/2006/relationships/image" Target="../media/image111.wmf"/><Relationship Id="rId29" Type="http://schemas.openxmlformats.org/officeDocument/2006/relationships/oleObject" Target="../embeddings/oleObject143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34.bin"/><Relationship Id="rId24" Type="http://schemas.openxmlformats.org/officeDocument/2006/relationships/image" Target="../media/image113.wmf"/><Relationship Id="rId32" Type="http://schemas.openxmlformats.org/officeDocument/2006/relationships/image" Target="../media/image117.wmf"/><Relationship Id="rId37" Type="http://schemas.openxmlformats.org/officeDocument/2006/relationships/oleObject" Target="../embeddings/oleObject147.bin"/><Relationship Id="rId5" Type="http://schemas.openxmlformats.org/officeDocument/2006/relationships/oleObject" Target="../embeddings/oleObject131.bin"/><Relationship Id="rId15" Type="http://schemas.openxmlformats.org/officeDocument/2006/relationships/oleObject" Target="../embeddings/oleObject136.bin"/><Relationship Id="rId23" Type="http://schemas.openxmlformats.org/officeDocument/2006/relationships/oleObject" Target="../embeddings/oleObject140.bin"/><Relationship Id="rId28" Type="http://schemas.openxmlformats.org/officeDocument/2006/relationships/image" Target="../media/image115.wmf"/><Relationship Id="rId36" Type="http://schemas.openxmlformats.org/officeDocument/2006/relationships/image" Target="../media/image119.wmf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138.bin"/><Relationship Id="rId31" Type="http://schemas.openxmlformats.org/officeDocument/2006/relationships/oleObject" Target="../embeddings/oleObject144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08.wmf"/><Relationship Id="rId22" Type="http://schemas.openxmlformats.org/officeDocument/2006/relationships/image" Target="../media/image112.wmf"/><Relationship Id="rId27" Type="http://schemas.openxmlformats.org/officeDocument/2006/relationships/oleObject" Target="../embeddings/oleObject142.bin"/><Relationship Id="rId30" Type="http://schemas.openxmlformats.org/officeDocument/2006/relationships/image" Target="../media/image116.wmf"/><Relationship Id="rId35" Type="http://schemas.openxmlformats.org/officeDocument/2006/relationships/oleObject" Target="../embeddings/oleObject146.bin"/><Relationship Id="rId8" Type="http://schemas.openxmlformats.org/officeDocument/2006/relationships/image" Target="../media/image105.wmf"/><Relationship Id="rId3" Type="http://schemas.openxmlformats.org/officeDocument/2006/relationships/oleObject" Target="../embeddings/oleObject13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28.wm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25.wmf"/><Relationship Id="rId17" Type="http://schemas.openxmlformats.org/officeDocument/2006/relationships/oleObject" Target="../embeddings/oleObject15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27.wmf"/><Relationship Id="rId20" Type="http://schemas.openxmlformats.org/officeDocument/2006/relationships/image" Target="../media/image129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52.bin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10" Type="http://schemas.openxmlformats.org/officeDocument/2006/relationships/image" Target="../media/image124.wmf"/><Relationship Id="rId19" Type="http://schemas.openxmlformats.org/officeDocument/2006/relationships/oleObject" Target="../embeddings/oleObject156.bin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26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136.wmf"/><Relationship Id="rId26" Type="http://schemas.openxmlformats.org/officeDocument/2006/relationships/image" Target="../media/image140.wmf"/><Relationship Id="rId39" Type="http://schemas.openxmlformats.org/officeDocument/2006/relationships/oleObject" Target="../embeddings/oleObject175.bin"/><Relationship Id="rId21" Type="http://schemas.openxmlformats.org/officeDocument/2006/relationships/oleObject" Target="../embeddings/oleObject166.bin"/><Relationship Id="rId34" Type="http://schemas.openxmlformats.org/officeDocument/2006/relationships/image" Target="../media/image144.wmf"/><Relationship Id="rId42" Type="http://schemas.openxmlformats.org/officeDocument/2006/relationships/image" Target="../media/image148.emf"/><Relationship Id="rId47" Type="http://schemas.openxmlformats.org/officeDocument/2006/relationships/oleObject" Target="../embeddings/oleObject179.bin"/><Relationship Id="rId50" Type="http://schemas.openxmlformats.org/officeDocument/2006/relationships/image" Target="../media/image152.emf"/><Relationship Id="rId7" Type="http://schemas.openxmlformats.org/officeDocument/2006/relationships/oleObject" Target="../embeddings/oleObject15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35.wmf"/><Relationship Id="rId29" Type="http://schemas.openxmlformats.org/officeDocument/2006/relationships/oleObject" Target="../embeddings/oleObject170.bin"/><Relationship Id="rId11" Type="http://schemas.openxmlformats.org/officeDocument/2006/relationships/oleObject" Target="../embeddings/oleObject161.bin"/><Relationship Id="rId24" Type="http://schemas.openxmlformats.org/officeDocument/2006/relationships/image" Target="../media/image139.wmf"/><Relationship Id="rId32" Type="http://schemas.openxmlformats.org/officeDocument/2006/relationships/image" Target="../media/image143.wmf"/><Relationship Id="rId37" Type="http://schemas.openxmlformats.org/officeDocument/2006/relationships/oleObject" Target="../embeddings/oleObject174.bin"/><Relationship Id="rId40" Type="http://schemas.openxmlformats.org/officeDocument/2006/relationships/image" Target="../media/image147.emf"/><Relationship Id="rId45" Type="http://schemas.openxmlformats.org/officeDocument/2006/relationships/oleObject" Target="../embeddings/oleObject178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23" Type="http://schemas.openxmlformats.org/officeDocument/2006/relationships/oleObject" Target="../embeddings/oleObject167.bin"/><Relationship Id="rId28" Type="http://schemas.openxmlformats.org/officeDocument/2006/relationships/image" Target="../media/image141.wmf"/><Relationship Id="rId36" Type="http://schemas.openxmlformats.org/officeDocument/2006/relationships/image" Target="../media/image145.wmf"/><Relationship Id="rId49" Type="http://schemas.openxmlformats.org/officeDocument/2006/relationships/oleObject" Target="../embeddings/oleObject180.bin"/><Relationship Id="rId10" Type="http://schemas.openxmlformats.org/officeDocument/2006/relationships/image" Target="../media/image132.wmf"/><Relationship Id="rId19" Type="http://schemas.openxmlformats.org/officeDocument/2006/relationships/oleObject" Target="../embeddings/oleObject165.bin"/><Relationship Id="rId31" Type="http://schemas.openxmlformats.org/officeDocument/2006/relationships/oleObject" Target="../embeddings/oleObject171.bin"/><Relationship Id="rId44" Type="http://schemas.openxmlformats.org/officeDocument/2006/relationships/image" Target="../media/image149.emf"/><Relationship Id="rId4" Type="http://schemas.openxmlformats.org/officeDocument/2006/relationships/image" Target="../media/image130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34.wmf"/><Relationship Id="rId22" Type="http://schemas.openxmlformats.org/officeDocument/2006/relationships/image" Target="../media/image138.wmf"/><Relationship Id="rId27" Type="http://schemas.openxmlformats.org/officeDocument/2006/relationships/oleObject" Target="../embeddings/oleObject169.bin"/><Relationship Id="rId30" Type="http://schemas.openxmlformats.org/officeDocument/2006/relationships/image" Target="../media/image142.wmf"/><Relationship Id="rId35" Type="http://schemas.openxmlformats.org/officeDocument/2006/relationships/oleObject" Target="../embeddings/oleObject173.bin"/><Relationship Id="rId43" Type="http://schemas.openxmlformats.org/officeDocument/2006/relationships/oleObject" Target="../embeddings/oleObject177.bin"/><Relationship Id="rId48" Type="http://schemas.openxmlformats.org/officeDocument/2006/relationships/image" Target="../media/image151.emf"/><Relationship Id="rId8" Type="http://schemas.openxmlformats.org/officeDocument/2006/relationships/image" Target="../media/image129.wmf"/><Relationship Id="rId3" Type="http://schemas.openxmlformats.org/officeDocument/2006/relationships/oleObject" Target="../embeddings/oleObject157.bin"/><Relationship Id="rId12" Type="http://schemas.openxmlformats.org/officeDocument/2006/relationships/image" Target="../media/image133.wmf"/><Relationship Id="rId17" Type="http://schemas.openxmlformats.org/officeDocument/2006/relationships/oleObject" Target="../embeddings/oleObject164.bin"/><Relationship Id="rId25" Type="http://schemas.openxmlformats.org/officeDocument/2006/relationships/oleObject" Target="../embeddings/oleObject168.bin"/><Relationship Id="rId33" Type="http://schemas.openxmlformats.org/officeDocument/2006/relationships/oleObject" Target="../embeddings/oleObject172.bin"/><Relationship Id="rId38" Type="http://schemas.openxmlformats.org/officeDocument/2006/relationships/image" Target="../media/image146.wmf"/><Relationship Id="rId46" Type="http://schemas.openxmlformats.org/officeDocument/2006/relationships/image" Target="../media/image150.emf"/><Relationship Id="rId20" Type="http://schemas.openxmlformats.org/officeDocument/2006/relationships/image" Target="../media/image137.wmf"/><Relationship Id="rId41" Type="http://schemas.openxmlformats.org/officeDocument/2006/relationships/oleObject" Target="../embeddings/oleObject176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3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emf"/><Relationship Id="rId13" Type="http://schemas.openxmlformats.org/officeDocument/2006/relationships/oleObject" Target="../embeddings/oleObject186.bin"/><Relationship Id="rId18" Type="http://schemas.openxmlformats.org/officeDocument/2006/relationships/image" Target="../media/image160.wmf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57.wmf"/><Relationship Id="rId17" Type="http://schemas.openxmlformats.org/officeDocument/2006/relationships/oleObject" Target="../embeddings/oleObject18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59.wmf"/><Relationship Id="rId20" Type="http://schemas.openxmlformats.org/officeDocument/2006/relationships/image" Target="../media/image16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85.bin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87.bin"/><Relationship Id="rId10" Type="http://schemas.openxmlformats.org/officeDocument/2006/relationships/image" Target="../media/image156.emf"/><Relationship Id="rId19" Type="http://schemas.openxmlformats.org/officeDocument/2006/relationships/oleObject" Target="../embeddings/oleObject189.bin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5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95.bin"/><Relationship Id="rId18" Type="http://schemas.openxmlformats.org/officeDocument/2006/relationships/image" Target="../media/image169.wm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66.wmf"/><Relationship Id="rId17" Type="http://schemas.openxmlformats.org/officeDocument/2006/relationships/oleObject" Target="../embeddings/oleObject19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68.wmf"/><Relationship Id="rId20" Type="http://schemas.openxmlformats.org/officeDocument/2006/relationships/image" Target="../media/image170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5" Type="http://schemas.openxmlformats.org/officeDocument/2006/relationships/oleObject" Target="../embeddings/oleObject196.bin"/><Relationship Id="rId10" Type="http://schemas.openxmlformats.org/officeDocument/2006/relationships/image" Target="../media/image165.wmf"/><Relationship Id="rId19" Type="http://schemas.openxmlformats.org/officeDocument/2006/relationships/oleObject" Target="../embeddings/oleObject198.bin"/><Relationship Id="rId4" Type="http://schemas.openxmlformats.org/officeDocument/2006/relationships/image" Target="../media/image162.emf"/><Relationship Id="rId9" Type="http://schemas.openxmlformats.org/officeDocument/2006/relationships/oleObject" Target="../embeddings/oleObject193.bin"/><Relationship Id="rId14" Type="http://schemas.openxmlformats.org/officeDocument/2006/relationships/image" Target="../media/image16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7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179.wmf"/><Relationship Id="rId3" Type="http://schemas.openxmlformats.org/officeDocument/2006/relationships/oleObject" Target="../embeddings/oleObject200.bin"/><Relationship Id="rId7" Type="http://schemas.openxmlformats.org/officeDocument/2006/relationships/oleObject" Target="../embeddings/oleObject202.bin"/><Relationship Id="rId12" Type="http://schemas.openxmlformats.org/officeDocument/2006/relationships/image" Target="../media/image176.wmf"/><Relationship Id="rId17" Type="http://schemas.openxmlformats.org/officeDocument/2006/relationships/oleObject" Target="../embeddings/oleObject20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78.wmf"/><Relationship Id="rId20" Type="http://schemas.openxmlformats.org/officeDocument/2006/relationships/image" Target="../media/image180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73.wmf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10" Type="http://schemas.openxmlformats.org/officeDocument/2006/relationships/image" Target="../media/image175.wmf"/><Relationship Id="rId19" Type="http://schemas.openxmlformats.org/officeDocument/2006/relationships/oleObject" Target="../embeddings/oleObject208.bin"/><Relationship Id="rId4" Type="http://schemas.openxmlformats.org/officeDocument/2006/relationships/image" Target="../media/image172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17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13" Type="http://schemas.openxmlformats.org/officeDocument/2006/relationships/image" Target="../media/image185.wmf"/><Relationship Id="rId18" Type="http://schemas.openxmlformats.org/officeDocument/2006/relationships/oleObject" Target="../embeddings/oleObject217.bin"/><Relationship Id="rId26" Type="http://schemas.openxmlformats.org/officeDocument/2006/relationships/oleObject" Target="../embeddings/oleObject221.bin"/><Relationship Id="rId3" Type="http://schemas.openxmlformats.org/officeDocument/2006/relationships/oleObject" Target="../embeddings/oleObject209.bin"/><Relationship Id="rId21" Type="http://schemas.openxmlformats.org/officeDocument/2006/relationships/image" Target="../media/image189.wmf"/><Relationship Id="rId7" Type="http://schemas.openxmlformats.org/officeDocument/2006/relationships/oleObject" Target="../embeddings/oleObject211.bin"/><Relationship Id="rId12" Type="http://schemas.openxmlformats.org/officeDocument/2006/relationships/oleObject" Target="../embeddings/oleObject214.bin"/><Relationship Id="rId17" Type="http://schemas.openxmlformats.org/officeDocument/2006/relationships/image" Target="../media/image187.wmf"/><Relationship Id="rId25" Type="http://schemas.openxmlformats.org/officeDocument/2006/relationships/image" Target="../media/image191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16.bin"/><Relationship Id="rId20" Type="http://schemas.openxmlformats.org/officeDocument/2006/relationships/oleObject" Target="../embeddings/oleObject218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82.wmf"/><Relationship Id="rId11" Type="http://schemas.openxmlformats.org/officeDocument/2006/relationships/image" Target="../media/image184.wmf"/><Relationship Id="rId24" Type="http://schemas.openxmlformats.org/officeDocument/2006/relationships/oleObject" Target="../embeddings/oleObject220.bin"/><Relationship Id="rId5" Type="http://schemas.openxmlformats.org/officeDocument/2006/relationships/oleObject" Target="../embeddings/oleObject210.bin"/><Relationship Id="rId15" Type="http://schemas.openxmlformats.org/officeDocument/2006/relationships/image" Target="../media/image186.wmf"/><Relationship Id="rId23" Type="http://schemas.openxmlformats.org/officeDocument/2006/relationships/image" Target="../media/image190.wmf"/><Relationship Id="rId10" Type="http://schemas.openxmlformats.org/officeDocument/2006/relationships/oleObject" Target="../embeddings/oleObject213.bin"/><Relationship Id="rId19" Type="http://schemas.openxmlformats.org/officeDocument/2006/relationships/image" Target="../media/image188.wmf"/><Relationship Id="rId4" Type="http://schemas.openxmlformats.org/officeDocument/2006/relationships/image" Target="../media/image181.wmf"/><Relationship Id="rId9" Type="http://schemas.openxmlformats.org/officeDocument/2006/relationships/oleObject" Target="../embeddings/oleObject212.bin"/><Relationship Id="rId14" Type="http://schemas.openxmlformats.org/officeDocument/2006/relationships/oleObject" Target="../embeddings/oleObject215.bin"/><Relationship Id="rId22" Type="http://schemas.openxmlformats.org/officeDocument/2006/relationships/oleObject" Target="../embeddings/oleObject219.bin"/><Relationship Id="rId27" Type="http://schemas.openxmlformats.org/officeDocument/2006/relationships/image" Target="../media/image192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标题 2">
            <a:extLst>
              <a:ext uri="{FF2B5EF4-FFF2-40B4-BE49-F238E27FC236}">
                <a16:creationId xmlns:a16="http://schemas.microsoft.com/office/drawing/2014/main" id="{BD77E358-D86B-4B42-B0C1-0BF0FB405641}"/>
              </a:ext>
            </a:extLst>
          </p:cNvPr>
          <p:cNvSpPr txBox="1">
            <a:spLocks/>
          </p:cNvSpPr>
          <p:nvPr/>
        </p:nvSpPr>
        <p:spPr>
          <a:xfrm>
            <a:off x="1371600" y="2283718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第七节    曲率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F47F382-ABA8-441B-9F06-893AD9A1801D}"/>
              </a:ext>
            </a:extLst>
          </p:cNvPr>
          <p:cNvSpPr txBox="1">
            <a:spLocks/>
          </p:cNvSpPr>
          <p:nvPr/>
        </p:nvSpPr>
        <p:spPr>
          <a:xfrm>
            <a:off x="838200" y="771550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第三章  微分中值定理与导数的应用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D2419D-920B-4863-9CC0-2A886E209A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67000" y="3444875"/>
            <a:ext cx="3810000" cy="533400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solidFill>
                  <a:schemeClr val="accent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郭晓峰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D29C75BB-57CE-4E97-B913-92FCA3F92AB7}"/>
              </a:ext>
            </a:extLst>
          </p:cNvPr>
          <p:cNvGrpSpPr/>
          <p:nvPr/>
        </p:nvGrpSpPr>
        <p:grpSpPr>
          <a:xfrm>
            <a:off x="6106394" y="987574"/>
            <a:ext cx="2660650" cy="2362211"/>
            <a:chOff x="6106394" y="987574"/>
            <a:chExt cx="2660650" cy="2362211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6589A6C8-ADAE-49F5-826A-2BE956F5A2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6394" y="987574"/>
              <a:ext cx="2660650" cy="2355850"/>
              <a:chOff x="3685" y="964"/>
              <a:chExt cx="1676" cy="1484"/>
            </a:xfrm>
          </p:grpSpPr>
          <p:graphicFrame>
            <p:nvGraphicFramePr>
              <p:cNvPr id="3" name="对象 80926">
                <a:extLst>
                  <a:ext uri="{FF2B5EF4-FFF2-40B4-BE49-F238E27FC236}">
                    <a16:creationId xmlns:a16="http://schemas.microsoft.com/office/drawing/2014/main" id="{331CE9E0-EB4B-451E-8636-BE0909C97B1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48473723"/>
                  </p:ext>
                </p:extLst>
              </p:nvPr>
            </p:nvGraphicFramePr>
            <p:xfrm>
              <a:off x="4003" y="1437"/>
              <a:ext cx="122" cy="1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579" name="Equation" r:id="rId3" imgW="215640" imgH="228600" progId="Equation.DSMT4">
                      <p:embed/>
                    </p:oleObj>
                  </mc:Choice>
                  <mc:Fallback>
                    <p:oleObj name="Equation" r:id="rId3" imgW="215640" imgH="228600" progId="Equation.DSMT4">
                      <p:embed/>
                      <p:pic>
                        <p:nvPicPr>
                          <p:cNvPr id="5128" name="对象 80926">
                            <a:extLst>
                              <a:ext uri="{FF2B5EF4-FFF2-40B4-BE49-F238E27FC236}">
                                <a16:creationId xmlns:a16="http://schemas.microsoft.com/office/drawing/2014/main" id="{32EF3AA6-1CC7-4806-9924-3B1A5C45E9AE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03" y="1437"/>
                            <a:ext cx="122" cy="1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" name="对象 80927">
                <a:extLst>
                  <a:ext uri="{FF2B5EF4-FFF2-40B4-BE49-F238E27FC236}">
                    <a16:creationId xmlns:a16="http://schemas.microsoft.com/office/drawing/2014/main" id="{18F5862A-C1C0-48E3-8A32-3A715E9355E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3065602"/>
                  </p:ext>
                </p:extLst>
              </p:nvPr>
            </p:nvGraphicFramePr>
            <p:xfrm>
              <a:off x="5072" y="1090"/>
              <a:ext cx="122" cy="1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580" name="Equation" r:id="rId5" imgW="215640" imgH="228600" progId="Equation.DSMT4">
                      <p:embed/>
                    </p:oleObj>
                  </mc:Choice>
                  <mc:Fallback>
                    <p:oleObj name="Equation" r:id="rId5" imgW="215640" imgH="228600" progId="Equation.DSMT4">
                      <p:embed/>
                      <p:pic>
                        <p:nvPicPr>
                          <p:cNvPr id="5129" name="对象 80927">
                            <a:extLst>
                              <a:ext uri="{FF2B5EF4-FFF2-40B4-BE49-F238E27FC236}">
                                <a16:creationId xmlns:a16="http://schemas.microsoft.com/office/drawing/2014/main" id="{09CC40BF-04A5-497A-9D0C-33E4D46F9E8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72" y="1090"/>
                            <a:ext cx="122" cy="1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对象 80928">
                <a:extLst>
                  <a:ext uri="{FF2B5EF4-FFF2-40B4-BE49-F238E27FC236}">
                    <a16:creationId xmlns:a16="http://schemas.microsoft.com/office/drawing/2014/main" id="{2C46354A-E4AB-4452-9BD6-31F23FB3E48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70931824"/>
                  </p:ext>
                </p:extLst>
              </p:nvPr>
            </p:nvGraphicFramePr>
            <p:xfrm>
              <a:off x="4354" y="998"/>
              <a:ext cx="526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581" name="Equation" r:id="rId7" imgW="927000" imgH="304560" progId="Equation.DSMT4">
                      <p:embed/>
                    </p:oleObj>
                  </mc:Choice>
                  <mc:Fallback>
                    <p:oleObj name="Equation" r:id="rId7" imgW="927000" imgH="304560" progId="Equation.DSMT4">
                      <p:embed/>
                      <p:pic>
                        <p:nvPicPr>
                          <p:cNvPr id="5130" name="对象 80928">
                            <a:extLst>
                              <a:ext uri="{FF2B5EF4-FFF2-40B4-BE49-F238E27FC236}">
                                <a16:creationId xmlns:a16="http://schemas.microsoft.com/office/drawing/2014/main" id="{41E20F42-BE93-4D3E-BDF9-99348E76846C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4" y="998"/>
                            <a:ext cx="526" cy="1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对象 80929">
                <a:extLst>
                  <a:ext uri="{FF2B5EF4-FFF2-40B4-BE49-F238E27FC236}">
                    <a16:creationId xmlns:a16="http://schemas.microsoft.com/office/drawing/2014/main" id="{FADE56E6-3D7E-4769-A141-D040FFA5B30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21017171"/>
                  </p:ext>
                </p:extLst>
              </p:nvPr>
            </p:nvGraphicFramePr>
            <p:xfrm>
              <a:off x="4020" y="2322"/>
              <a:ext cx="101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582" name="Equation" r:id="rId9" imgW="177480" imgH="190440" progId="Equation.DSMT4">
                      <p:embed/>
                    </p:oleObj>
                  </mc:Choice>
                  <mc:Fallback>
                    <p:oleObj name="Equation" r:id="rId9" imgW="177480" imgH="190440" progId="Equation.DSMT4">
                      <p:embed/>
                      <p:pic>
                        <p:nvPicPr>
                          <p:cNvPr id="5131" name="对象 80929">
                            <a:extLst>
                              <a:ext uri="{FF2B5EF4-FFF2-40B4-BE49-F238E27FC236}">
                                <a16:creationId xmlns:a16="http://schemas.microsoft.com/office/drawing/2014/main" id="{2BDD2D71-C833-4DD6-9CEB-9C6AD45A8D3B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0" y="2322"/>
                            <a:ext cx="101" cy="1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对象 80930">
                <a:extLst>
                  <a:ext uri="{FF2B5EF4-FFF2-40B4-BE49-F238E27FC236}">
                    <a16:creationId xmlns:a16="http://schemas.microsoft.com/office/drawing/2014/main" id="{4E09462E-8934-4AAB-B6B6-E5D93BB59C3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95175640"/>
                  </p:ext>
                </p:extLst>
              </p:nvPr>
            </p:nvGraphicFramePr>
            <p:xfrm>
              <a:off x="5025" y="2303"/>
              <a:ext cx="94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583" name="Equation" r:id="rId11" imgW="164880" imgH="253800" progId="Equation.DSMT4">
                      <p:embed/>
                    </p:oleObj>
                  </mc:Choice>
                  <mc:Fallback>
                    <p:oleObj name="Equation" r:id="rId11" imgW="164880" imgH="253800" progId="Equation.DSMT4">
                      <p:embed/>
                      <p:pic>
                        <p:nvPicPr>
                          <p:cNvPr id="5132" name="对象 80930">
                            <a:extLst>
                              <a:ext uri="{FF2B5EF4-FFF2-40B4-BE49-F238E27FC236}">
                                <a16:creationId xmlns:a16="http://schemas.microsoft.com/office/drawing/2014/main" id="{353FE921-9C85-47D4-982D-594CFDF84576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5" y="2303"/>
                            <a:ext cx="94" cy="1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对象 80931">
                <a:extLst>
                  <a:ext uri="{FF2B5EF4-FFF2-40B4-BE49-F238E27FC236}">
                    <a16:creationId xmlns:a16="http://schemas.microsoft.com/office/drawing/2014/main" id="{8755F558-E755-4D11-8EFC-90798FE1DD4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79807142"/>
                  </p:ext>
                </p:extLst>
              </p:nvPr>
            </p:nvGraphicFramePr>
            <p:xfrm>
              <a:off x="5261" y="2329"/>
              <a:ext cx="100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584" name="Equation" r:id="rId13" imgW="177480" imgH="190440" progId="Equation.DSMT4">
                      <p:embed/>
                    </p:oleObj>
                  </mc:Choice>
                  <mc:Fallback>
                    <p:oleObj name="Equation" r:id="rId13" imgW="177480" imgH="190440" progId="Equation.DSMT4">
                      <p:embed/>
                      <p:pic>
                        <p:nvPicPr>
                          <p:cNvPr id="5133" name="对象 80931">
                            <a:extLst>
                              <a:ext uri="{FF2B5EF4-FFF2-40B4-BE49-F238E27FC236}">
                                <a16:creationId xmlns:a16="http://schemas.microsoft.com/office/drawing/2014/main" id="{E2B5066D-7794-4530-8F01-3B56058F623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61" y="2329"/>
                            <a:ext cx="100" cy="1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" name="对象 80932">
                <a:extLst>
                  <a:ext uri="{FF2B5EF4-FFF2-40B4-BE49-F238E27FC236}">
                    <a16:creationId xmlns:a16="http://schemas.microsoft.com/office/drawing/2014/main" id="{B4F31214-2F5D-4897-93D4-8BA0C13E469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33045528"/>
                  </p:ext>
                </p:extLst>
              </p:nvPr>
            </p:nvGraphicFramePr>
            <p:xfrm>
              <a:off x="3711" y="2212"/>
              <a:ext cx="129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585" name="Equation" r:id="rId15" imgW="228600" imgH="241200" progId="Equation.DSMT4">
                      <p:embed/>
                    </p:oleObj>
                  </mc:Choice>
                  <mc:Fallback>
                    <p:oleObj name="Equation" r:id="rId15" imgW="228600" imgH="241200" progId="Equation.DSMT4">
                      <p:embed/>
                      <p:pic>
                        <p:nvPicPr>
                          <p:cNvPr id="5134" name="对象 80932">
                            <a:extLst>
                              <a:ext uri="{FF2B5EF4-FFF2-40B4-BE49-F238E27FC236}">
                                <a16:creationId xmlns:a16="http://schemas.microsoft.com/office/drawing/2014/main" id="{D126B03B-CB54-472D-B2F8-EDCBE094EDB3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1" y="2212"/>
                            <a:ext cx="129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对象 80933">
                <a:extLst>
                  <a:ext uri="{FF2B5EF4-FFF2-40B4-BE49-F238E27FC236}">
                    <a16:creationId xmlns:a16="http://schemas.microsoft.com/office/drawing/2014/main" id="{2ACFFCFE-0BEA-4432-8803-CA17400932F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11844485"/>
                  </p:ext>
                </p:extLst>
              </p:nvPr>
            </p:nvGraphicFramePr>
            <p:xfrm>
              <a:off x="3685" y="998"/>
              <a:ext cx="107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5586" name="Equation" r:id="rId17" imgW="190440" imgH="241200" progId="Equation.DSMT4">
                      <p:embed/>
                    </p:oleObj>
                  </mc:Choice>
                  <mc:Fallback>
                    <p:oleObj name="Equation" r:id="rId17" imgW="190440" imgH="241200" progId="Equation.DSMT4">
                      <p:embed/>
                      <p:pic>
                        <p:nvPicPr>
                          <p:cNvPr id="5135" name="对象 80933">
                            <a:extLst>
                              <a:ext uri="{FF2B5EF4-FFF2-40B4-BE49-F238E27FC236}">
                                <a16:creationId xmlns:a16="http://schemas.microsoft.com/office/drawing/2014/main" id="{2CAB96B4-442A-4AAA-A812-56CD13EE6CF4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85" y="998"/>
                            <a:ext cx="107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直接连接符 80934">
                <a:extLst>
                  <a:ext uri="{FF2B5EF4-FFF2-40B4-BE49-F238E27FC236}">
                    <a16:creationId xmlns:a16="http://schemas.microsoft.com/office/drawing/2014/main" id="{996962F7-7C4C-49F1-A6BF-C1AECF1BFE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3" y="2271"/>
                <a:ext cx="14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直接连接符 80935">
                <a:extLst>
                  <a:ext uri="{FF2B5EF4-FFF2-40B4-BE49-F238E27FC236}">
                    <a16:creationId xmlns:a16="http://schemas.microsoft.com/office/drawing/2014/main" id="{8798302C-3D5F-4A32-B5DD-8B49A4B688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92" y="964"/>
                <a:ext cx="0" cy="1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直接连接符 80936">
                <a:extLst>
                  <a:ext uri="{FF2B5EF4-FFF2-40B4-BE49-F238E27FC236}">
                    <a16:creationId xmlns:a16="http://schemas.microsoft.com/office/drawing/2014/main" id="{64FA2233-A666-4FE5-85EE-5EAE376B9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75" y="1250"/>
                <a:ext cx="0" cy="10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直接连接符 80937">
                <a:extLst>
                  <a:ext uri="{FF2B5EF4-FFF2-40B4-BE49-F238E27FC236}">
                    <a16:creationId xmlns:a16="http://schemas.microsoft.com/office/drawing/2014/main" id="{2C6340DF-7985-49AA-A664-4D0002AFCB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5" y="1618"/>
                <a:ext cx="0" cy="6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任意多边形 80938">
                <a:extLst>
                  <a:ext uri="{FF2B5EF4-FFF2-40B4-BE49-F238E27FC236}">
                    <a16:creationId xmlns:a16="http://schemas.microsoft.com/office/drawing/2014/main" id="{6EF9DDFE-CAEA-420C-8D2A-FE98195A0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5" y="1250"/>
                <a:ext cx="1020" cy="497"/>
              </a:xfrm>
              <a:custGeom>
                <a:avLst/>
                <a:gdLst>
                  <a:gd name="T0" fmla="*/ 0 w 1200"/>
                  <a:gd name="T1" fmla="*/ 432 h 584"/>
                  <a:gd name="T2" fmla="*/ 336 w 1200"/>
                  <a:gd name="T3" fmla="*/ 576 h 584"/>
                  <a:gd name="T4" fmla="*/ 720 w 1200"/>
                  <a:gd name="T5" fmla="*/ 480 h 584"/>
                  <a:gd name="T6" fmla="*/ 960 w 1200"/>
                  <a:gd name="T7" fmla="*/ 96 h 584"/>
                  <a:gd name="T8" fmla="*/ 1200 w 1200"/>
                  <a:gd name="T9" fmla="*/ 0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0" h="584">
                    <a:moveTo>
                      <a:pt x="0" y="432"/>
                    </a:moveTo>
                    <a:cubicBezTo>
                      <a:pt x="108" y="500"/>
                      <a:pt x="216" y="568"/>
                      <a:pt x="336" y="576"/>
                    </a:cubicBezTo>
                    <a:cubicBezTo>
                      <a:pt x="456" y="584"/>
                      <a:pt x="616" y="560"/>
                      <a:pt x="720" y="480"/>
                    </a:cubicBezTo>
                    <a:cubicBezTo>
                      <a:pt x="824" y="400"/>
                      <a:pt x="880" y="176"/>
                      <a:pt x="960" y="96"/>
                    </a:cubicBezTo>
                    <a:cubicBezTo>
                      <a:pt x="1040" y="16"/>
                      <a:pt x="1120" y="8"/>
                      <a:pt x="1200" y="0"/>
                    </a:cubicBezTo>
                  </a:path>
                </a:pathLst>
              </a:custGeom>
              <a:noFill/>
              <a:ln w="15875">
                <a:solidFill>
                  <a:srgbClr val="0064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dirty="0"/>
              </a:p>
            </p:txBody>
          </p:sp>
        </p:grp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4C259969-E07A-4C10-9E8B-ACAE24EC0B4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43325993"/>
                </p:ext>
              </p:extLst>
            </p:nvPr>
          </p:nvGraphicFramePr>
          <p:xfrm>
            <a:off x="7048500" y="1868488"/>
            <a:ext cx="354013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87" name="Equation" r:id="rId19" imgW="355320" imgH="330120" progId="Equation.DSMT4">
                    <p:embed/>
                  </p:oleObj>
                </mc:Choice>
                <mc:Fallback>
                  <p:oleObj name="Equation" r:id="rId19" imgW="355320" imgH="330120" progId="Equation.DSMT4">
                    <p:embed/>
                    <p:pic>
                      <p:nvPicPr>
                        <p:cNvPr id="80949" name="对象 80948">
                          <a:extLst>
                            <a:ext uri="{FF2B5EF4-FFF2-40B4-BE49-F238E27FC236}">
                              <a16:creationId xmlns:a16="http://schemas.microsoft.com/office/drawing/2014/main" id="{05616BF4-DCA4-4389-B348-A5B6D043622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48500" y="1868488"/>
                          <a:ext cx="354013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80931">
              <a:extLst>
                <a:ext uri="{FF2B5EF4-FFF2-40B4-BE49-F238E27FC236}">
                  <a16:creationId xmlns:a16="http://schemas.microsoft.com/office/drawing/2014/main" id="{5834B479-C717-427A-8F81-42C34E55999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59533411"/>
                </p:ext>
              </p:extLst>
            </p:nvPr>
          </p:nvGraphicFramePr>
          <p:xfrm>
            <a:off x="7680980" y="3125587"/>
            <a:ext cx="158750" cy="171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88" name="Equation" r:id="rId21" imgW="177480" imgH="190440" progId="Equation.DSMT4">
                    <p:embed/>
                  </p:oleObj>
                </mc:Choice>
                <mc:Fallback>
                  <p:oleObj name="Equation" r:id="rId21" imgW="177480" imgH="190440" progId="Equation.DSMT4">
                    <p:embed/>
                    <p:pic>
                      <p:nvPicPr>
                        <p:cNvPr id="8" name="对象 80931">
                          <a:extLst>
                            <a:ext uri="{FF2B5EF4-FFF2-40B4-BE49-F238E27FC236}">
                              <a16:creationId xmlns:a16="http://schemas.microsoft.com/office/drawing/2014/main" id="{8755F558-E755-4D11-8EFC-90798FE1DD4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0980" y="3125587"/>
                          <a:ext cx="158750" cy="171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80931">
              <a:extLst>
                <a:ext uri="{FF2B5EF4-FFF2-40B4-BE49-F238E27FC236}">
                  <a16:creationId xmlns:a16="http://schemas.microsoft.com/office/drawing/2014/main" id="{AE2A1675-A1AA-4849-A750-26AF9D6FAF7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06719680"/>
                </p:ext>
              </p:extLst>
            </p:nvPr>
          </p:nvGraphicFramePr>
          <p:xfrm>
            <a:off x="7073181" y="3052922"/>
            <a:ext cx="215900" cy="296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89" name="Equation" r:id="rId23" imgW="241200" imgH="330120" progId="Equation.DSMT4">
                    <p:embed/>
                  </p:oleObj>
                </mc:Choice>
                <mc:Fallback>
                  <p:oleObj name="Equation" r:id="rId23" imgW="241200" imgH="330120" progId="Equation.DSMT4">
                    <p:embed/>
                    <p:pic>
                      <p:nvPicPr>
                        <p:cNvPr id="8" name="对象 80931">
                          <a:extLst>
                            <a:ext uri="{FF2B5EF4-FFF2-40B4-BE49-F238E27FC236}">
                              <a16:creationId xmlns:a16="http://schemas.microsoft.com/office/drawing/2014/main" id="{8755F558-E755-4D11-8EFC-90798FE1DD4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3181" y="3052922"/>
                          <a:ext cx="215900" cy="296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直接连接符 80937">
              <a:extLst>
                <a:ext uri="{FF2B5EF4-FFF2-40B4-BE49-F238E27FC236}">
                  <a16:creationId xmlns:a16="http://schemas.microsoft.com/office/drawing/2014/main" id="{FAF3C351-CB49-4D2B-982F-E116B6BCB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6600" y="2230587"/>
              <a:ext cx="11827" cy="840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直接连接符 80937">
              <a:extLst>
                <a:ext uri="{FF2B5EF4-FFF2-40B4-BE49-F238E27FC236}">
                  <a16:creationId xmlns:a16="http://schemas.microsoft.com/office/drawing/2014/main" id="{4F3087FB-1325-465F-8EB1-7C0A9384B1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0355" y="1999822"/>
              <a:ext cx="0" cy="1046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B6FA33D4-E56C-4173-82E9-A5D67F35E1B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27498273"/>
                </p:ext>
              </p:extLst>
            </p:nvPr>
          </p:nvGraphicFramePr>
          <p:xfrm>
            <a:off x="7525620" y="1721793"/>
            <a:ext cx="303212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90" name="Equation" r:id="rId25" imgW="304560" imgH="228600" progId="Equation.DSMT4">
                    <p:embed/>
                  </p:oleObj>
                </mc:Choice>
                <mc:Fallback>
                  <p:oleObj name="Equation" r:id="rId25" imgW="304560" imgH="22860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4C259969-E07A-4C10-9E8B-ACAE24EC0B4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25620" y="1721793"/>
                          <a:ext cx="303212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标题 80897">
            <a:extLst>
              <a:ext uri="{FF2B5EF4-FFF2-40B4-BE49-F238E27FC236}">
                <a16:creationId xmlns:a16="http://schemas.microsoft.com/office/drawing/2014/main" id="{BA371560-923B-4DD6-920A-EECC29BEE707}"/>
              </a:ext>
            </a:extLst>
          </p:cNvPr>
          <p:cNvSpPr txBox="1">
            <a:spLocks noChangeArrowheads="1"/>
          </p:cNvSpPr>
          <p:nvPr/>
        </p:nvSpPr>
        <p:spPr>
          <a:xfrm>
            <a:off x="536575" y="237749"/>
            <a:ext cx="2362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 弧微分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DA139BAC-A26E-41D4-A978-4E08BE92F42F}"/>
              </a:ext>
            </a:extLst>
          </p:cNvPr>
          <p:cNvGrpSpPr/>
          <p:nvPr/>
        </p:nvGrpSpPr>
        <p:grpSpPr>
          <a:xfrm>
            <a:off x="757725" y="847349"/>
            <a:ext cx="4881018" cy="465538"/>
            <a:chOff x="582824" y="854522"/>
            <a:chExt cx="4881018" cy="465538"/>
          </a:xfrm>
        </p:grpSpPr>
        <p:graphicFrame>
          <p:nvGraphicFramePr>
            <p:cNvPr id="39" name="对象 38">
              <a:extLst>
                <a:ext uri="{FF2B5EF4-FFF2-40B4-BE49-F238E27FC236}">
                  <a16:creationId xmlns:a16="http://schemas.microsoft.com/office/drawing/2014/main" id="{D84833F0-E88E-4A6D-B75B-67EB84EDBE0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97820320"/>
                </p:ext>
              </p:extLst>
            </p:nvPr>
          </p:nvGraphicFramePr>
          <p:xfrm>
            <a:off x="1010293" y="917777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91" name="Equation" r:id="rId27" imgW="1104840" imgH="342720" progId="Equation.DSMT4">
                    <p:embed/>
                  </p:oleObj>
                </mc:Choice>
                <mc:Fallback>
                  <p:oleObj name="Equation" r:id="rId27" imgW="1104840" imgH="342720" progId="Equation.DSMT4">
                    <p:embed/>
                    <p:pic>
                      <p:nvPicPr>
                        <p:cNvPr id="80899" name="对象 80898">
                          <a:extLst>
                            <a:ext uri="{FF2B5EF4-FFF2-40B4-BE49-F238E27FC236}">
                              <a16:creationId xmlns:a16="http://schemas.microsoft.com/office/drawing/2014/main" id="{BA519EEB-9908-434F-B493-C90034D20A4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0293" y="917777"/>
                          <a:ext cx="1104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AFE81D2B-5F8F-434E-A027-73DD59AC2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824" y="858395"/>
              <a:ext cx="1066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设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ED468D8-C865-4BCF-B784-DF0069706D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0943" y="854522"/>
              <a:ext cx="339289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 </a:t>
              </a:r>
              <a:r>
                <a:rPr lang="en-US" altLang="zh-CN" sz="24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,</a:t>
              </a:r>
              <a:r>
                <a:rPr lang="en-US" altLang="zh-CN" sz="2400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b</a:t>
              </a:r>
              <a:r>
                <a:rPr lang="en-US" altLang="zh-CN" sz="24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)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内有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连续导数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C94DB587-E478-4821-AD24-11A7910714F1}"/>
              </a:ext>
            </a:extLst>
          </p:cNvPr>
          <p:cNvGrpSpPr/>
          <p:nvPr/>
        </p:nvGrpSpPr>
        <p:grpSpPr>
          <a:xfrm>
            <a:off x="174901" y="1345412"/>
            <a:ext cx="2362200" cy="472957"/>
            <a:chOff x="0" y="1352585"/>
            <a:chExt cx="2362200" cy="472957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9E8011B4-0B79-42D1-959A-B47DA36E38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63877"/>
              <a:ext cx="2362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其图形为</a:t>
              </a:r>
              <a:endPara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816ED11B-2CC1-4B28-BEB5-04224BCC6B8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08440926"/>
                </p:ext>
              </p:extLst>
            </p:nvPr>
          </p:nvGraphicFramePr>
          <p:xfrm>
            <a:off x="1314450" y="1352585"/>
            <a:ext cx="495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92" name="Equation" r:id="rId29" imgW="495000" imgH="406080" progId="Equation.DSMT4">
                    <p:embed/>
                  </p:oleObj>
                </mc:Choice>
                <mc:Fallback>
                  <p:oleObj name="Equation" r:id="rId29" imgW="495000" imgH="40608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D84833F0-E88E-4A6D-B75B-67EB84EDBE0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4450" y="1352585"/>
                          <a:ext cx="4953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BABF4C-088C-460C-B63E-58D6780E10B0}"/>
              </a:ext>
            </a:extLst>
          </p:cNvPr>
          <p:cNvGrpSpPr/>
          <p:nvPr/>
        </p:nvGrpSpPr>
        <p:grpSpPr>
          <a:xfrm>
            <a:off x="1998939" y="1340441"/>
            <a:ext cx="3735384" cy="464113"/>
            <a:chOff x="1824038" y="1347614"/>
            <a:chExt cx="3735384" cy="464113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C52D570-7FFD-43CE-9181-7B8C7C8F4C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038" y="1350062"/>
              <a:ext cx="11300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在曲线</a:t>
              </a:r>
              <a:endParaRPr lang="zh-CN" altLang="en-US" sz="2400" b="1" i="1" dirty="0"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6EB4C7C6-92D0-4237-84DE-45CB24D86C4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814934570"/>
                </p:ext>
              </p:extLst>
            </p:nvPr>
          </p:nvGraphicFramePr>
          <p:xfrm>
            <a:off x="2833688" y="1428280"/>
            <a:ext cx="1106487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93" name="Equation" r:id="rId31" imgW="1104840" imgH="342720" progId="Equation.DSMT4">
                    <p:embed/>
                  </p:oleObj>
                </mc:Choice>
                <mc:Fallback>
                  <p:oleObj name="Equation" r:id="rId31" imgW="1104840" imgH="342720" progId="Equation.DSMT4">
                    <p:embed/>
                    <p:pic>
                      <p:nvPicPr>
                        <p:cNvPr id="80959" name="对象 80958">
                          <a:extLst>
                            <a:ext uri="{FF2B5EF4-FFF2-40B4-BE49-F238E27FC236}">
                              <a16:creationId xmlns:a16="http://schemas.microsoft.com/office/drawing/2014/main" id="{5667DC52-7825-4BD2-8309-6931A04D54A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3688" y="1428280"/>
                          <a:ext cx="1106487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6822E0A0-B564-435F-8235-6CDE12104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0115" y="1347614"/>
              <a:ext cx="182930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 上取固定</a:t>
              </a:r>
              <a:endParaRPr lang="zh-CN" altLang="en-US" sz="2400" b="1" i="1" dirty="0"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7732AEBC-3B37-468D-983F-152119FCC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739" y="2348553"/>
            <a:ext cx="52053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的方向为曲线的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正向</a:t>
            </a:r>
            <a:r>
              <a:rPr lang="zh-CN" altLang="en-US" sz="2400" b="1" dirty="0">
                <a:latin typeface="+mj-ea"/>
                <a:ea typeface="+mj-ea"/>
              </a:rPr>
              <a:t>，规定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有向弧段</a:t>
            </a:r>
            <a:endParaRPr lang="zh-CN" altLang="en-US" sz="2400" b="1" i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4EF92B0-7D51-4709-BB82-7D5C048921F3}"/>
              </a:ext>
            </a:extLst>
          </p:cNvPr>
          <p:cNvGrpSpPr/>
          <p:nvPr/>
        </p:nvGrpSpPr>
        <p:grpSpPr>
          <a:xfrm>
            <a:off x="184067" y="1843984"/>
            <a:ext cx="5452268" cy="461665"/>
            <a:chOff x="9166" y="1851157"/>
            <a:chExt cx="5452268" cy="461665"/>
          </a:xfrm>
        </p:grpSpPr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94FC9906-A221-4E57-B5D2-C6DC57764ED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30194997"/>
                </p:ext>
              </p:extLst>
            </p:nvPr>
          </p:nvGraphicFramePr>
          <p:xfrm>
            <a:off x="406623" y="1892002"/>
            <a:ext cx="41751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94" name="Equation" r:id="rId33" imgW="419040" imgH="380880" progId="Equation.DSMT4">
                    <p:embed/>
                  </p:oleObj>
                </mc:Choice>
                <mc:Fallback>
                  <p:oleObj name="Equation" r:id="rId33" imgW="419040" imgH="380880" progId="Equation.DSMT4">
                    <p:embed/>
                    <p:pic>
                      <p:nvPicPr>
                        <p:cNvPr id="80961" name="对象 80960">
                          <a:extLst>
                            <a:ext uri="{FF2B5EF4-FFF2-40B4-BE49-F238E27FC236}">
                              <a16:creationId xmlns:a16="http://schemas.microsoft.com/office/drawing/2014/main" id="{6197F660-20F0-4B66-8153-BC083BC8259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623" y="1892002"/>
                          <a:ext cx="417513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54ADD86A-B5FD-42FB-82CA-7EE815C87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66" y="1851157"/>
              <a:ext cx="545226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点     作为度量弧长的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基点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，并以 </a:t>
              </a:r>
              <a:r>
                <a:rPr lang="en-US" altLang="zh-CN" sz="2400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x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增大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endParaRPr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D6DFAC3E-023F-4B45-9AA3-14DB3733FA84}"/>
              </a:ext>
            </a:extLst>
          </p:cNvPr>
          <p:cNvGrpSpPr/>
          <p:nvPr/>
        </p:nvGrpSpPr>
        <p:grpSpPr>
          <a:xfrm>
            <a:off x="275338" y="2814757"/>
            <a:ext cx="2558347" cy="469900"/>
            <a:chOff x="100437" y="2821930"/>
            <a:chExt cx="2558347" cy="469900"/>
          </a:xfrm>
        </p:grpSpPr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B01E1304-6221-48A9-895C-4CAD222D8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285" y="2824564"/>
              <a:ext cx="187549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值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s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如下</a:t>
              </a:r>
              <a:r>
                <a:rPr lang="zh-CN" altLang="en-US" sz="240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：</a:t>
              </a:r>
              <a:endParaRPr lang="zh-CN" altLang="en-US" sz="2400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2" name="对象 51">
              <a:extLst>
                <a:ext uri="{FF2B5EF4-FFF2-40B4-BE49-F238E27FC236}">
                  <a16:creationId xmlns:a16="http://schemas.microsoft.com/office/drawing/2014/main" id="{B0CE9BB8-C3F5-4D68-B05B-B5EB37E1473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956988536"/>
                </p:ext>
              </p:extLst>
            </p:nvPr>
          </p:nvGraphicFramePr>
          <p:xfrm>
            <a:off x="100437" y="2821930"/>
            <a:ext cx="7366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95" name="Equation" r:id="rId35" imgW="736560" imgH="469800" progId="Equation.DSMT4">
                    <p:embed/>
                  </p:oleObj>
                </mc:Choice>
                <mc:Fallback>
                  <p:oleObj name="Equation" r:id="rId35" imgW="736560" imgH="46980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816ED11B-2CC1-4B28-BEB5-04224BCC6B8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37" y="2821930"/>
                          <a:ext cx="7366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2BA2F779-FAC6-49B5-A86F-5EF6622DC6A7}"/>
              </a:ext>
            </a:extLst>
          </p:cNvPr>
          <p:cNvGrpSpPr/>
          <p:nvPr/>
        </p:nvGrpSpPr>
        <p:grpSpPr>
          <a:xfrm>
            <a:off x="706515" y="3363838"/>
            <a:ext cx="3794048" cy="474499"/>
            <a:chOff x="706515" y="3363838"/>
            <a:chExt cx="3794048" cy="474499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846A1C5-B194-4928-B352-0350B1184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515" y="3366506"/>
              <a:ext cx="2362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的绝对值为</a:t>
              </a:r>
              <a:endParaRPr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4" name="对象 53">
              <a:extLst>
                <a:ext uri="{FF2B5EF4-FFF2-40B4-BE49-F238E27FC236}">
                  <a16:creationId xmlns:a16="http://schemas.microsoft.com/office/drawing/2014/main" id="{D8B7565F-2AEC-4032-B8DF-188967E4254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711667475"/>
                </p:ext>
              </p:extLst>
            </p:nvPr>
          </p:nvGraphicFramePr>
          <p:xfrm>
            <a:off x="2550173" y="3368537"/>
            <a:ext cx="736560" cy="46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96" name="Equation" r:id="rId37" imgW="736560" imgH="469800" progId="Equation.DSMT4">
                    <p:embed/>
                  </p:oleObj>
                </mc:Choice>
                <mc:Fallback>
                  <p:oleObj name="Equation" r:id="rId37" imgW="736560" imgH="469800" progId="Equation.DSMT4">
                    <p:embed/>
                    <p:pic>
                      <p:nvPicPr>
                        <p:cNvPr id="80967" name="对象 80966">
                          <a:extLst>
                            <a:ext uri="{FF2B5EF4-FFF2-40B4-BE49-F238E27FC236}">
                              <a16:creationId xmlns:a16="http://schemas.microsoft.com/office/drawing/2014/main" id="{D3E003FC-6EC8-4903-A3AC-8ADAE0CBC65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0173" y="3368537"/>
                          <a:ext cx="736560" cy="469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4B724CC4-4CDC-433D-AB64-16B616E2D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5310" y="3363838"/>
              <a:ext cx="12252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的长度，</a:t>
              </a:r>
              <a:endParaRPr lang="zh-CN" altLang="en-US" sz="2400" b="1" i="1" dirty="0">
                <a:solidFill>
                  <a:schemeClr val="tx2"/>
                </a:solidFill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EBDC7957-4781-4CD7-B8E7-99C2654AAC00}"/>
              </a:ext>
            </a:extLst>
          </p:cNvPr>
          <p:cNvGrpSpPr/>
          <p:nvPr/>
        </p:nvGrpSpPr>
        <p:grpSpPr>
          <a:xfrm>
            <a:off x="601663" y="3864904"/>
            <a:ext cx="6061075" cy="505401"/>
            <a:chOff x="601663" y="3864904"/>
            <a:chExt cx="6061075" cy="505401"/>
          </a:xfrm>
        </p:grpSpPr>
        <p:graphicFrame>
          <p:nvGraphicFramePr>
            <p:cNvPr id="56" name="对象 55">
              <a:extLst>
                <a:ext uri="{FF2B5EF4-FFF2-40B4-BE49-F238E27FC236}">
                  <a16:creationId xmlns:a16="http://schemas.microsoft.com/office/drawing/2014/main" id="{D962DE9E-B18A-4F2A-B7D7-F952B6828A7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56432417"/>
                </p:ext>
              </p:extLst>
            </p:nvPr>
          </p:nvGraphicFramePr>
          <p:xfrm>
            <a:off x="2253609" y="3900405"/>
            <a:ext cx="7366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97" name="Equation" r:id="rId39" imgW="736560" imgH="469800" progId="Equation.DSMT4">
                    <p:embed/>
                  </p:oleObj>
                </mc:Choice>
                <mc:Fallback>
                  <p:oleObj name="Equation" r:id="rId39" imgW="736560" imgH="469800" progId="Equation.DSMT4">
                    <p:embed/>
                    <p:pic>
                      <p:nvPicPr>
                        <p:cNvPr id="80969" name="对象 80968">
                          <a:extLst>
                            <a:ext uri="{FF2B5EF4-FFF2-40B4-BE49-F238E27FC236}">
                              <a16:creationId xmlns:a16="http://schemas.microsoft.com/office/drawing/2014/main" id="{8ED5BD46-F217-43D8-9A5F-3D54B7E4B4C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3609" y="3900405"/>
                          <a:ext cx="7366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5BFFA132-8D86-40CA-AE2D-F53827A17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4128" y="3877767"/>
              <a:ext cx="29860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与曲线的正向一致时，</a:t>
              </a:r>
              <a:endParaRPr lang="zh-CN" altLang="en-US" sz="2400" b="1" i="1" dirty="0"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9D6731C1-0D77-409E-A9ED-F91CEC7D97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663" y="3864904"/>
              <a:ext cx="22320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当有向弧段</a:t>
              </a:r>
              <a:endParaRPr lang="zh-CN" altLang="en-US" sz="2400" b="1" i="1" dirty="0"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61" name="对象 60">
              <a:extLst>
                <a:ext uri="{FF2B5EF4-FFF2-40B4-BE49-F238E27FC236}">
                  <a16:creationId xmlns:a16="http://schemas.microsoft.com/office/drawing/2014/main" id="{661AA3EE-81B8-462F-9A18-066CCE4ED14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13685282"/>
                </p:ext>
              </p:extLst>
            </p:nvPr>
          </p:nvGraphicFramePr>
          <p:xfrm>
            <a:off x="5976938" y="4003675"/>
            <a:ext cx="6858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98" name="Equation" r:id="rId41" imgW="685800" imgH="304560" progId="Equation.DSMT4">
                    <p:embed/>
                  </p:oleObj>
                </mc:Choice>
                <mc:Fallback>
                  <p:oleObj name="Equation" r:id="rId41" imgW="685800" imgH="304560" progId="Equation.DSMT4">
                    <p:embed/>
                    <p:pic>
                      <p:nvPicPr>
                        <p:cNvPr id="80971" name="对象 80970">
                          <a:extLst>
                            <a:ext uri="{FF2B5EF4-FFF2-40B4-BE49-F238E27FC236}">
                              <a16:creationId xmlns:a16="http://schemas.microsoft.com/office/drawing/2014/main" id="{49FB8D89-2019-41BD-A938-0478C8E33AB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76938" y="4003675"/>
                          <a:ext cx="685800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EDB8FB7-B4C6-4058-B3C7-1E87A9044B38}"/>
              </a:ext>
            </a:extLst>
          </p:cNvPr>
          <p:cNvGrpSpPr/>
          <p:nvPr/>
        </p:nvGrpSpPr>
        <p:grpSpPr>
          <a:xfrm>
            <a:off x="601663" y="4432373"/>
            <a:ext cx="3744912" cy="461665"/>
            <a:chOff x="601663" y="4432373"/>
            <a:chExt cx="3744912" cy="461665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7D4AE18C-BADD-421E-920C-47B4CD57C0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663" y="4432373"/>
              <a:ext cx="30591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与曲线的正向相反时，</a:t>
              </a:r>
              <a:endParaRPr lang="zh-CN" altLang="en-US" sz="2400" b="1" i="1" dirty="0"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63" name="对象 62">
              <a:extLst>
                <a:ext uri="{FF2B5EF4-FFF2-40B4-BE49-F238E27FC236}">
                  <a16:creationId xmlns:a16="http://schemas.microsoft.com/office/drawing/2014/main" id="{80F1BA40-2CEF-4E51-BCA7-6B036D01B54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83088911"/>
                </p:ext>
              </p:extLst>
            </p:nvPr>
          </p:nvGraphicFramePr>
          <p:xfrm>
            <a:off x="3660775" y="4583113"/>
            <a:ext cx="685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5599" name="Equation" r:id="rId43" imgW="685800" imgH="279360" progId="Equation.DSMT4">
                    <p:embed/>
                  </p:oleObj>
                </mc:Choice>
                <mc:Fallback>
                  <p:oleObj name="Equation" r:id="rId43" imgW="685800" imgH="279360" progId="Equation.DSMT4">
                    <p:embed/>
                    <p:pic>
                      <p:nvPicPr>
                        <p:cNvPr id="80973" name="对象 80972">
                          <a:extLst>
                            <a:ext uri="{FF2B5EF4-FFF2-40B4-BE49-F238E27FC236}">
                              <a16:creationId xmlns:a16="http://schemas.microsoft.com/office/drawing/2014/main" id="{6C377E6A-78AF-4853-BB1D-D02C12B2FD7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775" y="4583113"/>
                          <a:ext cx="6858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546A81EF-E51B-4A1B-962E-923AAAD570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738070"/>
              </p:ext>
            </p:extLst>
          </p:nvPr>
        </p:nvGraphicFramePr>
        <p:xfrm>
          <a:off x="7117963" y="2172352"/>
          <a:ext cx="1143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600" name="Equation" r:id="rId45" imgW="114120" imgH="126720" progId="Equation.DSMT4">
                  <p:embed/>
                </p:oleObj>
              </mc:Choice>
              <mc:Fallback>
                <p:oleObj name="Equation" r:id="rId45" imgW="114120" imgH="12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7117963" y="2172352"/>
                        <a:ext cx="11430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9A5672D8-7182-4218-8D37-D1AE851BFB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817320"/>
              </p:ext>
            </p:extLst>
          </p:nvPr>
        </p:nvGraphicFramePr>
        <p:xfrm>
          <a:off x="7700093" y="1922363"/>
          <a:ext cx="1143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601" name="Equation" r:id="rId47" imgW="114120" imgH="126720" progId="Equation.DSMT4">
                  <p:embed/>
                </p:oleObj>
              </mc:Choice>
              <mc:Fallback>
                <p:oleObj name="Equation" r:id="rId47" imgW="114120" imgH="12672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546A81EF-E51B-4A1B-962E-923AAAD570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7700093" y="1922363"/>
                        <a:ext cx="11430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660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0CCE616-B970-4D0C-AB21-72E80170551F}"/>
              </a:ext>
            </a:extLst>
          </p:cNvPr>
          <p:cNvGrpSpPr/>
          <p:nvPr/>
        </p:nvGrpSpPr>
        <p:grpSpPr>
          <a:xfrm>
            <a:off x="6015806" y="1001627"/>
            <a:ext cx="2660650" cy="2362211"/>
            <a:chOff x="6106394" y="987574"/>
            <a:chExt cx="2660650" cy="2362211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74E6556-87AF-40E3-A36D-C147CCB390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6394" y="987574"/>
              <a:ext cx="2660650" cy="2338388"/>
              <a:chOff x="3685" y="964"/>
              <a:chExt cx="1676" cy="1473"/>
            </a:xfrm>
          </p:grpSpPr>
          <p:graphicFrame>
            <p:nvGraphicFramePr>
              <p:cNvPr id="12" name="对象 80928">
                <a:extLst>
                  <a:ext uri="{FF2B5EF4-FFF2-40B4-BE49-F238E27FC236}">
                    <a16:creationId xmlns:a16="http://schemas.microsoft.com/office/drawing/2014/main" id="{A2613350-8291-4868-A380-76F83D0BD29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264783309"/>
                  </p:ext>
                </p:extLst>
              </p:nvPr>
            </p:nvGraphicFramePr>
            <p:xfrm>
              <a:off x="4191" y="1097"/>
              <a:ext cx="526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570" name="Equation" r:id="rId3" imgW="927000" imgH="304560" progId="Equation.DSMT4">
                      <p:embed/>
                    </p:oleObj>
                  </mc:Choice>
                  <mc:Fallback>
                    <p:oleObj name="Equation" r:id="rId3" imgW="927000" imgH="304560" progId="Equation.DSMT4">
                      <p:embed/>
                      <p:pic>
                        <p:nvPicPr>
                          <p:cNvPr id="5" name="对象 80928">
                            <a:extLst>
                              <a:ext uri="{FF2B5EF4-FFF2-40B4-BE49-F238E27FC236}">
                                <a16:creationId xmlns:a16="http://schemas.microsoft.com/office/drawing/2014/main" id="{2C46354A-E4AB-4452-9BD6-31F23FB3E486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1" y="1097"/>
                            <a:ext cx="526" cy="1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80931">
                <a:extLst>
                  <a:ext uri="{FF2B5EF4-FFF2-40B4-BE49-F238E27FC236}">
                    <a16:creationId xmlns:a16="http://schemas.microsoft.com/office/drawing/2014/main" id="{371509EB-953B-4DAF-B3C4-03D1DE4D147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32978246"/>
                  </p:ext>
                </p:extLst>
              </p:nvPr>
            </p:nvGraphicFramePr>
            <p:xfrm>
              <a:off x="5261" y="2329"/>
              <a:ext cx="100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571" name="Equation" r:id="rId5" imgW="177480" imgH="190440" progId="Equation.DSMT4">
                      <p:embed/>
                    </p:oleObj>
                  </mc:Choice>
                  <mc:Fallback>
                    <p:oleObj name="Equation" r:id="rId5" imgW="177480" imgH="190440" progId="Equation.DSMT4">
                      <p:embed/>
                      <p:pic>
                        <p:nvPicPr>
                          <p:cNvPr id="8" name="对象 80931">
                            <a:extLst>
                              <a:ext uri="{FF2B5EF4-FFF2-40B4-BE49-F238E27FC236}">
                                <a16:creationId xmlns:a16="http://schemas.microsoft.com/office/drawing/2014/main" id="{8755F558-E755-4D11-8EFC-90798FE1DD43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61" y="2329"/>
                            <a:ext cx="100" cy="1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80932">
                <a:extLst>
                  <a:ext uri="{FF2B5EF4-FFF2-40B4-BE49-F238E27FC236}">
                    <a16:creationId xmlns:a16="http://schemas.microsoft.com/office/drawing/2014/main" id="{B487B136-7449-4257-9E88-8C505CFBAA8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876362048"/>
                  </p:ext>
                </p:extLst>
              </p:nvPr>
            </p:nvGraphicFramePr>
            <p:xfrm>
              <a:off x="3711" y="2212"/>
              <a:ext cx="129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572" name="Equation" r:id="rId7" imgW="228600" imgH="241200" progId="Equation.DSMT4">
                      <p:embed/>
                    </p:oleObj>
                  </mc:Choice>
                  <mc:Fallback>
                    <p:oleObj name="Equation" r:id="rId7" imgW="228600" imgH="241200" progId="Equation.DSMT4">
                      <p:embed/>
                      <p:pic>
                        <p:nvPicPr>
                          <p:cNvPr id="9" name="对象 80932">
                            <a:extLst>
                              <a:ext uri="{FF2B5EF4-FFF2-40B4-BE49-F238E27FC236}">
                                <a16:creationId xmlns:a16="http://schemas.microsoft.com/office/drawing/2014/main" id="{B4F31214-2F5D-4897-93D4-8BA0C13E4696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1" y="2212"/>
                            <a:ext cx="129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对象 80933">
                <a:extLst>
                  <a:ext uri="{FF2B5EF4-FFF2-40B4-BE49-F238E27FC236}">
                    <a16:creationId xmlns:a16="http://schemas.microsoft.com/office/drawing/2014/main" id="{FD9E1C30-6A4F-4D63-85E7-936A118AC01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222179574"/>
                  </p:ext>
                </p:extLst>
              </p:nvPr>
            </p:nvGraphicFramePr>
            <p:xfrm>
              <a:off x="3685" y="998"/>
              <a:ext cx="107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6573" name="Equation" r:id="rId9" imgW="190440" imgH="241200" progId="Equation.DSMT4">
                      <p:embed/>
                    </p:oleObj>
                  </mc:Choice>
                  <mc:Fallback>
                    <p:oleObj name="Equation" r:id="rId9" imgW="190440" imgH="241200" progId="Equation.DSMT4">
                      <p:embed/>
                      <p:pic>
                        <p:nvPicPr>
                          <p:cNvPr id="10" name="对象 80933">
                            <a:extLst>
                              <a:ext uri="{FF2B5EF4-FFF2-40B4-BE49-F238E27FC236}">
                                <a16:creationId xmlns:a16="http://schemas.microsoft.com/office/drawing/2014/main" id="{2ACFFCFE-0BEA-4432-8803-CA17400932F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85" y="998"/>
                            <a:ext cx="107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直接连接符 80934">
                <a:extLst>
                  <a:ext uri="{FF2B5EF4-FFF2-40B4-BE49-F238E27FC236}">
                    <a16:creationId xmlns:a16="http://schemas.microsoft.com/office/drawing/2014/main" id="{16CFC33C-F5E0-4717-B838-95CD217634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3" y="2271"/>
                <a:ext cx="14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直接连接符 80935">
                <a:extLst>
                  <a:ext uri="{FF2B5EF4-FFF2-40B4-BE49-F238E27FC236}">
                    <a16:creationId xmlns:a16="http://schemas.microsoft.com/office/drawing/2014/main" id="{9D6FD6F1-4767-4483-8C6B-810C0D536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92" y="964"/>
                <a:ext cx="0" cy="1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任意多边形 80938">
                <a:extLst>
                  <a:ext uri="{FF2B5EF4-FFF2-40B4-BE49-F238E27FC236}">
                    <a16:creationId xmlns:a16="http://schemas.microsoft.com/office/drawing/2014/main" id="{639EF44B-F3D4-40C2-B711-8C70DABD4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5" y="1250"/>
                <a:ext cx="1020" cy="497"/>
              </a:xfrm>
              <a:custGeom>
                <a:avLst/>
                <a:gdLst>
                  <a:gd name="T0" fmla="*/ 0 w 1200"/>
                  <a:gd name="T1" fmla="*/ 432 h 584"/>
                  <a:gd name="T2" fmla="*/ 336 w 1200"/>
                  <a:gd name="T3" fmla="*/ 576 h 584"/>
                  <a:gd name="T4" fmla="*/ 720 w 1200"/>
                  <a:gd name="T5" fmla="*/ 480 h 584"/>
                  <a:gd name="T6" fmla="*/ 960 w 1200"/>
                  <a:gd name="T7" fmla="*/ 96 h 584"/>
                  <a:gd name="T8" fmla="*/ 1200 w 1200"/>
                  <a:gd name="T9" fmla="*/ 0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0" h="584">
                    <a:moveTo>
                      <a:pt x="0" y="432"/>
                    </a:moveTo>
                    <a:cubicBezTo>
                      <a:pt x="108" y="500"/>
                      <a:pt x="216" y="568"/>
                      <a:pt x="336" y="576"/>
                    </a:cubicBezTo>
                    <a:cubicBezTo>
                      <a:pt x="456" y="584"/>
                      <a:pt x="616" y="560"/>
                      <a:pt x="720" y="480"/>
                    </a:cubicBezTo>
                    <a:cubicBezTo>
                      <a:pt x="824" y="400"/>
                      <a:pt x="880" y="176"/>
                      <a:pt x="960" y="96"/>
                    </a:cubicBezTo>
                    <a:cubicBezTo>
                      <a:pt x="1040" y="16"/>
                      <a:pt x="1120" y="8"/>
                      <a:pt x="1200" y="0"/>
                    </a:cubicBezTo>
                  </a:path>
                </a:pathLst>
              </a:custGeom>
              <a:noFill/>
              <a:ln w="15875">
                <a:solidFill>
                  <a:srgbClr val="0064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437875E-309B-42D3-8314-246BBAF53A3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94920919"/>
                </p:ext>
              </p:extLst>
            </p:nvPr>
          </p:nvGraphicFramePr>
          <p:xfrm>
            <a:off x="6861618" y="1868474"/>
            <a:ext cx="354013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74" name="Equation" r:id="rId11" imgW="355320" imgH="330120" progId="Equation.DSMT4">
                    <p:embed/>
                  </p:oleObj>
                </mc:Choice>
                <mc:Fallback>
                  <p:oleObj name="Equation" r:id="rId11" imgW="355320" imgH="33012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4C259969-E07A-4C10-9E8B-ACAE24EC0B4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1618" y="1868474"/>
                          <a:ext cx="354013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80931">
              <a:extLst>
                <a:ext uri="{FF2B5EF4-FFF2-40B4-BE49-F238E27FC236}">
                  <a16:creationId xmlns:a16="http://schemas.microsoft.com/office/drawing/2014/main" id="{559C3577-52BB-4B7F-AED7-8DC9254FB6A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49006521"/>
                </p:ext>
              </p:extLst>
            </p:nvPr>
          </p:nvGraphicFramePr>
          <p:xfrm>
            <a:off x="7564602" y="3132057"/>
            <a:ext cx="158750" cy="171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75" name="Equation" r:id="rId13" imgW="177480" imgH="190440" progId="Equation.DSMT4">
                    <p:embed/>
                  </p:oleObj>
                </mc:Choice>
                <mc:Fallback>
                  <p:oleObj name="Equation" r:id="rId13" imgW="177480" imgH="190440" progId="Equation.DSMT4">
                    <p:embed/>
                    <p:pic>
                      <p:nvPicPr>
                        <p:cNvPr id="32" name="对象 80931">
                          <a:extLst>
                            <a:ext uri="{FF2B5EF4-FFF2-40B4-BE49-F238E27FC236}">
                              <a16:creationId xmlns:a16="http://schemas.microsoft.com/office/drawing/2014/main" id="{5834B479-C717-427A-8F81-42C34E55999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4602" y="3132057"/>
                          <a:ext cx="158750" cy="171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80931">
              <a:extLst>
                <a:ext uri="{FF2B5EF4-FFF2-40B4-BE49-F238E27FC236}">
                  <a16:creationId xmlns:a16="http://schemas.microsoft.com/office/drawing/2014/main" id="{181FDBC7-209C-4C90-AD95-E82FF92E617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703476586"/>
                </p:ext>
              </p:extLst>
            </p:nvPr>
          </p:nvGraphicFramePr>
          <p:xfrm>
            <a:off x="7073181" y="3052922"/>
            <a:ext cx="215900" cy="296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76" name="Equation" r:id="rId15" imgW="241200" imgH="330120" progId="Equation.DSMT4">
                    <p:embed/>
                  </p:oleObj>
                </mc:Choice>
                <mc:Fallback>
                  <p:oleObj name="Equation" r:id="rId15" imgW="241200" imgH="330120" progId="Equation.DSMT4">
                    <p:embed/>
                    <p:pic>
                      <p:nvPicPr>
                        <p:cNvPr id="33" name="对象 80931">
                          <a:extLst>
                            <a:ext uri="{FF2B5EF4-FFF2-40B4-BE49-F238E27FC236}">
                              <a16:creationId xmlns:a16="http://schemas.microsoft.com/office/drawing/2014/main" id="{AE2A1675-A1AA-4849-A750-26AF9D6FAF7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3181" y="3052922"/>
                          <a:ext cx="215900" cy="296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直接连接符 80937">
              <a:extLst>
                <a:ext uri="{FF2B5EF4-FFF2-40B4-BE49-F238E27FC236}">
                  <a16:creationId xmlns:a16="http://schemas.microsoft.com/office/drawing/2014/main" id="{2A5FED52-3226-4D5F-9D59-A2D905990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6600" y="2230587"/>
              <a:ext cx="11827" cy="840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直接连接符 80937">
              <a:extLst>
                <a:ext uri="{FF2B5EF4-FFF2-40B4-BE49-F238E27FC236}">
                  <a16:creationId xmlns:a16="http://schemas.microsoft.com/office/drawing/2014/main" id="{9618D637-64C8-4DCB-8CCF-DE3BCC7674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213" y="2148037"/>
              <a:ext cx="27183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0947C55-45DE-422B-B1E7-724A9517F69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90363435"/>
                </p:ext>
              </p:extLst>
            </p:nvPr>
          </p:nvGraphicFramePr>
          <p:xfrm>
            <a:off x="7407350" y="1868638"/>
            <a:ext cx="303212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77" name="Equation" r:id="rId17" imgW="304560" imgH="228600" progId="Equation.DSMT4">
                    <p:embed/>
                  </p:oleObj>
                </mc:Choice>
                <mc:Fallback>
                  <p:oleObj name="Equation" r:id="rId17" imgW="304560" imgH="22860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B6FA33D4-E56C-4173-82E9-A5D67F35E1B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7350" y="1868638"/>
                          <a:ext cx="303212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E907570F-A696-411C-85FC-D1E38BAB9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587" y="229579"/>
            <a:ext cx="41036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弧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与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存在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函数关系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0D259AF-3F4B-43E8-A8BC-83D97D7B3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206" y="755886"/>
            <a:ext cx="42747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而且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单调增加函数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09051F47-77D6-4525-88C2-02B09B7988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5432875"/>
              </p:ext>
            </p:extLst>
          </p:nvPr>
        </p:nvGraphicFramePr>
        <p:xfrm>
          <a:off x="3955939" y="303667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78" name="Equation" r:id="rId19" imgW="1054080" imgH="342720" progId="Equation.DSMT4">
                  <p:embed/>
                </p:oleObj>
              </mc:Choice>
              <mc:Fallback>
                <p:oleObj name="Equation" r:id="rId19" imgW="1054080" imgH="34272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D84833F0-E88E-4A6D-B75B-67EB84EDBE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939" y="303667"/>
                        <a:ext cx="1054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565983C9-CDAE-47E9-A352-268260E509EE}"/>
              </a:ext>
            </a:extLst>
          </p:cNvPr>
          <p:cNvGrpSpPr>
            <a:grpSpLocks/>
          </p:cNvGrpSpPr>
          <p:nvPr/>
        </p:nvGrpSpPr>
        <p:grpSpPr bwMode="auto">
          <a:xfrm>
            <a:off x="7486707" y="2175802"/>
            <a:ext cx="493713" cy="255424"/>
            <a:chOff x="6070" y="1766"/>
            <a:chExt cx="311" cy="119"/>
          </a:xfrm>
        </p:grpSpPr>
        <p:graphicFrame>
          <p:nvGraphicFramePr>
            <p:cNvPr id="28" name="对象 102427">
              <a:extLst>
                <a:ext uri="{FF2B5EF4-FFF2-40B4-BE49-F238E27FC236}">
                  <a16:creationId xmlns:a16="http://schemas.microsoft.com/office/drawing/2014/main" id="{D59A03C7-C206-422F-B2DA-A210173504F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00626565"/>
                </p:ext>
              </p:extLst>
            </p:nvPr>
          </p:nvGraphicFramePr>
          <p:xfrm>
            <a:off x="6135" y="1773"/>
            <a:ext cx="208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79" name="Equation" r:id="rId21" imgW="330120" imgH="241200" progId="Equation.DSMT4">
                    <p:embed/>
                  </p:oleObj>
                </mc:Choice>
                <mc:Fallback>
                  <p:oleObj name="Equation" r:id="rId21" imgW="330120" imgH="241200" progId="Equation.DSMT4">
                    <p:embed/>
                    <p:pic>
                      <p:nvPicPr>
                        <p:cNvPr id="6165" name="对象 102427">
                          <a:extLst>
                            <a:ext uri="{FF2B5EF4-FFF2-40B4-BE49-F238E27FC236}">
                              <a16:creationId xmlns:a16="http://schemas.microsoft.com/office/drawing/2014/main" id="{35CB7449-2247-43B8-9D25-8974D8A7C4C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5" y="1773"/>
                          <a:ext cx="208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直接连接符 102428">
              <a:extLst>
                <a:ext uri="{FF2B5EF4-FFF2-40B4-BE49-F238E27FC236}">
                  <a16:creationId xmlns:a16="http://schemas.microsoft.com/office/drawing/2014/main" id="{2859C2E0-83D9-4619-BC7F-68390C5BF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0" y="1766"/>
              <a:ext cx="311" cy="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5F10DB0-9734-4CD8-8B1F-D106DA973468}"/>
              </a:ext>
            </a:extLst>
          </p:cNvPr>
          <p:cNvGrpSpPr>
            <a:grpSpLocks/>
          </p:cNvGrpSpPr>
          <p:nvPr/>
        </p:nvGrpSpPr>
        <p:grpSpPr bwMode="auto">
          <a:xfrm>
            <a:off x="8008894" y="1519949"/>
            <a:ext cx="324240" cy="660243"/>
            <a:chOff x="4856" y="1310"/>
            <a:chExt cx="208" cy="425"/>
          </a:xfrm>
        </p:grpSpPr>
        <p:graphicFrame>
          <p:nvGraphicFramePr>
            <p:cNvPr id="34" name="对象 102455">
              <a:extLst>
                <a:ext uri="{FF2B5EF4-FFF2-40B4-BE49-F238E27FC236}">
                  <a16:creationId xmlns:a16="http://schemas.microsoft.com/office/drawing/2014/main" id="{E3E6E551-B05A-41C1-A8A6-40B3DF1CE8F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63321384"/>
                </p:ext>
              </p:extLst>
            </p:nvPr>
          </p:nvGraphicFramePr>
          <p:xfrm>
            <a:off x="4869" y="1440"/>
            <a:ext cx="195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80" name="Equation" r:id="rId23" imgW="342720" imgH="291960" progId="Equation.DSMT4">
                    <p:embed/>
                  </p:oleObj>
                </mc:Choice>
                <mc:Fallback>
                  <p:oleObj name="Equation" r:id="rId23" imgW="342720" imgH="291960" progId="Equation.DSMT4">
                    <p:embed/>
                    <p:pic>
                      <p:nvPicPr>
                        <p:cNvPr id="6193" name="对象 102455">
                          <a:extLst>
                            <a:ext uri="{FF2B5EF4-FFF2-40B4-BE49-F238E27FC236}">
                              <a16:creationId xmlns:a16="http://schemas.microsoft.com/office/drawing/2014/main" id="{BBB5D881-90C0-4FA1-82A6-7850D0A220D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9" y="1440"/>
                          <a:ext cx="195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直接连接符 102456">
              <a:extLst>
                <a:ext uri="{FF2B5EF4-FFF2-40B4-BE49-F238E27FC236}">
                  <a16:creationId xmlns:a16="http://schemas.microsoft.com/office/drawing/2014/main" id="{C5110D58-3E60-4946-B001-53EE753DDC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56" y="1310"/>
              <a:ext cx="8" cy="42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90A69627-F0A5-4537-AEA0-BD748961D0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47270" y="1509942"/>
            <a:ext cx="554740" cy="668002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661A3CAE-8B33-4672-9A6D-062C70A9D8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7314922"/>
              </p:ext>
            </p:extLst>
          </p:nvPr>
        </p:nvGraphicFramePr>
        <p:xfrm>
          <a:off x="7734430" y="1279728"/>
          <a:ext cx="3524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1" name="Equation" r:id="rId25" imgW="355320" imgH="241200" progId="Equation.DSMT4">
                  <p:embed/>
                </p:oleObj>
              </mc:Choice>
              <mc:Fallback>
                <p:oleObj name="Equation" r:id="rId25" imgW="355320" imgH="241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0947C55-45DE-422B-B1E7-724A9517F6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4430" y="1279728"/>
                        <a:ext cx="3524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80931">
            <a:extLst>
              <a:ext uri="{FF2B5EF4-FFF2-40B4-BE49-F238E27FC236}">
                <a16:creationId xmlns:a16="http://schemas.microsoft.com/office/drawing/2014/main" id="{8DBD0CAD-75C4-425E-9730-0EB4386438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9809579"/>
              </p:ext>
            </p:extLst>
          </p:nvPr>
        </p:nvGraphicFramePr>
        <p:xfrm>
          <a:off x="7746719" y="3083130"/>
          <a:ext cx="601662" cy="21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2" name="Equation" r:id="rId27" imgW="672840" imgH="241200" progId="Equation.DSMT4">
                  <p:embed/>
                </p:oleObj>
              </mc:Choice>
              <mc:Fallback>
                <p:oleObj name="Equation" r:id="rId27" imgW="672840" imgH="241200" progId="Equation.DSMT4">
                  <p:embed/>
                  <p:pic>
                    <p:nvPicPr>
                      <p:cNvPr id="5" name="对象 80931">
                        <a:extLst>
                          <a:ext uri="{FF2B5EF4-FFF2-40B4-BE49-F238E27FC236}">
                            <a16:creationId xmlns:a16="http://schemas.microsoft.com/office/drawing/2014/main" id="{559C3577-52BB-4B7F-AED7-8DC9254FB6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6719" y="3083130"/>
                        <a:ext cx="601662" cy="21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直接连接符 80937">
            <a:extLst>
              <a:ext uri="{FF2B5EF4-FFF2-40B4-BE49-F238E27FC236}">
                <a16:creationId xmlns:a16="http://schemas.microsoft.com/office/drawing/2014/main" id="{D57242D4-F703-40EE-8ED8-AA477E0F6A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4481" y="1519467"/>
            <a:ext cx="6" cy="155702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graphicFrame>
        <p:nvGraphicFramePr>
          <p:cNvPr id="41" name="对象 102409">
            <a:extLst>
              <a:ext uri="{FF2B5EF4-FFF2-40B4-BE49-F238E27FC236}">
                <a16:creationId xmlns:a16="http://schemas.microsoft.com/office/drawing/2014/main" id="{B570A258-FD24-4C3D-A0BD-047FD55651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976664"/>
              </p:ext>
            </p:extLst>
          </p:nvPr>
        </p:nvGraphicFramePr>
        <p:xfrm>
          <a:off x="584461" y="1384387"/>
          <a:ext cx="34051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3" name="Equation" r:id="rId29" imgW="3403440" imgH="469800" progId="Equation.DSMT4">
                  <p:embed/>
                </p:oleObj>
              </mc:Choice>
              <mc:Fallback>
                <p:oleObj name="Equation" r:id="rId29" imgW="3403440" imgH="469800" progId="Equation.DSMT4">
                  <p:embed/>
                  <p:pic>
                    <p:nvPicPr>
                      <p:cNvPr id="6147" name="对象 102409">
                        <a:extLst>
                          <a:ext uri="{FF2B5EF4-FFF2-40B4-BE49-F238E27FC236}">
                            <a16:creationId xmlns:a16="http://schemas.microsoft.com/office/drawing/2014/main" id="{5ECD02D5-D204-41DF-8AA0-88EB3057C0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461" y="1384387"/>
                        <a:ext cx="34051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E52411AE-258E-4576-A058-16B8E0522C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9005595"/>
              </p:ext>
            </p:extLst>
          </p:nvPr>
        </p:nvGraphicFramePr>
        <p:xfrm>
          <a:off x="435527" y="2437112"/>
          <a:ext cx="838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4" name="Equation" r:id="rId31" imgW="838080" imgH="952200" progId="Equation.DSMT4">
                  <p:embed/>
                </p:oleObj>
              </mc:Choice>
              <mc:Fallback>
                <p:oleObj name="Equation" r:id="rId31" imgW="838080" imgH="952200" progId="Equation.DSMT4">
                  <p:embed/>
                  <p:pic>
                    <p:nvPicPr>
                      <p:cNvPr id="102412" name="对象 102411">
                        <a:extLst>
                          <a:ext uri="{FF2B5EF4-FFF2-40B4-BE49-F238E27FC236}">
                            <a16:creationId xmlns:a16="http://schemas.microsoft.com/office/drawing/2014/main" id="{5147DD10-3A80-482F-AF8C-9E84975A8B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27" y="2437112"/>
                        <a:ext cx="838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102413">
            <a:extLst>
              <a:ext uri="{FF2B5EF4-FFF2-40B4-BE49-F238E27FC236}">
                <a16:creationId xmlns:a16="http://schemas.microsoft.com/office/drawing/2014/main" id="{D4A0BC99-C3D1-471E-AF0F-E65D0BB094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5465988"/>
              </p:ext>
            </p:extLst>
          </p:nvPr>
        </p:nvGraphicFramePr>
        <p:xfrm>
          <a:off x="1236663" y="2336800"/>
          <a:ext cx="14097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5" name="Equation" r:id="rId33" imgW="1409400" imgH="1041120" progId="Equation.DSMT4">
                  <p:embed/>
                </p:oleObj>
              </mc:Choice>
              <mc:Fallback>
                <p:oleObj name="Equation" r:id="rId33" imgW="1409400" imgH="1041120" progId="Equation.DSMT4">
                  <p:embed/>
                  <p:pic>
                    <p:nvPicPr>
                      <p:cNvPr id="6151" name="对象 102413">
                        <a:extLst>
                          <a:ext uri="{FF2B5EF4-FFF2-40B4-BE49-F238E27FC236}">
                            <a16:creationId xmlns:a16="http://schemas.microsoft.com/office/drawing/2014/main" id="{35A159AB-B62F-4B43-A996-6EBCDB096D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663" y="2336800"/>
                        <a:ext cx="14097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1FB60068-26D4-41FB-8D73-E06ABE1E4E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8211188"/>
              </p:ext>
            </p:extLst>
          </p:nvPr>
        </p:nvGraphicFramePr>
        <p:xfrm>
          <a:off x="2760318" y="2297979"/>
          <a:ext cx="26289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6" name="Equation" r:id="rId35" imgW="2628720" imgH="1041120" progId="Equation.DSMT4">
                  <p:embed/>
                </p:oleObj>
              </mc:Choice>
              <mc:Fallback>
                <p:oleObj name="Equation" r:id="rId35" imgW="2628720" imgH="1041120" progId="Equation.DSMT4">
                  <p:embed/>
                  <p:pic>
                    <p:nvPicPr>
                      <p:cNvPr id="102416" name="对象 102415">
                        <a:extLst>
                          <a:ext uri="{FF2B5EF4-FFF2-40B4-BE49-F238E27FC236}">
                            <a16:creationId xmlns:a16="http://schemas.microsoft.com/office/drawing/2014/main" id="{F938A90E-EF28-4BB4-BA3D-6105E24DA8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318" y="2297979"/>
                        <a:ext cx="26289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102413">
            <a:extLst>
              <a:ext uri="{FF2B5EF4-FFF2-40B4-BE49-F238E27FC236}">
                <a16:creationId xmlns:a16="http://schemas.microsoft.com/office/drawing/2014/main" id="{5262DD61-137E-488F-B332-E7E9A78C91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6847405"/>
              </p:ext>
            </p:extLst>
          </p:nvPr>
        </p:nvGraphicFramePr>
        <p:xfrm>
          <a:off x="1218778" y="3546574"/>
          <a:ext cx="14986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7" name="Equation" r:id="rId37" imgW="1498320" imgH="1041120" progId="Equation.DSMT4">
                  <p:embed/>
                </p:oleObj>
              </mc:Choice>
              <mc:Fallback>
                <p:oleObj name="Equation" r:id="rId37" imgW="1498320" imgH="1041120" progId="Equation.DSMT4">
                  <p:embed/>
                  <p:pic>
                    <p:nvPicPr>
                      <p:cNvPr id="45" name="对象 102413">
                        <a:extLst>
                          <a:ext uri="{FF2B5EF4-FFF2-40B4-BE49-F238E27FC236}">
                            <a16:creationId xmlns:a16="http://schemas.microsoft.com/office/drawing/2014/main" id="{D4A0BC99-C3D1-471E-AF0F-E65D0BB094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778" y="3546574"/>
                        <a:ext cx="14986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C1D281A3-B8B8-428B-B6F8-1A13D1101C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2463552"/>
              </p:ext>
            </p:extLst>
          </p:nvPr>
        </p:nvGraphicFramePr>
        <p:xfrm>
          <a:off x="2636578" y="3653236"/>
          <a:ext cx="1841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8" name="Equation" r:id="rId39" imgW="1841400" imgH="838080" progId="Equation.DSMT4">
                  <p:embed/>
                </p:oleObj>
              </mc:Choice>
              <mc:Fallback>
                <p:oleObj name="Equation" r:id="rId39" imgW="1841400" imgH="83808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1FB60068-26D4-41FB-8D73-E06ABE1E4E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578" y="3653236"/>
                        <a:ext cx="1841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102413">
            <a:extLst>
              <a:ext uri="{FF2B5EF4-FFF2-40B4-BE49-F238E27FC236}">
                <a16:creationId xmlns:a16="http://schemas.microsoft.com/office/drawing/2014/main" id="{849FE9C9-CB38-404B-9E4F-56FC9DB8E9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2813532"/>
              </p:ext>
            </p:extLst>
          </p:nvPr>
        </p:nvGraphicFramePr>
        <p:xfrm>
          <a:off x="4544987" y="3534417"/>
          <a:ext cx="3111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9" name="Equation" r:id="rId41" imgW="3111480" imgH="1041120" progId="Equation.DSMT4">
                  <p:embed/>
                </p:oleObj>
              </mc:Choice>
              <mc:Fallback>
                <p:oleObj name="Equation" r:id="rId41" imgW="3111480" imgH="1041120" progId="Equation.DSMT4">
                  <p:embed/>
                  <p:pic>
                    <p:nvPicPr>
                      <p:cNvPr id="56" name="对象 102413">
                        <a:extLst>
                          <a:ext uri="{FF2B5EF4-FFF2-40B4-BE49-F238E27FC236}">
                            <a16:creationId xmlns:a16="http://schemas.microsoft.com/office/drawing/2014/main" id="{5262DD61-137E-488F-B332-E7E9A78C91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4987" y="3534417"/>
                        <a:ext cx="31115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577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4237BED6-6448-4F89-9868-1B128FB245C5}"/>
              </a:ext>
            </a:extLst>
          </p:cNvPr>
          <p:cNvGrpSpPr/>
          <p:nvPr/>
        </p:nvGrpSpPr>
        <p:grpSpPr>
          <a:xfrm>
            <a:off x="6015806" y="1001627"/>
            <a:ext cx="2660650" cy="2362211"/>
            <a:chOff x="6106394" y="987574"/>
            <a:chExt cx="2660650" cy="2362211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9096C29-FCE6-4833-8457-9D58F4BD28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6394" y="987574"/>
              <a:ext cx="2660650" cy="2338388"/>
              <a:chOff x="3685" y="964"/>
              <a:chExt cx="1676" cy="1473"/>
            </a:xfrm>
          </p:grpSpPr>
          <p:graphicFrame>
            <p:nvGraphicFramePr>
              <p:cNvPr id="25" name="对象 80928">
                <a:extLst>
                  <a:ext uri="{FF2B5EF4-FFF2-40B4-BE49-F238E27FC236}">
                    <a16:creationId xmlns:a16="http://schemas.microsoft.com/office/drawing/2014/main" id="{CE69682F-8380-481B-92F3-82CA1DE8301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83826955"/>
                  </p:ext>
                </p:extLst>
              </p:nvPr>
            </p:nvGraphicFramePr>
            <p:xfrm>
              <a:off x="4191" y="1097"/>
              <a:ext cx="526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464" name="Equation" r:id="rId3" imgW="927000" imgH="304560" progId="Equation.DSMT4">
                      <p:embed/>
                    </p:oleObj>
                  </mc:Choice>
                  <mc:Fallback>
                    <p:oleObj name="Equation" r:id="rId3" imgW="927000" imgH="304560" progId="Equation.DSMT4">
                      <p:embed/>
                      <p:pic>
                        <p:nvPicPr>
                          <p:cNvPr id="12" name="对象 80928">
                            <a:extLst>
                              <a:ext uri="{FF2B5EF4-FFF2-40B4-BE49-F238E27FC236}">
                                <a16:creationId xmlns:a16="http://schemas.microsoft.com/office/drawing/2014/main" id="{A2613350-8291-4868-A380-76F83D0BD29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1" y="1097"/>
                            <a:ext cx="526" cy="1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对象 80931">
                <a:extLst>
                  <a:ext uri="{FF2B5EF4-FFF2-40B4-BE49-F238E27FC236}">
                    <a16:creationId xmlns:a16="http://schemas.microsoft.com/office/drawing/2014/main" id="{BCBF52FB-1007-47AE-BCEF-99E160E30D2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236708191"/>
                  </p:ext>
                </p:extLst>
              </p:nvPr>
            </p:nvGraphicFramePr>
            <p:xfrm>
              <a:off x="5261" y="2329"/>
              <a:ext cx="100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465" name="Equation" r:id="rId5" imgW="177480" imgH="190440" progId="Equation.DSMT4">
                      <p:embed/>
                    </p:oleObj>
                  </mc:Choice>
                  <mc:Fallback>
                    <p:oleObj name="Equation" r:id="rId5" imgW="177480" imgH="190440" progId="Equation.DSMT4">
                      <p:embed/>
                      <p:pic>
                        <p:nvPicPr>
                          <p:cNvPr id="15" name="对象 80931">
                            <a:extLst>
                              <a:ext uri="{FF2B5EF4-FFF2-40B4-BE49-F238E27FC236}">
                                <a16:creationId xmlns:a16="http://schemas.microsoft.com/office/drawing/2014/main" id="{371509EB-953B-4DAF-B3C4-03D1DE4D1476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61" y="2329"/>
                            <a:ext cx="100" cy="1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80932">
                <a:extLst>
                  <a:ext uri="{FF2B5EF4-FFF2-40B4-BE49-F238E27FC236}">
                    <a16:creationId xmlns:a16="http://schemas.microsoft.com/office/drawing/2014/main" id="{EC0AB3EE-3665-4ED4-84C6-5AEF314185E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4344823"/>
                  </p:ext>
                </p:extLst>
              </p:nvPr>
            </p:nvGraphicFramePr>
            <p:xfrm>
              <a:off x="3711" y="2212"/>
              <a:ext cx="129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466" name="Equation" r:id="rId7" imgW="228600" imgH="241200" progId="Equation.DSMT4">
                      <p:embed/>
                    </p:oleObj>
                  </mc:Choice>
                  <mc:Fallback>
                    <p:oleObj name="Equation" r:id="rId7" imgW="228600" imgH="241200" progId="Equation.DSMT4">
                      <p:embed/>
                      <p:pic>
                        <p:nvPicPr>
                          <p:cNvPr id="16" name="对象 80932">
                            <a:extLst>
                              <a:ext uri="{FF2B5EF4-FFF2-40B4-BE49-F238E27FC236}">
                                <a16:creationId xmlns:a16="http://schemas.microsoft.com/office/drawing/2014/main" id="{B487B136-7449-4257-9E88-8C505CFBAA8E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1" y="2212"/>
                            <a:ext cx="129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对象 80933">
                <a:extLst>
                  <a:ext uri="{FF2B5EF4-FFF2-40B4-BE49-F238E27FC236}">
                    <a16:creationId xmlns:a16="http://schemas.microsoft.com/office/drawing/2014/main" id="{142B95FE-33D1-415C-8724-A1FCF46DC33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79033667"/>
                  </p:ext>
                </p:extLst>
              </p:nvPr>
            </p:nvGraphicFramePr>
            <p:xfrm>
              <a:off x="3685" y="998"/>
              <a:ext cx="107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8467" name="Equation" r:id="rId9" imgW="190440" imgH="241200" progId="Equation.DSMT4">
                      <p:embed/>
                    </p:oleObj>
                  </mc:Choice>
                  <mc:Fallback>
                    <p:oleObj name="Equation" r:id="rId9" imgW="190440" imgH="241200" progId="Equation.DSMT4">
                      <p:embed/>
                      <p:pic>
                        <p:nvPicPr>
                          <p:cNvPr id="17" name="对象 80933">
                            <a:extLst>
                              <a:ext uri="{FF2B5EF4-FFF2-40B4-BE49-F238E27FC236}">
                                <a16:creationId xmlns:a16="http://schemas.microsoft.com/office/drawing/2014/main" id="{FD9E1C30-6A4F-4D63-85E7-936A118AC01B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85" y="998"/>
                            <a:ext cx="107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直接连接符 80934">
                <a:extLst>
                  <a:ext uri="{FF2B5EF4-FFF2-40B4-BE49-F238E27FC236}">
                    <a16:creationId xmlns:a16="http://schemas.microsoft.com/office/drawing/2014/main" id="{CBF72626-EB00-4412-BAA8-8614BFCD34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3" y="2271"/>
                <a:ext cx="14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直接连接符 80935">
                <a:extLst>
                  <a:ext uri="{FF2B5EF4-FFF2-40B4-BE49-F238E27FC236}">
                    <a16:creationId xmlns:a16="http://schemas.microsoft.com/office/drawing/2014/main" id="{046878ED-14D5-455E-AE1E-41E3044CF5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92" y="964"/>
                <a:ext cx="0" cy="1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任意多边形 80938">
                <a:extLst>
                  <a:ext uri="{FF2B5EF4-FFF2-40B4-BE49-F238E27FC236}">
                    <a16:creationId xmlns:a16="http://schemas.microsoft.com/office/drawing/2014/main" id="{1466EB76-2676-441A-900C-F212D1BEF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5" y="1250"/>
                <a:ext cx="1020" cy="497"/>
              </a:xfrm>
              <a:custGeom>
                <a:avLst/>
                <a:gdLst>
                  <a:gd name="T0" fmla="*/ 0 w 1200"/>
                  <a:gd name="T1" fmla="*/ 432 h 584"/>
                  <a:gd name="T2" fmla="*/ 336 w 1200"/>
                  <a:gd name="T3" fmla="*/ 576 h 584"/>
                  <a:gd name="T4" fmla="*/ 720 w 1200"/>
                  <a:gd name="T5" fmla="*/ 480 h 584"/>
                  <a:gd name="T6" fmla="*/ 960 w 1200"/>
                  <a:gd name="T7" fmla="*/ 96 h 584"/>
                  <a:gd name="T8" fmla="*/ 1200 w 1200"/>
                  <a:gd name="T9" fmla="*/ 0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0" h="584">
                    <a:moveTo>
                      <a:pt x="0" y="432"/>
                    </a:moveTo>
                    <a:cubicBezTo>
                      <a:pt x="108" y="500"/>
                      <a:pt x="216" y="568"/>
                      <a:pt x="336" y="576"/>
                    </a:cubicBezTo>
                    <a:cubicBezTo>
                      <a:pt x="456" y="584"/>
                      <a:pt x="616" y="560"/>
                      <a:pt x="720" y="480"/>
                    </a:cubicBezTo>
                    <a:cubicBezTo>
                      <a:pt x="824" y="400"/>
                      <a:pt x="880" y="176"/>
                      <a:pt x="960" y="96"/>
                    </a:cubicBezTo>
                    <a:cubicBezTo>
                      <a:pt x="1040" y="16"/>
                      <a:pt x="1120" y="8"/>
                      <a:pt x="1200" y="0"/>
                    </a:cubicBezTo>
                  </a:path>
                </a:pathLst>
              </a:cu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0D7CA5A4-8286-4D53-A634-3E7738E1369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726607513"/>
                </p:ext>
              </p:extLst>
            </p:nvPr>
          </p:nvGraphicFramePr>
          <p:xfrm>
            <a:off x="6861618" y="1868474"/>
            <a:ext cx="354013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468" name="Equation" r:id="rId11" imgW="355320" imgH="330120" progId="Equation.DSMT4">
                    <p:embed/>
                  </p:oleObj>
                </mc:Choice>
                <mc:Fallback>
                  <p:oleObj name="Equation" r:id="rId11" imgW="355320" imgH="3301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C437875E-309B-42D3-8314-246BBAF53A3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1618" y="1868474"/>
                          <a:ext cx="354013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80931">
              <a:extLst>
                <a:ext uri="{FF2B5EF4-FFF2-40B4-BE49-F238E27FC236}">
                  <a16:creationId xmlns:a16="http://schemas.microsoft.com/office/drawing/2014/main" id="{81995880-6307-466C-BC93-70DB14D4593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91203932"/>
                </p:ext>
              </p:extLst>
            </p:nvPr>
          </p:nvGraphicFramePr>
          <p:xfrm>
            <a:off x="7564602" y="3132057"/>
            <a:ext cx="158750" cy="171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469" name="Equation" r:id="rId13" imgW="177480" imgH="190440" progId="Equation.DSMT4">
                    <p:embed/>
                  </p:oleObj>
                </mc:Choice>
                <mc:Fallback>
                  <p:oleObj name="Equation" r:id="rId13" imgW="177480" imgH="190440" progId="Equation.DSMT4">
                    <p:embed/>
                    <p:pic>
                      <p:nvPicPr>
                        <p:cNvPr id="5" name="对象 80931">
                          <a:extLst>
                            <a:ext uri="{FF2B5EF4-FFF2-40B4-BE49-F238E27FC236}">
                              <a16:creationId xmlns:a16="http://schemas.microsoft.com/office/drawing/2014/main" id="{559C3577-52BB-4B7F-AED7-8DC9254FB6A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4602" y="3132057"/>
                          <a:ext cx="158750" cy="171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80931">
              <a:extLst>
                <a:ext uri="{FF2B5EF4-FFF2-40B4-BE49-F238E27FC236}">
                  <a16:creationId xmlns:a16="http://schemas.microsoft.com/office/drawing/2014/main" id="{B091D4AD-9714-438A-8802-B7DD2F09580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30987941"/>
                </p:ext>
              </p:extLst>
            </p:nvPr>
          </p:nvGraphicFramePr>
          <p:xfrm>
            <a:off x="7073181" y="3052922"/>
            <a:ext cx="215900" cy="296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470" name="Equation" r:id="rId15" imgW="241200" imgH="330120" progId="Equation.DSMT4">
                    <p:embed/>
                  </p:oleObj>
                </mc:Choice>
                <mc:Fallback>
                  <p:oleObj name="Equation" r:id="rId15" imgW="241200" imgH="330120" progId="Equation.DSMT4">
                    <p:embed/>
                    <p:pic>
                      <p:nvPicPr>
                        <p:cNvPr id="6" name="对象 80931">
                          <a:extLst>
                            <a:ext uri="{FF2B5EF4-FFF2-40B4-BE49-F238E27FC236}">
                              <a16:creationId xmlns:a16="http://schemas.microsoft.com/office/drawing/2014/main" id="{181FDBC7-209C-4C90-AD95-E82FF92E617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3181" y="3052922"/>
                          <a:ext cx="215900" cy="2968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直接连接符 80937">
              <a:extLst>
                <a:ext uri="{FF2B5EF4-FFF2-40B4-BE49-F238E27FC236}">
                  <a16:creationId xmlns:a16="http://schemas.microsoft.com/office/drawing/2014/main" id="{499AC416-C4BA-47E0-9BE0-7D7A9F5B6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6600" y="2230587"/>
              <a:ext cx="11827" cy="8402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直接连接符 80937">
              <a:extLst>
                <a:ext uri="{FF2B5EF4-FFF2-40B4-BE49-F238E27FC236}">
                  <a16:creationId xmlns:a16="http://schemas.microsoft.com/office/drawing/2014/main" id="{8BF68168-7649-4549-A4D9-56B201108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213" y="2148037"/>
              <a:ext cx="27183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C32996BD-AE74-425C-8A3A-A8D2CE0681E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404068959"/>
                </p:ext>
              </p:extLst>
            </p:nvPr>
          </p:nvGraphicFramePr>
          <p:xfrm>
            <a:off x="7407350" y="1868638"/>
            <a:ext cx="303212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471" name="Equation" r:id="rId17" imgW="304560" imgH="228600" progId="Equation.DSMT4">
                    <p:embed/>
                  </p:oleObj>
                </mc:Choice>
                <mc:Fallback>
                  <p:oleObj name="Equation" r:id="rId17" imgW="304560" imgH="2286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C0947C55-45DE-422B-B1E7-724A9517F69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7350" y="1868638"/>
                          <a:ext cx="303212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1481B68-E025-47D1-A967-89410199CF05}"/>
              </a:ext>
            </a:extLst>
          </p:cNvPr>
          <p:cNvGrpSpPr>
            <a:grpSpLocks/>
          </p:cNvGrpSpPr>
          <p:nvPr/>
        </p:nvGrpSpPr>
        <p:grpSpPr bwMode="auto">
          <a:xfrm>
            <a:off x="7486707" y="2175802"/>
            <a:ext cx="493713" cy="255424"/>
            <a:chOff x="6070" y="1766"/>
            <a:chExt cx="311" cy="119"/>
          </a:xfrm>
        </p:grpSpPr>
        <p:graphicFrame>
          <p:nvGraphicFramePr>
            <p:cNvPr id="33" name="对象 102427">
              <a:extLst>
                <a:ext uri="{FF2B5EF4-FFF2-40B4-BE49-F238E27FC236}">
                  <a16:creationId xmlns:a16="http://schemas.microsoft.com/office/drawing/2014/main" id="{8FE6387D-A65F-4363-B1C6-6DD4609CF1B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79122866"/>
                </p:ext>
              </p:extLst>
            </p:nvPr>
          </p:nvGraphicFramePr>
          <p:xfrm>
            <a:off x="6135" y="1773"/>
            <a:ext cx="208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472" name="Equation" r:id="rId19" imgW="330120" imgH="241200" progId="Equation.DSMT4">
                    <p:embed/>
                  </p:oleObj>
                </mc:Choice>
                <mc:Fallback>
                  <p:oleObj name="Equation" r:id="rId19" imgW="330120" imgH="241200" progId="Equation.DSMT4">
                    <p:embed/>
                    <p:pic>
                      <p:nvPicPr>
                        <p:cNvPr id="28" name="对象 102427">
                          <a:extLst>
                            <a:ext uri="{FF2B5EF4-FFF2-40B4-BE49-F238E27FC236}">
                              <a16:creationId xmlns:a16="http://schemas.microsoft.com/office/drawing/2014/main" id="{D59A03C7-C206-422F-B2DA-A210173504F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5" y="1773"/>
                          <a:ext cx="208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直接连接符 102428">
              <a:extLst>
                <a:ext uri="{FF2B5EF4-FFF2-40B4-BE49-F238E27FC236}">
                  <a16:creationId xmlns:a16="http://schemas.microsoft.com/office/drawing/2014/main" id="{324BFA67-53E2-48ED-B4A7-6E72653F1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0" y="1766"/>
              <a:ext cx="311" cy="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50E01ED-2C36-41E0-82BE-C5981DDE1F05}"/>
              </a:ext>
            </a:extLst>
          </p:cNvPr>
          <p:cNvGrpSpPr>
            <a:grpSpLocks/>
          </p:cNvGrpSpPr>
          <p:nvPr/>
        </p:nvGrpSpPr>
        <p:grpSpPr bwMode="auto">
          <a:xfrm>
            <a:off x="8008894" y="1519949"/>
            <a:ext cx="324240" cy="660243"/>
            <a:chOff x="4856" y="1310"/>
            <a:chExt cx="208" cy="425"/>
          </a:xfrm>
        </p:grpSpPr>
        <p:graphicFrame>
          <p:nvGraphicFramePr>
            <p:cNvPr id="36" name="对象 102455">
              <a:extLst>
                <a:ext uri="{FF2B5EF4-FFF2-40B4-BE49-F238E27FC236}">
                  <a16:creationId xmlns:a16="http://schemas.microsoft.com/office/drawing/2014/main" id="{0B00250D-7AEB-492E-8E27-4C1230D0E84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05425773"/>
                </p:ext>
              </p:extLst>
            </p:nvPr>
          </p:nvGraphicFramePr>
          <p:xfrm>
            <a:off x="4869" y="1440"/>
            <a:ext cx="195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473" name="Equation" r:id="rId21" imgW="342720" imgH="291960" progId="Equation.DSMT4">
                    <p:embed/>
                  </p:oleObj>
                </mc:Choice>
                <mc:Fallback>
                  <p:oleObj name="Equation" r:id="rId21" imgW="342720" imgH="291960" progId="Equation.DSMT4">
                    <p:embed/>
                    <p:pic>
                      <p:nvPicPr>
                        <p:cNvPr id="34" name="对象 102455">
                          <a:extLst>
                            <a:ext uri="{FF2B5EF4-FFF2-40B4-BE49-F238E27FC236}">
                              <a16:creationId xmlns:a16="http://schemas.microsoft.com/office/drawing/2014/main" id="{E3E6E551-B05A-41C1-A8A6-40B3DF1CE8F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9" y="1440"/>
                          <a:ext cx="195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直接连接符 102456">
              <a:extLst>
                <a:ext uri="{FF2B5EF4-FFF2-40B4-BE49-F238E27FC236}">
                  <a16:creationId xmlns:a16="http://schemas.microsoft.com/office/drawing/2014/main" id="{D45CD938-E653-46DC-8205-0736A8416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56" y="1310"/>
              <a:ext cx="8" cy="42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405B15EE-02AB-4165-A751-814BD026BC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47270" y="1509942"/>
            <a:ext cx="554740" cy="668002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98F18CE7-989B-4BEB-A193-BC95EE2747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0771364"/>
              </p:ext>
            </p:extLst>
          </p:nvPr>
        </p:nvGraphicFramePr>
        <p:xfrm>
          <a:off x="7734430" y="1279728"/>
          <a:ext cx="3524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74" name="Equation" r:id="rId23" imgW="355320" imgH="241200" progId="Equation.DSMT4">
                  <p:embed/>
                </p:oleObj>
              </mc:Choice>
              <mc:Fallback>
                <p:oleObj name="Equation" r:id="rId23" imgW="355320" imgH="24120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661A3CAE-8B33-4672-9A6D-062C70A9D8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4430" y="1279728"/>
                        <a:ext cx="3524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80931">
            <a:extLst>
              <a:ext uri="{FF2B5EF4-FFF2-40B4-BE49-F238E27FC236}">
                <a16:creationId xmlns:a16="http://schemas.microsoft.com/office/drawing/2014/main" id="{7B6EC43D-B8F0-4B8C-ABAF-F447E0D845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4648069"/>
              </p:ext>
            </p:extLst>
          </p:nvPr>
        </p:nvGraphicFramePr>
        <p:xfrm>
          <a:off x="7746719" y="3083130"/>
          <a:ext cx="601662" cy="21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75" name="Equation" r:id="rId25" imgW="672840" imgH="241200" progId="Equation.DSMT4">
                  <p:embed/>
                </p:oleObj>
              </mc:Choice>
              <mc:Fallback>
                <p:oleObj name="Equation" r:id="rId25" imgW="672840" imgH="241200" progId="Equation.DSMT4">
                  <p:embed/>
                  <p:pic>
                    <p:nvPicPr>
                      <p:cNvPr id="38" name="对象 80931">
                        <a:extLst>
                          <a:ext uri="{FF2B5EF4-FFF2-40B4-BE49-F238E27FC236}">
                            <a16:creationId xmlns:a16="http://schemas.microsoft.com/office/drawing/2014/main" id="{8DBD0CAD-75C4-425E-9730-0EB4386438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6719" y="3083130"/>
                        <a:ext cx="601662" cy="21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直接连接符 80937">
            <a:extLst>
              <a:ext uri="{FF2B5EF4-FFF2-40B4-BE49-F238E27FC236}">
                <a16:creationId xmlns:a16="http://schemas.microsoft.com/office/drawing/2014/main" id="{8B02AC29-489A-4345-9309-EAE6818423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14481" y="1519467"/>
            <a:ext cx="6" cy="1557024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D52C8624-DBDD-4442-83E6-26C760176F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2431406"/>
              </p:ext>
            </p:extLst>
          </p:nvPr>
        </p:nvGraphicFramePr>
        <p:xfrm>
          <a:off x="932157" y="503152"/>
          <a:ext cx="838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76" name="Equation" r:id="rId27" imgW="838080" imgH="952200" progId="Equation.DSMT4">
                  <p:embed/>
                </p:oleObj>
              </mc:Choice>
              <mc:Fallback>
                <p:oleObj name="Equation" r:id="rId27" imgW="838080" imgH="95220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E52411AE-258E-4576-A058-16B8E0522C2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157" y="503152"/>
                        <a:ext cx="838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102413">
            <a:extLst>
              <a:ext uri="{FF2B5EF4-FFF2-40B4-BE49-F238E27FC236}">
                <a16:creationId xmlns:a16="http://schemas.microsoft.com/office/drawing/2014/main" id="{67426481-58D5-4728-8BA9-AC5FD05A00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6537197"/>
              </p:ext>
            </p:extLst>
          </p:nvPr>
        </p:nvGraphicFramePr>
        <p:xfrm>
          <a:off x="1725613" y="487363"/>
          <a:ext cx="31115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77" name="Equation" r:id="rId29" imgW="3111480" imgH="1041120" progId="Equation.DSMT4">
                  <p:embed/>
                </p:oleObj>
              </mc:Choice>
              <mc:Fallback>
                <p:oleObj name="Equation" r:id="rId29" imgW="3111480" imgH="1041120" progId="Equation.DSMT4">
                  <p:embed/>
                  <p:pic>
                    <p:nvPicPr>
                      <p:cNvPr id="58" name="对象 102413">
                        <a:extLst>
                          <a:ext uri="{FF2B5EF4-FFF2-40B4-BE49-F238E27FC236}">
                            <a16:creationId xmlns:a16="http://schemas.microsoft.com/office/drawing/2014/main" id="{849FE9C9-CB38-404B-9E4F-56FC9DB8E9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487363"/>
                        <a:ext cx="31115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19FF2652-043F-47AB-A5B3-6F7B01DE67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9563738"/>
              </p:ext>
            </p:extLst>
          </p:nvPr>
        </p:nvGraphicFramePr>
        <p:xfrm>
          <a:off x="992188" y="1641475"/>
          <a:ext cx="3962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78" name="Equation" r:id="rId31" imgW="3962160" imgH="1143000" progId="Equation.DSMT4">
                  <p:embed/>
                </p:oleObj>
              </mc:Choice>
              <mc:Fallback>
                <p:oleObj name="Equation" r:id="rId31" imgW="3962160" imgH="11430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D52C8624-DBDD-4442-83E6-26C760176FB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1641475"/>
                        <a:ext cx="39624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71F1AD00-E650-4748-B77F-FDBF0B0517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5086935"/>
              </p:ext>
            </p:extLst>
          </p:nvPr>
        </p:nvGraphicFramePr>
        <p:xfrm>
          <a:off x="1043395" y="2854240"/>
          <a:ext cx="1574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79" name="Equation" r:id="rId33" imgW="1574640" imgH="799920" progId="Equation.DSMT4">
                  <p:embed/>
                </p:oleObj>
              </mc:Choice>
              <mc:Fallback>
                <p:oleObj name="Equation" r:id="rId33" imgW="1574640" imgH="799920" progId="Equation.DSMT4">
                  <p:embed/>
                  <p:pic>
                    <p:nvPicPr>
                      <p:cNvPr id="102425" name="对象 102424">
                        <a:extLst>
                          <a:ext uri="{FF2B5EF4-FFF2-40B4-BE49-F238E27FC236}">
                            <a16:creationId xmlns:a16="http://schemas.microsoft.com/office/drawing/2014/main" id="{A1D55C57-3889-4F00-B9AC-37CB078366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395" y="2854240"/>
                        <a:ext cx="1574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5F54759A-869B-49F9-B667-B33DD8F7D7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0049030"/>
              </p:ext>
            </p:extLst>
          </p:nvPr>
        </p:nvGraphicFramePr>
        <p:xfrm>
          <a:off x="2732150" y="3006640"/>
          <a:ext cx="1638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80" name="Equation" r:id="rId35" imgW="1638000" imgH="495000" progId="Equation.DSMT4">
                  <p:embed/>
                </p:oleObj>
              </mc:Choice>
              <mc:Fallback>
                <p:oleObj name="Equation" r:id="rId35" imgW="1638000" imgH="495000" progId="Equation.DSMT4">
                  <p:embed/>
                  <p:pic>
                    <p:nvPicPr>
                      <p:cNvPr id="102426" name="对象 102425">
                        <a:extLst>
                          <a:ext uri="{FF2B5EF4-FFF2-40B4-BE49-F238E27FC236}">
                            <a16:creationId xmlns:a16="http://schemas.microsoft.com/office/drawing/2014/main" id="{69C82BD8-B6A7-4F87-A35D-3A79E94731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150" y="3006640"/>
                        <a:ext cx="1638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50">
            <a:extLst>
              <a:ext uri="{FF2B5EF4-FFF2-40B4-BE49-F238E27FC236}">
                <a16:creationId xmlns:a16="http://schemas.microsoft.com/office/drawing/2014/main" id="{A422DD49-376F-4520-8A2A-88C40468D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795886"/>
            <a:ext cx="48965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由于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单调增加函数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，故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9602AD72-2B47-499D-ABBD-86A4DF71C0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3201222"/>
              </p:ext>
            </p:extLst>
          </p:nvPr>
        </p:nvGraphicFramePr>
        <p:xfrm>
          <a:off x="5565775" y="3648075"/>
          <a:ext cx="1905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81" name="Equation" r:id="rId37" imgW="1904760" imgH="736560" progId="Equation.DSMT4">
                  <p:embed/>
                </p:oleObj>
              </mc:Choice>
              <mc:Fallback>
                <p:oleObj name="Equation" r:id="rId37" imgW="1904760" imgH="73656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71F1AD00-E650-4748-B77F-FDBF0B05178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5775" y="3648075"/>
                        <a:ext cx="1905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481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C99B7DA-3A32-456E-86AC-E0FEB15438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8606609"/>
              </p:ext>
            </p:extLst>
          </p:nvPr>
        </p:nvGraphicFramePr>
        <p:xfrm>
          <a:off x="1020366" y="1800857"/>
          <a:ext cx="2120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34" name="Equation" r:id="rId3" imgW="2120760" imgH="495000" progId="Equation.DSMT4">
                  <p:embed/>
                </p:oleObj>
              </mc:Choice>
              <mc:Fallback>
                <p:oleObj name="Equation" r:id="rId3" imgW="2120760" imgH="49500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307C9F82-596D-4A09-B680-05A87B7DE8B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366" y="1800857"/>
                        <a:ext cx="2120900" cy="495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EB073CF-6C14-469D-88E7-82D740F572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4817546"/>
              </p:ext>
            </p:extLst>
          </p:nvPr>
        </p:nvGraphicFramePr>
        <p:xfrm>
          <a:off x="1115616" y="627534"/>
          <a:ext cx="193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35" name="Equation" r:id="rId5" imgW="1930320" imgH="736560" progId="Equation.DSMT4">
                  <p:embed/>
                </p:oleObj>
              </mc:Choice>
              <mc:Fallback>
                <p:oleObj name="Equation" r:id="rId5" imgW="1930320" imgH="73656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9602AD72-2B47-499D-ABBD-86A4DF71C0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627534"/>
                        <a:ext cx="1930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024B7F4B-DAEB-4D98-989B-7791EB8C69E5}"/>
              </a:ext>
            </a:extLst>
          </p:cNvPr>
          <p:cNvSpPr/>
          <p:nvPr/>
        </p:nvSpPr>
        <p:spPr bwMode="auto">
          <a:xfrm>
            <a:off x="611560" y="1508447"/>
            <a:ext cx="2664296" cy="1080120"/>
          </a:xfrm>
          <a:prstGeom prst="rect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l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20873DE-A9A8-4468-908E-E62B8B97E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710" y="4202727"/>
            <a:ext cx="1930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微分三角形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BAD921-E9FD-4086-8A91-69682A9CD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9884" y="460588"/>
            <a:ext cx="27363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弧微分几何意义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74EC1C8-E84E-4FB9-AAE9-97AE58AA7A15}"/>
              </a:ext>
            </a:extLst>
          </p:cNvPr>
          <p:cNvGrpSpPr/>
          <p:nvPr/>
        </p:nvGrpSpPr>
        <p:grpSpPr>
          <a:xfrm>
            <a:off x="5436096" y="1059582"/>
            <a:ext cx="2660650" cy="2338388"/>
            <a:chOff x="6106394" y="987574"/>
            <a:chExt cx="2660650" cy="233838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996D4FD-ADCE-499B-86C4-DEE255DC4A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6394" y="987574"/>
              <a:ext cx="2660650" cy="2338388"/>
              <a:chOff x="3685" y="964"/>
              <a:chExt cx="1676" cy="1473"/>
            </a:xfrm>
          </p:grpSpPr>
          <p:graphicFrame>
            <p:nvGraphicFramePr>
              <p:cNvPr id="19" name="对象 80928">
                <a:extLst>
                  <a:ext uri="{FF2B5EF4-FFF2-40B4-BE49-F238E27FC236}">
                    <a16:creationId xmlns:a16="http://schemas.microsoft.com/office/drawing/2014/main" id="{637B1C4D-0858-49E4-901B-C46BF64AD475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76496048"/>
                  </p:ext>
                </p:extLst>
              </p:nvPr>
            </p:nvGraphicFramePr>
            <p:xfrm>
              <a:off x="4191" y="1097"/>
              <a:ext cx="526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7336" name="Equation" r:id="rId7" imgW="927000" imgH="304560" progId="Equation.DSMT4">
                      <p:embed/>
                    </p:oleObj>
                  </mc:Choice>
                  <mc:Fallback>
                    <p:oleObj name="Equation" r:id="rId7" imgW="927000" imgH="304560" progId="Equation.DSMT4">
                      <p:embed/>
                      <p:pic>
                        <p:nvPicPr>
                          <p:cNvPr id="12" name="对象 80928">
                            <a:extLst>
                              <a:ext uri="{FF2B5EF4-FFF2-40B4-BE49-F238E27FC236}">
                                <a16:creationId xmlns:a16="http://schemas.microsoft.com/office/drawing/2014/main" id="{A2613350-8291-4868-A380-76F83D0BD29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1" y="1097"/>
                            <a:ext cx="526" cy="1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对象 80931">
                <a:extLst>
                  <a:ext uri="{FF2B5EF4-FFF2-40B4-BE49-F238E27FC236}">
                    <a16:creationId xmlns:a16="http://schemas.microsoft.com/office/drawing/2014/main" id="{1BA4D4A8-B522-4374-A388-55569FDFC93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204860218"/>
                  </p:ext>
                </p:extLst>
              </p:nvPr>
            </p:nvGraphicFramePr>
            <p:xfrm>
              <a:off x="5261" y="2329"/>
              <a:ext cx="100" cy="1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7337" name="Equation" r:id="rId9" imgW="177480" imgH="190440" progId="Equation.DSMT4">
                      <p:embed/>
                    </p:oleObj>
                  </mc:Choice>
                  <mc:Fallback>
                    <p:oleObj name="Equation" r:id="rId9" imgW="177480" imgH="190440" progId="Equation.DSMT4">
                      <p:embed/>
                      <p:pic>
                        <p:nvPicPr>
                          <p:cNvPr id="15" name="对象 80931">
                            <a:extLst>
                              <a:ext uri="{FF2B5EF4-FFF2-40B4-BE49-F238E27FC236}">
                                <a16:creationId xmlns:a16="http://schemas.microsoft.com/office/drawing/2014/main" id="{371509EB-953B-4DAF-B3C4-03D1DE4D1476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61" y="2329"/>
                            <a:ext cx="100" cy="1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对象 80932">
                <a:extLst>
                  <a:ext uri="{FF2B5EF4-FFF2-40B4-BE49-F238E27FC236}">
                    <a16:creationId xmlns:a16="http://schemas.microsoft.com/office/drawing/2014/main" id="{604F8270-18B8-4946-A274-BC00026C667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504308887"/>
                  </p:ext>
                </p:extLst>
              </p:nvPr>
            </p:nvGraphicFramePr>
            <p:xfrm>
              <a:off x="3711" y="2212"/>
              <a:ext cx="129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7338" name="Equation" r:id="rId11" imgW="228600" imgH="241200" progId="Equation.DSMT4">
                      <p:embed/>
                    </p:oleObj>
                  </mc:Choice>
                  <mc:Fallback>
                    <p:oleObj name="Equation" r:id="rId11" imgW="228600" imgH="241200" progId="Equation.DSMT4">
                      <p:embed/>
                      <p:pic>
                        <p:nvPicPr>
                          <p:cNvPr id="16" name="对象 80932">
                            <a:extLst>
                              <a:ext uri="{FF2B5EF4-FFF2-40B4-BE49-F238E27FC236}">
                                <a16:creationId xmlns:a16="http://schemas.microsoft.com/office/drawing/2014/main" id="{B487B136-7449-4257-9E88-8C505CFBAA8E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1" y="2212"/>
                            <a:ext cx="129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80933">
                <a:extLst>
                  <a:ext uri="{FF2B5EF4-FFF2-40B4-BE49-F238E27FC236}">
                    <a16:creationId xmlns:a16="http://schemas.microsoft.com/office/drawing/2014/main" id="{9A92F4FD-1CBB-4ACF-AF0C-425AB2B0DE6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109048560"/>
                  </p:ext>
                </p:extLst>
              </p:nvPr>
            </p:nvGraphicFramePr>
            <p:xfrm>
              <a:off x="3685" y="998"/>
              <a:ext cx="107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7339" name="Equation" r:id="rId13" imgW="190440" imgH="241200" progId="Equation.DSMT4">
                      <p:embed/>
                    </p:oleObj>
                  </mc:Choice>
                  <mc:Fallback>
                    <p:oleObj name="Equation" r:id="rId13" imgW="190440" imgH="241200" progId="Equation.DSMT4">
                      <p:embed/>
                      <p:pic>
                        <p:nvPicPr>
                          <p:cNvPr id="17" name="对象 80933">
                            <a:extLst>
                              <a:ext uri="{FF2B5EF4-FFF2-40B4-BE49-F238E27FC236}">
                                <a16:creationId xmlns:a16="http://schemas.microsoft.com/office/drawing/2014/main" id="{FD9E1C30-6A4F-4D63-85E7-936A118AC01B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85" y="998"/>
                            <a:ext cx="107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直接连接符 80934">
                <a:extLst>
                  <a:ext uri="{FF2B5EF4-FFF2-40B4-BE49-F238E27FC236}">
                    <a16:creationId xmlns:a16="http://schemas.microsoft.com/office/drawing/2014/main" id="{575FF7DE-0CD6-4287-848B-102AC2041C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3" y="2271"/>
                <a:ext cx="147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直接连接符 80935">
                <a:extLst>
                  <a:ext uri="{FF2B5EF4-FFF2-40B4-BE49-F238E27FC236}">
                    <a16:creationId xmlns:a16="http://schemas.microsoft.com/office/drawing/2014/main" id="{0EBD67BD-CEA8-4605-9E9B-C3EF580967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92" y="964"/>
                <a:ext cx="0" cy="1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任意多边形 80938">
                <a:extLst>
                  <a:ext uri="{FF2B5EF4-FFF2-40B4-BE49-F238E27FC236}">
                    <a16:creationId xmlns:a16="http://schemas.microsoft.com/office/drawing/2014/main" id="{8F017768-CD69-4C83-8A6E-ED2F48A7E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5" y="1250"/>
                <a:ext cx="1020" cy="497"/>
              </a:xfrm>
              <a:custGeom>
                <a:avLst/>
                <a:gdLst>
                  <a:gd name="T0" fmla="*/ 0 w 1200"/>
                  <a:gd name="T1" fmla="*/ 432 h 584"/>
                  <a:gd name="T2" fmla="*/ 336 w 1200"/>
                  <a:gd name="T3" fmla="*/ 576 h 584"/>
                  <a:gd name="T4" fmla="*/ 720 w 1200"/>
                  <a:gd name="T5" fmla="*/ 480 h 584"/>
                  <a:gd name="T6" fmla="*/ 960 w 1200"/>
                  <a:gd name="T7" fmla="*/ 96 h 584"/>
                  <a:gd name="T8" fmla="*/ 1200 w 1200"/>
                  <a:gd name="T9" fmla="*/ 0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00" h="584">
                    <a:moveTo>
                      <a:pt x="0" y="432"/>
                    </a:moveTo>
                    <a:cubicBezTo>
                      <a:pt x="108" y="500"/>
                      <a:pt x="216" y="568"/>
                      <a:pt x="336" y="576"/>
                    </a:cubicBezTo>
                    <a:cubicBezTo>
                      <a:pt x="456" y="584"/>
                      <a:pt x="616" y="560"/>
                      <a:pt x="720" y="480"/>
                    </a:cubicBezTo>
                    <a:cubicBezTo>
                      <a:pt x="824" y="400"/>
                      <a:pt x="880" y="176"/>
                      <a:pt x="960" y="96"/>
                    </a:cubicBezTo>
                    <a:cubicBezTo>
                      <a:pt x="1040" y="16"/>
                      <a:pt x="1120" y="8"/>
                      <a:pt x="1200" y="0"/>
                    </a:cubicBezTo>
                  </a:path>
                </a:pathLst>
              </a:custGeom>
              <a:noFill/>
              <a:ln w="15875">
                <a:solidFill>
                  <a:srgbClr val="0064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12" name="对象 80931">
              <a:extLst>
                <a:ext uri="{FF2B5EF4-FFF2-40B4-BE49-F238E27FC236}">
                  <a16:creationId xmlns:a16="http://schemas.microsoft.com/office/drawing/2014/main" id="{4D185572-EB47-441F-BDE5-492A94D52E4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25556870"/>
                </p:ext>
              </p:extLst>
            </p:nvPr>
          </p:nvGraphicFramePr>
          <p:xfrm>
            <a:off x="7564602" y="3132057"/>
            <a:ext cx="158750" cy="171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40" name="Equation" r:id="rId15" imgW="177480" imgH="190440" progId="Equation.DSMT4">
                    <p:embed/>
                  </p:oleObj>
                </mc:Choice>
                <mc:Fallback>
                  <p:oleObj name="Equation" r:id="rId15" imgW="177480" imgH="190440" progId="Equation.DSMT4">
                    <p:embed/>
                    <p:pic>
                      <p:nvPicPr>
                        <p:cNvPr id="5" name="对象 80931">
                          <a:extLst>
                            <a:ext uri="{FF2B5EF4-FFF2-40B4-BE49-F238E27FC236}">
                              <a16:creationId xmlns:a16="http://schemas.microsoft.com/office/drawing/2014/main" id="{559C3577-52BB-4B7F-AED7-8DC9254FB6A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64602" y="3132057"/>
                          <a:ext cx="158750" cy="171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直接连接符 80937">
              <a:extLst>
                <a:ext uri="{FF2B5EF4-FFF2-40B4-BE49-F238E27FC236}">
                  <a16:creationId xmlns:a16="http://schemas.microsoft.com/office/drawing/2014/main" id="{0C7CEFAB-3B44-4BC7-97AC-DD78B33D9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3879" y="2169864"/>
              <a:ext cx="2" cy="9088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B5F3C9FD-D868-415C-8DB6-0C05E62DFC3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60916925"/>
                </p:ext>
              </p:extLst>
            </p:nvPr>
          </p:nvGraphicFramePr>
          <p:xfrm>
            <a:off x="7407350" y="1868638"/>
            <a:ext cx="303212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341" name="Equation" r:id="rId17" imgW="304560" imgH="228600" progId="Equation.DSMT4">
                    <p:embed/>
                  </p:oleObj>
                </mc:Choice>
                <mc:Fallback>
                  <p:oleObj name="Equation" r:id="rId17" imgW="304560" imgH="2286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C0947C55-45DE-422B-B1E7-724A9517F69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7350" y="1868638"/>
                          <a:ext cx="303212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77A7FD13-6DC8-4B93-8568-A08EA11B77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177178"/>
              </p:ext>
            </p:extLst>
          </p:nvPr>
        </p:nvGraphicFramePr>
        <p:xfrm>
          <a:off x="7211869" y="1242122"/>
          <a:ext cx="3524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42" name="Equation" r:id="rId19" imgW="355320" imgH="241200" progId="Equation.DSMT4">
                  <p:embed/>
                </p:oleObj>
              </mc:Choice>
              <mc:Fallback>
                <p:oleObj name="Equation" r:id="rId19" imgW="355320" imgH="24120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661A3CAE-8B33-4672-9A6D-062C70A9D8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1869" y="1242122"/>
                        <a:ext cx="352425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80931">
            <a:extLst>
              <a:ext uri="{FF2B5EF4-FFF2-40B4-BE49-F238E27FC236}">
                <a16:creationId xmlns:a16="http://schemas.microsoft.com/office/drawing/2014/main" id="{4CC03D09-C158-49D5-9017-F2DFC8595E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6030794"/>
              </p:ext>
            </p:extLst>
          </p:nvPr>
        </p:nvGraphicFramePr>
        <p:xfrm>
          <a:off x="7167009" y="3152991"/>
          <a:ext cx="601662" cy="21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43" name="Equation" r:id="rId21" imgW="672840" imgH="241200" progId="Equation.DSMT4">
                  <p:embed/>
                </p:oleObj>
              </mc:Choice>
              <mc:Fallback>
                <p:oleObj name="Equation" r:id="rId21" imgW="672840" imgH="241200" progId="Equation.DSMT4">
                  <p:embed/>
                  <p:pic>
                    <p:nvPicPr>
                      <p:cNvPr id="38" name="对象 80931">
                        <a:extLst>
                          <a:ext uri="{FF2B5EF4-FFF2-40B4-BE49-F238E27FC236}">
                            <a16:creationId xmlns:a16="http://schemas.microsoft.com/office/drawing/2014/main" id="{8DBD0CAD-75C4-425E-9730-0EB4386438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7009" y="3152991"/>
                        <a:ext cx="601662" cy="21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145912D-2C28-44D4-8DF8-8E389847B0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691818"/>
              </p:ext>
            </p:extLst>
          </p:nvPr>
        </p:nvGraphicFramePr>
        <p:xfrm>
          <a:off x="6866433" y="2152576"/>
          <a:ext cx="114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44" name="Equation" r:id="rId23" imgW="114120" imgH="152280" progId="Equation.DSMT4">
                  <p:embed/>
                </p:oleObj>
              </mc:Choice>
              <mc:Fallback>
                <p:oleObj name="Equation" r:id="rId23" imgW="11412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866433" y="2152576"/>
                        <a:ext cx="1143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18FF6A8-B795-4A7F-98FD-087CF44A776C}"/>
              </a:ext>
            </a:extLst>
          </p:cNvPr>
          <p:cNvCxnSpPr/>
          <p:nvPr/>
        </p:nvCxnSpPr>
        <p:spPr>
          <a:xfrm flipV="1">
            <a:off x="6040231" y="1920007"/>
            <a:ext cx="1925300" cy="57041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5AC91B7-1525-42CD-AEDE-96867EF414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848730"/>
              </p:ext>
            </p:extLst>
          </p:nvPr>
        </p:nvGraphicFramePr>
        <p:xfrm>
          <a:off x="7330932" y="1544143"/>
          <a:ext cx="114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45" name="Equation" r:id="rId25" imgW="114120" imgH="152280" progId="Equation.DSMT4">
                  <p:embed/>
                </p:oleObj>
              </mc:Choice>
              <mc:Fallback>
                <p:oleObj name="Equation" r:id="rId25" imgW="11412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330932" y="1544143"/>
                        <a:ext cx="1143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直接连接符 80937">
            <a:extLst>
              <a:ext uri="{FF2B5EF4-FFF2-40B4-BE49-F238E27FC236}">
                <a16:creationId xmlns:a16="http://schemas.microsoft.com/office/drawing/2014/main" id="{103A551F-8518-4935-B6C9-C53E1D946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9278" y="1544142"/>
            <a:ext cx="21066" cy="159982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4B9CDC3A-E7A6-4D61-8503-EE364D1BB196}"/>
              </a:ext>
            </a:extLst>
          </p:cNvPr>
          <p:cNvCxnSpPr/>
          <p:nvPr/>
        </p:nvCxnSpPr>
        <p:spPr>
          <a:xfrm>
            <a:off x="6923581" y="2241872"/>
            <a:ext cx="49676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F124EDB4-D40C-49D3-8F89-C8AA4B6D91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415562"/>
              </p:ext>
            </p:extLst>
          </p:nvPr>
        </p:nvGraphicFramePr>
        <p:xfrm>
          <a:off x="7332422" y="2018408"/>
          <a:ext cx="114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46" name="Equation" r:id="rId27" imgW="114120" imgH="152280" progId="Equation.DSMT4">
                  <p:embed/>
                </p:oleObj>
              </mc:Choice>
              <mc:Fallback>
                <p:oleObj name="Equation" r:id="rId27" imgW="11412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332422" y="2018408"/>
                        <a:ext cx="1143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645024AE-B547-48A1-A119-59AA633727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712368"/>
              </p:ext>
            </p:extLst>
          </p:nvPr>
        </p:nvGraphicFramePr>
        <p:xfrm>
          <a:off x="7342128" y="2193009"/>
          <a:ext cx="114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47" name="Equation" r:id="rId29" imgW="114120" imgH="152280" progId="Equation.DSMT4">
                  <p:embed/>
                </p:oleObj>
              </mc:Choice>
              <mc:Fallback>
                <p:oleObj name="Equation" r:id="rId29" imgW="114120" imgH="15228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F124EDB4-D40C-49D3-8F89-C8AA4B6D91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342128" y="2193009"/>
                        <a:ext cx="114300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D041C7A2-08CA-4CD3-A65F-6C57CCCC52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87167"/>
              </p:ext>
            </p:extLst>
          </p:nvPr>
        </p:nvGraphicFramePr>
        <p:xfrm>
          <a:off x="7409811" y="1801197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48" name="Equation" r:id="rId31" imgW="215640" imgH="228600" progId="Equation.DSMT4">
                  <p:embed/>
                </p:oleObj>
              </mc:Choice>
              <mc:Fallback>
                <p:oleObj name="Equation" r:id="rId31" imgW="215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409811" y="1801197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2AC86B28-4A6D-442C-BB25-36D18D7DFD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905625"/>
              </p:ext>
            </p:extLst>
          </p:nvPr>
        </p:nvGraphicFramePr>
        <p:xfrm>
          <a:off x="7192519" y="2326436"/>
          <a:ext cx="2032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49" name="Equation" r:id="rId33" imgW="203040" imgH="266400" progId="Equation.DSMT4">
                  <p:embed/>
                </p:oleObj>
              </mc:Choice>
              <mc:Fallback>
                <p:oleObj name="Equation" r:id="rId33" imgW="20304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192519" y="2326436"/>
                        <a:ext cx="2032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FB8B6807-4B21-48C2-93D9-57239ED157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0417321"/>
              </p:ext>
            </p:extLst>
          </p:nvPr>
        </p:nvGraphicFramePr>
        <p:xfrm>
          <a:off x="7511151" y="2054946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50" name="Equation" r:id="rId35" imgW="266400" imgH="266400" progId="Equation.DSMT4">
                  <p:embed/>
                </p:oleObj>
              </mc:Choice>
              <mc:Fallback>
                <p:oleObj name="Equation" r:id="rId35" imgW="2664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511151" y="2054946"/>
                        <a:ext cx="2667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B4EB6B0A-1387-4D6F-B03D-A631746B36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899191"/>
              </p:ext>
            </p:extLst>
          </p:nvPr>
        </p:nvGraphicFramePr>
        <p:xfrm>
          <a:off x="5729211" y="3622890"/>
          <a:ext cx="1206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51" name="Equation" r:id="rId37" imgW="1206360" imgH="330120" progId="Equation.DSMT4">
                  <p:embed/>
                </p:oleObj>
              </mc:Choice>
              <mc:Fallback>
                <p:oleObj name="Equation" r:id="rId37" imgW="12063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729211" y="3622890"/>
                        <a:ext cx="1206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文本框 44">
            <a:extLst>
              <a:ext uri="{FF2B5EF4-FFF2-40B4-BE49-F238E27FC236}">
                <a16:creationId xmlns:a16="http://schemas.microsoft.com/office/drawing/2014/main" id="{B5E6C106-1321-45E4-8903-AB314336C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992" y="3156198"/>
            <a:ext cx="193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弧微分公式</a:t>
            </a:r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A1524156-86D2-471B-B774-FBBF0EC1FA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748744"/>
              </p:ext>
            </p:extLst>
          </p:nvPr>
        </p:nvGraphicFramePr>
        <p:xfrm>
          <a:off x="6069571" y="4244109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52" name="Equation" r:id="rId39" imgW="1180800" imgH="342720" progId="Equation.DSMT4">
                  <p:embed/>
                </p:oleObj>
              </mc:Choice>
              <mc:Fallback>
                <p:oleObj name="Equation" r:id="rId39" imgW="1180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069571" y="4244109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103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组合 66">
            <a:extLst>
              <a:ext uri="{FF2B5EF4-FFF2-40B4-BE49-F238E27FC236}">
                <a16:creationId xmlns:a16="http://schemas.microsoft.com/office/drawing/2014/main" id="{7A810F60-FEA8-49C4-9529-8FABC89964BF}"/>
              </a:ext>
            </a:extLst>
          </p:cNvPr>
          <p:cNvGrpSpPr/>
          <p:nvPr/>
        </p:nvGrpSpPr>
        <p:grpSpPr>
          <a:xfrm>
            <a:off x="958129" y="1147362"/>
            <a:ext cx="1871694" cy="2479218"/>
            <a:chOff x="816768" y="1802706"/>
            <a:chExt cx="1871694" cy="2479218"/>
          </a:xfrm>
        </p:grpSpPr>
        <p:sp>
          <p:nvSpPr>
            <p:cNvPr id="21" name="Arc 28">
              <a:extLst>
                <a:ext uri="{FF2B5EF4-FFF2-40B4-BE49-F238E27FC236}">
                  <a16:creationId xmlns:a16="http://schemas.microsoft.com/office/drawing/2014/main" id="{23EF5823-3745-4742-9EF6-FF343F3AF51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08843" y="2605524"/>
              <a:ext cx="1752600" cy="1676400"/>
            </a:xfrm>
            <a:custGeom>
              <a:avLst/>
              <a:gdLst>
                <a:gd name="T0" fmla="*/ 2147483647 w 36477"/>
                <a:gd name="T1" fmla="*/ 2147483647 h 21600"/>
                <a:gd name="T2" fmla="*/ 0 w 36477"/>
                <a:gd name="T3" fmla="*/ 2147483647 h 21600"/>
                <a:gd name="T4" fmla="*/ 2147483647 w 36477"/>
                <a:gd name="T5" fmla="*/ 0 h 21600"/>
                <a:gd name="T6" fmla="*/ 0 60000 65536"/>
                <a:gd name="T7" fmla="*/ 0 60000 65536"/>
                <a:gd name="T8" fmla="*/ 0 60000 65536"/>
                <a:gd name="T9" fmla="*/ 0 w 36477"/>
                <a:gd name="T10" fmla="*/ 0 h 21600"/>
                <a:gd name="T11" fmla="*/ 36477 w 3647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477" h="21600" fill="none" extrusionOk="0">
                  <a:moveTo>
                    <a:pt x="36477" y="15274"/>
                  </a:moveTo>
                  <a:cubicBezTo>
                    <a:pt x="32426" y="19324"/>
                    <a:pt x="26932" y="21599"/>
                    <a:pt x="21204" y="21600"/>
                  </a:cubicBezTo>
                  <a:cubicBezTo>
                    <a:pt x="10862" y="21600"/>
                    <a:pt x="1971" y="14269"/>
                    <a:pt x="-1" y="4117"/>
                  </a:cubicBezTo>
                </a:path>
                <a:path w="36477" h="21600" stroke="0" extrusionOk="0">
                  <a:moveTo>
                    <a:pt x="36477" y="15274"/>
                  </a:moveTo>
                  <a:cubicBezTo>
                    <a:pt x="32426" y="19324"/>
                    <a:pt x="26932" y="21599"/>
                    <a:pt x="21204" y="21600"/>
                  </a:cubicBezTo>
                  <a:cubicBezTo>
                    <a:pt x="10862" y="21600"/>
                    <a:pt x="1971" y="14269"/>
                    <a:pt x="-1" y="4117"/>
                  </a:cubicBezTo>
                  <a:lnTo>
                    <a:pt x="21204" y="0"/>
                  </a:lnTo>
                  <a:close/>
                </a:path>
              </a:pathLst>
            </a:custGeom>
            <a:noFill/>
            <a:ln w="22225">
              <a:solidFill>
                <a:srgbClr val="0064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1F7F985-24AD-46B3-9AC2-A426C4573590}"/>
                </a:ext>
              </a:extLst>
            </p:cNvPr>
            <p:cNvGrpSpPr/>
            <p:nvPr/>
          </p:nvGrpSpPr>
          <p:grpSpPr>
            <a:xfrm>
              <a:off x="816768" y="1802706"/>
              <a:ext cx="1871694" cy="2214562"/>
              <a:chOff x="1638300" y="2357438"/>
              <a:chExt cx="1871694" cy="2214562"/>
            </a:xfrm>
          </p:grpSpPr>
          <p:sp>
            <p:nvSpPr>
              <p:cNvPr id="2" name="Line 8">
                <a:extLst>
                  <a:ext uri="{FF2B5EF4-FFF2-40B4-BE49-F238E27FC236}">
                    <a16:creationId xmlns:a16="http://schemas.microsoft.com/office/drawing/2014/main" id="{4DD6AF7B-1E34-47A2-AA12-14526FEF0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040000" flipH="1" flipV="1">
                <a:off x="2927806" y="2789372"/>
                <a:ext cx="582188" cy="10676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sm" len="med"/>
                <a:tailEnd type="non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" name="Group 10">
                <a:extLst>
                  <a:ext uri="{FF2B5EF4-FFF2-40B4-BE49-F238E27FC236}">
                    <a16:creationId xmlns:a16="http://schemas.microsoft.com/office/drawing/2014/main" id="{9CDF9464-9EFE-4B5F-B651-66362EBF05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97175" y="2663825"/>
                <a:ext cx="482600" cy="461963"/>
                <a:chOff x="1930" y="2109"/>
                <a:chExt cx="304" cy="291"/>
              </a:xfrm>
            </p:grpSpPr>
            <p:sp>
              <p:nvSpPr>
                <p:cNvPr id="4" name="Text Box 11">
                  <a:extLst>
                    <a:ext uri="{FF2B5EF4-FFF2-40B4-BE49-F238E27FC236}">
                      <a16:creationId xmlns:a16="http://schemas.microsoft.com/office/drawing/2014/main" id="{18D276D5-3AB3-4036-828A-0BCCCF5395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180000">
                  <a:off x="1930" y="2109"/>
                  <a:ext cx="213" cy="29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>
                      <a:ea typeface="楷体_GB2312" pitchFamily="49" charset="-122"/>
                    </a:rPr>
                    <a:t>)</a:t>
                  </a:r>
                </a:p>
              </p:txBody>
            </p:sp>
            <p:graphicFrame>
              <p:nvGraphicFramePr>
                <p:cNvPr id="5" name="Object 14">
                  <a:extLst>
                    <a:ext uri="{FF2B5EF4-FFF2-40B4-BE49-F238E27FC236}">
                      <a16:creationId xmlns:a16="http://schemas.microsoft.com/office/drawing/2014/main" id="{82D8B4AF-30E0-4F97-AE18-E527E60531C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95882350"/>
                    </p:ext>
                  </p:extLst>
                </p:nvPr>
              </p:nvGraphicFramePr>
              <p:xfrm>
                <a:off x="2096" y="2215"/>
                <a:ext cx="138" cy="1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9311" name="Equation" r:id="rId3" imgW="177480" imgH="228600" progId="Equation.DSMT4">
                        <p:embed/>
                      </p:oleObj>
                    </mc:Choice>
                    <mc:Fallback>
                      <p:oleObj name="Equation" r:id="rId3" imgW="177480" imgH="228600" progId="Equation.DSMT4">
                        <p:embed/>
                        <p:pic>
                          <p:nvPicPr>
                            <p:cNvPr id="1032" name="Object 14">
                              <a:extLst>
                                <a:ext uri="{FF2B5EF4-FFF2-40B4-BE49-F238E27FC236}">
                                  <a16:creationId xmlns:a16="http://schemas.microsoft.com/office/drawing/2014/main" id="{12DCA111-8AC7-43AF-8EAC-04F365E1B465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096" y="2215"/>
                              <a:ext cx="138" cy="17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6" name="组合 76">
                <a:extLst>
                  <a:ext uri="{FF2B5EF4-FFF2-40B4-BE49-F238E27FC236}">
                    <a16:creationId xmlns:a16="http://schemas.microsoft.com/office/drawing/2014/main" id="{82858D22-1F16-4985-BF92-532CFB34F0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8300" y="2357438"/>
                <a:ext cx="1714500" cy="2071687"/>
                <a:chOff x="1638300" y="2500306"/>
                <a:chExt cx="1714500" cy="2071688"/>
              </a:xfrm>
            </p:grpSpPr>
            <p:sp>
              <p:nvSpPr>
                <p:cNvPr id="7" name="Line 5">
                  <a:extLst>
                    <a:ext uri="{FF2B5EF4-FFF2-40B4-BE49-F238E27FC236}">
                      <a16:creationId xmlns:a16="http://schemas.microsoft.com/office/drawing/2014/main" id="{2DF26970-7F6A-4C51-AEEE-C85CDB155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21395467" flipV="1">
                  <a:off x="1638300" y="2819394"/>
                  <a:ext cx="742950" cy="175260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" name="Line 15">
                  <a:extLst>
                    <a:ext uri="{FF2B5EF4-FFF2-40B4-BE49-F238E27FC236}">
                      <a16:creationId xmlns:a16="http://schemas.microsoft.com/office/drawing/2014/main" id="{0FA77E8A-2B9D-45BB-BB83-C08CC37733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644650" y="2500306"/>
                  <a:ext cx="1708150" cy="15763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77">
                <a:extLst>
                  <a:ext uri="{FF2B5EF4-FFF2-40B4-BE49-F238E27FC236}">
                    <a16:creationId xmlns:a16="http://schemas.microsoft.com/office/drawing/2014/main" id="{283BA852-52DC-4C50-9219-90556E669C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3750" y="3000375"/>
                <a:ext cx="368300" cy="412750"/>
                <a:chOff x="2148690" y="3064542"/>
                <a:chExt cx="367516" cy="412099"/>
              </a:xfrm>
            </p:grpSpPr>
            <p:graphicFrame>
              <p:nvGraphicFramePr>
                <p:cNvPr id="10" name="Object 25">
                  <a:extLst>
                    <a:ext uri="{FF2B5EF4-FFF2-40B4-BE49-F238E27FC236}">
                      <a16:creationId xmlns:a16="http://schemas.microsoft.com/office/drawing/2014/main" id="{0C699013-4262-40D6-A88F-86D7657F50F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18797128"/>
                    </p:ext>
                  </p:extLst>
                </p:nvPr>
              </p:nvGraphicFramePr>
              <p:xfrm>
                <a:off x="2314594" y="3064542"/>
                <a:ext cx="201612" cy="27781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9312" name="Equation" r:id="rId5" imgW="164880" imgH="228600" progId="Equation.DSMT4">
                        <p:embed/>
                      </p:oleObj>
                    </mc:Choice>
                    <mc:Fallback>
                      <p:oleObj name="Equation" r:id="rId5" imgW="164880" imgH="228600" progId="Equation.DSMT4">
                        <p:embed/>
                        <p:pic>
                          <p:nvPicPr>
                            <p:cNvPr id="1031" name="Object 25">
                              <a:extLst>
                                <a:ext uri="{FF2B5EF4-FFF2-40B4-BE49-F238E27FC236}">
                                  <a16:creationId xmlns:a16="http://schemas.microsoft.com/office/drawing/2014/main" id="{A53FE8B6-B22F-4668-8637-C7D6F818B6E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14594" y="3064542"/>
                              <a:ext cx="201612" cy="27781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1" name="Text Box 37">
                  <a:extLst>
                    <a:ext uri="{FF2B5EF4-FFF2-40B4-BE49-F238E27FC236}">
                      <a16:creationId xmlns:a16="http://schemas.microsoft.com/office/drawing/2014/main" id="{EB46D0E3-1108-4538-8A12-29CA44C104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-2481652">
                  <a:off x="2148690" y="3109929"/>
                  <a:ext cx="277812" cy="3667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800" dirty="0">
                      <a:ea typeface="楷体_GB2312" pitchFamily="49" charset="-122"/>
                    </a:rPr>
                    <a:t>)</a:t>
                  </a:r>
                  <a:endParaRPr lang="en-US" altLang="zh-CN" sz="2000" dirty="0">
                    <a:ea typeface="楷体_GB2312" pitchFamily="49" charset="-122"/>
                  </a:endParaRPr>
                </a:p>
              </p:txBody>
            </p:sp>
          </p:grpSp>
          <p:graphicFrame>
            <p:nvGraphicFramePr>
              <p:cNvPr id="12" name="Object 26">
                <a:extLst>
                  <a:ext uri="{FF2B5EF4-FFF2-40B4-BE49-F238E27FC236}">
                    <a16:creationId xmlns:a16="http://schemas.microsoft.com/office/drawing/2014/main" id="{D926F3D2-B17A-4907-9488-AECD0BA9AA3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43498765"/>
                  </p:ext>
                </p:extLst>
              </p:nvPr>
            </p:nvGraphicFramePr>
            <p:xfrm>
              <a:off x="1866900" y="4332288"/>
              <a:ext cx="204788" cy="2397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59313" name="Equation" r:id="rId7" imgW="152280" imgH="177480" progId="Equation.DSMT4">
                      <p:embed/>
                    </p:oleObj>
                  </mc:Choice>
                  <mc:Fallback>
                    <p:oleObj name="Equation" r:id="rId7" imgW="152280" imgH="177480" progId="Equation.DSMT4">
                      <p:embed/>
                      <p:pic>
                        <p:nvPicPr>
                          <p:cNvPr id="37" name="Object 26">
                            <a:extLst>
                              <a:ext uri="{FF2B5EF4-FFF2-40B4-BE49-F238E27FC236}">
                                <a16:creationId xmlns:a16="http://schemas.microsoft.com/office/drawing/2014/main" id="{98887567-A6C1-4C22-A7D3-4D70C055284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66900" y="4332288"/>
                            <a:ext cx="204788" cy="2397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3" name="组合 74">
                <a:extLst>
                  <a:ext uri="{FF2B5EF4-FFF2-40B4-BE49-F238E27FC236}">
                    <a16:creationId xmlns:a16="http://schemas.microsoft.com/office/drawing/2014/main" id="{509E720F-9FBA-43CF-BF2A-E3BB894B95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3400" y="3284538"/>
                <a:ext cx="803275" cy="1025525"/>
                <a:chOff x="1817980" y="3429000"/>
                <a:chExt cx="802966" cy="1026188"/>
              </a:xfrm>
            </p:grpSpPr>
            <p:graphicFrame>
              <p:nvGraphicFramePr>
                <p:cNvPr id="14" name="Object 12">
                  <a:extLst>
                    <a:ext uri="{FF2B5EF4-FFF2-40B4-BE49-F238E27FC236}">
                      <a16:creationId xmlns:a16="http://schemas.microsoft.com/office/drawing/2014/main" id="{6CA07949-8EAA-4600-AAAD-C8B9C6D8FC6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206896750"/>
                    </p:ext>
                  </p:extLst>
                </p:nvPr>
              </p:nvGraphicFramePr>
              <p:xfrm>
                <a:off x="1857356" y="4120226"/>
                <a:ext cx="334963" cy="3349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9314" name="Equation" r:id="rId9" imgW="228600" imgH="228600" progId="Equation.DSMT4">
                        <p:embed/>
                      </p:oleObj>
                    </mc:Choice>
                    <mc:Fallback>
                      <p:oleObj name="Equation" r:id="rId9" imgW="228600" imgH="228600" progId="Equation.DSMT4">
                        <p:embed/>
                        <p:pic>
                          <p:nvPicPr>
                            <p:cNvPr id="1029" name="Object 12">
                              <a:extLst>
                                <a:ext uri="{FF2B5EF4-FFF2-40B4-BE49-F238E27FC236}">
                                  <a16:creationId xmlns:a16="http://schemas.microsoft.com/office/drawing/2014/main" id="{43C83464-D156-4512-A99A-578039795AA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57356" y="4120226"/>
                              <a:ext cx="334963" cy="33496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5" name="Object 15">
                  <a:extLst>
                    <a:ext uri="{FF2B5EF4-FFF2-40B4-BE49-F238E27FC236}">
                      <a16:creationId xmlns:a16="http://schemas.microsoft.com/office/drawing/2014/main" id="{850168B5-79B3-47E4-AC29-A25146BB97C4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3661955408"/>
                    </p:ext>
                  </p:extLst>
                </p:nvPr>
              </p:nvGraphicFramePr>
              <p:xfrm>
                <a:off x="2285984" y="3477284"/>
                <a:ext cx="334962" cy="3349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9315" name="Equation" r:id="rId11" imgW="241200" imgH="228600" progId="Equation.DSMT4">
                        <p:embed/>
                      </p:oleObj>
                    </mc:Choice>
                    <mc:Fallback>
                      <p:oleObj name="Equation" r:id="rId11" imgW="241200" imgH="228600" progId="Equation.DSMT4">
                        <p:embed/>
                        <p:pic>
                          <p:nvPicPr>
                            <p:cNvPr id="1030" name="Object 15">
                              <a:extLst>
                                <a:ext uri="{FF2B5EF4-FFF2-40B4-BE49-F238E27FC236}">
                                  <a16:creationId xmlns:a16="http://schemas.microsoft.com/office/drawing/2014/main" id="{C74F0617-35F2-4729-806E-035A47C849E4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85984" y="3477284"/>
                              <a:ext cx="334962" cy="33496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6" name="流程图: 联系 71">
                  <a:extLst>
                    <a:ext uri="{FF2B5EF4-FFF2-40B4-BE49-F238E27FC236}">
                      <a16:creationId xmlns:a16="http://schemas.microsoft.com/office/drawing/2014/main" id="{8BDB6C31-50FE-41B4-954D-50728E7AB8C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1817980" y="4143380"/>
                  <a:ext cx="90000" cy="90000"/>
                </a:xfrm>
                <a:prstGeom prst="flowChartConnector">
                  <a:avLst/>
                </a:prstGeom>
                <a:solidFill>
                  <a:srgbClr val="C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ea typeface="楷体_GB2312" pitchFamily="49" charset="-122"/>
                  </a:endParaRPr>
                </a:p>
              </p:txBody>
            </p:sp>
            <p:sp>
              <p:nvSpPr>
                <p:cNvPr id="17" name="流程图: 联系 72">
                  <a:extLst>
                    <a:ext uri="{FF2B5EF4-FFF2-40B4-BE49-F238E27FC236}">
                      <a16:creationId xmlns:a16="http://schemas.microsoft.com/office/drawing/2014/main" id="{5073B588-A19F-4204-B0D4-DF2B2C60FFA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2303982" y="3429000"/>
                  <a:ext cx="90000" cy="90000"/>
                </a:xfrm>
                <a:prstGeom prst="flowChartConnector">
                  <a:avLst/>
                </a:prstGeom>
                <a:solidFill>
                  <a:srgbClr val="C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ea typeface="楷体_GB2312" pitchFamily="49" charset="-122"/>
                  </a:endParaRPr>
                </a:p>
              </p:txBody>
            </p:sp>
          </p:grpSp>
          <p:grpSp>
            <p:nvGrpSpPr>
              <p:cNvPr id="18" name="组合 75">
                <a:extLst>
                  <a:ext uri="{FF2B5EF4-FFF2-40B4-BE49-F238E27FC236}">
                    <a16:creationId xmlns:a16="http://schemas.microsoft.com/office/drawing/2014/main" id="{DED31B0C-CC08-40A8-B48F-E5C2B04BBF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938" y="3286125"/>
                <a:ext cx="334962" cy="382588"/>
                <a:chOff x="3054350" y="3553314"/>
                <a:chExt cx="334963" cy="383246"/>
              </a:xfrm>
            </p:grpSpPr>
            <p:graphicFrame>
              <p:nvGraphicFramePr>
                <p:cNvPr id="19" name="Object 13">
                  <a:extLst>
                    <a:ext uri="{FF2B5EF4-FFF2-40B4-BE49-F238E27FC236}">
                      <a16:creationId xmlns:a16="http://schemas.microsoft.com/office/drawing/2014/main" id="{702A49DC-2F93-40DD-906D-EEC3052A21A7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582410627"/>
                    </p:ext>
                  </p:extLst>
                </p:nvPr>
              </p:nvGraphicFramePr>
              <p:xfrm>
                <a:off x="3054350" y="3601598"/>
                <a:ext cx="334963" cy="3349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59316" name="Equation" r:id="rId13" imgW="228600" imgH="228600" progId="Equation.DSMT4">
                        <p:embed/>
                      </p:oleObj>
                    </mc:Choice>
                    <mc:Fallback>
                      <p:oleObj name="Equation" r:id="rId13" imgW="228600" imgH="228600" progId="Equation.DSMT4">
                        <p:embed/>
                        <p:pic>
                          <p:nvPicPr>
                            <p:cNvPr id="1028" name="Object 13">
                              <a:extLst>
                                <a:ext uri="{FF2B5EF4-FFF2-40B4-BE49-F238E27FC236}">
                                  <a16:creationId xmlns:a16="http://schemas.microsoft.com/office/drawing/2014/main" id="{1962AC3E-AAF3-4DAA-9D91-C557FE9CC906}"/>
                                </a:ext>
                              </a:extLst>
                            </p:cNvPr>
                            <p:cNvPicPr>
                              <a:picLocks noChangeArrowheads="1"/>
                            </p:cNvPicPr>
                            <p:nvPr/>
                          </p:nvPicPr>
                          <p:blipFill>
                            <a:blip r:embed="rId1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54350" y="3601598"/>
                              <a:ext cx="334963" cy="33496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0" name="流程图: 联系 73">
                  <a:extLst>
                    <a:ext uri="{FF2B5EF4-FFF2-40B4-BE49-F238E27FC236}">
                      <a16:creationId xmlns:a16="http://schemas.microsoft.com/office/drawing/2014/main" id="{B022BB77-602F-416B-8C7F-E4DEA6E131F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86116" y="3553314"/>
                  <a:ext cx="90000" cy="90000"/>
                </a:xfrm>
                <a:prstGeom prst="flowChartConnector">
                  <a:avLst/>
                </a:prstGeom>
                <a:solidFill>
                  <a:srgbClr val="C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 dirty="0">
                    <a:ea typeface="楷体_GB2312" pitchFamily="49" charset="-122"/>
                  </a:endParaRPr>
                </a:p>
              </p:txBody>
            </p:sp>
          </p:grpSp>
        </p:grp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E2355EF0-FD21-4819-9B06-0D85DE193D7C}"/>
              </a:ext>
            </a:extLst>
          </p:cNvPr>
          <p:cNvGrpSpPr/>
          <p:nvPr/>
        </p:nvGrpSpPr>
        <p:grpSpPr>
          <a:xfrm>
            <a:off x="5290856" y="1533508"/>
            <a:ext cx="2173447" cy="1796772"/>
            <a:chOff x="5270341" y="2129609"/>
            <a:chExt cx="2173447" cy="1796772"/>
          </a:xfrm>
        </p:grpSpPr>
        <p:sp>
          <p:nvSpPr>
            <p:cNvPr id="52" name="Line 15">
              <a:extLst>
                <a:ext uri="{FF2B5EF4-FFF2-40B4-BE49-F238E27FC236}">
                  <a16:creationId xmlns:a16="http://schemas.microsoft.com/office/drawing/2014/main" id="{E595F0C3-E1F1-45B5-94DB-AB1A8A79C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3125" y="2260735"/>
              <a:ext cx="1475266" cy="16186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5">
              <a:extLst>
                <a:ext uri="{FF2B5EF4-FFF2-40B4-BE49-F238E27FC236}">
                  <a16:creationId xmlns:a16="http://schemas.microsoft.com/office/drawing/2014/main" id="{250A18D3-DAF9-43DD-BBD2-5755B1F10C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395467">
              <a:off x="5555841" y="2129609"/>
              <a:ext cx="1004363" cy="179677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Arc 26">
              <a:extLst>
                <a:ext uri="{FF2B5EF4-FFF2-40B4-BE49-F238E27FC236}">
                  <a16:creationId xmlns:a16="http://schemas.microsoft.com/office/drawing/2014/main" id="{A5B9E367-E446-476A-9E61-E59E57F6E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120" y="2161059"/>
              <a:ext cx="1454660" cy="615256"/>
            </a:xfrm>
            <a:custGeom>
              <a:avLst/>
              <a:gdLst>
                <a:gd name="T0" fmla="*/ 2147483647 w 43200"/>
                <a:gd name="T1" fmla="*/ 0 h 26580"/>
                <a:gd name="T2" fmla="*/ 2147483647 w 43200"/>
                <a:gd name="T3" fmla="*/ 2147483647 h 26580"/>
                <a:gd name="T4" fmla="*/ 2147483647 w 43200"/>
                <a:gd name="T5" fmla="*/ 2147483647 h 2658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6580"/>
                <a:gd name="T11" fmla="*/ 43200 w 43200"/>
                <a:gd name="T12" fmla="*/ 26580 h 265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6580" fill="none" extrusionOk="0">
                  <a:moveTo>
                    <a:pt x="42618" y="-1"/>
                  </a:moveTo>
                  <a:cubicBezTo>
                    <a:pt x="43004" y="1631"/>
                    <a:pt x="43200" y="3303"/>
                    <a:pt x="43200" y="4980"/>
                  </a:cubicBezTo>
                  <a:cubicBezTo>
                    <a:pt x="43200" y="16909"/>
                    <a:pt x="33529" y="26580"/>
                    <a:pt x="21600" y="26580"/>
                  </a:cubicBezTo>
                  <a:cubicBezTo>
                    <a:pt x="9670" y="26580"/>
                    <a:pt x="0" y="16909"/>
                    <a:pt x="0" y="4980"/>
                  </a:cubicBezTo>
                  <a:cubicBezTo>
                    <a:pt x="-1" y="4137"/>
                    <a:pt x="49" y="3295"/>
                    <a:pt x="147" y="2458"/>
                  </a:cubicBezTo>
                </a:path>
                <a:path w="43200" h="26580" stroke="0" extrusionOk="0">
                  <a:moveTo>
                    <a:pt x="42618" y="-1"/>
                  </a:moveTo>
                  <a:cubicBezTo>
                    <a:pt x="43004" y="1631"/>
                    <a:pt x="43200" y="3303"/>
                    <a:pt x="43200" y="4980"/>
                  </a:cubicBezTo>
                  <a:cubicBezTo>
                    <a:pt x="43200" y="16909"/>
                    <a:pt x="33529" y="26580"/>
                    <a:pt x="21600" y="26580"/>
                  </a:cubicBezTo>
                  <a:cubicBezTo>
                    <a:pt x="9670" y="26580"/>
                    <a:pt x="0" y="16909"/>
                    <a:pt x="0" y="4980"/>
                  </a:cubicBezTo>
                  <a:cubicBezTo>
                    <a:pt x="-1" y="4137"/>
                    <a:pt x="49" y="3295"/>
                    <a:pt x="147" y="2458"/>
                  </a:cubicBezTo>
                  <a:lnTo>
                    <a:pt x="21600" y="4980"/>
                  </a:lnTo>
                  <a:close/>
                </a:path>
              </a:pathLst>
            </a:custGeom>
            <a:noFill/>
            <a:ln w="12700">
              <a:solidFill>
                <a:srgbClr val="0064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rc 27">
              <a:extLst>
                <a:ext uri="{FF2B5EF4-FFF2-40B4-BE49-F238E27FC236}">
                  <a16:creationId xmlns:a16="http://schemas.microsoft.com/office/drawing/2014/main" id="{BFFA1080-9835-4C04-A57A-F3043B194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4889" y="2835753"/>
              <a:ext cx="652760" cy="228145"/>
            </a:xfrm>
            <a:custGeom>
              <a:avLst/>
              <a:gdLst>
                <a:gd name="T0" fmla="*/ 2147483647 w 43201"/>
                <a:gd name="T1" fmla="*/ 0 h 26581"/>
                <a:gd name="T2" fmla="*/ 2147483647 w 43201"/>
                <a:gd name="T3" fmla="*/ 2147483647 h 26581"/>
                <a:gd name="T4" fmla="*/ 2147483647 w 43201"/>
                <a:gd name="T5" fmla="*/ 2147483647 h 26581"/>
                <a:gd name="T6" fmla="*/ 2147483647 w 43201"/>
                <a:gd name="T7" fmla="*/ 2147483647 h 26581"/>
                <a:gd name="T8" fmla="*/ 2147483647 w 43201"/>
                <a:gd name="T9" fmla="*/ 2147483647 h 26581"/>
                <a:gd name="T10" fmla="*/ 2147483647 w 43201"/>
                <a:gd name="T11" fmla="*/ 2147483647 h 26581"/>
                <a:gd name="T12" fmla="*/ 2147483647 w 43201"/>
                <a:gd name="T13" fmla="*/ 0 h 265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3201"/>
                <a:gd name="T22" fmla="*/ 0 h 26581"/>
                <a:gd name="T23" fmla="*/ 43201 w 43201"/>
                <a:gd name="T24" fmla="*/ 26581 h 265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3201" h="26581" fill="none" extrusionOk="0">
                  <a:moveTo>
                    <a:pt x="42619" y="0"/>
                  </a:moveTo>
                  <a:cubicBezTo>
                    <a:pt x="43005" y="1632"/>
                    <a:pt x="43201" y="3304"/>
                    <a:pt x="43201" y="4981"/>
                  </a:cubicBezTo>
                  <a:cubicBezTo>
                    <a:pt x="43201" y="16910"/>
                    <a:pt x="33530" y="26581"/>
                    <a:pt x="21601" y="26581"/>
                  </a:cubicBezTo>
                  <a:cubicBezTo>
                    <a:pt x="9671" y="26581"/>
                    <a:pt x="1" y="16910"/>
                    <a:pt x="1" y="4981"/>
                  </a:cubicBezTo>
                  <a:cubicBezTo>
                    <a:pt x="0" y="4138"/>
                    <a:pt x="50" y="3296"/>
                    <a:pt x="148" y="2459"/>
                  </a:cubicBezTo>
                </a:path>
                <a:path w="43201" h="26581" stroke="0" extrusionOk="0">
                  <a:moveTo>
                    <a:pt x="42619" y="0"/>
                  </a:moveTo>
                  <a:cubicBezTo>
                    <a:pt x="43005" y="1632"/>
                    <a:pt x="43201" y="3304"/>
                    <a:pt x="43201" y="4981"/>
                  </a:cubicBezTo>
                  <a:cubicBezTo>
                    <a:pt x="43201" y="16910"/>
                    <a:pt x="33530" y="26581"/>
                    <a:pt x="21601" y="26581"/>
                  </a:cubicBezTo>
                  <a:cubicBezTo>
                    <a:pt x="9671" y="26581"/>
                    <a:pt x="1" y="16910"/>
                    <a:pt x="1" y="4981"/>
                  </a:cubicBezTo>
                  <a:cubicBezTo>
                    <a:pt x="0" y="4138"/>
                    <a:pt x="50" y="3296"/>
                    <a:pt x="148" y="2459"/>
                  </a:cubicBezTo>
                  <a:lnTo>
                    <a:pt x="23565" y="20006"/>
                  </a:lnTo>
                  <a:lnTo>
                    <a:pt x="42619" y="0"/>
                  </a:lnTo>
                  <a:close/>
                </a:path>
              </a:pathLst>
            </a:custGeom>
            <a:noFill/>
            <a:ln w="12700">
              <a:solidFill>
                <a:srgbClr val="0064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流程图: 联系 73">
              <a:extLst>
                <a:ext uri="{FF2B5EF4-FFF2-40B4-BE49-F238E27FC236}">
                  <a16:creationId xmlns:a16="http://schemas.microsoft.com/office/drawing/2014/main" id="{8C482F0F-26B9-41D1-9C7F-0AD6CA0B8D6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67623" y="2432742"/>
              <a:ext cx="90000" cy="89845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ea typeface="楷体_GB2312" pitchFamily="49" charset="-122"/>
              </a:endParaRPr>
            </a:p>
          </p:txBody>
        </p:sp>
        <p:sp>
          <p:nvSpPr>
            <p:cNvPr id="57" name="流程图: 联系 73">
              <a:extLst>
                <a:ext uri="{FF2B5EF4-FFF2-40B4-BE49-F238E27FC236}">
                  <a16:creationId xmlns:a16="http://schemas.microsoft.com/office/drawing/2014/main" id="{197024B0-0760-4C9B-8963-79AE22BB9C4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979531" y="2468687"/>
              <a:ext cx="90000" cy="89845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ea typeface="楷体_GB2312" pitchFamily="49" charset="-122"/>
              </a:endParaRPr>
            </a:p>
          </p:txBody>
        </p:sp>
        <p:sp>
          <p:nvSpPr>
            <p:cNvPr id="58" name="流程图: 联系 73">
              <a:extLst>
                <a:ext uri="{FF2B5EF4-FFF2-40B4-BE49-F238E27FC236}">
                  <a16:creationId xmlns:a16="http://schemas.microsoft.com/office/drawing/2014/main" id="{A7900609-5908-46BE-95DC-39960450117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947046" y="2906037"/>
              <a:ext cx="90000" cy="89845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ea typeface="楷体_GB2312" pitchFamily="49" charset="-122"/>
              </a:endParaRPr>
            </a:p>
          </p:txBody>
        </p:sp>
        <p:sp>
          <p:nvSpPr>
            <p:cNvPr id="59" name="流程图: 联系 73">
              <a:extLst>
                <a:ext uri="{FF2B5EF4-FFF2-40B4-BE49-F238E27FC236}">
                  <a16:creationId xmlns:a16="http://schemas.microsoft.com/office/drawing/2014/main" id="{0879ED27-E8F5-4BAF-B5A5-5271DF0B4CC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567735" y="2929850"/>
              <a:ext cx="90000" cy="89845"/>
            </a:xfrm>
            <a:prstGeom prst="flowChartConnector">
              <a:avLst/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ea typeface="楷体_GB2312" pitchFamily="49" charset="-122"/>
              </a:endParaRPr>
            </a:p>
          </p:txBody>
        </p:sp>
        <p:sp>
          <p:nvSpPr>
            <p:cNvPr id="60" name="Text Box 37">
              <a:extLst>
                <a:ext uri="{FF2B5EF4-FFF2-40B4-BE49-F238E27FC236}">
                  <a16:creationId xmlns:a16="http://schemas.microsoft.com/office/drawing/2014/main" id="{D36ED6AF-E10D-45A3-AE5E-8A0B13901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175982">
              <a:off x="6263884" y="3150361"/>
              <a:ext cx="2840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FF0000"/>
                  </a:solidFill>
                  <a:ea typeface="楷体_GB2312" pitchFamily="49" charset="-122"/>
                </a:rPr>
                <a:t>)</a:t>
              </a:r>
              <a:endParaRPr lang="en-US" altLang="zh-CN" sz="2000" dirty="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61" name="Object 14">
              <a:extLst>
                <a:ext uri="{FF2B5EF4-FFF2-40B4-BE49-F238E27FC236}">
                  <a16:creationId xmlns:a16="http://schemas.microsoft.com/office/drawing/2014/main" id="{04D7BEEE-8379-413F-B6B6-F0CA4621C9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9700842"/>
                </p:ext>
              </p:extLst>
            </p:nvPr>
          </p:nvGraphicFramePr>
          <p:xfrm>
            <a:off x="6503988" y="3257550"/>
            <a:ext cx="173037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317" name="Equation" r:id="rId15" imgW="139680" imgH="164880" progId="Equation.DSMT4">
                    <p:embed/>
                  </p:oleObj>
                </mc:Choice>
                <mc:Fallback>
                  <p:oleObj name="Equation" r:id="rId15" imgW="139680" imgH="164880" progId="Equation.DSMT4">
                    <p:embed/>
                    <p:pic>
                      <p:nvPicPr>
                        <p:cNvPr id="5" name="Object 14">
                          <a:extLst>
                            <a:ext uri="{FF2B5EF4-FFF2-40B4-BE49-F238E27FC236}">
                              <a16:creationId xmlns:a16="http://schemas.microsoft.com/office/drawing/2014/main" id="{82D8B4AF-30E0-4F97-AE18-E527E60531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03988" y="3257550"/>
                          <a:ext cx="173037" cy="2000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12">
              <a:extLst>
                <a:ext uri="{FF2B5EF4-FFF2-40B4-BE49-F238E27FC236}">
                  <a16:creationId xmlns:a16="http://schemas.microsoft.com/office/drawing/2014/main" id="{365E2173-3EFD-4804-BF0F-2D1CDCD3F5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1980467"/>
                </p:ext>
              </p:extLst>
            </p:nvPr>
          </p:nvGraphicFramePr>
          <p:xfrm>
            <a:off x="5270341" y="2340001"/>
            <a:ext cx="335092" cy="3347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318" name="Equation" r:id="rId17" imgW="228600" imgH="228600" progId="Equation.DSMT4">
                    <p:embed/>
                  </p:oleObj>
                </mc:Choice>
                <mc:Fallback>
                  <p:oleObj name="Equation" r:id="rId17" imgW="228600" imgH="228600" progId="Equation.DSMT4">
                    <p:embed/>
                    <p:pic>
                      <p:nvPicPr>
                        <p:cNvPr id="14" name="Object 12">
                          <a:extLst>
                            <a:ext uri="{FF2B5EF4-FFF2-40B4-BE49-F238E27FC236}">
                              <a16:creationId xmlns:a16="http://schemas.microsoft.com/office/drawing/2014/main" id="{6CA07949-8EAA-4600-AAAD-C8B9C6D8FC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0341" y="2340001"/>
                          <a:ext cx="335092" cy="3347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Object 12">
              <a:extLst>
                <a:ext uri="{FF2B5EF4-FFF2-40B4-BE49-F238E27FC236}">
                  <a16:creationId xmlns:a16="http://schemas.microsoft.com/office/drawing/2014/main" id="{F28D8CFA-BAF8-4139-99CB-7383C25C37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930420"/>
                </p:ext>
              </p:extLst>
            </p:nvPr>
          </p:nvGraphicFramePr>
          <p:xfrm>
            <a:off x="7089775" y="2397125"/>
            <a:ext cx="354013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319" name="Equation" r:id="rId19" imgW="241200" imgH="228600" progId="Equation.DSMT4">
                    <p:embed/>
                  </p:oleObj>
                </mc:Choice>
                <mc:Fallback>
                  <p:oleObj name="Equation" r:id="rId19" imgW="241200" imgH="228600" progId="Equation.DSMT4">
                    <p:embed/>
                    <p:pic>
                      <p:nvPicPr>
                        <p:cNvPr id="62" name="Object 12">
                          <a:extLst>
                            <a:ext uri="{FF2B5EF4-FFF2-40B4-BE49-F238E27FC236}">
                              <a16:creationId xmlns:a16="http://schemas.microsoft.com/office/drawing/2014/main" id="{365E2173-3EFD-4804-BF0F-2D1CDCD3F5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9775" y="2397125"/>
                          <a:ext cx="354013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Object 12">
              <a:extLst>
                <a:ext uri="{FF2B5EF4-FFF2-40B4-BE49-F238E27FC236}">
                  <a16:creationId xmlns:a16="http://schemas.microsoft.com/office/drawing/2014/main" id="{0B83352A-89B1-4EB2-93AF-D34A89F66F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2104368"/>
                </p:ext>
              </p:extLst>
            </p:nvPr>
          </p:nvGraphicFramePr>
          <p:xfrm>
            <a:off x="5502275" y="2876550"/>
            <a:ext cx="279400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320" name="Equation" r:id="rId21" imgW="190440" imgH="228600" progId="Equation.DSMT4">
                    <p:embed/>
                  </p:oleObj>
                </mc:Choice>
                <mc:Fallback>
                  <p:oleObj name="Equation" r:id="rId21" imgW="190440" imgH="228600" progId="Equation.DSMT4">
                    <p:embed/>
                    <p:pic>
                      <p:nvPicPr>
                        <p:cNvPr id="62" name="Object 12">
                          <a:extLst>
                            <a:ext uri="{FF2B5EF4-FFF2-40B4-BE49-F238E27FC236}">
                              <a16:creationId xmlns:a16="http://schemas.microsoft.com/office/drawing/2014/main" id="{365E2173-3EFD-4804-BF0F-2D1CDCD3F5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2275" y="2876550"/>
                          <a:ext cx="279400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12">
              <a:extLst>
                <a:ext uri="{FF2B5EF4-FFF2-40B4-BE49-F238E27FC236}">
                  <a16:creationId xmlns:a16="http://schemas.microsoft.com/office/drawing/2014/main" id="{537BD8C0-2B3F-4E51-B59B-7500773B99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7191164"/>
                </p:ext>
              </p:extLst>
            </p:nvPr>
          </p:nvGraphicFramePr>
          <p:xfrm>
            <a:off x="6647649" y="2843802"/>
            <a:ext cx="315912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321" name="Equation" r:id="rId23" imgW="215640" imgH="228600" progId="Equation.DSMT4">
                    <p:embed/>
                  </p:oleObj>
                </mc:Choice>
                <mc:Fallback>
                  <p:oleObj name="Equation" r:id="rId23" imgW="215640" imgH="228600" progId="Equation.DSMT4">
                    <p:embed/>
                    <p:pic>
                      <p:nvPicPr>
                        <p:cNvPr id="62" name="Object 12">
                          <a:extLst>
                            <a:ext uri="{FF2B5EF4-FFF2-40B4-BE49-F238E27FC236}">
                              <a16:creationId xmlns:a16="http://schemas.microsoft.com/office/drawing/2014/main" id="{365E2173-3EFD-4804-BF0F-2D1CDCD3F5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47649" y="2843802"/>
                          <a:ext cx="315912" cy="334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" name="标题 82945">
            <a:extLst>
              <a:ext uri="{FF2B5EF4-FFF2-40B4-BE49-F238E27FC236}">
                <a16:creationId xmlns:a16="http://schemas.microsoft.com/office/drawing/2014/main" id="{E5DC2E24-D1DC-4FFA-A384-FE254A9C2405}"/>
              </a:ext>
            </a:extLst>
          </p:cNvPr>
          <p:cNvSpPr txBox="1">
            <a:spLocks noChangeArrowheads="1"/>
          </p:cNvSpPr>
          <p:nvPr/>
        </p:nvSpPr>
        <p:spPr>
          <a:xfrm>
            <a:off x="539552" y="407299"/>
            <a:ext cx="45720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二、曲率及其计算公式</a:t>
            </a:r>
            <a:endParaRPr lang="zh-CN" altLang="en-US" sz="2800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 Box 32">
            <a:extLst>
              <a:ext uri="{FF2B5EF4-FFF2-40B4-BE49-F238E27FC236}">
                <a16:creationId xmlns:a16="http://schemas.microsoft.com/office/drawing/2014/main" id="{B19819AC-0414-4F22-B0C9-371C7F834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55896"/>
            <a:ext cx="38576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弧长相同，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转角越大弯曲程度越大</a:t>
            </a:r>
          </a:p>
        </p:txBody>
      </p:sp>
      <p:sp>
        <p:nvSpPr>
          <p:cNvPr id="70" name="Text Box 33">
            <a:extLst>
              <a:ext uri="{FF2B5EF4-FFF2-40B4-BE49-F238E27FC236}">
                <a16:creationId xmlns:a16="http://schemas.microsoft.com/office/drawing/2014/main" id="{C186732C-DF41-49DC-B270-7320BBAA9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865" y="3447661"/>
            <a:ext cx="394335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转角相同，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弧段越长弯曲程度越小</a:t>
            </a:r>
          </a:p>
        </p:txBody>
      </p:sp>
    </p:spTree>
    <p:extLst>
      <p:ext uri="{BB962C8B-B14F-4D97-AF65-F5344CB8AC3E}">
        <p14:creationId xmlns:p14="http://schemas.microsoft.com/office/powerpoint/2010/main" val="88011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tx1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tx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tx1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tx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981662A-964E-4247-B768-CDC03D2D1E20}"/>
              </a:ext>
            </a:extLst>
          </p:cNvPr>
          <p:cNvGrpSpPr>
            <a:grpSpLocks/>
          </p:cNvGrpSpPr>
          <p:nvPr/>
        </p:nvGrpSpPr>
        <p:grpSpPr bwMode="auto">
          <a:xfrm>
            <a:off x="5316798" y="1184568"/>
            <a:ext cx="3009900" cy="2657475"/>
            <a:chOff x="3250" y="1389"/>
            <a:chExt cx="1896" cy="1674"/>
          </a:xfrm>
        </p:grpSpPr>
        <p:sp>
          <p:nvSpPr>
            <p:cNvPr id="7" name="任意多边形 82967">
              <a:extLst>
                <a:ext uri="{FF2B5EF4-FFF2-40B4-BE49-F238E27FC236}">
                  <a16:creationId xmlns:a16="http://schemas.microsoft.com/office/drawing/2014/main" id="{E1911C1A-8BAB-41C7-A728-D06F51456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1389"/>
              <a:ext cx="1428" cy="1393"/>
            </a:xfrm>
            <a:custGeom>
              <a:avLst/>
              <a:gdLst>
                <a:gd name="T0" fmla="*/ 0 w 1056"/>
                <a:gd name="T1" fmla="*/ 960 h 1032"/>
                <a:gd name="T2" fmla="*/ 336 w 1056"/>
                <a:gd name="T3" fmla="*/ 1008 h 1032"/>
                <a:gd name="T4" fmla="*/ 624 w 1056"/>
                <a:gd name="T5" fmla="*/ 816 h 1032"/>
                <a:gd name="T6" fmla="*/ 816 w 1056"/>
                <a:gd name="T7" fmla="*/ 528 h 1032"/>
                <a:gd name="T8" fmla="*/ 1056 w 1056"/>
                <a:gd name="T9" fmla="*/ 0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1032">
                  <a:moveTo>
                    <a:pt x="0" y="960"/>
                  </a:moveTo>
                  <a:cubicBezTo>
                    <a:pt x="116" y="996"/>
                    <a:pt x="232" y="1032"/>
                    <a:pt x="336" y="1008"/>
                  </a:cubicBezTo>
                  <a:cubicBezTo>
                    <a:pt x="440" y="984"/>
                    <a:pt x="544" y="896"/>
                    <a:pt x="624" y="816"/>
                  </a:cubicBezTo>
                  <a:cubicBezTo>
                    <a:pt x="704" y="736"/>
                    <a:pt x="744" y="664"/>
                    <a:pt x="816" y="528"/>
                  </a:cubicBezTo>
                  <a:cubicBezTo>
                    <a:pt x="888" y="392"/>
                    <a:pt x="972" y="196"/>
                    <a:pt x="1056" y="0"/>
                  </a:cubicBezTo>
                </a:path>
              </a:pathLst>
            </a:custGeom>
            <a:noFill/>
            <a:ln w="19050">
              <a:solidFill>
                <a:srgbClr val="0064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3" name="组合 82961">
              <a:extLst>
                <a:ext uri="{FF2B5EF4-FFF2-40B4-BE49-F238E27FC236}">
                  <a16:creationId xmlns:a16="http://schemas.microsoft.com/office/drawing/2014/main" id="{A469B2D6-5CF0-47BD-9CEC-F559F84D8D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3" y="2351"/>
              <a:ext cx="360" cy="239"/>
              <a:chOff x="4713" y="2036"/>
              <a:chExt cx="400" cy="267"/>
            </a:xfrm>
          </p:grpSpPr>
          <p:graphicFrame>
            <p:nvGraphicFramePr>
              <p:cNvPr id="12" name="对象 82962">
                <a:extLst>
                  <a:ext uri="{FF2B5EF4-FFF2-40B4-BE49-F238E27FC236}">
                    <a16:creationId xmlns:a16="http://schemas.microsoft.com/office/drawing/2014/main" id="{5F26A4A0-B4C1-4C39-95DD-C39FE82D673F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65076955"/>
                  </p:ext>
                </p:extLst>
              </p:nvPr>
            </p:nvGraphicFramePr>
            <p:xfrm>
              <a:off x="4846" y="2036"/>
              <a:ext cx="267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0595" name="Equation" r:id="rId3" imgW="380880" imgH="241200" progId="Equation.DSMT4">
                      <p:embed/>
                    </p:oleObj>
                  </mc:Choice>
                  <mc:Fallback>
                    <p:oleObj name="Equation" r:id="rId3" imgW="380880" imgH="241200" progId="Equation.DSMT4">
                      <p:embed/>
                      <p:pic>
                        <p:nvPicPr>
                          <p:cNvPr id="8210" name="对象 82962">
                            <a:extLst>
                              <a:ext uri="{FF2B5EF4-FFF2-40B4-BE49-F238E27FC236}">
                                <a16:creationId xmlns:a16="http://schemas.microsoft.com/office/drawing/2014/main" id="{8A92B9B5-8BF9-4084-BD5F-24224384D76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6" y="2036"/>
                            <a:ext cx="267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任意多边形 82963">
                <a:extLst>
                  <a:ext uri="{FF2B5EF4-FFF2-40B4-BE49-F238E27FC236}">
                    <a16:creationId xmlns:a16="http://schemas.microsoft.com/office/drawing/2014/main" id="{AAAEA6E6-3031-444B-AC78-C73E14FE0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3" y="2212"/>
                <a:ext cx="114" cy="91"/>
              </a:xfrm>
              <a:custGeom>
                <a:avLst/>
                <a:gdLst>
                  <a:gd name="T0" fmla="*/ 11050 w 20063"/>
                  <a:gd name="T1" fmla="*/ 0 h 18559"/>
                  <a:gd name="T2" fmla="*/ 20066 w 20063"/>
                  <a:gd name="T3" fmla="*/ 10549 h 18559"/>
                  <a:gd name="T4" fmla="*/ 11050 w 20063"/>
                  <a:gd name="T5" fmla="*/ 0 h 18559"/>
                  <a:gd name="T6" fmla="*/ 20066 w 20063"/>
                  <a:gd name="T7" fmla="*/ 10549 h 18559"/>
                  <a:gd name="T8" fmla="*/ 0 w 20063"/>
                  <a:gd name="T9" fmla="*/ 18559 h 18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63" h="18559" fill="none">
                    <a:moveTo>
                      <a:pt x="11050" y="0"/>
                    </a:moveTo>
                    <a:cubicBezTo>
                      <a:pt x="15105" y="2416"/>
                      <a:pt x="18298" y="6123"/>
                      <a:pt x="20066" y="10549"/>
                    </a:cubicBezTo>
                  </a:path>
                  <a:path w="20063" h="18559" stroke="0">
                    <a:moveTo>
                      <a:pt x="11050" y="0"/>
                    </a:moveTo>
                    <a:cubicBezTo>
                      <a:pt x="15105" y="2416"/>
                      <a:pt x="18298" y="6123"/>
                      <a:pt x="20066" y="10549"/>
                    </a:cubicBezTo>
                    <a:lnTo>
                      <a:pt x="0" y="18559"/>
                    </a:lnTo>
                    <a:close/>
                  </a:path>
                </a:pathLst>
              </a:custGeom>
              <a:noFill/>
              <a:ln w="19050">
                <a:solidFill>
                  <a:srgbClr val="7030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" name="直接连接符 82964">
              <a:extLst>
                <a:ext uri="{FF2B5EF4-FFF2-40B4-BE49-F238E27FC236}">
                  <a16:creationId xmlns:a16="http://schemas.microsoft.com/office/drawing/2014/main" id="{40C0CEAE-78E2-4AE9-9AF8-DE7120068F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0" y="2237"/>
              <a:ext cx="1896" cy="8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/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" name="直接连接符 82965">
              <a:extLst>
                <a:ext uri="{FF2B5EF4-FFF2-40B4-BE49-F238E27FC236}">
                  <a16:creationId xmlns:a16="http://schemas.microsoft.com/office/drawing/2014/main" id="{C1CBA27F-B65E-4039-8D1E-7781DF1D16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6" y="1487"/>
              <a:ext cx="981" cy="1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椭圆 82966">
              <a:extLst>
                <a:ext uri="{FF2B5EF4-FFF2-40B4-BE49-F238E27FC236}">
                  <a16:creationId xmlns:a16="http://schemas.microsoft.com/office/drawing/2014/main" id="{17060AA7-8B4E-4CC0-A169-207B90662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" y="2277"/>
              <a:ext cx="41" cy="41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椭圆 82968">
              <a:extLst>
                <a:ext uri="{FF2B5EF4-FFF2-40B4-BE49-F238E27FC236}">
                  <a16:creationId xmlns:a16="http://schemas.microsoft.com/office/drawing/2014/main" id="{7A12262F-6E2B-4B22-A8A3-80F7C0E5F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5" y="2726"/>
              <a:ext cx="41" cy="41"/>
            </a:xfrm>
            <a:prstGeom prst="ellipse">
              <a:avLst/>
            </a:prstGeom>
            <a:solidFill>
              <a:srgbClr val="C00000"/>
            </a:solidFill>
            <a:ln w="9525">
              <a:noFill/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9" name="对象 82969">
              <a:extLst>
                <a:ext uri="{FF2B5EF4-FFF2-40B4-BE49-F238E27FC236}">
                  <a16:creationId xmlns:a16="http://schemas.microsoft.com/office/drawing/2014/main" id="{EDB43356-5B90-4448-B249-DC0836245E5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90947071"/>
                </p:ext>
              </p:extLst>
            </p:nvPr>
          </p:nvGraphicFramePr>
          <p:xfrm>
            <a:off x="4315" y="2115"/>
            <a:ext cx="22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596" name="Equation" r:id="rId5" imgW="355320" imgH="241200" progId="Equation.DSMT4">
                    <p:embed/>
                  </p:oleObj>
                </mc:Choice>
                <mc:Fallback>
                  <p:oleObj name="Equation" r:id="rId5" imgW="355320" imgH="241200" progId="Equation.DSMT4">
                    <p:embed/>
                    <p:pic>
                      <p:nvPicPr>
                        <p:cNvPr id="8217" name="对象 82969">
                          <a:extLst>
                            <a:ext uri="{FF2B5EF4-FFF2-40B4-BE49-F238E27FC236}">
                              <a16:creationId xmlns:a16="http://schemas.microsoft.com/office/drawing/2014/main" id="{9B8E6A36-D093-4201-99D8-49B82E21262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5" y="2115"/>
                          <a:ext cx="22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82970">
              <a:extLst>
                <a:ext uri="{FF2B5EF4-FFF2-40B4-BE49-F238E27FC236}">
                  <a16:creationId xmlns:a16="http://schemas.microsoft.com/office/drawing/2014/main" id="{7AD8709C-650F-490E-BF7A-4C7537DA9A7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28024050"/>
                </p:ext>
              </p:extLst>
            </p:nvPr>
          </p:nvGraphicFramePr>
          <p:xfrm>
            <a:off x="4066" y="2331"/>
            <a:ext cx="19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597" name="Equation" r:id="rId7" imgW="304560" imgH="241200" progId="Equation.DSMT4">
                    <p:embed/>
                  </p:oleObj>
                </mc:Choice>
                <mc:Fallback>
                  <p:oleObj name="Equation" r:id="rId7" imgW="304560" imgH="241200" progId="Equation.DSMT4">
                    <p:embed/>
                    <p:pic>
                      <p:nvPicPr>
                        <p:cNvPr id="8218" name="对象 82970">
                          <a:extLst>
                            <a:ext uri="{FF2B5EF4-FFF2-40B4-BE49-F238E27FC236}">
                              <a16:creationId xmlns:a16="http://schemas.microsoft.com/office/drawing/2014/main" id="{0E1F6BAF-81F0-4962-959C-2E42F87CD65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6" y="2331"/>
                          <a:ext cx="19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82971">
              <a:extLst>
                <a:ext uri="{FF2B5EF4-FFF2-40B4-BE49-F238E27FC236}">
                  <a16:creationId xmlns:a16="http://schemas.microsoft.com/office/drawing/2014/main" id="{A5D8BC04-1E88-48D6-BDB5-BC07CE23BEE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87" y="2478"/>
            <a:ext cx="274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598" r:id="rId9" imgW="202936" imgH="164885" progId="Equation.DSMT4">
                    <p:embed/>
                  </p:oleObj>
                </mc:Choice>
                <mc:Fallback>
                  <p:oleObj r:id="rId9" imgW="202936" imgH="164885" progId="Equation.DSMT4">
                    <p:embed/>
                    <p:pic>
                      <p:nvPicPr>
                        <p:cNvPr id="8219" name="对象 82971">
                          <a:extLst>
                            <a:ext uri="{FF2B5EF4-FFF2-40B4-BE49-F238E27FC236}">
                              <a16:creationId xmlns:a16="http://schemas.microsoft.com/office/drawing/2014/main" id="{F567CBB3-7BF1-43BA-AD0D-E498406567E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478"/>
                          <a:ext cx="274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直接连接符 82964">
            <a:extLst>
              <a:ext uri="{FF2B5EF4-FFF2-40B4-BE49-F238E27FC236}">
                <a16:creationId xmlns:a16="http://schemas.microsoft.com/office/drawing/2014/main" id="{357C9A92-A5CE-40B7-9D9A-F0765DFCA1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9488" y="3835171"/>
            <a:ext cx="3792992" cy="259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82964">
            <a:extLst>
              <a:ext uri="{FF2B5EF4-FFF2-40B4-BE49-F238E27FC236}">
                <a16:creationId xmlns:a16="http://schemas.microsoft.com/office/drawing/2014/main" id="{94EA7BB3-AB42-4F40-8591-A310F74ECF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99488" y="1197520"/>
            <a:ext cx="0" cy="26315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任意多边形 82963">
            <a:extLst>
              <a:ext uri="{FF2B5EF4-FFF2-40B4-BE49-F238E27FC236}">
                <a16:creationId xmlns:a16="http://schemas.microsoft.com/office/drawing/2014/main" id="{69C1B433-9A94-4E62-8793-DC0D46FC75CD}"/>
              </a:ext>
            </a:extLst>
          </p:cNvPr>
          <p:cNvSpPr>
            <a:spLocks noChangeArrowheads="1"/>
          </p:cNvSpPr>
          <p:nvPr/>
        </p:nvSpPr>
        <p:spPr bwMode="auto">
          <a:xfrm rot="762767">
            <a:off x="5527409" y="3708318"/>
            <a:ext cx="263179" cy="230966"/>
          </a:xfrm>
          <a:custGeom>
            <a:avLst/>
            <a:gdLst>
              <a:gd name="T0" fmla="*/ 11050 w 20063"/>
              <a:gd name="T1" fmla="*/ 0 h 18559"/>
              <a:gd name="T2" fmla="*/ 20066 w 20063"/>
              <a:gd name="T3" fmla="*/ 10549 h 18559"/>
              <a:gd name="T4" fmla="*/ 11050 w 20063"/>
              <a:gd name="T5" fmla="*/ 0 h 18559"/>
              <a:gd name="T6" fmla="*/ 20066 w 20063"/>
              <a:gd name="T7" fmla="*/ 10549 h 18559"/>
              <a:gd name="T8" fmla="*/ 0 w 20063"/>
              <a:gd name="T9" fmla="*/ 18559 h 18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63" h="18559" fill="none">
                <a:moveTo>
                  <a:pt x="11050" y="0"/>
                </a:moveTo>
                <a:cubicBezTo>
                  <a:pt x="15105" y="2416"/>
                  <a:pt x="18298" y="6123"/>
                  <a:pt x="20066" y="10549"/>
                </a:cubicBezTo>
              </a:path>
              <a:path w="20063" h="18559" stroke="0">
                <a:moveTo>
                  <a:pt x="11050" y="0"/>
                </a:moveTo>
                <a:cubicBezTo>
                  <a:pt x="15105" y="2416"/>
                  <a:pt x="18298" y="6123"/>
                  <a:pt x="20066" y="10549"/>
                </a:cubicBezTo>
                <a:lnTo>
                  <a:pt x="0" y="18559"/>
                </a:lnTo>
                <a:close/>
              </a:path>
            </a:pathLst>
          </a:custGeom>
          <a:noFill/>
          <a:ln w="19050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7" name="对象 82962">
            <a:extLst>
              <a:ext uri="{FF2B5EF4-FFF2-40B4-BE49-F238E27FC236}">
                <a16:creationId xmlns:a16="http://schemas.microsoft.com/office/drawing/2014/main" id="{081068E2-CF97-4839-AB15-C56178EB5A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448500"/>
              </p:ext>
            </p:extLst>
          </p:nvPr>
        </p:nvGraphicFramePr>
        <p:xfrm>
          <a:off x="5818173" y="3665810"/>
          <a:ext cx="215900" cy="18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599" name="Equation" r:id="rId11" imgW="215640" imgH="190440" progId="Equation.DSMT4">
                  <p:embed/>
                </p:oleObj>
              </mc:Choice>
              <mc:Fallback>
                <p:oleObj name="Equation" r:id="rId11" imgW="215640" imgH="190440" progId="Equation.DSMT4">
                  <p:embed/>
                  <p:pic>
                    <p:nvPicPr>
                      <p:cNvPr id="12" name="对象 82962">
                        <a:extLst>
                          <a:ext uri="{FF2B5EF4-FFF2-40B4-BE49-F238E27FC236}">
                            <a16:creationId xmlns:a16="http://schemas.microsoft.com/office/drawing/2014/main" id="{5F26A4A0-B4C1-4C39-95DD-C39FE82D67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8173" y="3665810"/>
                        <a:ext cx="215900" cy="18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任意多边形 82963">
            <a:extLst>
              <a:ext uri="{FF2B5EF4-FFF2-40B4-BE49-F238E27FC236}">
                <a16:creationId xmlns:a16="http://schemas.microsoft.com/office/drawing/2014/main" id="{E7EDD340-9656-4B29-95DF-40C0E586F493}"/>
              </a:ext>
            </a:extLst>
          </p:cNvPr>
          <p:cNvSpPr>
            <a:spLocks noChangeArrowheads="1"/>
          </p:cNvSpPr>
          <p:nvPr/>
        </p:nvSpPr>
        <p:spPr bwMode="auto">
          <a:xfrm rot="909743">
            <a:off x="6346421" y="3677516"/>
            <a:ext cx="395310" cy="230966"/>
          </a:xfrm>
          <a:custGeom>
            <a:avLst/>
            <a:gdLst>
              <a:gd name="T0" fmla="*/ 11050 w 20063"/>
              <a:gd name="T1" fmla="*/ 0 h 18559"/>
              <a:gd name="T2" fmla="*/ 20066 w 20063"/>
              <a:gd name="T3" fmla="*/ 10549 h 18559"/>
              <a:gd name="T4" fmla="*/ 11050 w 20063"/>
              <a:gd name="T5" fmla="*/ 0 h 18559"/>
              <a:gd name="T6" fmla="*/ 20066 w 20063"/>
              <a:gd name="T7" fmla="*/ 10549 h 18559"/>
              <a:gd name="T8" fmla="*/ 0 w 20063"/>
              <a:gd name="T9" fmla="*/ 18559 h 18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63" h="18559" fill="none">
                <a:moveTo>
                  <a:pt x="11050" y="0"/>
                </a:moveTo>
                <a:cubicBezTo>
                  <a:pt x="15105" y="2416"/>
                  <a:pt x="18298" y="6123"/>
                  <a:pt x="20066" y="10549"/>
                </a:cubicBezTo>
              </a:path>
              <a:path w="20063" h="18559" stroke="0">
                <a:moveTo>
                  <a:pt x="11050" y="0"/>
                </a:moveTo>
                <a:cubicBezTo>
                  <a:pt x="15105" y="2416"/>
                  <a:pt x="18298" y="6123"/>
                  <a:pt x="20066" y="10549"/>
                </a:cubicBezTo>
                <a:lnTo>
                  <a:pt x="0" y="18559"/>
                </a:lnTo>
                <a:close/>
              </a:path>
            </a:pathLst>
          </a:custGeom>
          <a:noFill/>
          <a:ln w="19050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9" name="对象 82962">
            <a:extLst>
              <a:ext uri="{FF2B5EF4-FFF2-40B4-BE49-F238E27FC236}">
                <a16:creationId xmlns:a16="http://schemas.microsoft.com/office/drawing/2014/main" id="{B4E549EC-3A36-4F8A-9169-D51E62BA30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360811"/>
              </p:ext>
            </p:extLst>
          </p:nvPr>
        </p:nvGraphicFramePr>
        <p:xfrm>
          <a:off x="6803292" y="3605581"/>
          <a:ext cx="787400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00" name="Equation" r:id="rId13" imgW="787320" imgH="241200" progId="Equation.DSMT4">
                  <p:embed/>
                </p:oleObj>
              </mc:Choice>
              <mc:Fallback>
                <p:oleObj name="Equation" r:id="rId13" imgW="787320" imgH="241200" progId="Equation.DSMT4">
                  <p:embed/>
                  <p:pic>
                    <p:nvPicPr>
                      <p:cNvPr id="12" name="对象 82962">
                        <a:extLst>
                          <a:ext uri="{FF2B5EF4-FFF2-40B4-BE49-F238E27FC236}">
                            <a16:creationId xmlns:a16="http://schemas.microsoft.com/office/drawing/2014/main" id="{5F26A4A0-B4C1-4C39-95DD-C39FE82D67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3292" y="3605581"/>
                        <a:ext cx="787400" cy="239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82971">
            <a:extLst>
              <a:ext uri="{FF2B5EF4-FFF2-40B4-BE49-F238E27FC236}">
                <a16:creationId xmlns:a16="http://schemas.microsoft.com/office/drawing/2014/main" id="{A1B5BC3E-5646-4FF4-84A4-D0D9B65ABC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1140016"/>
              </p:ext>
            </p:extLst>
          </p:nvPr>
        </p:nvGraphicFramePr>
        <p:xfrm>
          <a:off x="8676456" y="3980678"/>
          <a:ext cx="177480" cy="19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01" name="Equation" r:id="rId15" imgW="177480" imgH="190440" progId="Equation.DSMT4">
                  <p:embed/>
                </p:oleObj>
              </mc:Choice>
              <mc:Fallback>
                <p:oleObj name="Equation" r:id="rId15" imgW="177480" imgH="190440" progId="Equation.DSMT4">
                  <p:embed/>
                  <p:pic>
                    <p:nvPicPr>
                      <p:cNvPr id="11" name="对象 82971">
                        <a:extLst>
                          <a:ext uri="{FF2B5EF4-FFF2-40B4-BE49-F238E27FC236}">
                            <a16:creationId xmlns:a16="http://schemas.microsoft.com/office/drawing/2014/main" id="{A5D8BC04-1E88-48D6-BDB5-BC07CE23BE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6456" y="3980678"/>
                        <a:ext cx="177480" cy="190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82971">
            <a:extLst>
              <a:ext uri="{FF2B5EF4-FFF2-40B4-BE49-F238E27FC236}">
                <a16:creationId xmlns:a16="http://schemas.microsoft.com/office/drawing/2014/main" id="{CB087469-B025-4D58-AD7A-C8688C86C3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3832654"/>
              </p:ext>
            </p:extLst>
          </p:nvPr>
        </p:nvGraphicFramePr>
        <p:xfrm>
          <a:off x="5159375" y="1171575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02" name="Equation" r:id="rId17" imgW="190440" imgH="241200" progId="Equation.DSMT4">
                  <p:embed/>
                </p:oleObj>
              </mc:Choice>
              <mc:Fallback>
                <p:oleObj name="Equation" r:id="rId17" imgW="190440" imgH="241200" progId="Equation.DSMT4">
                  <p:embed/>
                  <p:pic>
                    <p:nvPicPr>
                      <p:cNvPr id="20" name="对象 82971">
                        <a:extLst>
                          <a:ext uri="{FF2B5EF4-FFF2-40B4-BE49-F238E27FC236}">
                            <a16:creationId xmlns:a16="http://schemas.microsoft.com/office/drawing/2014/main" id="{A1B5BC3E-5646-4FF4-84A4-D0D9B65ABC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5" y="1171575"/>
                        <a:ext cx="1905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82971">
            <a:extLst>
              <a:ext uri="{FF2B5EF4-FFF2-40B4-BE49-F238E27FC236}">
                <a16:creationId xmlns:a16="http://schemas.microsoft.com/office/drawing/2014/main" id="{86280A1A-5DD4-4DBE-91E5-2EDD93F119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9014669"/>
              </p:ext>
            </p:extLst>
          </p:nvPr>
        </p:nvGraphicFramePr>
        <p:xfrm>
          <a:off x="4840635" y="3760266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03" name="Equation" r:id="rId19" imgW="228600" imgH="241200" progId="Equation.DSMT4">
                  <p:embed/>
                </p:oleObj>
              </mc:Choice>
              <mc:Fallback>
                <p:oleObj name="Equation" r:id="rId19" imgW="228600" imgH="241200" progId="Equation.DSMT4">
                  <p:embed/>
                  <p:pic>
                    <p:nvPicPr>
                      <p:cNvPr id="21" name="对象 82971">
                        <a:extLst>
                          <a:ext uri="{FF2B5EF4-FFF2-40B4-BE49-F238E27FC236}">
                            <a16:creationId xmlns:a16="http://schemas.microsoft.com/office/drawing/2014/main" id="{CB087469-B025-4D58-AD7A-C8688C86C3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0635" y="3760266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DA3CEAE5-B43D-4899-AE6B-457766619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73" y="254405"/>
            <a:ext cx="4603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在光滑弧上自点</a:t>
            </a:r>
            <a:r>
              <a:rPr lang="zh-CN" altLang="en-US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开始取弧段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CF3AADA-D561-47C0-9998-AEA60734F6E0}"/>
              </a:ext>
            </a:extLst>
          </p:cNvPr>
          <p:cNvGrpSpPr/>
          <p:nvPr/>
        </p:nvGrpSpPr>
        <p:grpSpPr>
          <a:xfrm>
            <a:off x="1797207" y="845486"/>
            <a:ext cx="3030359" cy="478026"/>
            <a:chOff x="1690439" y="1043221"/>
            <a:chExt cx="3030359" cy="478026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24E5DD9-6DC3-400E-98E8-2405EC007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439" y="1059582"/>
              <a:ext cx="1752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对应切线</a:t>
              </a: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49D8EA2D-9F81-49C0-AABE-019CA87F732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57810608"/>
                </p:ext>
              </p:extLst>
            </p:nvPr>
          </p:nvGraphicFramePr>
          <p:xfrm>
            <a:off x="4009598" y="1132000"/>
            <a:ext cx="711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604" name="Equation" r:id="rId21" imgW="711000" imgH="342720" progId="Equation.DSMT4">
                    <p:embed/>
                  </p:oleObj>
                </mc:Choice>
                <mc:Fallback>
                  <p:oleObj name="Equation" r:id="rId21" imgW="711000" imgH="342720" progId="Equation.DSMT4">
                    <p:embed/>
                    <p:pic>
                      <p:nvPicPr>
                        <p:cNvPr id="82950" name="对象 82949">
                          <a:extLst>
                            <a:ext uri="{FF2B5EF4-FFF2-40B4-BE49-F238E27FC236}">
                              <a16:creationId xmlns:a16="http://schemas.microsoft.com/office/drawing/2014/main" id="{6BFE1FC0-917B-4E43-836D-32AD2EB03B4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9598" y="1132000"/>
                          <a:ext cx="7112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1E020D8-2821-46AF-BAEA-9C6F32BEF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8864" y="1043221"/>
              <a:ext cx="1447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转角为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91370EE1-0EBF-4408-BBA7-3918DF4E7CCF}"/>
              </a:ext>
            </a:extLst>
          </p:cNvPr>
          <p:cNvGrpSpPr/>
          <p:nvPr/>
        </p:nvGrpSpPr>
        <p:grpSpPr>
          <a:xfrm>
            <a:off x="180829" y="861847"/>
            <a:ext cx="1742039" cy="461665"/>
            <a:chOff x="74061" y="1059582"/>
            <a:chExt cx="1742039" cy="461665"/>
          </a:xfrm>
        </p:grpSpPr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1A641459-7384-47FE-A0D2-0A0FC84D606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06602387"/>
                </p:ext>
              </p:extLst>
            </p:nvPr>
          </p:nvGraphicFramePr>
          <p:xfrm>
            <a:off x="1117600" y="1139825"/>
            <a:ext cx="698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605" name="Equation" r:id="rId23" imgW="698400" imgH="342720" progId="Equation.DSMT4">
                    <p:embed/>
                  </p:oleObj>
                </mc:Choice>
                <mc:Fallback>
                  <p:oleObj name="Equation" r:id="rId23" imgW="698400" imgH="342720" progId="Equation.DSMT4">
                    <p:embed/>
                    <p:pic>
                      <p:nvPicPr>
                        <p:cNvPr id="82948" name="对象 82947">
                          <a:extLst>
                            <a:ext uri="{FF2B5EF4-FFF2-40B4-BE49-F238E27FC236}">
                              <a16:creationId xmlns:a16="http://schemas.microsoft.com/office/drawing/2014/main" id="{D3A1343F-BB57-4DE5-8388-151E3FD700E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7600" y="1139825"/>
                          <a:ext cx="698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B465C52-96C0-4D62-8C03-4709CFC533B1}"/>
                </a:ext>
              </a:extLst>
            </p:cNvPr>
            <p:cNvSpPr/>
            <p:nvPr/>
          </p:nvSpPr>
          <p:spPr>
            <a:xfrm>
              <a:off x="74061" y="1059582"/>
              <a:ext cx="111280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其长为</a:t>
              </a:r>
              <a:endParaRPr lang="zh-CN" altLang="en-US" sz="2400" dirty="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9AFEDE6-049E-4EED-948F-123B6EB09E6C}"/>
              </a:ext>
            </a:extLst>
          </p:cNvPr>
          <p:cNvGrpSpPr/>
          <p:nvPr/>
        </p:nvGrpSpPr>
        <p:grpSpPr>
          <a:xfrm>
            <a:off x="188896" y="1472521"/>
            <a:ext cx="4191691" cy="471506"/>
            <a:chOff x="94311" y="1715052"/>
            <a:chExt cx="4191691" cy="471506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FC7C926-33AD-4BA4-81A2-51BC9962D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311" y="1724893"/>
              <a:ext cx="990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定义</a:t>
              </a: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9C1B64BC-6FA7-4E0E-A840-B9A504ECD9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952" y="1715052"/>
              <a:ext cx="3575050" cy="461963"/>
              <a:chOff x="297" y="1405"/>
              <a:chExt cx="2252" cy="291"/>
            </a:xfrm>
          </p:grpSpPr>
          <p:sp>
            <p:nvSpPr>
              <p:cNvPr id="31" name="文本框 82952">
                <a:extLst>
                  <a:ext uri="{FF2B5EF4-FFF2-40B4-BE49-F238E27FC236}">
                    <a16:creationId xmlns:a16="http://schemas.microsoft.com/office/drawing/2014/main" id="{650959E6-8B16-4981-BACE-65651B2D5E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" y="1405"/>
                <a:ext cx="225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+mj-ea"/>
                    <a:ea typeface="+mj-ea"/>
                  </a:rPr>
                  <a:t>弧段   上的</a:t>
                </a:r>
                <a:r>
                  <a:rPr lang="zh-CN" altLang="en-US" sz="2400" b="1" dirty="0">
                    <a:solidFill>
                      <a:srgbClr val="0066FF"/>
                    </a:solidFill>
                    <a:latin typeface="+mj-ea"/>
                    <a:ea typeface="+mj-ea"/>
                  </a:rPr>
                  <a:t>平均曲率</a:t>
                </a:r>
              </a:p>
            </p:txBody>
          </p:sp>
          <p:graphicFrame>
            <p:nvGraphicFramePr>
              <p:cNvPr id="32" name="对象 82953">
                <a:extLst>
                  <a:ext uri="{FF2B5EF4-FFF2-40B4-BE49-F238E27FC236}">
                    <a16:creationId xmlns:a16="http://schemas.microsoft.com/office/drawing/2014/main" id="{4C5C5060-199C-44C9-9ED1-F505EA7F1AD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20366600"/>
                  </p:ext>
                </p:extLst>
              </p:nvPr>
            </p:nvGraphicFramePr>
            <p:xfrm>
              <a:off x="755" y="1488"/>
              <a:ext cx="22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0606" name="Equation" r:id="rId25" imgW="355320" imgH="330120" progId="Equation.DSMT4">
                      <p:embed/>
                    </p:oleObj>
                  </mc:Choice>
                  <mc:Fallback>
                    <p:oleObj name="Equation" r:id="rId25" imgW="355320" imgH="330120" progId="Equation.DSMT4">
                      <p:embed/>
                      <p:pic>
                        <p:nvPicPr>
                          <p:cNvPr id="8201" name="对象 82953">
                            <a:extLst>
                              <a:ext uri="{FF2B5EF4-FFF2-40B4-BE49-F238E27FC236}">
                                <a16:creationId xmlns:a16="http://schemas.microsoft.com/office/drawing/2014/main" id="{F2C00646-04A7-46DE-A6B9-DF8BBB4ECD8D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5" y="1488"/>
                            <a:ext cx="224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DC524E3F-722D-406F-9EDB-8549E5DFDA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5372935"/>
              </p:ext>
            </p:extLst>
          </p:nvPr>
        </p:nvGraphicFramePr>
        <p:xfrm>
          <a:off x="1797207" y="2075290"/>
          <a:ext cx="1358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07" name="Equation" r:id="rId27" imgW="1358640" imgH="888840" progId="Equation.DSMT4">
                  <p:embed/>
                </p:oleObj>
              </mc:Choice>
              <mc:Fallback>
                <p:oleObj name="Equation" r:id="rId27" imgW="1358640" imgH="888840" progId="Equation.DSMT4">
                  <p:embed/>
                  <p:pic>
                    <p:nvPicPr>
                      <p:cNvPr id="82955" name="对象 82954">
                        <a:extLst>
                          <a:ext uri="{FF2B5EF4-FFF2-40B4-BE49-F238E27FC236}">
                            <a16:creationId xmlns:a16="http://schemas.microsoft.com/office/drawing/2014/main" id="{58EB6614-AACD-481D-99D1-A17E92F3824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207" y="2075290"/>
                        <a:ext cx="1358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D89B0235-A774-4B5A-AA6E-A6E46ADF8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106" y="2968641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点</a:t>
            </a:r>
            <a:r>
              <a:rPr lang="zh-CN" altLang="en-US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处的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曲率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CE374AB-26EB-4BD9-ABF3-CD9C9B4A2686}"/>
              </a:ext>
            </a:extLst>
          </p:cNvPr>
          <p:cNvGrpSpPr/>
          <p:nvPr/>
        </p:nvGrpSpPr>
        <p:grpSpPr>
          <a:xfrm>
            <a:off x="911484" y="3557606"/>
            <a:ext cx="3391882" cy="1227023"/>
            <a:chOff x="971600" y="3792999"/>
            <a:chExt cx="3358715" cy="1299031"/>
          </a:xfrm>
        </p:grpSpPr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03AFA6A0-FE34-4886-A7F1-A7A46911AC5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933261313"/>
                </p:ext>
              </p:extLst>
            </p:nvPr>
          </p:nvGraphicFramePr>
          <p:xfrm>
            <a:off x="1163740" y="3901578"/>
            <a:ext cx="1754187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608" name="Equation" r:id="rId29" imgW="1752480" imgH="888840" progId="Equation.DSMT4">
                    <p:embed/>
                  </p:oleObj>
                </mc:Choice>
                <mc:Fallback>
                  <p:oleObj name="Equation" r:id="rId29" imgW="1752480" imgH="888840" progId="Equation.DSMT4">
                    <p:embed/>
                    <p:pic>
                      <p:nvPicPr>
                        <p:cNvPr id="82957" name="对象 82956">
                          <a:extLst>
                            <a:ext uri="{FF2B5EF4-FFF2-40B4-BE49-F238E27FC236}">
                              <a16:creationId xmlns:a16="http://schemas.microsoft.com/office/drawing/2014/main" id="{BD604C30-732C-4A0A-BA87-E7B9ED7BC22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3740" y="3901578"/>
                          <a:ext cx="1754187" cy="889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911BAAE1-A1CF-48EE-83D9-E8E5D78D861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51274109"/>
                </p:ext>
              </p:extLst>
            </p:nvPr>
          </p:nvGraphicFramePr>
          <p:xfrm>
            <a:off x="2968625" y="3911600"/>
            <a:ext cx="1003300" cy="88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0609" name="Equation" r:id="rId31" imgW="1002960" imgH="888840" progId="Equation.DSMT4">
                    <p:embed/>
                  </p:oleObj>
                </mc:Choice>
                <mc:Fallback>
                  <p:oleObj name="Equation" r:id="rId31" imgW="1002960" imgH="888840" progId="Equation.DSMT4">
                    <p:embed/>
                    <p:pic>
                      <p:nvPicPr>
                        <p:cNvPr id="82958" name="对象 82957">
                          <a:extLst>
                            <a:ext uri="{FF2B5EF4-FFF2-40B4-BE49-F238E27FC236}">
                              <a16:creationId xmlns:a16="http://schemas.microsoft.com/office/drawing/2014/main" id="{7A32D266-306E-4732-BC03-239C7C915C5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625" y="3911600"/>
                          <a:ext cx="1003300" cy="889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11CEBCE-392F-423D-9E30-50F24B61E281}"/>
                </a:ext>
              </a:extLst>
            </p:cNvPr>
            <p:cNvSpPr/>
            <p:nvPr/>
          </p:nvSpPr>
          <p:spPr bwMode="auto">
            <a:xfrm>
              <a:off x="971600" y="3792999"/>
              <a:ext cx="3358715" cy="1299031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tlCol="0" anchor="ctr"/>
            <a:lstStyle/>
            <a:p>
              <a:pPr algn="l"/>
              <a:endParaRPr lang="zh-CN" altLang="en-US"/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90CDE0ED-8A17-4968-8705-94A07831D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635" y="4231156"/>
            <a:ext cx="37929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注</a:t>
            </a:r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直线上任意点处的曲率为 </a:t>
            </a:r>
            <a:r>
              <a:rPr lang="en-US" altLang="zh-C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79847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4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3969">
            <a:extLst>
              <a:ext uri="{FF2B5EF4-FFF2-40B4-BE49-F238E27FC236}">
                <a16:creationId xmlns:a16="http://schemas.microsoft.com/office/drawing/2014/main" id="{BADF9ECC-DE30-47D4-A8B0-1F15DA3492FB}"/>
              </a:ext>
            </a:extLst>
          </p:cNvPr>
          <p:cNvSpPr txBox="1">
            <a:spLocks noChangeArrowheads="1"/>
          </p:cNvSpPr>
          <p:nvPr/>
        </p:nvSpPr>
        <p:spPr>
          <a:xfrm>
            <a:off x="352425" y="485017"/>
            <a:ext cx="65532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求半径为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的圆上任意点处的曲率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BE5DE2-A596-4912-B395-CA10A9A59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143000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如图所示 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A0AE2B0-21EE-47F7-AB64-88D89E812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469273"/>
              </p:ext>
            </p:extLst>
          </p:nvPr>
        </p:nvGraphicFramePr>
        <p:xfrm>
          <a:off x="2605244" y="1238679"/>
          <a:ext cx="1701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80" name="Equation" r:id="rId3" imgW="1701720" imgH="342720" progId="Equation.DSMT4">
                  <p:embed/>
                </p:oleObj>
              </mc:Choice>
              <mc:Fallback>
                <p:oleObj name="Equation" r:id="rId3" imgW="1701720" imgH="342720" progId="Equation.DSMT4">
                  <p:embed/>
                  <p:pic>
                    <p:nvPicPr>
                      <p:cNvPr id="83972" name="对象 83971">
                        <a:extLst>
                          <a:ext uri="{FF2B5EF4-FFF2-40B4-BE49-F238E27FC236}">
                            <a16:creationId xmlns:a16="http://schemas.microsoft.com/office/drawing/2014/main" id="{F5BE9C19-ECE5-47E5-A763-2411E450CE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244" y="1238679"/>
                        <a:ext cx="1701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C74F99F-BF09-4C91-8731-E9B07E7A7F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7122673"/>
              </p:ext>
            </p:extLst>
          </p:nvPr>
        </p:nvGraphicFramePr>
        <p:xfrm>
          <a:off x="1151770" y="1851319"/>
          <a:ext cx="1752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81" name="Equation" r:id="rId5" imgW="1752480" imgH="888840" progId="Equation.DSMT4">
                  <p:embed/>
                </p:oleObj>
              </mc:Choice>
              <mc:Fallback>
                <p:oleObj name="Equation" r:id="rId5" imgW="1752480" imgH="888840" progId="Equation.DSMT4">
                  <p:embed/>
                  <p:pic>
                    <p:nvPicPr>
                      <p:cNvPr id="83973" name="对象 83972">
                        <a:extLst>
                          <a:ext uri="{FF2B5EF4-FFF2-40B4-BE49-F238E27FC236}">
                            <a16:creationId xmlns:a16="http://schemas.microsoft.com/office/drawing/2014/main" id="{413C36EB-54F0-4E27-B440-C8AF798DC4F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770" y="1851319"/>
                        <a:ext cx="17526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2CD2935-D7BF-4079-9D2B-263BF3AAED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1720959"/>
              </p:ext>
            </p:extLst>
          </p:nvPr>
        </p:nvGraphicFramePr>
        <p:xfrm>
          <a:off x="2912010" y="1901392"/>
          <a:ext cx="2273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82" name="Equation" r:id="rId7" imgW="2273040" imgH="812520" progId="Equation.DSMT4">
                  <p:embed/>
                </p:oleObj>
              </mc:Choice>
              <mc:Fallback>
                <p:oleObj name="Equation" r:id="rId7" imgW="2273040" imgH="812520" progId="Equation.DSMT4">
                  <p:embed/>
                  <p:pic>
                    <p:nvPicPr>
                      <p:cNvPr id="83974" name="对象 83973">
                        <a:extLst>
                          <a:ext uri="{FF2B5EF4-FFF2-40B4-BE49-F238E27FC236}">
                            <a16:creationId xmlns:a16="http://schemas.microsoft.com/office/drawing/2014/main" id="{53BE276C-7F95-4D98-B985-7B6CF26728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2010" y="1901392"/>
                        <a:ext cx="22733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E1F935D-53EA-40BB-9C92-54A1626FF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06" y="3459476"/>
            <a:ext cx="708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愈小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愈大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圆弧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弯曲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得愈厉害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F513C2-2F94-4C58-AE96-8DD298CFE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068337"/>
            <a:ext cx="586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愈大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愈小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圆弧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弯曲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得愈小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DFCD4A1-F454-4048-81A3-D8FBC2A7F7DD}"/>
              </a:ext>
            </a:extLst>
          </p:cNvPr>
          <p:cNvGrpSpPr>
            <a:grpSpLocks/>
          </p:cNvGrpSpPr>
          <p:nvPr/>
        </p:nvGrpSpPr>
        <p:grpSpPr bwMode="auto">
          <a:xfrm>
            <a:off x="7752984" y="1843800"/>
            <a:ext cx="380536" cy="426652"/>
            <a:chOff x="4982" y="1240"/>
            <a:chExt cx="351" cy="392"/>
          </a:xfrm>
        </p:grpSpPr>
        <p:graphicFrame>
          <p:nvGraphicFramePr>
            <p:cNvPr id="10" name="对象 83977">
              <a:extLst>
                <a:ext uri="{FF2B5EF4-FFF2-40B4-BE49-F238E27FC236}">
                  <a16:creationId xmlns:a16="http://schemas.microsoft.com/office/drawing/2014/main" id="{0F869FBB-A2A5-4700-9352-A3886FDB74A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36631952"/>
                </p:ext>
              </p:extLst>
            </p:nvPr>
          </p:nvGraphicFramePr>
          <p:xfrm>
            <a:off x="4982" y="1240"/>
            <a:ext cx="351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83" name="Equation" r:id="rId9" imgW="380880" imgH="241200" progId="Equation.DSMT4">
                    <p:embed/>
                  </p:oleObj>
                </mc:Choice>
                <mc:Fallback>
                  <p:oleObj name="Equation" r:id="rId9" imgW="380880" imgH="241200" progId="Equation.DSMT4">
                    <p:embed/>
                    <p:pic>
                      <p:nvPicPr>
                        <p:cNvPr id="9225" name="对象 83977">
                          <a:extLst>
                            <a:ext uri="{FF2B5EF4-FFF2-40B4-BE49-F238E27FC236}">
                              <a16:creationId xmlns:a16="http://schemas.microsoft.com/office/drawing/2014/main" id="{55627191-DCA0-427D-B34D-D886145E81F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2" y="1240"/>
                          <a:ext cx="351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任意多边形 83978">
              <a:extLst>
                <a:ext uri="{FF2B5EF4-FFF2-40B4-BE49-F238E27FC236}">
                  <a16:creationId xmlns:a16="http://schemas.microsoft.com/office/drawing/2014/main" id="{ACC17144-C13D-44FD-9B62-2A5060B75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543"/>
              <a:ext cx="158" cy="89"/>
            </a:xfrm>
            <a:custGeom>
              <a:avLst/>
              <a:gdLst>
                <a:gd name="T0" fmla="*/ 0 w 23265"/>
                <a:gd name="T1" fmla="*/ 3972 h 21600"/>
                <a:gd name="T2" fmla="*/ 12484 w 23265"/>
                <a:gd name="T3" fmla="*/ -1 h 21600"/>
                <a:gd name="T4" fmla="*/ 23267 w 23265"/>
                <a:gd name="T5" fmla="*/ 2879 h 21600"/>
                <a:gd name="T6" fmla="*/ 0 w 23265"/>
                <a:gd name="T7" fmla="*/ 3972 h 21600"/>
                <a:gd name="T8" fmla="*/ 12484 w 23265"/>
                <a:gd name="T9" fmla="*/ -1 h 21600"/>
                <a:gd name="T10" fmla="*/ 23267 w 23265"/>
                <a:gd name="T11" fmla="*/ 2879 h 21600"/>
                <a:gd name="T12" fmla="*/ 12484 w 23265"/>
                <a:gd name="T13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265" h="21600" fill="none">
                  <a:moveTo>
                    <a:pt x="0" y="3972"/>
                  </a:moveTo>
                  <a:cubicBezTo>
                    <a:pt x="3525" y="1469"/>
                    <a:pt x="7833" y="-1"/>
                    <a:pt x="12484" y="-1"/>
                  </a:cubicBezTo>
                  <a:cubicBezTo>
                    <a:pt x="16412" y="-1"/>
                    <a:pt x="20095" y="1047"/>
                    <a:pt x="23267" y="2879"/>
                  </a:cubicBezTo>
                </a:path>
                <a:path w="23265" h="21600" stroke="0">
                  <a:moveTo>
                    <a:pt x="0" y="3972"/>
                  </a:moveTo>
                  <a:cubicBezTo>
                    <a:pt x="3525" y="1469"/>
                    <a:pt x="7833" y="-1"/>
                    <a:pt x="12484" y="-1"/>
                  </a:cubicBezTo>
                  <a:cubicBezTo>
                    <a:pt x="16412" y="-1"/>
                    <a:pt x="20095" y="1047"/>
                    <a:pt x="23267" y="2879"/>
                  </a:cubicBezTo>
                  <a:lnTo>
                    <a:pt x="12484" y="21600"/>
                  </a:lnTo>
                  <a:close/>
                </a:path>
              </a:pathLst>
            </a:custGeom>
            <a:noFill/>
            <a:ln w="22225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400">
                <a:latin typeface="+mj-ea"/>
                <a:ea typeface="+mj-ea"/>
              </a:endParaRPr>
            </a:p>
          </p:txBody>
        </p:sp>
      </p:grp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F4B30EEE-F09A-49F8-A971-2D048176F6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75149" y="1674236"/>
            <a:ext cx="1016000" cy="16287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8694443D-E07D-4F62-85FF-93D6EDE73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4950" y="1212670"/>
            <a:ext cx="1074973" cy="20759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/>
            <a:tailEnd type="non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150E3FB-60E5-4DE6-B112-0F9B5031876D}"/>
              </a:ext>
            </a:extLst>
          </p:cNvPr>
          <p:cNvGrpSpPr>
            <a:grpSpLocks/>
          </p:cNvGrpSpPr>
          <p:nvPr/>
        </p:nvGrpSpPr>
        <p:grpSpPr bwMode="auto">
          <a:xfrm>
            <a:off x="5865486" y="1304133"/>
            <a:ext cx="2147887" cy="1895474"/>
            <a:chOff x="3390" y="827"/>
            <a:chExt cx="1353" cy="1194"/>
          </a:xfrm>
        </p:grpSpPr>
        <p:sp>
          <p:nvSpPr>
            <p:cNvPr id="18" name="椭圆 83985">
              <a:extLst>
                <a:ext uri="{FF2B5EF4-FFF2-40B4-BE49-F238E27FC236}">
                  <a16:creationId xmlns:a16="http://schemas.microsoft.com/office/drawing/2014/main" id="{A8DE99BE-79A3-4954-8D11-7D362E713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0" y="838"/>
              <a:ext cx="1180" cy="1183"/>
            </a:xfrm>
            <a:prstGeom prst="ellipse">
              <a:avLst/>
            </a:prstGeom>
            <a:noFill/>
            <a:ln w="158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400" dirty="0">
                <a:latin typeface="+mj-ea"/>
                <a:ea typeface="+mj-ea"/>
              </a:endParaRPr>
            </a:p>
          </p:txBody>
        </p:sp>
        <p:sp>
          <p:nvSpPr>
            <p:cNvPr id="15" name="直接连接符 83982">
              <a:extLst>
                <a:ext uri="{FF2B5EF4-FFF2-40B4-BE49-F238E27FC236}">
                  <a16:creationId xmlns:a16="http://schemas.microsoft.com/office/drawing/2014/main" id="{7D441607-C069-42B9-B38D-B30DDEA6E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5" y="1137"/>
              <a:ext cx="382" cy="289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graphicFrame>
          <p:nvGraphicFramePr>
            <p:cNvPr id="16" name="对象 83983">
              <a:extLst>
                <a:ext uri="{FF2B5EF4-FFF2-40B4-BE49-F238E27FC236}">
                  <a16:creationId xmlns:a16="http://schemas.microsoft.com/office/drawing/2014/main" id="{6B6F2FAA-D430-4F18-8789-BEFC78D21A1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88783055"/>
                </p:ext>
              </p:extLst>
            </p:nvPr>
          </p:nvGraphicFramePr>
          <p:xfrm>
            <a:off x="4382" y="1218"/>
            <a:ext cx="19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84" name="Equation" r:id="rId11" imgW="304560" imgH="241200" progId="Equation.DSMT4">
                    <p:embed/>
                  </p:oleObj>
                </mc:Choice>
                <mc:Fallback>
                  <p:oleObj name="Equation" r:id="rId11" imgW="304560" imgH="241200" progId="Equation.DSMT4">
                    <p:embed/>
                    <p:pic>
                      <p:nvPicPr>
                        <p:cNvPr id="9231" name="对象 83983">
                          <a:extLst>
                            <a:ext uri="{FF2B5EF4-FFF2-40B4-BE49-F238E27FC236}">
                              <a16:creationId xmlns:a16="http://schemas.microsoft.com/office/drawing/2014/main" id="{C74599FA-5788-45DC-AFE6-2A9A8D6EF3B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2" y="1218"/>
                          <a:ext cx="19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83984">
              <a:extLst>
                <a:ext uri="{FF2B5EF4-FFF2-40B4-BE49-F238E27FC236}">
                  <a16:creationId xmlns:a16="http://schemas.microsoft.com/office/drawing/2014/main" id="{1A2E8B3F-C4CB-4C11-8A34-23D2210E69A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78857603"/>
                </p:ext>
              </p:extLst>
            </p:nvPr>
          </p:nvGraphicFramePr>
          <p:xfrm>
            <a:off x="4170" y="1577"/>
            <a:ext cx="13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85" name="Equation" r:id="rId13" imgW="215640" imgH="228600" progId="Equation.DSMT4">
                    <p:embed/>
                  </p:oleObj>
                </mc:Choice>
                <mc:Fallback>
                  <p:oleObj name="Equation" r:id="rId13" imgW="215640" imgH="228600" progId="Equation.DSMT4">
                    <p:embed/>
                    <p:pic>
                      <p:nvPicPr>
                        <p:cNvPr id="9232" name="对象 83984">
                          <a:extLst>
                            <a:ext uri="{FF2B5EF4-FFF2-40B4-BE49-F238E27FC236}">
                              <a16:creationId xmlns:a16="http://schemas.microsoft.com/office/drawing/2014/main" id="{19EE54C7-F089-4B92-9262-5D87ED7CE69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0" y="1577"/>
                          <a:ext cx="13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直接连接符 83986">
              <a:extLst>
                <a:ext uri="{FF2B5EF4-FFF2-40B4-BE49-F238E27FC236}">
                  <a16:creationId xmlns:a16="http://schemas.microsoft.com/office/drawing/2014/main" id="{771F3655-1FE1-4C65-AA82-9738BE00E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5" y="1425"/>
              <a:ext cx="417" cy="284"/>
            </a:xfrm>
            <a:prstGeom prst="line">
              <a:avLst/>
            </a:prstGeom>
            <a:noFill/>
            <a:ln w="19050">
              <a:solidFill>
                <a:srgbClr val="00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>
                <a:latin typeface="+mj-ea"/>
                <a:ea typeface="+mj-ea"/>
              </a:endParaRPr>
            </a:p>
          </p:txBody>
        </p:sp>
        <p:graphicFrame>
          <p:nvGraphicFramePr>
            <p:cNvPr id="20" name="对象 83987">
              <a:extLst>
                <a:ext uri="{FF2B5EF4-FFF2-40B4-BE49-F238E27FC236}">
                  <a16:creationId xmlns:a16="http://schemas.microsoft.com/office/drawing/2014/main" id="{5A71D799-62DD-4049-B942-22F4A139DF7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06875310"/>
                </p:ext>
              </p:extLst>
            </p:nvPr>
          </p:nvGraphicFramePr>
          <p:xfrm>
            <a:off x="4551" y="1725"/>
            <a:ext cx="192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86" name="Equation" r:id="rId15" imgW="304560" imgH="228600" progId="Equation.DSMT4">
                    <p:embed/>
                  </p:oleObj>
                </mc:Choice>
                <mc:Fallback>
                  <p:oleObj name="Equation" r:id="rId15" imgW="304560" imgH="228600" progId="Equation.DSMT4">
                    <p:embed/>
                    <p:pic>
                      <p:nvPicPr>
                        <p:cNvPr id="9235" name="对象 83987">
                          <a:extLst>
                            <a:ext uri="{FF2B5EF4-FFF2-40B4-BE49-F238E27FC236}">
                              <a16:creationId xmlns:a16="http://schemas.microsoft.com/office/drawing/2014/main" id="{0897495F-0965-4BB5-9F10-59B530E7278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1" y="1725"/>
                          <a:ext cx="192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83988">
              <a:extLst>
                <a:ext uri="{FF2B5EF4-FFF2-40B4-BE49-F238E27FC236}">
                  <a16:creationId xmlns:a16="http://schemas.microsoft.com/office/drawing/2014/main" id="{312CC68B-E988-467B-86A7-62614C9DA1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278790"/>
                </p:ext>
              </p:extLst>
            </p:nvPr>
          </p:nvGraphicFramePr>
          <p:xfrm>
            <a:off x="4447" y="827"/>
            <a:ext cx="22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87" name="Equation" r:id="rId17" imgW="355320" imgH="241200" progId="Equation.DSMT4">
                    <p:embed/>
                  </p:oleObj>
                </mc:Choice>
                <mc:Fallback>
                  <p:oleObj name="Equation" r:id="rId17" imgW="355320" imgH="241200" progId="Equation.DSMT4">
                    <p:embed/>
                    <p:pic>
                      <p:nvPicPr>
                        <p:cNvPr id="9236" name="对象 83988">
                          <a:extLst>
                            <a:ext uri="{FF2B5EF4-FFF2-40B4-BE49-F238E27FC236}">
                              <a16:creationId xmlns:a16="http://schemas.microsoft.com/office/drawing/2014/main" id="{0F548713-B997-45D0-BAAD-CC5A2E33878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7" y="827"/>
                          <a:ext cx="22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E1470F0-A1DF-4C52-9435-7CB6C0E37B96}"/>
              </a:ext>
            </a:extLst>
          </p:cNvPr>
          <p:cNvGrpSpPr>
            <a:grpSpLocks/>
          </p:cNvGrpSpPr>
          <p:nvPr/>
        </p:nvGrpSpPr>
        <p:grpSpPr bwMode="auto">
          <a:xfrm>
            <a:off x="6991383" y="2129992"/>
            <a:ext cx="546100" cy="241300"/>
            <a:chOff x="4191" y="1323"/>
            <a:chExt cx="344" cy="152"/>
          </a:xfrm>
        </p:grpSpPr>
        <p:graphicFrame>
          <p:nvGraphicFramePr>
            <p:cNvPr id="23" name="对象 83990">
              <a:extLst>
                <a:ext uri="{FF2B5EF4-FFF2-40B4-BE49-F238E27FC236}">
                  <a16:creationId xmlns:a16="http://schemas.microsoft.com/office/drawing/2014/main" id="{4E233B1C-32E2-4A5A-8E59-C285183276A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74091206"/>
                </p:ext>
              </p:extLst>
            </p:nvPr>
          </p:nvGraphicFramePr>
          <p:xfrm>
            <a:off x="4295" y="1323"/>
            <a:ext cx="24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488" name="Equation" r:id="rId19" imgW="380880" imgH="241200" progId="Equation.DSMT4">
                    <p:embed/>
                  </p:oleObj>
                </mc:Choice>
                <mc:Fallback>
                  <p:oleObj name="Equation" r:id="rId19" imgW="380880" imgH="241200" progId="Equation.DSMT4">
                    <p:embed/>
                    <p:pic>
                      <p:nvPicPr>
                        <p:cNvPr id="9238" name="对象 83990">
                          <a:extLst>
                            <a:ext uri="{FF2B5EF4-FFF2-40B4-BE49-F238E27FC236}">
                              <a16:creationId xmlns:a16="http://schemas.microsoft.com/office/drawing/2014/main" id="{E7A2A3CB-1AEE-4CD1-82C1-237924815AF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5" y="1323"/>
                          <a:ext cx="24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任意多边形 83991">
              <a:extLst>
                <a:ext uri="{FF2B5EF4-FFF2-40B4-BE49-F238E27FC236}">
                  <a16:creationId xmlns:a16="http://schemas.microsoft.com/office/drawing/2014/main" id="{0244F591-23F2-488B-9923-5BEBFE774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" y="1352"/>
              <a:ext cx="99" cy="104"/>
            </a:xfrm>
            <a:custGeom>
              <a:avLst/>
              <a:gdLst>
                <a:gd name="T0" fmla="*/ 18307 w 21600"/>
                <a:gd name="T1" fmla="*/ 0 h 22613"/>
                <a:gd name="T2" fmla="*/ 21600 w 21600"/>
                <a:gd name="T3" fmla="*/ 11464 h 22613"/>
                <a:gd name="T4" fmla="*/ 18503 w 21600"/>
                <a:gd name="T5" fmla="*/ 22615 h 22613"/>
                <a:gd name="T6" fmla="*/ 18307 w 21600"/>
                <a:gd name="T7" fmla="*/ 0 h 22613"/>
                <a:gd name="T8" fmla="*/ 21600 w 21600"/>
                <a:gd name="T9" fmla="*/ 11464 h 22613"/>
                <a:gd name="T10" fmla="*/ 18503 w 21600"/>
                <a:gd name="T11" fmla="*/ 22615 h 22613"/>
                <a:gd name="T12" fmla="*/ 0 w 21600"/>
                <a:gd name="T13" fmla="*/ 11464 h 2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600" h="22613" fill="none">
                  <a:moveTo>
                    <a:pt x="18307" y="0"/>
                  </a:moveTo>
                  <a:cubicBezTo>
                    <a:pt x="20394" y="3321"/>
                    <a:pt x="21600" y="7252"/>
                    <a:pt x="21600" y="11464"/>
                  </a:cubicBezTo>
                  <a:cubicBezTo>
                    <a:pt x="21600" y="15544"/>
                    <a:pt x="20469" y="19360"/>
                    <a:pt x="18503" y="22615"/>
                  </a:cubicBezTo>
                </a:path>
                <a:path w="21600" h="22613" stroke="0">
                  <a:moveTo>
                    <a:pt x="18307" y="0"/>
                  </a:moveTo>
                  <a:cubicBezTo>
                    <a:pt x="20394" y="3321"/>
                    <a:pt x="21600" y="7252"/>
                    <a:pt x="21600" y="11464"/>
                  </a:cubicBezTo>
                  <a:cubicBezTo>
                    <a:pt x="21600" y="15544"/>
                    <a:pt x="20469" y="19360"/>
                    <a:pt x="18503" y="22615"/>
                  </a:cubicBezTo>
                  <a:lnTo>
                    <a:pt x="0" y="11464"/>
                  </a:lnTo>
                  <a:close/>
                </a:path>
              </a:pathLst>
            </a:custGeom>
            <a:noFill/>
            <a:ln w="22225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400">
                <a:latin typeface="+mj-ea"/>
                <a:ea typeface="+mj-ea"/>
              </a:endParaRPr>
            </a:p>
          </p:txBody>
        </p:sp>
      </p:grpSp>
      <p:sp>
        <p:nvSpPr>
          <p:cNvPr id="25" name="任意多边形 83992">
            <a:extLst>
              <a:ext uri="{FF2B5EF4-FFF2-40B4-BE49-F238E27FC236}">
                <a16:creationId xmlns:a16="http://schemas.microsoft.com/office/drawing/2014/main" id="{AB346E3F-46B5-412C-B2ED-CE19810DD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261" y="1878533"/>
            <a:ext cx="151691" cy="45719"/>
          </a:xfrm>
          <a:custGeom>
            <a:avLst/>
            <a:gdLst>
              <a:gd name="T0" fmla="*/ 0 w 240"/>
              <a:gd name="T1" fmla="*/ 0 h 96"/>
              <a:gd name="T2" fmla="*/ 96 w 240"/>
              <a:gd name="T3" fmla="*/ 96 h 96"/>
              <a:gd name="T4" fmla="*/ 240 w 240"/>
              <a:gd name="T5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" h="96">
                <a:moveTo>
                  <a:pt x="0" y="0"/>
                </a:moveTo>
                <a:lnTo>
                  <a:pt x="96" y="96"/>
                </a:lnTo>
                <a:lnTo>
                  <a:pt x="24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26" name="任意多边形 83993">
            <a:extLst>
              <a:ext uri="{FF2B5EF4-FFF2-40B4-BE49-F238E27FC236}">
                <a16:creationId xmlns:a16="http://schemas.microsoft.com/office/drawing/2014/main" id="{7A574C0F-AEF5-48D0-9242-29526FD48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4464" y="2504463"/>
            <a:ext cx="203733" cy="118882"/>
          </a:xfrm>
          <a:custGeom>
            <a:avLst/>
            <a:gdLst>
              <a:gd name="T0" fmla="*/ 0 w 240"/>
              <a:gd name="T1" fmla="*/ 144 h 144"/>
              <a:gd name="T2" fmla="*/ 96 w 240"/>
              <a:gd name="T3" fmla="*/ 0 h 144"/>
              <a:gd name="T4" fmla="*/ 240 w 240"/>
              <a:gd name="T5" fmla="*/ 9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" h="144">
                <a:moveTo>
                  <a:pt x="0" y="144"/>
                </a:moveTo>
                <a:lnTo>
                  <a:pt x="96" y="0"/>
                </a:lnTo>
                <a:lnTo>
                  <a:pt x="240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27" name="直接连接符 82964">
            <a:extLst>
              <a:ext uri="{FF2B5EF4-FFF2-40B4-BE49-F238E27FC236}">
                <a16:creationId xmlns:a16="http://schemas.microsoft.com/office/drawing/2014/main" id="{25357A02-B7E8-4021-8488-54F0EB2F10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54510" y="3283528"/>
            <a:ext cx="3096343" cy="194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直接连接符 82964">
            <a:extLst>
              <a:ext uri="{FF2B5EF4-FFF2-40B4-BE49-F238E27FC236}">
                <a16:creationId xmlns:a16="http://schemas.microsoft.com/office/drawing/2014/main" id="{A3DEBDC0-35C4-4030-B9D0-91B901BA81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5234" y="914127"/>
            <a:ext cx="0" cy="242229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triangl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" name="对象 82971">
            <a:extLst>
              <a:ext uri="{FF2B5EF4-FFF2-40B4-BE49-F238E27FC236}">
                <a16:creationId xmlns:a16="http://schemas.microsoft.com/office/drawing/2014/main" id="{5B27B531-852C-449D-80F3-A690759BDD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2580253"/>
              </p:ext>
            </p:extLst>
          </p:nvPr>
        </p:nvGraphicFramePr>
        <p:xfrm>
          <a:off x="8311130" y="3429000"/>
          <a:ext cx="177480" cy="19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89" name="Equation" r:id="rId21" imgW="177480" imgH="190440" progId="Equation.DSMT4">
                  <p:embed/>
                </p:oleObj>
              </mc:Choice>
              <mc:Fallback>
                <p:oleObj name="Equation" r:id="rId21" imgW="177480" imgH="190440" progId="Equation.DSMT4">
                  <p:embed/>
                  <p:pic>
                    <p:nvPicPr>
                      <p:cNvPr id="20" name="对象 82971">
                        <a:extLst>
                          <a:ext uri="{FF2B5EF4-FFF2-40B4-BE49-F238E27FC236}">
                            <a16:creationId xmlns:a16="http://schemas.microsoft.com/office/drawing/2014/main" id="{A1B5BC3E-5646-4FF4-84A4-D0D9B65ABC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1130" y="3429000"/>
                        <a:ext cx="177480" cy="190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82971">
            <a:extLst>
              <a:ext uri="{FF2B5EF4-FFF2-40B4-BE49-F238E27FC236}">
                <a16:creationId xmlns:a16="http://schemas.microsoft.com/office/drawing/2014/main" id="{8307811F-67AA-42AD-8D51-F2D6404D1A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3537165"/>
              </p:ext>
            </p:extLst>
          </p:nvPr>
        </p:nvGraphicFramePr>
        <p:xfrm>
          <a:off x="5552301" y="1039534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90" name="Equation" r:id="rId23" imgW="190440" imgH="241200" progId="Equation.DSMT4">
                  <p:embed/>
                </p:oleObj>
              </mc:Choice>
              <mc:Fallback>
                <p:oleObj name="Equation" r:id="rId23" imgW="190440" imgH="241200" progId="Equation.DSMT4">
                  <p:embed/>
                  <p:pic>
                    <p:nvPicPr>
                      <p:cNvPr id="21" name="对象 82971">
                        <a:extLst>
                          <a:ext uri="{FF2B5EF4-FFF2-40B4-BE49-F238E27FC236}">
                            <a16:creationId xmlns:a16="http://schemas.microsoft.com/office/drawing/2014/main" id="{CB087469-B025-4D58-AD7A-C8688C86C3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2301" y="1039534"/>
                        <a:ext cx="1905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82971">
            <a:extLst>
              <a:ext uri="{FF2B5EF4-FFF2-40B4-BE49-F238E27FC236}">
                <a16:creationId xmlns:a16="http://schemas.microsoft.com/office/drawing/2014/main" id="{DB54E379-8AF1-41A9-8142-63D1C34F9E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4359212"/>
              </p:ext>
            </p:extLst>
          </p:nvPr>
        </p:nvGraphicFramePr>
        <p:xfrm>
          <a:off x="5543886" y="3308350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91" name="Equation" r:id="rId25" imgW="228600" imgH="241200" progId="Equation.DSMT4">
                  <p:embed/>
                </p:oleObj>
              </mc:Choice>
              <mc:Fallback>
                <p:oleObj name="Equation" r:id="rId25" imgW="228600" imgH="241200" progId="Equation.DSMT4">
                  <p:embed/>
                  <p:pic>
                    <p:nvPicPr>
                      <p:cNvPr id="22" name="对象 82971">
                        <a:extLst>
                          <a:ext uri="{FF2B5EF4-FFF2-40B4-BE49-F238E27FC236}">
                            <a16:creationId xmlns:a16="http://schemas.microsoft.com/office/drawing/2014/main" id="{86280A1A-5DD4-4DBE-91E5-2EDD93F119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886" y="3308350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任意多边形 83991">
            <a:extLst>
              <a:ext uri="{FF2B5EF4-FFF2-40B4-BE49-F238E27FC236}">
                <a16:creationId xmlns:a16="http://schemas.microsoft.com/office/drawing/2014/main" id="{49D8D870-3D10-4737-9445-6A51D833872D}"/>
              </a:ext>
            </a:extLst>
          </p:cNvPr>
          <p:cNvSpPr>
            <a:spLocks noChangeArrowheads="1"/>
          </p:cNvSpPr>
          <p:nvPr/>
        </p:nvSpPr>
        <p:spPr bwMode="auto">
          <a:xfrm rot="20073431">
            <a:off x="7285446" y="3174234"/>
            <a:ext cx="157163" cy="165100"/>
          </a:xfrm>
          <a:custGeom>
            <a:avLst/>
            <a:gdLst>
              <a:gd name="T0" fmla="*/ 18307 w 21600"/>
              <a:gd name="T1" fmla="*/ 0 h 22613"/>
              <a:gd name="T2" fmla="*/ 21600 w 21600"/>
              <a:gd name="T3" fmla="*/ 11464 h 22613"/>
              <a:gd name="T4" fmla="*/ 18503 w 21600"/>
              <a:gd name="T5" fmla="*/ 22615 h 22613"/>
              <a:gd name="T6" fmla="*/ 18307 w 21600"/>
              <a:gd name="T7" fmla="*/ 0 h 22613"/>
              <a:gd name="T8" fmla="*/ 21600 w 21600"/>
              <a:gd name="T9" fmla="*/ 11464 h 22613"/>
              <a:gd name="T10" fmla="*/ 18503 w 21600"/>
              <a:gd name="T11" fmla="*/ 22615 h 22613"/>
              <a:gd name="T12" fmla="*/ 0 w 21600"/>
              <a:gd name="T13" fmla="*/ 11464 h 22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2613" fill="none">
                <a:moveTo>
                  <a:pt x="18307" y="0"/>
                </a:moveTo>
                <a:cubicBezTo>
                  <a:pt x="20394" y="3321"/>
                  <a:pt x="21600" y="7252"/>
                  <a:pt x="21600" y="11464"/>
                </a:cubicBezTo>
                <a:cubicBezTo>
                  <a:pt x="21600" y="15544"/>
                  <a:pt x="20469" y="19360"/>
                  <a:pt x="18503" y="22615"/>
                </a:cubicBezTo>
              </a:path>
              <a:path w="21600" h="22613" stroke="0">
                <a:moveTo>
                  <a:pt x="18307" y="0"/>
                </a:moveTo>
                <a:cubicBezTo>
                  <a:pt x="20394" y="3321"/>
                  <a:pt x="21600" y="7252"/>
                  <a:pt x="21600" y="11464"/>
                </a:cubicBezTo>
                <a:cubicBezTo>
                  <a:pt x="21600" y="15544"/>
                  <a:pt x="20469" y="19360"/>
                  <a:pt x="18503" y="22615"/>
                </a:cubicBezTo>
                <a:lnTo>
                  <a:pt x="0" y="11464"/>
                </a:lnTo>
                <a:close/>
              </a:path>
            </a:pathLst>
          </a:custGeom>
          <a:noFill/>
          <a:ln w="222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33" name="对象 83990">
            <a:extLst>
              <a:ext uri="{FF2B5EF4-FFF2-40B4-BE49-F238E27FC236}">
                <a16:creationId xmlns:a16="http://schemas.microsoft.com/office/drawing/2014/main" id="{83B3A169-6863-4DF2-A5BD-361B0A2432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9198376"/>
              </p:ext>
            </p:extLst>
          </p:nvPr>
        </p:nvGraphicFramePr>
        <p:xfrm>
          <a:off x="7502297" y="3087852"/>
          <a:ext cx="215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92" name="Equation" r:id="rId27" imgW="215640" imgH="190440" progId="Equation.DSMT4">
                  <p:embed/>
                </p:oleObj>
              </mc:Choice>
              <mc:Fallback>
                <p:oleObj name="Equation" r:id="rId27" imgW="215640" imgH="190440" progId="Equation.DSMT4">
                  <p:embed/>
                  <p:pic>
                    <p:nvPicPr>
                      <p:cNvPr id="23" name="对象 83990">
                        <a:extLst>
                          <a:ext uri="{FF2B5EF4-FFF2-40B4-BE49-F238E27FC236}">
                            <a16:creationId xmlns:a16="http://schemas.microsoft.com/office/drawing/2014/main" id="{4E233B1C-32E2-4A5A-8E59-C285183276A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2297" y="3087852"/>
                        <a:ext cx="2159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任意多边形 83991">
            <a:extLst>
              <a:ext uri="{FF2B5EF4-FFF2-40B4-BE49-F238E27FC236}">
                <a16:creationId xmlns:a16="http://schemas.microsoft.com/office/drawing/2014/main" id="{532C25FD-85C0-495B-8E55-715111209372}"/>
              </a:ext>
            </a:extLst>
          </p:cNvPr>
          <p:cNvSpPr>
            <a:spLocks noChangeArrowheads="1"/>
          </p:cNvSpPr>
          <p:nvPr/>
        </p:nvSpPr>
        <p:spPr bwMode="auto">
          <a:xfrm rot="16891653">
            <a:off x="8276827" y="3259791"/>
            <a:ext cx="382373" cy="279905"/>
          </a:xfrm>
          <a:custGeom>
            <a:avLst/>
            <a:gdLst>
              <a:gd name="T0" fmla="*/ 18307 w 21600"/>
              <a:gd name="T1" fmla="*/ 0 h 22613"/>
              <a:gd name="T2" fmla="*/ 21600 w 21600"/>
              <a:gd name="T3" fmla="*/ 11464 h 22613"/>
              <a:gd name="T4" fmla="*/ 18503 w 21600"/>
              <a:gd name="T5" fmla="*/ 22615 h 22613"/>
              <a:gd name="T6" fmla="*/ 18307 w 21600"/>
              <a:gd name="T7" fmla="*/ 0 h 22613"/>
              <a:gd name="T8" fmla="*/ 21600 w 21600"/>
              <a:gd name="T9" fmla="*/ 11464 h 22613"/>
              <a:gd name="T10" fmla="*/ 18503 w 21600"/>
              <a:gd name="T11" fmla="*/ 22615 h 22613"/>
              <a:gd name="T12" fmla="*/ 0 w 21600"/>
              <a:gd name="T13" fmla="*/ 11464 h 22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600" h="22613" fill="none">
                <a:moveTo>
                  <a:pt x="18307" y="0"/>
                </a:moveTo>
                <a:cubicBezTo>
                  <a:pt x="20394" y="3321"/>
                  <a:pt x="21600" y="7252"/>
                  <a:pt x="21600" y="11464"/>
                </a:cubicBezTo>
                <a:cubicBezTo>
                  <a:pt x="21600" y="15544"/>
                  <a:pt x="20469" y="19360"/>
                  <a:pt x="18503" y="22615"/>
                </a:cubicBezTo>
              </a:path>
              <a:path w="21600" h="22613" stroke="0">
                <a:moveTo>
                  <a:pt x="18307" y="0"/>
                </a:moveTo>
                <a:cubicBezTo>
                  <a:pt x="20394" y="3321"/>
                  <a:pt x="21600" y="7252"/>
                  <a:pt x="21600" y="11464"/>
                </a:cubicBezTo>
                <a:cubicBezTo>
                  <a:pt x="21600" y="15544"/>
                  <a:pt x="20469" y="19360"/>
                  <a:pt x="18503" y="22615"/>
                </a:cubicBezTo>
                <a:lnTo>
                  <a:pt x="0" y="11464"/>
                </a:lnTo>
                <a:close/>
              </a:path>
            </a:pathLst>
          </a:custGeom>
          <a:noFill/>
          <a:ln w="222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35" name="对象 83990">
            <a:extLst>
              <a:ext uri="{FF2B5EF4-FFF2-40B4-BE49-F238E27FC236}">
                <a16:creationId xmlns:a16="http://schemas.microsoft.com/office/drawing/2014/main" id="{D3024CC7-5BB3-4146-92B4-891122AA56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4023448"/>
              </p:ext>
            </p:extLst>
          </p:nvPr>
        </p:nvGraphicFramePr>
        <p:xfrm>
          <a:off x="8282699" y="2862776"/>
          <a:ext cx="787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493" name="Equation" r:id="rId29" imgW="787320" imgH="241200" progId="Equation.DSMT4">
                  <p:embed/>
                </p:oleObj>
              </mc:Choice>
              <mc:Fallback>
                <p:oleObj name="Equation" r:id="rId29" imgW="787320" imgH="241200" progId="Equation.DSMT4">
                  <p:embed/>
                  <p:pic>
                    <p:nvPicPr>
                      <p:cNvPr id="33" name="对象 83990">
                        <a:extLst>
                          <a:ext uri="{FF2B5EF4-FFF2-40B4-BE49-F238E27FC236}">
                            <a16:creationId xmlns:a16="http://schemas.microsoft.com/office/drawing/2014/main" id="{83B3A169-6863-4DF2-A5BD-361B0A2432D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2699" y="2862776"/>
                        <a:ext cx="7874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720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46ADB2D-CDC2-4873-86B2-D20EDF36A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475" y="2742991"/>
            <a:ext cx="2519363" cy="1152525"/>
          </a:xfrm>
          <a:prstGeom prst="rect">
            <a:avLst/>
          </a:prstGeom>
          <a:solidFill>
            <a:srgbClr val="FFFF00">
              <a:alpha val="69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E5B3D0-06D8-4EA3-A080-8693CF11F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2784" y="4192885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有曲率近似计算公式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5614C20-7CC9-42BF-94BC-4509D4EA96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6447601"/>
              </p:ext>
            </p:extLst>
          </p:nvPr>
        </p:nvGraphicFramePr>
        <p:xfrm>
          <a:off x="773113" y="4225925"/>
          <a:ext cx="18288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88" name="Equation" r:id="rId3" imgW="1828800" imgH="431640" progId="Equation.DSMT4">
                  <p:embed/>
                </p:oleObj>
              </mc:Choice>
              <mc:Fallback>
                <p:oleObj name="Equation" r:id="rId3" imgW="1828800" imgH="431640" progId="Equation.DSMT4">
                  <p:embed/>
                  <p:pic>
                    <p:nvPicPr>
                      <p:cNvPr id="84997" name="对象 84996">
                        <a:extLst>
                          <a:ext uri="{FF2B5EF4-FFF2-40B4-BE49-F238E27FC236}">
                            <a16:creationId xmlns:a16="http://schemas.microsoft.com/office/drawing/2014/main" id="{8009B327-498E-42F3-876A-A4F9690A2D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3" y="4225925"/>
                        <a:ext cx="18288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EF9E4BA-DADD-4443-AF30-018734D9DF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1489352"/>
              </p:ext>
            </p:extLst>
          </p:nvPr>
        </p:nvGraphicFramePr>
        <p:xfrm>
          <a:off x="5403994" y="1016931"/>
          <a:ext cx="1219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89" name="Equation" r:id="rId5" imgW="1218960" imgH="355320" progId="Equation.DSMT4">
                  <p:embed/>
                </p:oleObj>
              </mc:Choice>
              <mc:Fallback>
                <p:oleObj name="Equation" r:id="rId5" imgW="1218960" imgH="355320" progId="Equation.DSMT4">
                  <p:embed/>
                  <p:pic>
                    <p:nvPicPr>
                      <p:cNvPr id="84998" name="对象 84997">
                        <a:extLst>
                          <a:ext uri="{FF2B5EF4-FFF2-40B4-BE49-F238E27FC236}">
                            <a16:creationId xmlns:a16="http://schemas.microsoft.com/office/drawing/2014/main" id="{B913B04D-490F-40D2-957B-C62A364AD34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3994" y="1016931"/>
                        <a:ext cx="1219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0579DEE-74D6-4918-8AE3-09596E347C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1727848"/>
              </p:ext>
            </p:extLst>
          </p:nvPr>
        </p:nvGraphicFramePr>
        <p:xfrm>
          <a:off x="6692280" y="790511"/>
          <a:ext cx="20462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90" name="Equation" r:id="rId7" imgW="2044440" imgH="723600" progId="Equation.DSMT4">
                  <p:embed/>
                </p:oleObj>
              </mc:Choice>
              <mc:Fallback>
                <p:oleObj name="Equation" r:id="rId7" imgW="2044440" imgH="723600" progId="Equation.DSMT4">
                  <p:embed/>
                  <p:pic>
                    <p:nvPicPr>
                      <p:cNvPr id="84999" name="对象 84998">
                        <a:extLst>
                          <a:ext uri="{FF2B5EF4-FFF2-40B4-BE49-F238E27FC236}">
                            <a16:creationId xmlns:a16="http://schemas.microsoft.com/office/drawing/2014/main" id="{B5F5DBAE-1E3C-46CC-956C-B6A86AD6B3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280" y="790511"/>
                        <a:ext cx="20462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03B6956-ED8B-4492-9902-250FD2103A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4730533"/>
              </p:ext>
            </p:extLst>
          </p:nvPr>
        </p:nvGraphicFramePr>
        <p:xfrm>
          <a:off x="685800" y="1566878"/>
          <a:ext cx="25415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91" name="Equation" r:id="rId9" imgW="2539800" imgH="380880" progId="Equation.DSMT4">
                  <p:embed/>
                </p:oleObj>
              </mc:Choice>
              <mc:Fallback>
                <p:oleObj name="Equation" r:id="rId9" imgW="2539800" imgH="380880" progId="Equation.DSMT4">
                  <p:embed/>
                  <p:pic>
                    <p:nvPicPr>
                      <p:cNvPr id="85000" name="对象 84999">
                        <a:extLst>
                          <a:ext uri="{FF2B5EF4-FFF2-40B4-BE49-F238E27FC236}">
                            <a16:creationId xmlns:a16="http://schemas.microsoft.com/office/drawing/2014/main" id="{EB2C472D-AB49-4F86-A106-8682688F935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566878"/>
                        <a:ext cx="25415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04A08F0-01D3-4902-911D-B1BD7A7088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3887908"/>
              </p:ext>
            </p:extLst>
          </p:nvPr>
        </p:nvGraphicFramePr>
        <p:xfrm>
          <a:off x="3611084" y="1600611"/>
          <a:ext cx="23082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92" name="Equation" r:id="rId11" imgW="2311200" imgH="355320" progId="Equation.DSMT4">
                  <p:embed/>
                </p:oleObj>
              </mc:Choice>
              <mc:Fallback>
                <p:oleObj name="Equation" r:id="rId11" imgW="2311200" imgH="355320" progId="Equation.DSMT4">
                  <p:embed/>
                  <p:pic>
                    <p:nvPicPr>
                      <p:cNvPr id="85001" name="对象 85000">
                        <a:extLst>
                          <a:ext uri="{FF2B5EF4-FFF2-40B4-BE49-F238E27FC236}">
                            <a16:creationId xmlns:a16="http://schemas.microsoft.com/office/drawing/2014/main" id="{9071E820-2E82-4E5E-B055-AA93376C057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084" y="1600611"/>
                        <a:ext cx="23082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825EAD5-F14B-4D03-91BC-DA71207586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4286014"/>
              </p:ext>
            </p:extLst>
          </p:nvPr>
        </p:nvGraphicFramePr>
        <p:xfrm>
          <a:off x="6013594" y="1414013"/>
          <a:ext cx="1473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93" name="Equation" r:id="rId13" imgW="1473120" imgH="787320" progId="Equation.DSMT4">
                  <p:embed/>
                </p:oleObj>
              </mc:Choice>
              <mc:Fallback>
                <p:oleObj name="Equation" r:id="rId13" imgW="1473120" imgH="787320" progId="Equation.DSMT4">
                  <p:embed/>
                  <p:pic>
                    <p:nvPicPr>
                      <p:cNvPr id="85002" name="对象 85001">
                        <a:extLst>
                          <a:ext uri="{FF2B5EF4-FFF2-40B4-BE49-F238E27FC236}">
                            <a16:creationId xmlns:a16="http://schemas.microsoft.com/office/drawing/2014/main" id="{6D14F1ED-4035-4E8D-B436-A4F6146AB2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594" y="1414013"/>
                        <a:ext cx="1473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850563E-C706-42E8-A685-5592D64688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8062909"/>
              </p:ext>
            </p:extLst>
          </p:nvPr>
        </p:nvGraphicFramePr>
        <p:xfrm>
          <a:off x="1073150" y="2253181"/>
          <a:ext cx="2006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94" name="Equation" r:id="rId15" imgW="2006280" imgH="495000" progId="Equation.DSMT4">
                  <p:embed/>
                </p:oleObj>
              </mc:Choice>
              <mc:Fallback>
                <p:oleObj name="Equation" r:id="rId15" imgW="2006280" imgH="495000" progId="Equation.DSMT4">
                  <p:embed/>
                  <p:pic>
                    <p:nvPicPr>
                      <p:cNvPr id="85003" name="对象 85002">
                        <a:extLst>
                          <a:ext uri="{FF2B5EF4-FFF2-40B4-BE49-F238E27FC236}">
                            <a16:creationId xmlns:a16="http://schemas.microsoft.com/office/drawing/2014/main" id="{B215524B-9EB8-455D-A3C3-6885377B2BB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2253181"/>
                        <a:ext cx="2006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A27D5F89-374C-48E8-ACFF-8A61FBDD5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080" y="2256123"/>
            <a:ext cx="32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故曲率计算公式为</a:t>
            </a:r>
          </a:p>
        </p:txBody>
      </p:sp>
      <p:graphicFrame>
        <p:nvGraphicFramePr>
          <p:cNvPr id="12" name="对象 85004">
            <a:extLst>
              <a:ext uri="{FF2B5EF4-FFF2-40B4-BE49-F238E27FC236}">
                <a16:creationId xmlns:a16="http://schemas.microsoft.com/office/drawing/2014/main" id="{44DFE8AE-7269-4648-A5C7-41C069E168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1335106"/>
              </p:ext>
            </p:extLst>
          </p:nvPr>
        </p:nvGraphicFramePr>
        <p:xfrm>
          <a:off x="6162819" y="2942088"/>
          <a:ext cx="13239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95" name="Equation" r:id="rId17" imgW="1320480" imgH="888840" progId="Equation.DSMT4">
                  <p:embed/>
                </p:oleObj>
              </mc:Choice>
              <mc:Fallback>
                <p:oleObj name="Equation" r:id="rId17" imgW="1320480" imgH="888840" progId="Equation.DSMT4">
                  <p:embed/>
                  <p:pic>
                    <p:nvPicPr>
                      <p:cNvPr id="10252" name="对象 85004">
                        <a:extLst>
                          <a:ext uri="{FF2B5EF4-FFF2-40B4-BE49-F238E27FC236}">
                            <a16:creationId xmlns:a16="http://schemas.microsoft.com/office/drawing/2014/main" id="{F3625BA0-5184-445A-8EC3-62700D7748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2819" y="2942088"/>
                        <a:ext cx="1323975" cy="885825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9090B9E-B5F6-4D3E-B3C9-AE5881D5E1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4577380"/>
              </p:ext>
            </p:extLst>
          </p:nvPr>
        </p:nvGraphicFramePr>
        <p:xfrm>
          <a:off x="3347864" y="2920353"/>
          <a:ext cx="19065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96" name="Equation" r:id="rId19" imgW="1904760" imgH="863280" progId="Equation.DSMT4">
                  <p:embed/>
                </p:oleObj>
              </mc:Choice>
              <mc:Fallback>
                <p:oleObj name="Equation" r:id="rId19" imgW="1904760" imgH="863280" progId="Equation.DSMT4">
                  <p:embed/>
                  <p:pic>
                    <p:nvPicPr>
                      <p:cNvPr id="85006" name="对象 85005">
                        <a:extLst>
                          <a:ext uri="{FF2B5EF4-FFF2-40B4-BE49-F238E27FC236}">
                            <a16:creationId xmlns:a16="http://schemas.microsoft.com/office/drawing/2014/main" id="{2E2C5751-7490-4A48-B702-F1037E55E95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2920353"/>
                        <a:ext cx="19065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6C1146D-3A1D-4D4C-8C22-72705F803D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8033803"/>
              </p:ext>
            </p:extLst>
          </p:nvPr>
        </p:nvGraphicFramePr>
        <p:xfrm>
          <a:off x="5746750" y="4244975"/>
          <a:ext cx="1155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97" name="Equation" r:id="rId21" imgW="1155600" imgH="431640" progId="Equation.DSMT4">
                  <p:embed/>
                </p:oleObj>
              </mc:Choice>
              <mc:Fallback>
                <p:oleObj name="Equation" r:id="rId21" imgW="1155600" imgH="431640" progId="Equation.DSMT4">
                  <p:embed/>
                  <p:pic>
                    <p:nvPicPr>
                      <p:cNvPr id="85007" name="对象 85006">
                        <a:extLst>
                          <a:ext uri="{FF2B5EF4-FFF2-40B4-BE49-F238E27FC236}">
                            <a16:creationId xmlns:a16="http://schemas.microsoft.com/office/drawing/2014/main" id="{EA4CCE62-A8CF-4AE9-849B-9174F68B3C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0" y="4244975"/>
                        <a:ext cx="1155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8B77A077-AD34-46E5-B667-67A948DB0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53181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又</a:t>
            </a:r>
          </a:p>
        </p:txBody>
      </p:sp>
      <p:sp>
        <p:nvSpPr>
          <p:cNvPr id="16" name="标题 85008">
            <a:extLst>
              <a:ext uri="{FF2B5EF4-FFF2-40B4-BE49-F238E27FC236}">
                <a16:creationId xmlns:a16="http://schemas.microsoft.com/office/drawing/2014/main" id="{98A04921-56EA-409F-B2BD-B5AEF202E363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371475"/>
            <a:ext cx="38163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曲率</a:t>
            </a:r>
            <a:r>
              <a:rPr lang="en-US" altLang="zh-CN" sz="2400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i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的计算公式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1AEF4AA-F797-4E8F-8F5B-CB43CB9C2E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1865779"/>
              </p:ext>
            </p:extLst>
          </p:nvPr>
        </p:nvGraphicFramePr>
        <p:xfrm>
          <a:off x="2076450" y="1008063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398" name="Equation" r:id="rId23" imgW="1104840" imgH="342720" progId="Equation.DSMT4">
                  <p:embed/>
                </p:oleObj>
              </mc:Choice>
              <mc:Fallback>
                <p:oleObj name="Equation" r:id="rId23" imgW="1104840" imgH="342720" progId="Equation.DSMT4">
                  <p:embed/>
                  <p:pic>
                    <p:nvPicPr>
                      <p:cNvPr id="85010" name="对象 85009">
                        <a:extLst>
                          <a:ext uri="{FF2B5EF4-FFF2-40B4-BE49-F238E27FC236}">
                            <a16:creationId xmlns:a16="http://schemas.microsoft.com/office/drawing/2014/main" id="{F1E2D839-326F-4BF1-B319-5960A522A4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1008063"/>
                        <a:ext cx="1104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C36A0F70-AD60-440A-B9D5-E2453AF02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5631" y="921629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二阶可导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C2304A9-014A-493B-B40D-670B4180C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68" y="949325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设曲线弧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7125F2-69C5-414E-80A0-F6FA3EA4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6649" y="944417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则由</a:t>
            </a:r>
          </a:p>
        </p:txBody>
      </p:sp>
    </p:spTree>
    <p:extLst>
      <p:ext uri="{BB962C8B-B14F-4D97-AF65-F5344CB8AC3E}">
        <p14:creationId xmlns:p14="http://schemas.microsoft.com/office/powerpoint/2010/main" val="195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  <p:bldP spid="15" grpId="0"/>
      <p:bldP spid="18" grpId="0" build="p" advAuto="0"/>
      <p:bldP spid="19" grpId="0" build="p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6019">
            <a:extLst>
              <a:ext uri="{FF2B5EF4-FFF2-40B4-BE49-F238E27FC236}">
                <a16:creationId xmlns:a16="http://schemas.microsoft.com/office/drawing/2014/main" id="{16D64C09-EB8F-4DA0-B0D0-2365EB283C14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358775"/>
            <a:ext cx="1600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说明</a:t>
            </a:r>
            <a:endParaRPr lang="en-US" altLang="zh-CN" sz="2400" b="1" dirty="0">
              <a:solidFill>
                <a:srgbClr val="0066FF"/>
              </a:solidFill>
              <a:latin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F9BC6D-400B-4FC8-9FB9-CEE62A072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679" y="922058"/>
            <a:ext cx="3886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若曲线由参数方程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25367BC-3037-4FCF-B0CE-F347D51637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1257848"/>
              </p:ext>
            </p:extLst>
          </p:nvPr>
        </p:nvGraphicFramePr>
        <p:xfrm>
          <a:off x="3656013" y="719138"/>
          <a:ext cx="12350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90" name="Equation" r:id="rId3" imgW="1231560" imgH="863280" progId="Equation.DSMT4">
                  <p:embed/>
                </p:oleObj>
              </mc:Choice>
              <mc:Fallback>
                <p:oleObj name="Equation" r:id="rId3" imgW="1231560" imgH="863280" progId="Equation.DSMT4">
                  <p:embed/>
                  <p:pic>
                    <p:nvPicPr>
                      <p:cNvPr id="86022" name="对象 86021">
                        <a:extLst>
                          <a:ext uri="{FF2B5EF4-FFF2-40B4-BE49-F238E27FC236}">
                            <a16:creationId xmlns:a16="http://schemas.microsoft.com/office/drawing/2014/main" id="{AF13CF60-AD34-4A80-85D9-88D3FAFE0E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013" y="719138"/>
                        <a:ext cx="123507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3C9734D-E8BF-4343-AE5D-68C9E5614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921692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给出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则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2A16C07-7849-4CB3-9BF3-9D82CC8204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9685910"/>
              </p:ext>
            </p:extLst>
          </p:nvPr>
        </p:nvGraphicFramePr>
        <p:xfrm>
          <a:off x="2339975" y="1868488"/>
          <a:ext cx="35433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91" name="Equation" r:id="rId5" imgW="3543120" imgH="927000" progId="Equation.DSMT4">
                  <p:embed/>
                </p:oleObj>
              </mc:Choice>
              <mc:Fallback>
                <p:oleObj name="Equation" r:id="rId5" imgW="3543120" imgH="927000" progId="Equation.DSMT4">
                  <p:embed/>
                  <p:pic>
                    <p:nvPicPr>
                      <p:cNvPr id="86030" name="对象 86029">
                        <a:extLst>
                          <a:ext uri="{FF2B5EF4-FFF2-40B4-BE49-F238E27FC236}">
                            <a16:creationId xmlns:a16="http://schemas.microsoft.com/office/drawing/2014/main" id="{CF4C1D7C-2DFE-469E-A247-36DFCC230F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868488"/>
                        <a:ext cx="35433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4BCC1879-C3A8-4C44-93B6-5336CA497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208" y="433388"/>
            <a:ext cx="2519363" cy="1152525"/>
          </a:xfrm>
          <a:prstGeom prst="rect">
            <a:avLst/>
          </a:prstGeom>
          <a:solidFill>
            <a:srgbClr val="FFFF00">
              <a:alpha val="68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>
              <a:latin typeface="+mj-ea"/>
              <a:ea typeface="+mj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620EFE3-BCE7-4A45-B392-516F5ABEA2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905051"/>
              </p:ext>
            </p:extLst>
          </p:nvPr>
        </p:nvGraphicFramePr>
        <p:xfrm>
          <a:off x="6670132" y="577850"/>
          <a:ext cx="19065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92" name="Equation" r:id="rId7" imgW="1904760" imgH="863280" progId="Equation.DSMT4">
                  <p:embed/>
                </p:oleObj>
              </mc:Choice>
              <mc:Fallback>
                <p:oleObj name="Equation" r:id="rId7" imgW="1904760" imgH="8632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49090B9E-B5F6-4D3E-B3C9-AE5881D5E10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0132" y="577850"/>
                        <a:ext cx="19065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FC1957A-4095-487B-BA0A-5AE0B5F11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79" y="3103056"/>
            <a:ext cx="3041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若曲线方程为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9DB0655-44A0-4AB1-B193-FDC3BF3B09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226189"/>
              </p:ext>
            </p:extLst>
          </p:nvPr>
        </p:nvGraphicFramePr>
        <p:xfrm>
          <a:off x="3098800" y="3152775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93" name="Equation" r:id="rId9" imgW="1143000" imgH="342720" progId="Equation.DSMT4">
                  <p:embed/>
                </p:oleObj>
              </mc:Choice>
              <mc:Fallback>
                <p:oleObj name="Equation" r:id="rId9" imgW="1143000" imgH="342720" progId="Equation.DSMT4">
                  <p:embed/>
                  <p:pic>
                    <p:nvPicPr>
                      <p:cNvPr id="86027" name="对象 86026">
                        <a:extLst>
                          <a:ext uri="{FF2B5EF4-FFF2-40B4-BE49-F238E27FC236}">
                            <a16:creationId xmlns:a16="http://schemas.microsoft.com/office/drawing/2014/main" id="{EA74C40F-9EEB-4444-B2B4-9F6A091E725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3152775"/>
                        <a:ext cx="1143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F09FB23B-698D-4924-BEE2-DC0C89552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0529" y="3115756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43CA2DC-B135-4173-9E47-FDEC88B9E0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475942"/>
              </p:ext>
            </p:extLst>
          </p:nvPr>
        </p:nvGraphicFramePr>
        <p:xfrm>
          <a:off x="3203848" y="3910704"/>
          <a:ext cx="2209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94" name="Equation" r:id="rId11" imgW="2209680" imgH="863280" progId="Equation.DSMT4">
                  <p:embed/>
                </p:oleObj>
              </mc:Choice>
              <mc:Fallback>
                <p:oleObj name="Equation" r:id="rId11" imgW="2209680" imgH="863280" progId="Equation.DSMT4">
                  <p:embed/>
                  <p:pic>
                    <p:nvPicPr>
                      <p:cNvPr id="86029" name="对象 86028">
                        <a:extLst>
                          <a:ext uri="{FF2B5EF4-FFF2-40B4-BE49-F238E27FC236}">
                            <a16:creationId xmlns:a16="http://schemas.microsoft.com/office/drawing/2014/main" id="{99F61202-31EE-4E10-A432-76FB8D36EB6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3910704"/>
                        <a:ext cx="2209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453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89110">
            <a:extLst>
              <a:ext uri="{FF2B5EF4-FFF2-40B4-BE49-F238E27FC236}">
                <a16:creationId xmlns:a16="http://schemas.microsoft.com/office/drawing/2014/main" id="{A3316CD5-828A-4623-AE5A-5DB148CCA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419" y="2027367"/>
            <a:ext cx="1614487" cy="1444622"/>
          </a:xfrm>
          <a:custGeom>
            <a:avLst/>
            <a:gdLst>
              <a:gd name="T0" fmla="*/ 21164 w 21165"/>
              <a:gd name="T1" fmla="*/ 4315 h 19501"/>
              <a:gd name="T2" fmla="*/ 9294 w 21165"/>
              <a:gd name="T3" fmla="*/ 19503 h 19501"/>
              <a:gd name="T4" fmla="*/ 21164 w 21165"/>
              <a:gd name="T5" fmla="*/ 4315 h 19501"/>
              <a:gd name="T6" fmla="*/ 9294 w 21165"/>
              <a:gd name="T7" fmla="*/ 19503 h 19501"/>
              <a:gd name="T8" fmla="*/ 0 w 21165"/>
              <a:gd name="T9" fmla="*/ 0 h 195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165" h="19501" fill="none">
                <a:moveTo>
                  <a:pt x="21164" y="4315"/>
                </a:moveTo>
                <a:cubicBezTo>
                  <a:pt x="19800" y="11044"/>
                  <a:pt x="15317" y="16628"/>
                  <a:pt x="9294" y="19503"/>
                </a:cubicBezTo>
              </a:path>
              <a:path w="21165" h="19501" stroke="0">
                <a:moveTo>
                  <a:pt x="21164" y="4315"/>
                </a:moveTo>
                <a:cubicBezTo>
                  <a:pt x="19800" y="11044"/>
                  <a:pt x="15317" y="16628"/>
                  <a:pt x="9294" y="19503"/>
                </a:cubicBez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0064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" name="标题 87041">
            <a:extLst>
              <a:ext uri="{FF2B5EF4-FFF2-40B4-BE49-F238E27FC236}">
                <a16:creationId xmlns:a16="http://schemas.microsoft.com/office/drawing/2014/main" id="{186D16A4-E6A7-4B33-ABFF-166221E9913E}"/>
              </a:ext>
            </a:extLst>
          </p:cNvPr>
          <p:cNvSpPr txBox="1">
            <a:spLocks noChangeArrowheads="1"/>
          </p:cNvSpPr>
          <p:nvPr/>
        </p:nvSpPr>
        <p:spPr>
          <a:xfrm>
            <a:off x="619838" y="198430"/>
            <a:ext cx="49530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2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我国铁路常用立方抛物线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0C2B592-3E08-4BD7-A521-B87641CAEF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4334392"/>
              </p:ext>
            </p:extLst>
          </p:nvPr>
        </p:nvGraphicFramePr>
        <p:xfrm>
          <a:off x="4716655" y="69842"/>
          <a:ext cx="1295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691" name="Equation" r:id="rId3" imgW="1295280" imgH="799920" progId="Equation.DSMT4">
                  <p:embed/>
                </p:oleObj>
              </mc:Choice>
              <mc:Fallback>
                <p:oleObj name="Equation" r:id="rId3" imgW="1295280" imgH="7999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F84833C-38F5-4F25-A828-C707AA614C0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655" y="69842"/>
                        <a:ext cx="12954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A6195501-2B87-467C-81D7-0F16AC4F7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294" y="199585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>
                <a:latin typeface="+mj-ea"/>
                <a:ea typeface="+mj-ea"/>
              </a:rPr>
              <a:t>作</a:t>
            </a:r>
            <a:r>
              <a:rPr lang="zh-CN" altLang="en-US" sz="2400" b="1">
                <a:solidFill>
                  <a:srgbClr val="FF0000"/>
                </a:solidFill>
                <a:latin typeface="+mj-ea"/>
                <a:ea typeface="+mj-ea"/>
              </a:rPr>
              <a:t>缓和曲线</a:t>
            </a:r>
            <a:r>
              <a:rPr lang="en-US" altLang="zh-CN" sz="2400" b="1">
                <a:latin typeface="+mj-ea"/>
                <a:ea typeface="+mj-ea"/>
              </a:rPr>
              <a:t>,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48BC3B-AFAF-43D4-9C7E-FF499C139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2530" y="1380759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处的曲率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7C923AD-5FB1-4EBB-9CDA-A198898E1A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9417261"/>
              </p:ext>
            </p:extLst>
          </p:nvPr>
        </p:nvGraphicFramePr>
        <p:xfrm>
          <a:off x="1445397" y="1274165"/>
          <a:ext cx="218598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692" name="Equation" r:id="rId5" imgW="2184120" imgH="774360" progId="Equation.DSMT4">
                  <p:embed/>
                </p:oleObj>
              </mc:Choice>
              <mc:Fallback>
                <p:oleObj name="Equation" r:id="rId5" imgW="2184120" imgH="774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6588505-2A42-43AC-BDB6-BE79423A03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5397" y="1274165"/>
                        <a:ext cx="218598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AF6CBEC-EEFB-4192-8C96-C3F980A80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6594" y="790993"/>
            <a:ext cx="2702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求此缓和曲线在其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6723F9-BD07-4664-8EC5-18BCCE1B1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7277" y="798083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且</a:t>
            </a:r>
            <a:r>
              <a:rPr lang="zh-CN" altLang="en-US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&lt;&lt;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720656-63C3-449E-90C7-7691C8B97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98" y="775089"/>
            <a:ext cx="55236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圆弧弯道的半径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缓和曲线的长度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028FFE-AED5-4479-96D2-69AA3E969209}"/>
              </a:ext>
            </a:extLst>
          </p:cNvPr>
          <p:cNvSpPr/>
          <p:nvPr/>
        </p:nvSpPr>
        <p:spPr>
          <a:xfrm>
            <a:off x="7632372" y="210413"/>
            <a:ext cx="13179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FEEBB7-6516-43A8-9991-CC94C96B4B48}"/>
              </a:ext>
            </a:extLst>
          </p:cNvPr>
          <p:cNvSpPr/>
          <p:nvPr/>
        </p:nvSpPr>
        <p:spPr>
          <a:xfrm>
            <a:off x="152592" y="1487608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j-ea"/>
              </a:rPr>
              <a:t>两个端点</a:t>
            </a:r>
            <a:endParaRPr lang="zh-CN" altLang="en-US" sz="2400" dirty="0"/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085361F1-4F5A-45D6-BE15-6FE7648AE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0603" y="2408366"/>
            <a:ext cx="617538" cy="10287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13863A0-A3C5-4BD2-BF1D-45C54AEB9F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9490590"/>
              </p:ext>
            </p:extLst>
          </p:nvPr>
        </p:nvGraphicFramePr>
        <p:xfrm>
          <a:off x="6897688" y="2514600"/>
          <a:ext cx="209550" cy="22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693" name="Equation" r:id="rId7" imgW="215640" imgH="228600" progId="Equation.DSMT4">
                  <p:embed/>
                </p:oleObj>
              </mc:Choice>
              <mc:Fallback>
                <p:oleObj name="Equation" r:id="rId7" imgW="215640" imgH="228600" progId="Equation.DSMT4">
                  <p:embed/>
                  <p:pic>
                    <p:nvPicPr>
                      <p:cNvPr id="89110" name="对象 89109">
                        <a:extLst>
                          <a:ext uri="{FF2B5EF4-FFF2-40B4-BE49-F238E27FC236}">
                            <a16:creationId xmlns:a16="http://schemas.microsoft.com/office/drawing/2014/main" id="{5692B3BA-9CE7-4722-AAF3-6AFC800417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7688" y="2514600"/>
                        <a:ext cx="209550" cy="22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B7B1FB8-D814-4A24-8CA5-21B6CB8E4C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9504164"/>
              </p:ext>
            </p:extLst>
          </p:nvPr>
        </p:nvGraphicFramePr>
        <p:xfrm>
          <a:off x="7170738" y="3068638"/>
          <a:ext cx="209550" cy="22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694" name="Equation" r:id="rId9" imgW="215640" imgH="228600" progId="Equation.DSMT4">
                  <p:embed/>
                </p:oleObj>
              </mc:Choice>
              <mc:Fallback>
                <p:oleObj name="Equation" r:id="rId9" imgW="215640" imgH="228600" progId="Equation.DSMT4">
                  <p:embed/>
                  <p:pic>
                    <p:nvPicPr>
                      <p:cNvPr id="89112" name="对象 89111">
                        <a:extLst>
                          <a:ext uri="{FF2B5EF4-FFF2-40B4-BE49-F238E27FC236}">
                            <a16:creationId xmlns:a16="http://schemas.microsoft.com/office/drawing/2014/main" id="{1192FA08-DCE4-434F-AC77-13F32660DD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738" y="3068638"/>
                        <a:ext cx="209550" cy="22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5B17D475-95E1-4856-9264-409ACDEEA17B}"/>
              </a:ext>
            </a:extLst>
          </p:cNvPr>
          <p:cNvGrpSpPr>
            <a:grpSpLocks/>
          </p:cNvGrpSpPr>
          <p:nvPr/>
        </p:nvGrpSpPr>
        <p:grpSpPr bwMode="auto">
          <a:xfrm>
            <a:off x="6289110" y="1703779"/>
            <a:ext cx="2336800" cy="2224088"/>
            <a:chOff x="3942" y="1596"/>
            <a:chExt cx="1472" cy="1401"/>
          </a:xfrm>
        </p:grpSpPr>
        <p:graphicFrame>
          <p:nvGraphicFramePr>
            <p:cNvPr id="17" name="对象 89113">
              <a:extLst>
                <a:ext uri="{FF2B5EF4-FFF2-40B4-BE49-F238E27FC236}">
                  <a16:creationId xmlns:a16="http://schemas.microsoft.com/office/drawing/2014/main" id="{8F054FD5-8878-465D-A4E4-D36577F58A3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17081803"/>
                </p:ext>
              </p:extLst>
            </p:nvPr>
          </p:nvGraphicFramePr>
          <p:xfrm>
            <a:off x="3942" y="1654"/>
            <a:ext cx="12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695" name="Equation" r:id="rId11" imgW="190440" imgH="241200" progId="Equation.DSMT4">
                    <p:embed/>
                  </p:oleObj>
                </mc:Choice>
                <mc:Fallback>
                  <p:oleObj name="Equation" r:id="rId11" imgW="190440" imgH="241200" progId="Equation.DSMT4">
                    <p:embed/>
                    <p:pic>
                      <p:nvPicPr>
                        <p:cNvPr id="14361" name="对象 89113">
                          <a:extLst>
                            <a:ext uri="{FF2B5EF4-FFF2-40B4-BE49-F238E27FC236}">
                              <a16:creationId xmlns:a16="http://schemas.microsoft.com/office/drawing/2014/main" id="{B5CEE4A8-7CCB-48DE-B29F-D63E5692F2C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2" y="1654"/>
                          <a:ext cx="12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直接连接符 89114">
              <a:extLst>
                <a:ext uri="{FF2B5EF4-FFF2-40B4-BE49-F238E27FC236}">
                  <a16:creationId xmlns:a16="http://schemas.microsoft.com/office/drawing/2014/main" id="{4B34EC02-4018-486A-85BB-6198E655B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" y="2806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直接连接符 89115">
              <a:extLst>
                <a:ext uri="{FF2B5EF4-FFF2-40B4-BE49-F238E27FC236}">
                  <a16:creationId xmlns:a16="http://schemas.microsoft.com/office/drawing/2014/main" id="{9C73B7F0-8836-49D6-9B75-7EC2A3DFED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4" y="1596"/>
              <a:ext cx="0" cy="1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" name="对象 89116">
              <a:extLst>
                <a:ext uri="{FF2B5EF4-FFF2-40B4-BE49-F238E27FC236}">
                  <a16:creationId xmlns:a16="http://schemas.microsoft.com/office/drawing/2014/main" id="{A6573373-D51A-481B-BD4B-907AE802361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26977563"/>
                </p:ext>
              </p:extLst>
            </p:nvPr>
          </p:nvGraphicFramePr>
          <p:xfrm>
            <a:off x="4061" y="2856"/>
            <a:ext cx="104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696" name="Equation" r:id="rId13" imgW="164880" imgH="190440" progId="Equation.DSMT4">
                    <p:embed/>
                  </p:oleObj>
                </mc:Choice>
                <mc:Fallback>
                  <p:oleObj name="Equation" r:id="rId13" imgW="164880" imgH="190440" progId="Equation.DSMT4">
                    <p:embed/>
                    <p:pic>
                      <p:nvPicPr>
                        <p:cNvPr id="14364" name="对象 89116">
                          <a:extLst>
                            <a:ext uri="{FF2B5EF4-FFF2-40B4-BE49-F238E27FC236}">
                              <a16:creationId xmlns:a16="http://schemas.microsoft.com/office/drawing/2014/main" id="{05289FE3-C2E6-4FF3-93E3-A222B1CD165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1" y="2856"/>
                          <a:ext cx="104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89117">
              <a:extLst>
                <a:ext uri="{FF2B5EF4-FFF2-40B4-BE49-F238E27FC236}">
                  <a16:creationId xmlns:a16="http://schemas.microsoft.com/office/drawing/2014/main" id="{BCBE48D0-88CE-4093-9D68-C9F1A301697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92666475"/>
                </p:ext>
              </p:extLst>
            </p:nvPr>
          </p:nvGraphicFramePr>
          <p:xfrm>
            <a:off x="5302" y="2877"/>
            <a:ext cx="112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697" name="Equation" r:id="rId15" imgW="177480" imgH="190440" progId="Equation.DSMT4">
                    <p:embed/>
                  </p:oleObj>
                </mc:Choice>
                <mc:Fallback>
                  <p:oleObj name="Equation" r:id="rId15" imgW="177480" imgH="190440" progId="Equation.DSMT4">
                    <p:embed/>
                    <p:pic>
                      <p:nvPicPr>
                        <p:cNvPr id="14365" name="对象 89117">
                          <a:extLst>
                            <a:ext uri="{FF2B5EF4-FFF2-40B4-BE49-F238E27FC236}">
                              <a16:creationId xmlns:a16="http://schemas.microsoft.com/office/drawing/2014/main" id="{4DBE6F9F-F864-4138-8DFF-380F0C2CDCA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2" y="2877"/>
                          <a:ext cx="112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E70A60C-BE10-452A-BD56-7D868DF316CF}"/>
              </a:ext>
            </a:extLst>
          </p:cNvPr>
          <p:cNvGrpSpPr>
            <a:grpSpLocks/>
          </p:cNvGrpSpPr>
          <p:nvPr/>
        </p:nvGrpSpPr>
        <p:grpSpPr bwMode="auto">
          <a:xfrm>
            <a:off x="7006515" y="3573593"/>
            <a:ext cx="1038225" cy="1249363"/>
            <a:chOff x="4423" y="2762"/>
            <a:chExt cx="654" cy="787"/>
          </a:xfrm>
        </p:grpSpPr>
        <p:graphicFrame>
          <p:nvGraphicFramePr>
            <p:cNvPr id="23" name="对象 89119">
              <a:extLst>
                <a:ext uri="{FF2B5EF4-FFF2-40B4-BE49-F238E27FC236}">
                  <a16:creationId xmlns:a16="http://schemas.microsoft.com/office/drawing/2014/main" id="{DAC82E4D-9461-4C97-BC96-5AF14BFA5A3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03284176"/>
                </p:ext>
              </p:extLst>
            </p:nvPr>
          </p:nvGraphicFramePr>
          <p:xfrm>
            <a:off x="4423" y="3146"/>
            <a:ext cx="654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5698" name="Equation" r:id="rId17" imgW="1091880" imgH="672840" progId="Equation.DSMT4">
                    <p:embed/>
                  </p:oleObj>
                </mc:Choice>
                <mc:Fallback>
                  <p:oleObj name="Equation" r:id="rId17" imgW="1091880" imgH="672840" progId="Equation.DSMT4">
                    <p:embed/>
                    <p:pic>
                      <p:nvPicPr>
                        <p:cNvPr id="14367" name="对象 89119">
                          <a:extLst>
                            <a:ext uri="{FF2B5EF4-FFF2-40B4-BE49-F238E27FC236}">
                              <a16:creationId xmlns:a16="http://schemas.microsoft.com/office/drawing/2014/main" id="{D26CA4E4-17DF-4EE6-B66E-4673BBB3836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3" y="3146"/>
                          <a:ext cx="654" cy="403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直接连接符 89120">
              <a:extLst>
                <a:ext uri="{FF2B5EF4-FFF2-40B4-BE49-F238E27FC236}">
                  <a16:creationId xmlns:a16="http://schemas.microsoft.com/office/drawing/2014/main" id="{C89C0E61-E344-4A51-B1AB-3326937D85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40" y="2762"/>
              <a:ext cx="120" cy="40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87816647-87EF-4C9C-A8B2-ED097230E9E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141" y="3437066"/>
            <a:ext cx="0" cy="2063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854193D1-9D04-48AD-88D1-0F931AB8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4443268"/>
              </p:ext>
            </p:extLst>
          </p:nvPr>
        </p:nvGraphicFramePr>
        <p:xfrm>
          <a:off x="7258050" y="3727450"/>
          <a:ext cx="111125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699" name="Equation" r:id="rId19" imgW="114120" imgH="253800" progId="Equation.DSMT4">
                  <p:embed/>
                </p:oleObj>
              </mc:Choice>
              <mc:Fallback>
                <p:oleObj name="Equation" r:id="rId19" imgW="114120" imgH="253800" progId="Equation.DSMT4">
                  <p:embed/>
                  <p:pic>
                    <p:nvPicPr>
                      <p:cNvPr id="89123" name="对象 89122">
                        <a:extLst>
                          <a:ext uri="{FF2B5EF4-FFF2-40B4-BE49-F238E27FC236}">
                            <a16:creationId xmlns:a16="http://schemas.microsoft.com/office/drawing/2014/main" id="{49EA8AE3-0906-4DB0-B325-8C0139701A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8050" y="3727450"/>
                        <a:ext cx="111125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D04F3218-74CE-487D-9CEE-C50A36CDBFE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52428" y="3626957"/>
            <a:ext cx="479425" cy="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任意多边形 89124">
            <a:extLst>
              <a:ext uri="{FF2B5EF4-FFF2-40B4-BE49-F238E27FC236}">
                <a16:creationId xmlns:a16="http://schemas.microsoft.com/office/drawing/2014/main" id="{4B8D6112-1C4E-41DB-8D47-95C322F8E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566" y="1983022"/>
            <a:ext cx="808038" cy="1646238"/>
          </a:xfrm>
          <a:custGeom>
            <a:avLst/>
            <a:gdLst>
              <a:gd name="T0" fmla="*/ 10609 w 10610"/>
              <a:gd name="T1" fmla="*/ 19472 h 21600"/>
              <a:gd name="T2" fmla="*/ 1262 w 10610"/>
              <a:gd name="T3" fmla="*/ 21599 h 21600"/>
              <a:gd name="T4" fmla="*/ -1 w 10610"/>
              <a:gd name="T5" fmla="*/ 21563 h 21600"/>
              <a:gd name="T6" fmla="*/ 10609 w 10610"/>
              <a:gd name="T7" fmla="*/ 19472 h 21600"/>
              <a:gd name="T8" fmla="*/ 1262 w 10610"/>
              <a:gd name="T9" fmla="*/ 21599 h 21600"/>
              <a:gd name="T10" fmla="*/ -1 w 10610"/>
              <a:gd name="T11" fmla="*/ 21563 h 21600"/>
              <a:gd name="T12" fmla="*/ 1262 w 10610"/>
              <a:gd name="T13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610" h="21600" fill="none">
                <a:moveTo>
                  <a:pt x="10609" y="19472"/>
                </a:moveTo>
                <a:cubicBezTo>
                  <a:pt x="7784" y="20836"/>
                  <a:pt x="4612" y="21599"/>
                  <a:pt x="1262" y="21599"/>
                </a:cubicBezTo>
                <a:cubicBezTo>
                  <a:pt x="836" y="21599"/>
                  <a:pt x="414" y="21587"/>
                  <a:pt x="-1" y="21563"/>
                </a:cubicBezTo>
              </a:path>
              <a:path w="10610" h="21600" stroke="0">
                <a:moveTo>
                  <a:pt x="10609" y="19472"/>
                </a:moveTo>
                <a:cubicBezTo>
                  <a:pt x="7784" y="20836"/>
                  <a:pt x="4612" y="21599"/>
                  <a:pt x="1262" y="21599"/>
                </a:cubicBezTo>
                <a:cubicBezTo>
                  <a:pt x="836" y="21599"/>
                  <a:pt x="414" y="21587"/>
                  <a:pt x="-1" y="21563"/>
                </a:cubicBezTo>
                <a:lnTo>
                  <a:pt x="1262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53D1051-7B44-4FB9-8643-A5D8F1785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259" y="2082797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FFE75E6-6019-46A6-A48F-BE342A3337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4575299"/>
              </p:ext>
            </p:extLst>
          </p:nvPr>
        </p:nvGraphicFramePr>
        <p:xfrm>
          <a:off x="1262495" y="2162716"/>
          <a:ext cx="18811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700" name="Equation" r:id="rId21" imgW="1879560" imgH="380880" progId="Equation.DSMT4">
                  <p:embed/>
                </p:oleObj>
              </mc:Choice>
              <mc:Fallback>
                <p:oleObj name="Equation" r:id="rId21" imgW="1879560" imgH="380880" progId="Equation.DSMT4">
                  <p:embed/>
                  <p:pic>
                    <p:nvPicPr>
                      <p:cNvPr id="89099" name="对象 89098">
                        <a:extLst>
                          <a:ext uri="{FF2B5EF4-FFF2-40B4-BE49-F238E27FC236}">
                            <a16:creationId xmlns:a16="http://schemas.microsoft.com/office/drawing/2014/main" id="{D1CF6E6C-B001-4EF3-AC97-EC2CB8765A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495" y="2162716"/>
                        <a:ext cx="18811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2ECED6BE-FDC3-47E5-BB0A-75A6AABF4E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5039826"/>
              </p:ext>
            </p:extLst>
          </p:nvPr>
        </p:nvGraphicFramePr>
        <p:xfrm>
          <a:off x="3361908" y="2588097"/>
          <a:ext cx="685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701" name="Equation" r:id="rId23" imgW="685800" imgH="799920" progId="Equation.DSMT4">
                  <p:embed/>
                </p:oleObj>
              </mc:Choice>
              <mc:Fallback>
                <p:oleObj name="Equation" r:id="rId23" imgW="685800" imgH="799920" progId="Equation.DSMT4">
                  <p:embed/>
                  <p:pic>
                    <p:nvPicPr>
                      <p:cNvPr id="89100" name="对象 89099">
                        <a:extLst>
                          <a:ext uri="{FF2B5EF4-FFF2-40B4-BE49-F238E27FC236}">
                            <a16:creationId xmlns:a16="http://schemas.microsoft.com/office/drawing/2014/main" id="{F882B855-F72E-403B-8422-0A3E4657F6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1908" y="2588097"/>
                        <a:ext cx="6858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E14F722E-4212-42F4-A07D-CDED6B7F00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945048"/>
              </p:ext>
            </p:extLst>
          </p:nvPr>
        </p:nvGraphicFramePr>
        <p:xfrm>
          <a:off x="4157364" y="2820197"/>
          <a:ext cx="495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702" name="Equation" r:id="rId25" imgW="495000" imgH="330120" progId="Equation.DSMT4">
                  <p:embed/>
                </p:oleObj>
              </mc:Choice>
              <mc:Fallback>
                <p:oleObj name="Equation" r:id="rId25" imgW="495000" imgH="330120" progId="Equation.DSMT4">
                  <p:embed/>
                  <p:pic>
                    <p:nvPicPr>
                      <p:cNvPr id="89101" name="对象 89100">
                        <a:extLst>
                          <a:ext uri="{FF2B5EF4-FFF2-40B4-BE49-F238E27FC236}">
                            <a16:creationId xmlns:a16="http://schemas.microsoft.com/office/drawing/2014/main" id="{42D067AF-84AF-493A-8E9F-0F866F53C3E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7364" y="2820197"/>
                        <a:ext cx="495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CB475872-18F7-4D61-8AF2-45807BAAE8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0974776"/>
              </p:ext>
            </p:extLst>
          </p:nvPr>
        </p:nvGraphicFramePr>
        <p:xfrm>
          <a:off x="653003" y="2581873"/>
          <a:ext cx="2616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703" name="Equation" r:id="rId27" imgW="2616120" imgH="799920" progId="Equation.DSMT4">
                  <p:embed/>
                </p:oleObj>
              </mc:Choice>
              <mc:Fallback>
                <p:oleObj name="Equation" r:id="rId27" imgW="2616120" imgH="799920" progId="Equation.DSMT4">
                  <p:embed/>
                  <p:pic>
                    <p:nvPicPr>
                      <p:cNvPr id="89108" name="对象 89107">
                        <a:extLst>
                          <a:ext uri="{FF2B5EF4-FFF2-40B4-BE49-F238E27FC236}">
                            <a16:creationId xmlns:a16="http://schemas.microsoft.com/office/drawing/2014/main" id="{6B873FE7-BB60-4783-9CA2-BAD250078A0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03" y="2581873"/>
                        <a:ext cx="2616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椭圆 82968">
            <a:extLst>
              <a:ext uri="{FF2B5EF4-FFF2-40B4-BE49-F238E27FC236}">
                <a16:creationId xmlns:a16="http://schemas.microsoft.com/office/drawing/2014/main" id="{4D309ED1-2C2F-4D37-8DFC-6BA7F6C47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722" y="3598897"/>
            <a:ext cx="65088" cy="65088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5" name="椭圆 82968">
            <a:extLst>
              <a:ext uri="{FF2B5EF4-FFF2-40B4-BE49-F238E27FC236}">
                <a16:creationId xmlns:a16="http://schemas.microsoft.com/office/drawing/2014/main" id="{87B09C39-C9AB-490E-9784-7B6436174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608" y="3432374"/>
            <a:ext cx="65088" cy="65088"/>
          </a:xfrm>
          <a:prstGeom prst="ellipse">
            <a:avLst/>
          </a:prstGeom>
          <a:solidFill>
            <a:schemeClr val="tx1"/>
          </a:solidFill>
          <a:ln w="9525">
            <a:noFill/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9E6765ED-51A2-4246-8C7D-60BBAB1DAD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0674233"/>
              </p:ext>
            </p:extLst>
          </p:nvPr>
        </p:nvGraphicFramePr>
        <p:xfrm>
          <a:off x="4775861" y="2561943"/>
          <a:ext cx="1270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704" name="Equation" r:id="rId29" imgW="1269720" imgH="799920" progId="Equation.DSMT4">
                  <p:embed/>
                </p:oleObj>
              </mc:Choice>
              <mc:Fallback>
                <p:oleObj name="Equation" r:id="rId29" imgW="1269720" imgH="799920" progId="Equation.DSMT4">
                  <p:embed/>
                  <p:pic>
                    <p:nvPicPr>
                      <p:cNvPr id="89102" name="对象 89101">
                        <a:extLst>
                          <a:ext uri="{FF2B5EF4-FFF2-40B4-BE49-F238E27FC236}">
                            <a16:creationId xmlns:a16="http://schemas.microsoft.com/office/drawing/2014/main" id="{8C7E0B38-29BA-48DF-A523-FD1F4297703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861" y="2561943"/>
                        <a:ext cx="1270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04A8C321-70BD-4D39-8C9A-341CE63B8C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5110871"/>
              </p:ext>
            </p:extLst>
          </p:nvPr>
        </p:nvGraphicFramePr>
        <p:xfrm>
          <a:off x="173998" y="3381973"/>
          <a:ext cx="3073401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705" name="Equation" r:id="rId31" imgW="3073320" imgH="863280" progId="Equation.DSMT4">
                  <p:embed/>
                </p:oleObj>
              </mc:Choice>
              <mc:Fallback>
                <p:oleObj name="Equation" r:id="rId31" imgW="3073320" imgH="863280" progId="Equation.DSMT4">
                  <p:embed/>
                  <p:pic>
                    <p:nvPicPr>
                      <p:cNvPr id="89103" name="对象 89102">
                        <a:extLst>
                          <a:ext uri="{FF2B5EF4-FFF2-40B4-BE49-F238E27FC236}">
                            <a16:creationId xmlns:a16="http://schemas.microsoft.com/office/drawing/2014/main" id="{DC59FA67-158D-4D4E-B365-F5EBEDF43DF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8" y="3381973"/>
                        <a:ext cx="3073401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CDA25BC5-A8AD-4BDC-A443-C683A6146C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9870752"/>
              </p:ext>
            </p:extLst>
          </p:nvPr>
        </p:nvGraphicFramePr>
        <p:xfrm>
          <a:off x="3253408" y="3424920"/>
          <a:ext cx="914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706" name="Equation" r:id="rId33" imgW="914400" imgH="799920" progId="Equation.DSMT4">
                  <p:embed/>
                </p:oleObj>
              </mc:Choice>
              <mc:Fallback>
                <p:oleObj name="Equation" r:id="rId33" imgW="914400" imgH="799920" progId="Equation.DSMT4">
                  <p:embed/>
                  <p:pic>
                    <p:nvPicPr>
                      <p:cNvPr id="89104" name="对象 89103">
                        <a:extLst>
                          <a:ext uri="{FF2B5EF4-FFF2-40B4-BE49-F238E27FC236}">
                            <a16:creationId xmlns:a16="http://schemas.microsoft.com/office/drawing/2014/main" id="{8CA1364B-933A-4BC1-84FA-4243B8EC79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3408" y="3424920"/>
                        <a:ext cx="9144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39">
            <a:extLst>
              <a:ext uri="{FF2B5EF4-FFF2-40B4-BE49-F238E27FC236}">
                <a16:creationId xmlns:a16="http://schemas.microsoft.com/office/drawing/2014/main" id="{375EFE25-AC4A-4DF8-8A29-7B28EE832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03" y="4332178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显然</a:t>
            </a:r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FC69B57-60C5-4675-ABC6-53047448A0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4928086"/>
              </p:ext>
            </p:extLst>
          </p:nvPr>
        </p:nvGraphicFramePr>
        <p:xfrm>
          <a:off x="1391703" y="4372212"/>
          <a:ext cx="1257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707" name="Equation" r:id="rId35" imgW="1257120" imgH="431640" progId="Equation.DSMT4">
                  <p:embed/>
                </p:oleObj>
              </mc:Choice>
              <mc:Fallback>
                <p:oleObj name="Equation" r:id="rId35" imgW="1257120" imgH="431640" progId="Equation.DSMT4">
                  <p:embed/>
                  <p:pic>
                    <p:nvPicPr>
                      <p:cNvPr id="89106" name="对象 89105">
                        <a:extLst>
                          <a:ext uri="{FF2B5EF4-FFF2-40B4-BE49-F238E27FC236}">
                            <a16:creationId xmlns:a16="http://schemas.microsoft.com/office/drawing/2014/main" id="{D15177C7-A344-427F-A250-31E91D3B78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1703" y="4372212"/>
                        <a:ext cx="1257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A7CB1EB9-B907-4DFF-9C65-30ECA62D25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0925085"/>
              </p:ext>
            </p:extLst>
          </p:nvPr>
        </p:nvGraphicFramePr>
        <p:xfrm>
          <a:off x="3128296" y="4182073"/>
          <a:ext cx="1320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708" name="Equation" r:id="rId37" imgW="1320480" imgH="723600" progId="Equation.DSMT4">
                  <p:embed/>
                </p:oleObj>
              </mc:Choice>
              <mc:Fallback>
                <p:oleObj name="Equation" r:id="rId37" imgW="1320480" imgH="723600" progId="Equation.DSMT4">
                  <p:embed/>
                  <p:pic>
                    <p:nvPicPr>
                      <p:cNvPr id="89107" name="对象 89106">
                        <a:extLst>
                          <a:ext uri="{FF2B5EF4-FFF2-40B4-BE49-F238E27FC236}">
                            <a16:creationId xmlns:a16="http://schemas.microsoft.com/office/drawing/2014/main" id="{C160E0A5-6FAB-4DAB-85D0-CCF21408A8C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8296" y="4182073"/>
                        <a:ext cx="1320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809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91137">
            <a:extLst>
              <a:ext uri="{FF2B5EF4-FFF2-40B4-BE49-F238E27FC236}">
                <a16:creationId xmlns:a16="http://schemas.microsoft.com/office/drawing/2014/main" id="{9F5940AC-7663-48F7-9E4E-B3803BF3CA7B}"/>
              </a:ext>
            </a:extLst>
          </p:cNvPr>
          <p:cNvSpPr txBox="1">
            <a:spLocks noChangeArrowheads="1"/>
          </p:cNvSpPr>
          <p:nvPr/>
        </p:nvSpPr>
        <p:spPr>
          <a:xfrm>
            <a:off x="948953" y="508000"/>
            <a:ext cx="2286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3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求椭圆</a:t>
            </a:r>
          </a:p>
        </p:txBody>
      </p:sp>
      <p:graphicFrame>
        <p:nvGraphicFramePr>
          <p:cNvPr id="3" name="对象 91138">
            <a:extLst>
              <a:ext uri="{FF2B5EF4-FFF2-40B4-BE49-F238E27FC236}">
                <a16:creationId xmlns:a16="http://schemas.microsoft.com/office/drawing/2014/main" id="{478AE905-2063-42CF-8220-D8FAE65DB4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548888"/>
              </p:ext>
            </p:extLst>
          </p:nvPr>
        </p:nvGraphicFramePr>
        <p:xfrm>
          <a:off x="2685678" y="330200"/>
          <a:ext cx="1460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49" name="Equation" r:id="rId3" imgW="1460160" imgH="863280" progId="Equation.DSMT4">
                  <p:embed/>
                </p:oleObj>
              </mc:Choice>
              <mc:Fallback>
                <p:oleObj name="Equation" r:id="rId3" imgW="1460160" imgH="863280" progId="Equation.DSMT4">
                  <p:embed/>
                  <p:pic>
                    <p:nvPicPr>
                      <p:cNvPr id="16386" name="对象 91138">
                        <a:extLst>
                          <a:ext uri="{FF2B5EF4-FFF2-40B4-BE49-F238E27FC236}">
                            <a16:creationId xmlns:a16="http://schemas.microsoft.com/office/drawing/2014/main" id="{BCC693E8-5DCB-471A-BBA8-4DEA6B19005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678" y="330200"/>
                        <a:ext cx="1460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91139">
            <a:extLst>
              <a:ext uri="{FF2B5EF4-FFF2-40B4-BE49-F238E27FC236}">
                <a16:creationId xmlns:a16="http://schemas.microsoft.com/office/drawing/2014/main" id="{0E0E26F7-D3D7-4146-A014-794D0DAEB6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0806831"/>
              </p:ext>
            </p:extLst>
          </p:nvPr>
        </p:nvGraphicFramePr>
        <p:xfrm>
          <a:off x="4305219" y="603250"/>
          <a:ext cx="14112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0" name="Equation" r:id="rId5" imgW="1409400" imgH="342720" progId="Equation.DSMT4">
                  <p:embed/>
                </p:oleObj>
              </mc:Choice>
              <mc:Fallback>
                <p:oleObj name="Equation" r:id="rId5" imgW="1409400" imgH="342720" progId="Equation.DSMT4">
                  <p:embed/>
                  <p:pic>
                    <p:nvPicPr>
                      <p:cNvPr id="16387" name="对象 91139">
                        <a:extLst>
                          <a:ext uri="{FF2B5EF4-FFF2-40B4-BE49-F238E27FC236}">
                            <a16:creationId xmlns:a16="http://schemas.microsoft.com/office/drawing/2014/main" id="{BD5473C1-F4F8-4DB7-999A-77AF3A1B3A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219" y="603250"/>
                        <a:ext cx="14112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91140">
            <a:extLst>
              <a:ext uri="{FF2B5EF4-FFF2-40B4-BE49-F238E27FC236}">
                <a16:creationId xmlns:a16="http://schemas.microsoft.com/office/drawing/2014/main" id="{8467B3E8-42DA-4C01-90E6-AF8BCC2FB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0640" y="484485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 在何处曲率最大</a:t>
            </a:r>
            <a:r>
              <a:rPr lang="en-US" altLang="zh-CN" sz="2400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A13704-2EBC-4157-BF06-6AB517065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376363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A2D4A7-DB99-4EAA-AC8B-74B47254A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506383"/>
            <a:ext cx="2057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故曲率为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978D85A-9EEB-47E2-9C88-A02622085F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9989269"/>
              </p:ext>
            </p:extLst>
          </p:nvPr>
        </p:nvGraphicFramePr>
        <p:xfrm>
          <a:off x="1601222" y="1408506"/>
          <a:ext cx="18430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1" name="Equation" r:id="rId7" imgW="1841400" imgH="355320" progId="Equation.DSMT4">
                  <p:embed/>
                </p:oleObj>
              </mc:Choice>
              <mc:Fallback>
                <p:oleObj name="Equation" r:id="rId7" imgW="1841400" imgH="355320" progId="Equation.DSMT4">
                  <p:embed/>
                  <p:pic>
                    <p:nvPicPr>
                      <p:cNvPr id="91147" name="对象 91146">
                        <a:extLst>
                          <a:ext uri="{FF2B5EF4-FFF2-40B4-BE49-F238E27FC236}">
                            <a16:creationId xmlns:a16="http://schemas.microsoft.com/office/drawing/2014/main" id="{19B48E0B-EEE3-4534-ABA9-1503516A858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222" y="1408506"/>
                        <a:ext cx="18430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7CB6C5D-E8FB-4F67-B6EC-9C7C03B8FA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5657426"/>
              </p:ext>
            </p:extLst>
          </p:nvPr>
        </p:nvGraphicFramePr>
        <p:xfrm>
          <a:off x="4527550" y="1376363"/>
          <a:ext cx="16779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2" name="Equation" r:id="rId9" imgW="1676160" imgH="355320" progId="Equation.DSMT4">
                  <p:embed/>
                </p:oleObj>
              </mc:Choice>
              <mc:Fallback>
                <p:oleObj name="Equation" r:id="rId9" imgW="1676160" imgH="355320" progId="Equation.DSMT4">
                  <p:embed/>
                  <p:pic>
                    <p:nvPicPr>
                      <p:cNvPr id="91148" name="对象 91147">
                        <a:extLst>
                          <a:ext uri="{FF2B5EF4-FFF2-40B4-BE49-F238E27FC236}">
                            <a16:creationId xmlns:a16="http://schemas.microsoft.com/office/drawing/2014/main" id="{A656CB6A-641C-4D37-ACE9-A9E7CD2F3AD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550" y="1376363"/>
                        <a:ext cx="16779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F910D32-0115-4009-A7FE-808BAD2836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4801061"/>
              </p:ext>
            </p:extLst>
          </p:nvPr>
        </p:nvGraphicFramePr>
        <p:xfrm>
          <a:off x="1589316" y="1873587"/>
          <a:ext cx="1866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3" name="Equation" r:id="rId11" imgW="1866600" imgH="355320" progId="Equation.DSMT4">
                  <p:embed/>
                </p:oleObj>
              </mc:Choice>
              <mc:Fallback>
                <p:oleObj name="Equation" r:id="rId11" imgW="1866600" imgH="355320" progId="Equation.DSMT4">
                  <p:embed/>
                  <p:pic>
                    <p:nvPicPr>
                      <p:cNvPr id="91149" name="对象 91148">
                        <a:extLst>
                          <a:ext uri="{FF2B5EF4-FFF2-40B4-BE49-F238E27FC236}">
                            <a16:creationId xmlns:a16="http://schemas.microsoft.com/office/drawing/2014/main" id="{1F898902-E3CD-46A7-B7EA-2E629D70707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316" y="1873587"/>
                        <a:ext cx="1866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E539636-C575-4867-AB58-40C985816C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0642194"/>
              </p:ext>
            </p:extLst>
          </p:nvPr>
        </p:nvGraphicFramePr>
        <p:xfrm>
          <a:off x="4527550" y="1850131"/>
          <a:ext cx="18303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4" name="Equation" r:id="rId13" imgW="1828800" imgH="355320" progId="Equation.DSMT4">
                  <p:embed/>
                </p:oleObj>
              </mc:Choice>
              <mc:Fallback>
                <p:oleObj name="Equation" r:id="rId13" imgW="1828800" imgH="355320" progId="Equation.DSMT4">
                  <p:embed/>
                  <p:pic>
                    <p:nvPicPr>
                      <p:cNvPr id="91150" name="对象 91149">
                        <a:extLst>
                          <a:ext uri="{FF2B5EF4-FFF2-40B4-BE49-F238E27FC236}">
                            <a16:creationId xmlns:a16="http://schemas.microsoft.com/office/drawing/2014/main" id="{E6BE0CBC-A8FB-454C-A03E-3F543959031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7550" y="1850131"/>
                        <a:ext cx="18303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DEBF024-7AC2-43CE-AFC3-21FF4D9E7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2704868"/>
              </p:ext>
            </p:extLst>
          </p:nvPr>
        </p:nvGraphicFramePr>
        <p:xfrm>
          <a:off x="1935127" y="2338668"/>
          <a:ext cx="2082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5" name="Equation" r:id="rId15" imgW="2082600" imgH="863280" progId="Equation.DSMT4">
                  <p:embed/>
                </p:oleObj>
              </mc:Choice>
              <mc:Fallback>
                <p:oleObj name="Equation" r:id="rId15" imgW="2082600" imgH="863280" progId="Equation.DSMT4">
                  <p:embed/>
                  <p:pic>
                    <p:nvPicPr>
                      <p:cNvPr id="91151" name="对象 91150">
                        <a:extLst>
                          <a:ext uri="{FF2B5EF4-FFF2-40B4-BE49-F238E27FC236}">
                            <a16:creationId xmlns:a16="http://schemas.microsoft.com/office/drawing/2014/main" id="{BE19118D-EACC-44B3-8B7B-E5440A0CCC3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5127" y="2338668"/>
                        <a:ext cx="2082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25340B4-56D1-4C59-B916-4A84948FB7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2765255"/>
              </p:ext>
            </p:extLst>
          </p:nvPr>
        </p:nvGraphicFramePr>
        <p:xfrm>
          <a:off x="4159486" y="2364068"/>
          <a:ext cx="30226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6" name="Equation" r:id="rId17" imgW="3022560" imgH="812520" progId="Equation.DSMT4">
                  <p:embed/>
                </p:oleObj>
              </mc:Choice>
              <mc:Fallback>
                <p:oleObj name="Equation" r:id="rId17" imgW="3022560" imgH="812520" progId="Equation.DSMT4">
                  <p:embed/>
                  <p:pic>
                    <p:nvPicPr>
                      <p:cNvPr id="91146" name="对象 91145">
                        <a:extLst>
                          <a:ext uri="{FF2B5EF4-FFF2-40B4-BE49-F238E27FC236}">
                            <a16:creationId xmlns:a16="http://schemas.microsoft.com/office/drawing/2014/main" id="{0F5C517E-4D62-469B-972F-5F69ACA721A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486" y="2364068"/>
                        <a:ext cx="30226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0E01B0BE-91E0-497C-B236-87AEBADB4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713" y="3642893"/>
            <a:ext cx="14017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最大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A06BCD2-986B-4724-9D20-EAC2BDC642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5807471"/>
              </p:ext>
            </p:extLst>
          </p:nvPr>
        </p:nvGraphicFramePr>
        <p:xfrm>
          <a:off x="3203848" y="3658769"/>
          <a:ext cx="30622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57" name="Equation" r:id="rId19" imgW="3060360" imgH="406080" progId="Equation.DSMT4">
                  <p:embed/>
                </p:oleObj>
              </mc:Choice>
              <mc:Fallback>
                <p:oleObj name="Equation" r:id="rId19" imgW="3060360" imgH="406080" progId="Equation.DSMT4">
                  <p:embed/>
                  <p:pic>
                    <p:nvPicPr>
                      <p:cNvPr id="91153" name="对象 91152">
                        <a:extLst>
                          <a:ext uri="{FF2B5EF4-FFF2-40B4-BE49-F238E27FC236}">
                            <a16:creationId xmlns:a16="http://schemas.microsoft.com/office/drawing/2014/main" id="{B2EAE793-9422-48B1-9E3F-A23079A9C62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3658769"/>
                        <a:ext cx="30622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BDCD4C3B-3D25-4D59-8B08-19C205A27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1077" y="3630073"/>
            <a:ext cx="984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最小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50A49B1C-FF81-49E8-8FB2-42F5619A6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5127" y="3868785"/>
            <a:ext cx="1143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3E518EF1-E9E2-41D7-B730-5985B4F0EB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5116" y="3939902"/>
            <a:ext cx="1143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62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20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7ECA648-2DE8-4C1D-8020-01F00B01AD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7582854"/>
              </p:ext>
            </p:extLst>
          </p:nvPr>
        </p:nvGraphicFramePr>
        <p:xfrm>
          <a:off x="627972" y="1059582"/>
          <a:ext cx="426708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17" name="Equation" r:id="rId3" imgW="4267080" imgH="406080" progId="Equation.DSMT4">
                  <p:embed/>
                </p:oleObj>
              </mc:Choice>
              <mc:Fallback>
                <p:oleObj name="Equation" r:id="rId3" imgW="4267080" imgH="406080" progId="Equation.DSMT4">
                  <p:embed/>
                  <p:pic>
                    <p:nvPicPr>
                      <p:cNvPr id="91157" name="对象 91156">
                        <a:extLst>
                          <a:ext uri="{FF2B5EF4-FFF2-40B4-BE49-F238E27FC236}">
                            <a16:creationId xmlns:a16="http://schemas.microsoft.com/office/drawing/2014/main" id="{E54D4632-27CC-4F32-915F-327AEA560E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972" y="1059582"/>
                        <a:ext cx="4267080" cy="406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FA8AA17-0042-4604-94A8-9AC38A1DF5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4623900"/>
              </p:ext>
            </p:extLst>
          </p:nvPr>
        </p:nvGraphicFramePr>
        <p:xfrm>
          <a:off x="5022273" y="1065231"/>
          <a:ext cx="208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18" name="Equation" r:id="rId5" imgW="2082600" imgH="406080" progId="Equation.DSMT4">
                  <p:embed/>
                </p:oleObj>
              </mc:Choice>
              <mc:Fallback>
                <p:oleObj name="Equation" r:id="rId5" imgW="2082600" imgH="406080" progId="Equation.DSMT4">
                  <p:embed/>
                  <p:pic>
                    <p:nvPicPr>
                      <p:cNvPr id="91158" name="对象 91157">
                        <a:extLst>
                          <a:ext uri="{FF2B5EF4-FFF2-40B4-BE49-F238E27FC236}">
                            <a16:creationId xmlns:a16="http://schemas.microsoft.com/office/drawing/2014/main" id="{86127A4E-9534-45DE-9D5F-9AC6C78E43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273" y="1065231"/>
                        <a:ext cx="2082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AA076F3-1DB5-4CEB-9711-F444D74F4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80" y="483518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求驻点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1B1F6B9-CD47-4628-8F88-FBF00D4A9F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9241252"/>
              </p:ext>
            </p:extLst>
          </p:nvPr>
        </p:nvGraphicFramePr>
        <p:xfrm>
          <a:off x="5364088" y="512271"/>
          <a:ext cx="30622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19" name="Equation" r:id="rId7" imgW="3060360" imgH="406080" progId="Equation.DSMT4">
                  <p:embed/>
                </p:oleObj>
              </mc:Choice>
              <mc:Fallback>
                <p:oleObj name="Equation" r:id="rId7" imgW="3060360" imgH="4060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AA06BCD2-986B-4724-9D20-EAC2BDC6423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512271"/>
                        <a:ext cx="3062287" cy="40640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92161">
            <a:extLst>
              <a:ext uri="{FF2B5EF4-FFF2-40B4-BE49-F238E27FC236}">
                <a16:creationId xmlns:a16="http://schemas.microsoft.com/office/drawing/2014/main" id="{D8638368-2695-4179-A2CE-A747B0D419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0914274"/>
              </p:ext>
            </p:extLst>
          </p:nvPr>
        </p:nvGraphicFramePr>
        <p:xfrm>
          <a:off x="717550" y="1763713"/>
          <a:ext cx="1511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20" name="Equation" r:id="rId9" imgW="1511280" imgH="380880" progId="Equation.DSMT4">
                  <p:embed/>
                </p:oleObj>
              </mc:Choice>
              <mc:Fallback>
                <p:oleObj name="Equation" r:id="rId9" imgW="1511280" imgH="380880" progId="Equation.DSMT4">
                  <p:embed/>
                  <p:pic>
                    <p:nvPicPr>
                      <p:cNvPr id="17409" name="对象 92161">
                        <a:extLst>
                          <a:ext uri="{FF2B5EF4-FFF2-40B4-BE49-F238E27FC236}">
                            <a16:creationId xmlns:a16="http://schemas.microsoft.com/office/drawing/2014/main" id="{78BC70BD-081E-43FB-8C44-50F86F452E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1763713"/>
                        <a:ext cx="1511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" name="组合 62">
            <a:extLst>
              <a:ext uri="{FF2B5EF4-FFF2-40B4-BE49-F238E27FC236}">
                <a16:creationId xmlns:a16="http://schemas.microsoft.com/office/drawing/2014/main" id="{316F2C0D-2EB5-44DA-B117-A149B5BA34B0}"/>
              </a:ext>
            </a:extLst>
          </p:cNvPr>
          <p:cNvGrpSpPr/>
          <p:nvPr/>
        </p:nvGrpSpPr>
        <p:grpSpPr>
          <a:xfrm>
            <a:off x="2286000" y="1592263"/>
            <a:ext cx="3349625" cy="782637"/>
            <a:chOff x="2286000" y="1592263"/>
            <a:chExt cx="3349625" cy="782637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994532D7-6856-413A-B403-675CC652353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740139551"/>
                </p:ext>
              </p:extLst>
            </p:nvPr>
          </p:nvGraphicFramePr>
          <p:xfrm>
            <a:off x="2286000" y="1766214"/>
            <a:ext cx="10668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21" name="Equation" r:id="rId11" imgW="1066680" imgH="380880" progId="Equation.DSMT4">
                    <p:embed/>
                  </p:oleObj>
                </mc:Choice>
                <mc:Fallback>
                  <p:oleObj name="Equation" r:id="rId11" imgW="1066680" imgH="380880" progId="Equation.DSMT4">
                    <p:embed/>
                    <p:pic>
                      <p:nvPicPr>
                        <p:cNvPr id="92165" name="对象 92164">
                          <a:extLst>
                            <a:ext uri="{FF2B5EF4-FFF2-40B4-BE49-F238E27FC236}">
                              <a16:creationId xmlns:a16="http://schemas.microsoft.com/office/drawing/2014/main" id="{CE64B6E9-422F-402B-822A-752E7DE3C1D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0" y="1766214"/>
                          <a:ext cx="10668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3F773BCC-14C3-4B86-8D72-9B9E662B934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8964740"/>
                </p:ext>
              </p:extLst>
            </p:nvPr>
          </p:nvGraphicFramePr>
          <p:xfrm>
            <a:off x="3525838" y="1592263"/>
            <a:ext cx="3810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22" name="Equation" r:id="rId13" imgW="380880" imgH="723600" progId="Equation.DSMT4">
                    <p:embed/>
                  </p:oleObj>
                </mc:Choice>
                <mc:Fallback>
                  <p:oleObj name="Equation" r:id="rId13" imgW="380880" imgH="723600" progId="Equation.DSMT4">
                    <p:embed/>
                    <p:pic>
                      <p:nvPicPr>
                        <p:cNvPr id="92166" name="对象 92165">
                          <a:extLst>
                            <a:ext uri="{FF2B5EF4-FFF2-40B4-BE49-F238E27FC236}">
                              <a16:creationId xmlns:a16="http://schemas.microsoft.com/office/drawing/2014/main" id="{CBB0DC24-4DD0-4C4B-97F7-5087F8195E7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5838" y="1592263"/>
                          <a:ext cx="3810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D73EA56E-DB58-4D68-8089-36513B80612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39278414"/>
                </p:ext>
              </p:extLst>
            </p:nvPr>
          </p:nvGraphicFramePr>
          <p:xfrm>
            <a:off x="4625975" y="1651000"/>
            <a:ext cx="5207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23" name="Equation" r:id="rId15" imgW="520560" imgH="723600" progId="Equation.DSMT4">
                    <p:embed/>
                  </p:oleObj>
                </mc:Choice>
                <mc:Fallback>
                  <p:oleObj name="Equation" r:id="rId15" imgW="520560" imgH="723600" progId="Equation.DSMT4">
                    <p:embed/>
                    <p:pic>
                      <p:nvPicPr>
                        <p:cNvPr id="92167" name="对象 92166">
                          <a:extLst>
                            <a:ext uri="{FF2B5EF4-FFF2-40B4-BE49-F238E27FC236}">
                              <a16:creationId xmlns:a16="http://schemas.microsoft.com/office/drawing/2014/main" id="{165C9DAD-776C-4597-8C11-3F47E9CA3A2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5975" y="1651000"/>
                          <a:ext cx="5207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29C4A9EC-9C4E-4FCD-A6EF-5A7E96C7C32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9364816"/>
                </p:ext>
              </p:extLst>
            </p:nvPr>
          </p:nvGraphicFramePr>
          <p:xfrm>
            <a:off x="5229225" y="1776413"/>
            <a:ext cx="4064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24" name="Equation" r:id="rId17" imgW="406080" imgH="279360" progId="Equation.DSMT4">
                    <p:embed/>
                  </p:oleObj>
                </mc:Choice>
                <mc:Fallback>
                  <p:oleObj name="Equation" r:id="rId17" imgW="406080" imgH="279360" progId="Equation.DSMT4">
                    <p:embed/>
                    <p:pic>
                      <p:nvPicPr>
                        <p:cNvPr id="92168" name="对象 92167">
                          <a:extLst>
                            <a:ext uri="{FF2B5EF4-FFF2-40B4-BE49-F238E27FC236}">
                              <a16:creationId xmlns:a16="http://schemas.microsoft.com/office/drawing/2014/main" id="{BADC02E9-DBF1-4941-AC90-64DC4861F64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9225" y="1776413"/>
                          <a:ext cx="4064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C1804110-7A0B-4DE7-81AD-6DCB6967896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88032644"/>
                </p:ext>
              </p:extLst>
            </p:nvPr>
          </p:nvGraphicFramePr>
          <p:xfrm>
            <a:off x="4096905" y="1820863"/>
            <a:ext cx="342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25" name="Equation" r:id="rId19" imgW="342720" imgH="266400" progId="Equation.DSMT4">
                    <p:embed/>
                  </p:oleObj>
                </mc:Choice>
                <mc:Fallback>
                  <p:oleObj name="Equation" r:id="rId19" imgW="342720" imgH="266400" progId="Equation.DSMT4">
                    <p:embed/>
                    <p:pic>
                      <p:nvPicPr>
                        <p:cNvPr id="92169" name="对象 92168">
                          <a:extLst>
                            <a:ext uri="{FF2B5EF4-FFF2-40B4-BE49-F238E27FC236}">
                              <a16:creationId xmlns:a16="http://schemas.microsoft.com/office/drawing/2014/main" id="{DDF594D6-E4B0-46A0-98D6-D420C7BBE9C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6905" y="1820863"/>
                          <a:ext cx="342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EF649E56-6DF9-4F66-B4F4-1CB75F868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028" y="2246450"/>
            <a:ext cx="29690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计算驻点处的函数值</a:t>
            </a:r>
            <a:endParaRPr lang="en-US" altLang="zh-CN" sz="2400" b="1" dirty="0">
              <a:solidFill>
                <a:srgbClr val="0064FF"/>
              </a:solidFill>
              <a:latin typeface="+mj-ea"/>
              <a:ea typeface="+mj-ea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7AD404D1-F7AC-4140-93FC-75742AFCD49A}"/>
              </a:ext>
            </a:extLst>
          </p:cNvPr>
          <p:cNvGrpSpPr/>
          <p:nvPr/>
        </p:nvGrpSpPr>
        <p:grpSpPr>
          <a:xfrm>
            <a:off x="1022896" y="2681288"/>
            <a:ext cx="7198767" cy="884237"/>
            <a:chOff x="1022896" y="2681288"/>
            <a:chExt cx="7198767" cy="884237"/>
          </a:xfrm>
        </p:grpSpPr>
        <p:graphicFrame>
          <p:nvGraphicFramePr>
            <p:cNvPr id="39" name="对象 92161">
              <a:extLst>
                <a:ext uri="{FF2B5EF4-FFF2-40B4-BE49-F238E27FC236}">
                  <a16:creationId xmlns:a16="http://schemas.microsoft.com/office/drawing/2014/main" id="{025C7C47-236D-4CCC-9E02-EBFD2733496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53078976"/>
                </p:ext>
              </p:extLst>
            </p:nvPr>
          </p:nvGraphicFramePr>
          <p:xfrm>
            <a:off x="1022896" y="2955902"/>
            <a:ext cx="12700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26" name="Equation" r:id="rId21" imgW="1269720" imgH="406080" progId="Equation.DSMT4">
                    <p:embed/>
                  </p:oleObj>
                </mc:Choice>
                <mc:Fallback>
                  <p:oleObj name="Equation" r:id="rId21" imgW="1269720" imgH="406080" progId="Equation.DSMT4">
                    <p:embed/>
                    <p:pic>
                      <p:nvPicPr>
                        <p:cNvPr id="8" name="对象 92161">
                          <a:extLst>
                            <a:ext uri="{FF2B5EF4-FFF2-40B4-BE49-F238E27FC236}">
                              <a16:creationId xmlns:a16="http://schemas.microsoft.com/office/drawing/2014/main" id="{D8638368-2695-4179-A2CE-A747B0D4192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2896" y="2955902"/>
                          <a:ext cx="12700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对象 92161">
              <a:extLst>
                <a:ext uri="{FF2B5EF4-FFF2-40B4-BE49-F238E27FC236}">
                  <a16:creationId xmlns:a16="http://schemas.microsoft.com/office/drawing/2014/main" id="{ABF867C5-FAFB-4047-A661-52C68021656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44692223"/>
                </p:ext>
              </p:extLst>
            </p:nvPr>
          </p:nvGraphicFramePr>
          <p:xfrm>
            <a:off x="2486025" y="2752725"/>
            <a:ext cx="14732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27" name="Equation" r:id="rId23" imgW="1473120" imgH="812520" progId="Equation.DSMT4">
                    <p:embed/>
                  </p:oleObj>
                </mc:Choice>
                <mc:Fallback>
                  <p:oleObj name="Equation" r:id="rId23" imgW="1473120" imgH="812520" progId="Equation.DSMT4">
                    <p:embed/>
                    <p:pic>
                      <p:nvPicPr>
                        <p:cNvPr id="39" name="对象 92161">
                          <a:extLst>
                            <a:ext uri="{FF2B5EF4-FFF2-40B4-BE49-F238E27FC236}">
                              <a16:creationId xmlns:a16="http://schemas.microsoft.com/office/drawing/2014/main" id="{025C7C47-236D-4CCC-9E02-EBFD2733496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6025" y="2752725"/>
                          <a:ext cx="14732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92161">
              <a:extLst>
                <a:ext uri="{FF2B5EF4-FFF2-40B4-BE49-F238E27FC236}">
                  <a16:creationId xmlns:a16="http://schemas.microsoft.com/office/drawing/2014/main" id="{A6667769-A82A-4C8C-AC9E-8DE9F73D93C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44469943"/>
                </p:ext>
              </p:extLst>
            </p:nvPr>
          </p:nvGraphicFramePr>
          <p:xfrm>
            <a:off x="3951288" y="2946400"/>
            <a:ext cx="12827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28" name="Equation" r:id="rId25" imgW="1282680" imgH="406080" progId="Equation.DSMT4">
                    <p:embed/>
                  </p:oleObj>
                </mc:Choice>
                <mc:Fallback>
                  <p:oleObj name="Equation" r:id="rId25" imgW="1282680" imgH="406080" progId="Equation.DSMT4">
                    <p:embed/>
                    <p:pic>
                      <p:nvPicPr>
                        <p:cNvPr id="39" name="对象 92161">
                          <a:extLst>
                            <a:ext uri="{FF2B5EF4-FFF2-40B4-BE49-F238E27FC236}">
                              <a16:creationId xmlns:a16="http://schemas.microsoft.com/office/drawing/2014/main" id="{025C7C47-236D-4CCC-9E02-EBFD2733496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1288" y="2946400"/>
                          <a:ext cx="12827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92161">
              <a:extLst>
                <a:ext uri="{FF2B5EF4-FFF2-40B4-BE49-F238E27FC236}">
                  <a16:creationId xmlns:a16="http://schemas.microsoft.com/office/drawing/2014/main" id="{4A10DDB8-B0A6-4764-8292-4E747EDBDEC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88319215"/>
                </p:ext>
              </p:extLst>
            </p:nvPr>
          </p:nvGraphicFramePr>
          <p:xfrm>
            <a:off x="5251450" y="2681288"/>
            <a:ext cx="16002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29" name="Equation" r:id="rId27" imgW="1600200" imgH="812520" progId="Equation.DSMT4">
                    <p:embed/>
                  </p:oleObj>
                </mc:Choice>
                <mc:Fallback>
                  <p:oleObj name="Equation" r:id="rId27" imgW="1600200" imgH="812520" progId="Equation.DSMT4">
                    <p:embed/>
                    <p:pic>
                      <p:nvPicPr>
                        <p:cNvPr id="41" name="对象 92161">
                          <a:extLst>
                            <a:ext uri="{FF2B5EF4-FFF2-40B4-BE49-F238E27FC236}">
                              <a16:creationId xmlns:a16="http://schemas.microsoft.com/office/drawing/2014/main" id="{A6667769-A82A-4C8C-AC9E-8DE9F73D93C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1450" y="2681288"/>
                          <a:ext cx="16002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92161">
              <a:extLst>
                <a:ext uri="{FF2B5EF4-FFF2-40B4-BE49-F238E27FC236}">
                  <a16:creationId xmlns:a16="http://schemas.microsoft.com/office/drawing/2014/main" id="{3402C5A2-AF3D-494D-8DA2-BD07EF43AC7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2971511"/>
                </p:ext>
              </p:extLst>
            </p:nvPr>
          </p:nvGraphicFramePr>
          <p:xfrm>
            <a:off x="6799263" y="2884488"/>
            <a:ext cx="14224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30" name="Equation" r:id="rId29" imgW="1422360" imgH="406080" progId="Equation.DSMT4">
                    <p:embed/>
                  </p:oleObj>
                </mc:Choice>
                <mc:Fallback>
                  <p:oleObj name="Equation" r:id="rId29" imgW="1422360" imgH="406080" progId="Equation.DSMT4">
                    <p:embed/>
                    <p:pic>
                      <p:nvPicPr>
                        <p:cNvPr id="41" name="对象 92161">
                          <a:extLst>
                            <a:ext uri="{FF2B5EF4-FFF2-40B4-BE49-F238E27FC236}">
                              <a16:creationId xmlns:a16="http://schemas.microsoft.com/office/drawing/2014/main" id="{A6667769-A82A-4C8C-AC9E-8DE9F73D93C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99263" y="2884488"/>
                          <a:ext cx="142240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15D0649F-96B1-4C4C-89A9-150FC6796AF7}"/>
              </a:ext>
            </a:extLst>
          </p:cNvPr>
          <p:cNvGrpSpPr/>
          <p:nvPr/>
        </p:nvGrpSpPr>
        <p:grpSpPr>
          <a:xfrm>
            <a:off x="743082" y="3541405"/>
            <a:ext cx="1803268" cy="487670"/>
            <a:chOff x="743082" y="3541405"/>
            <a:chExt cx="1803268" cy="487670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5F252B5-3155-4202-A662-44CBC86A10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3082" y="3541405"/>
              <a:ext cx="914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设</a:t>
              </a:r>
            </a:p>
          </p:txBody>
        </p:sp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E251D914-CB03-419F-8CAD-9A27749696F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31030874"/>
                </p:ext>
              </p:extLst>
            </p:nvPr>
          </p:nvGraphicFramePr>
          <p:xfrm>
            <a:off x="1312863" y="3686175"/>
            <a:ext cx="1233487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31" name="Equation" r:id="rId31" imgW="1231560" imgH="342720" progId="Equation.DSMT4">
                    <p:embed/>
                  </p:oleObj>
                </mc:Choice>
                <mc:Fallback>
                  <p:oleObj name="Equation" r:id="rId31" imgW="1231560" imgH="342720" progId="Equation.DSMT4">
                    <p:embed/>
                    <p:pic>
                      <p:nvPicPr>
                        <p:cNvPr id="92186" name="对象 92185">
                          <a:extLst>
                            <a:ext uri="{FF2B5EF4-FFF2-40B4-BE49-F238E27FC236}">
                              <a16:creationId xmlns:a16="http://schemas.microsoft.com/office/drawing/2014/main" id="{C311D828-92C0-4454-AD06-A0696E2B6D8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863" y="3686175"/>
                          <a:ext cx="1233487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41847C71-91F8-4AAE-94D4-28D88E93B0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8327817"/>
              </p:ext>
            </p:extLst>
          </p:nvPr>
        </p:nvGraphicFramePr>
        <p:xfrm>
          <a:off x="2605087" y="3648075"/>
          <a:ext cx="214788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32" name="Equation" r:id="rId33" imgW="2145960" imgH="380880" progId="Equation.DSMT4">
                  <p:embed/>
                </p:oleObj>
              </mc:Choice>
              <mc:Fallback>
                <p:oleObj name="Equation" r:id="rId33" imgW="2145960" imgH="380880" progId="Equation.DSMT4">
                  <p:embed/>
                  <p:pic>
                    <p:nvPicPr>
                      <p:cNvPr id="92187" name="对象 92186">
                        <a:extLst>
                          <a:ext uri="{FF2B5EF4-FFF2-40B4-BE49-F238E27FC236}">
                            <a16:creationId xmlns:a16="http://schemas.microsoft.com/office/drawing/2014/main" id="{895CB225-F9BD-47D3-A8C6-5F0E1D94807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7" y="3648075"/>
                        <a:ext cx="214788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BF5943B2-9328-407E-A0CB-30328C607E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063818"/>
              </p:ext>
            </p:extLst>
          </p:nvPr>
        </p:nvGraphicFramePr>
        <p:xfrm>
          <a:off x="4752974" y="3629007"/>
          <a:ext cx="19827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33" name="Equation" r:id="rId35" imgW="1981080" imgH="380880" progId="Equation.DSMT4">
                  <p:embed/>
                </p:oleObj>
              </mc:Choice>
              <mc:Fallback>
                <p:oleObj name="Equation" r:id="rId35" imgW="1981080" imgH="380880" progId="Equation.DSMT4">
                  <p:embed/>
                  <p:pic>
                    <p:nvPicPr>
                      <p:cNvPr id="92204" name="对象 92203">
                        <a:extLst>
                          <a:ext uri="{FF2B5EF4-FFF2-40B4-BE49-F238E27FC236}">
                            <a16:creationId xmlns:a16="http://schemas.microsoft.com/office/drawing/2014/main" id="{10283CCB-35A5-484C-9405-96A1702A726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2974" y="3629007"/>
                        <a:ext cx="19827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47">
            <a:extLst>
              <a:ext uri="{FF2B5EF4-FFF2-40B4-BE49-F238E27FC236}">
                <a16:creationId xmlns:a16="http://schemas.microsoft.com/office/drawing/2014/main" id="{ABDAC2CB-6C72-4614-8D64-86A74DB28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165" y="3564192"/>
            <a:ext cx="248483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从而</a:t>
            </a:r>
            <a:r>
              <a:rPr lang="zh-CN" altLang="en-US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取最大值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674C31EB-4DCA-4CB0-9C0D-6E1C7CC0FD29}"/>
              </a:ext>
            </a:extLst>
          </p:cNvPr>
          <p:cNvGrpSpPr/>
          <p:nvPr/>
        </p:nvGrpSpPr>
        <p:grpSpPr>
          <a:xfrm>
            <a:off x="179512" y="4168924"/>
            <a:ext cx="5369215" cy="491058"/>
            <a:chOff x="164811" y="4314862"/>
            <a:chExt cx="5369215" cy="491058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9DCA571-3970-42E5-AE25-823EE57AB6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811" y="4344255"/>
              <a:ext cx="2743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这说明椭圆在点</a:t>
              </a:r>
            </a:p>
          </p:txBody>
        </p:sp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B2B981F2-29DE-428E-92B4-A7016041D23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27235765"/>
                </p:ext>
              </p:extLst>
            </p:nvPr>
          </p:nvGraphicFramePr>
          <p:xfrm>
            <a:off x="2546350" y="4424634"/>
            <a:ext cx="1004888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34" name="Equation" r:id="rId37" imgW="1002960" imgH="342720" progId="Equation.DSMT4">
                    <p:embed/>
                  </p:oleObj>
                </mc:Choice>
                <mc:Fallback>
                  <p:oleObj name="Equation" r:id="rId37" imgW="1002960" imgH="342720" progId="Equation.DSMT4">
                    <p:embed/>
                    <p:pic>
                      <p:nvPicPr>
                        <p:cNvPr id="92188" name="对象 92187">
                          <a:extLst>
                            <a:ext uri="{FF2B5EF4-FFF2-40B4-BE49-F238E27FC236}">
                              <a16:creationId xmlns:a16="http://schemas.microsoft.com/office/drawing/2014/main" id="{2531E02A-9073-4568-A82E-8D500500AE5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6350" y="4424634"/>
                          <a:ext cx="1004888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CA1C6E7-8FB1-49EE-82AC-2C8D820046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238" y="4314862"/>
              <a:ext cx="19827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处</a:t>
              </a:r>
              <a:r>
                <a:rPr lang="zh-CN" altLang="en-US" sz="2400" b="1" dirty="0">
                  <a:solidFill>
                    <a:srgbClr val="0066FF"/>
                  </a:solidFill>
                  <a:latin typeface="+mj-ea"/>
                  <a:ea typeface="+mj-ea"/>
                </a:rPr>
                <a:t>曲率最大</a:t>
              </a:r>
              <a:r>
                <a:rPr lang="en-US" altLang="zh-CN" sz="2400" b="1" dirty="0">
                  <a:solidFill>
                    <a:srgbClr val="0066FF"/>
                  </a:solidFill>
                  <a:latin typeface="+mj-ea"/>
                  <a:ea typeface="+mj-ea"/>
                </a:rPr>
                <a:t>.</a:t>
              </a:r>
              <a:endParaRPr lang="zh-CN" altLang="en-US" sz="2400" b="1" dirty="0">
                <a:solidFill>
                  <a:srgbClr val="0066FF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1EEA09C-3705-430B-94EA-D96443EF62C1}"/>
              </a:ext>
            </a:extLst>
          </p:cNvPr>
          <p:cNvGrpSpPr>
            <a:grpSpLocks/>
          </p:cNvGrpSpPr>
          <p:nvPr/>
        </p:nvGrpSpPr>
        <p:grpSpPr bwMode="auto">
          <a:xfrm>
            <a:off x="7105073" y="1322938"/>
            <a:ext cx="1753401" cy="1383877"/>
            <a:chOff x="3618" y="2468"/>
            <a:chExt cx="1814" cy="1324"/>
          </a:xfrm>
        </p:grpSpPr>
        <p:sp>
          <p:nvSpPr>
            <p:cNvPr id="54" name="椭圆 92194">
              <a:extLst>
                <a:ext uri="{FF2B5EF4-FFF2-40B4-BE49-F238E27FC236}">
                  <a16:creationId xmlns:a16="http://schemas.microsoft.com/office/drawing/2014/main" id="{424BF583-8B13-47CF-9D77-2C911E172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1" y="2888"/>
              <a:ext cx="1134" cy="635"/>
            </a:xfrm>
            <a:prstGeom prst="ellipse">
              <a:avLst/>
            </a:prstGeom>
            <a:noFill/>
            <a:ln w="127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sp>
          <p:nvSpPr>
            <p:cNvPr id="55" name="直接连接符 92195">
              <a:extLst>
                <a:ext uri="{FF2B5EF4-FFF2-40B4-BE49-F238E27FC236}">
                  <a16:creationId xmlns:a16="http://schemas.microsoft.com/office/drawing/2014/main" id="{E290B117-0415-417A-B2B4-9D934B358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8" y="3208"/>
              <a:ext cx="18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直接连接符 92196">
              <a:extLst>
                <a:ext uri="{FF2B5EF4-FFF2-40B4-BE49-F238E27FC236}">
                  <a16:creationId xmlns:a16="http://schemas.microsoft.com/office/drawing/2014/main" id="{A34AD86E-C422-4464-9C08-3E772608B0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83" y="2468"/>
              <a:ext cx="0" cy="13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7" name="对象 92197">
              <a:extLst>
                <a:ext uri="{FF2B5EF4-FFF2-40B4-BE49-F238E27FC236}">
                  <a16:creationId xmlns:a16="http://schemas.microsoft.com/office/drawing/2014/main" id="{90DB722E-2654-4D01-A176-EA86764D65E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03" y="2498"/>
            <a:ext cx="145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35" r:id="rId39" imgW="241091" imgH="317225" progId="Equation.3">
                    <p:embed/>
                  </p:oleObj>
                </mc:Choice>
                <mc:Fallback>
                  <p:oleObj r:id="rId39" imgW="241091" imgH="317225" progId="Equation.3">
                    <p:embed/>
                    <p:pic>
                      <p:nvPicPr>
                        <p:cNvPr id="17445" name="对象 92197">
                          <a:extLst>
                            <a:ext uri="{FF2B5EF4-FFF2-40B4-BE49-F238E27FC236}">
                              <a16:creationId xmlns:a16="http://schemas.microsoft.com/office/drawing/2014/main" id="{A98C9C70-E8D7-46C4-80C8-8A6B0BD2DBC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3" y="2498"/>
                          <a:ext cx="145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对象 92198">
              <a:extLst>
                <a:ext uri="{FF2B5EF4-FFF2-40B4-BE49-F238E27FC236}">
                  <a16:creationId xmlns:a16="http://schemas.microsoft.com/office/drawing/2014/main" id="{2E56466C-1DAB-492C-87F9-0B96A3C569A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287" y="3241"/>
            <a:ext cx="137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36" r:id="rId41" imgW="228501" imgH="241195" progId="Equation.3">
                    <p:embed/>
                  </p:oleObj>
                </mc:Choice>
                <mc:Fallback>
                  <p:oleObj r:id="rId41" imgW="228501" imgH="241195" progId="Equation.3">
                    <p:embed/>
                    <p:pic>
                      <p:nvPicPr>
                        <p:cNvPr id="17446" name="对象 92198">
                          <a:extLst>
                            <a:ext uri="{FF2B5EF4-FFF2-40B4-BE49-F238E27FC236}">
                              <a16:creationId xmlns:a16="http://schemas.microsoft.com/office/drawing/2014/main" id="{798CC0E8-589D-49AD-A518-D734739E719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7" y="3241"/>
                          <a:ext cx="137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对象 92199">
              <a:extLst>
                <a:ext uri="{FF2B5EF4-FFF2-40B4-BE49-F238E27FC236}">
                  <a16:creationId xmlns:a16="http://schemas.microsoft.com/office/drawing/2014/main" id="{4DEA64D4-8BCE-4C40-B3A8-DE991750363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68" y="2683"/>
            <a:ext cx="129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37" r:id="rId43" imgW="215619" imgH="329771" progId="Equation.3">
                    <p:embed/>
                  </p:oleObj>
                </mc:Choice>
                <mc:Fallback>
                  <p:oleObj r:id="rId43" imgW="215619" imgH="329771" progId="Equation.3">
                    <p:embed/>
                    <p:pic>
                      <p:nvPicPr>
                        <p:cNvPr id="17447" name="对象 92199">
                          <a:extLst>
                            <a:ext uri="{FF2B5EF4-FFF2-40B4-BE49-F238E27FC236}">
                              <a16:creationId xmlns:a16="http://schemas.microsoft.com/office/drawing/2014/main" id="{0D883C51-E96D-4496-856B-49729A507F1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2683"/>
                          <a:ext cx="129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对象 92200">
              <a:extLst>
                <a:ext uri="{FF2B5EF4-FFF2-40B4-BE49-F238E27FC236}">
                  <a16:creationId xmlns:a16="http://schemas.microsoft.com/office/drawing/2014/main" id="{0E692926-C605-47B0-84A9-48429DD9BFC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46" y="3241"/>
            <a:ext cx="137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38" r:id="rId45" imgW="228501" imgH="241195" progId="Equation.3">
                    <p:embed/>
                  </p:oleObj>
                </mc:Choice>
                <mc:Fallback>
                  <p:oleObj r:id="rId45" imgW="228501" imgH="241195" progId="Equation.3">
                    <p:embed/>
                    <p:pic>
                      <p:nvPicPr>
                        <p:cNvPr id="17448" name="对象 92200">
                          <a:extLst>
                            <a:ext uri="{FF2B5EF4-FFF2-40B4-BE49-F238E27FC236}">
                              <a16:creationId xmlns:a16="http://schemas.microsoft.com/office/drawing/2014/main" id="{05501804-8E59-4239-893B-74F361B0A5F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6" y="3241"/>
                          <a:ext cx="137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对象 92201">
              <a:extLst>
                <a:ext uri="{FF2B5EF4-FFF2-40B4-BE49-F238E27FC236}">
                  <a16:creationId xmlns:a16="http://schemas.microsoft.com/office/drawing/2014/main" id="{4C694002-2165-49C7-8342-321A8028AA1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75" y="3552"/>
            <a:ext cx="289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39" r:id="rId47" imgW="482391" imgH="330057" progId="Equation.3">
                    <p:embed/>
                  </p:oleObj>
                </mc:Choice>
                <mc:Fallback>
                  <p:oleObj r:id="rId47" imgW="482391" imgH="330057" progId="Equation.3">
                    <p:embed/>
                    <p:pic>
                      <p:nvPicPr>
                        <p:cNvPr id="17449" name="对象 92201">
                          <a:extLst>
                            <a:ext uri="{FF2B5EF4-FFF2-40B4-BE49-F238E27FC236}">
                              <a16:creationId xmlns:a16="http://schemas.microsoft.com/office/drawing/2014/main" id="{73A612B0-A410-4D57-9A52-C69846CF607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5" y="3552"/>
                          <a:ext cx="289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对象 92202">
              <a:extLst>
                <a:ext uri="{FF2B5EF4-FFF2-40B4-BE49-F238E27FC236}">
                  <a16:creationId xmlns:a16="http://schemas.microsoft.com/office/drawing/2014/main" id="{3F2BEA64-41CB-4019-8594-E442610E2DF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640" y="3241"/>
            <a:ext cx="296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40" r:id="rId49" imgW="495085" imgH="241195" progId="Equation.3">
                    <p:embed/>
                  </p:oleObj>
                </mc:Choice>
                <mc:Fallback>
                  <p:oleObj r:id="rId49" imgW="495085" imgH="241195" progId="Equation.3">
                    <p:embed/>
                    <p:pic>
                      <p:nvPicPr>
                        <p:cNvPr id="17450" name="对象 92202">
                          <a:extLst>
                            <a:ext uri="{FF2B5EF4-FFF2-40B4-BE49-F238E27FC236}">
                              <a16:creationId xmlns:a16="http://schemas.microsoft.com/office/drawing/2014/main" id="{BF71089D-5073-48B8-87A4-D9A9D4AA922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0" y="3241"/>
                          <a:ext cx="296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6681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93186">
            <a:extLst>
              <a:ext uri="{FF2B5EF4-FFF2-40B4-BE49-F238E27FC236}">
                <a16:creationId xmlns:a16="http://schemas.microsoft.com/office/drawing/2014/main" id="{05D8F51B-2E20-4429-8114-038F9DC8FB87}"/>
              </a:ext>
            </a:extLst>
          </p:cNvPr>
          <p:cNvSpPr txBox="1">
            <a:spLocks noChangeArrowheads="1"/>
          </p:cNvSpPr>
          <p:nvPr/>
        </p:nvSpPr>
        <p:spPr>
          <a:xfrm>
            <a:off x="631304" y="140295"/>
            <a:ext cx="48768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pPr algn="l"/>
            <a:r>
              <a:rPr lang="zh-CN" altLang="en-US" sz="28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三、 曲率圆与曲率半径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1EF9A3-9086-4D5D-9C0D-37D24FC4B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295" y="898162"/>
            <a:ext cx="4337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为曲线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上任一点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DD8452-59E2-4503-BE13-3886CE665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6576" y="898162"/>
            <a:ext cx="9337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4A96A12-4EF9-45D1-9676-AC768A86B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745" y="1436582"/>
            <a:ext cx="1180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在曲线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7423AC-59B2-4331-B6CB-9B3188296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444664"/>
            <a:ext cx="449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处作曲线的切线和法线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000680-11AA-4014-A1DD-AA2CFB11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84" y="1955395"/>
            <a:ext cx="40539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的凹向一侧法线上取点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使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3460F6D-636D-46BE-B384-670FA1BFB690}"/>
              </a:ext>
            </a:extLst>
          </p:cNvPr>
          <p:cNvGrpSpPr/>
          <p:nvPr/>
        </p:nvGrpSpPr>
        <p:grpSpPr>
          <a:xfrm>
            <a:off x="5702319" y="1196665"/>
            <a:ext cx="2785290" cy="2169043"/>
            <a:chOff x="5889626" y="906463"/>
            <a:chExt cx="3074988" cy="2411412"/>
          </a:xfrm>
        </p:grpSpPr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600C11A2-3F57-437E-B5A1-B0336B04472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583657840"/>
                </p:ext>
              </p:extLst>
            </p:nvPr>
          </p:nvGraphicFramePr>
          <p:xfrm>
            <a:off x="8613171" y="1720421"/>
            <a:ext cx="224158" cy="254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497" name="Equation" r:id="rId3" imgW="203040" imgH="228600" progId="Equation.DSMT4">
                    <p:embed/>
                  </p:oleObj>
                </mc:Choice>
                <mc:Fallback>
                  <p:oleObj name="Equation" r:id="rId3" imgW="203040" imgH="228600" progId="Equation.DSMT4">
                    <p:embed/>
                    <p:pic>
                      <p:nvPicPr>
                        <p:cNvPr id="93188" name="对象 93187">
                          <a:extLst>
                            <a:ext uri="{FF2B5EF4-FFF2-40B4-BE49-F238E27FC236}">
                              <a16:creationId xmlns:a16="http://schemas.microsoft.com/office/drawing/2014/main" id="{BF8A753D-8C51-4B9E-8FFF-B4AEE2D9C62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13171" y="1720421"/>
                          <a:ext cx="224158" cy="254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A8E0658-75B7-474E-BA15-0065DFECDA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89626" y="906463"/>
              <a:ext cx="3074988" cy="2411412"/>
              <a:chOff x="3710" y="528"/>
              <a:chExt cx="1937" cy="1519"/>
            </a:xfrm>
          </p:grpSpPr>
          <p:sp>
            <p:nvSpPr>
              <p:cNvPr id="24" name="直接连接符 93189">
                <a:extLst>
                  <a:ext uri="{FF2B5EF4-FFF2-40B4-BE49-F238E27FC236}">
                    <a16:creationId xmlns:a16="http://schemas.microsoft.com/office/drawing/2014/main" id="{7D9FB693-6980-4BD5-A7C0-BA933FD77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1862"/>
                <a:ext cx="17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直接连接符 93190">
                <a:extLst>
                  <a:ext uri="{FF2B5EF4-FFF2-40B4-BE49-F238E27FC236}">
                    <a16:creationId xmlns:a16="http://schemas.microsoft.com/office/drawing/2014/main" id="{CCBE7C2E-319F-44DF-A55D-6AFAE4888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528"/>
                <a:ext cx="0" cy="13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6" name="对象 93191">
                <a:extLst>
                  <a:ext uri="{FF2B5EF4-FFF2-40B4-BE49-F238E27FC236}">
                    <a16:creationId xmlns:a16="http://schemas.microsoft.com/office/drawing/2014/main" id="{8DE3F89E-A9DD-4FCA-9BB9-26353BE3655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47980062"/>
                  </p:ext>
                </p:extLst>
              </p:nvPr>
            </p:nvGraphicFramePr>
            <p:xfrm>
              <a:off x="3710" y="552"/>
              <a:ext cx="115" cy="1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498" name="Equation" r:id="rId5" imgW="190440" imgH="241200" progId="Equation.DSMT4">
                      <p:embed/>
                    </p:oleObj>
                  </mc:Choice>
                  <mc:Fallback>
                    <p:oleObj name="Equation" r:id="rId5" imgW="190440" imgH="241200" progId="Equation.DSMT4">
                      <p:embed/>
                      <p:pic>
                        <p:nvPicPr>
                          <p:cNvPr id="18439" name="对象 93191">
                            <a:extLst>
                              <a:ext uri="{FF2B5EF4-FFF2-40B4-BE49-F238E27FC236}">
                                <a16:creationId xmlns:a16="http://schemas.microsoft.com/office/drawing/2014/main" id="{E92525E4-4F1A-4A4E-9E28-FC1C4E09F13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10" y="552"/>
                            <a:ext cx="115" cy="1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93192">
                <a:extLst>
                  <a:ext uri="{FF2B5EF4-FFF2-40B4-BE49-F238E27FC236}">
                    <a16:creationId xmlns:a16="http://schemas.microsoft.com/office/drawing/2014/main" id="{4F48A67C-9EC0-44F5-BE88-61E3370468E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5510" y="1902"/>
              <a:ext cx="137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499" r:id="rId7" imgW="228501" imgH="241195" progId="Equation.3">
                      <p:embed/>
                    </p:oleObj>
                  </mc:Choice>
                  <mc:Fallback>
                    <p:oleObj r:id="rId7" imgW="228501" imgH="241195" progId="Equation.3">
                      <p:embed/>
                      <p:pic>
                        <p:nvPicPr>
                          <p:cNvPr id="18440" name="对象 93192">
                            <a:extLst>
                              <a:ext uri="{FF2B5EF4-FFF2-40B4-BE49-F238E27FC236}">
                                <a16:creationId xmlns:a16="http://schemas.microsoft.com/office/drawing/2014/main" id="{4126C7AF-E477-4498-BFAC-CA560F6A63D0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10" y="1902"/>
                            <a:ext cx="137" cy="1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" name="对象 93193">
                <a:extLst>
                  <a:ext uri="{FF2B5EF4-FFF2-40B4-BE49-F238E27FC236}">
                    <a16:creationId xmlns:a16="http://schemas.microsoft.com/office/drawing/2014/main" id="{EFACFF47-EEB3-4A5B-A7EF-09298EFEA0C3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755" y="1902"/>
              <a:ext cx="130" cy="1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500" r:id="rId9" imgW="215619" imgH="240986" progId="Equation.3">
                      <p:embed/>
                    </p:oleObj>
                  </mc:Choice>
                  <mc:Fallback>
                    <p:oleObj r:id="rId9" imgW="215619" imgH="240986" progId="Equation.3">
                      <p:embed/>
                      <p:pic>
                        <p:nvPicPr>
                          <p:cNvPr id="18441" name="对象 93193">
                            <a:extLst>
                              <a:ext uri="{FF2B5EF4-FFF2-40B4-BE49-F238E27FC236}">
                                <a16:creationId xmlns:a16="http://schemas.microsoft.com/office/drawing/2014/main" id="{ED921169-9275-41B5-ABB7-6FCC58876EFB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55" y="1902"/>
                            <a:ext cx="130" cy="1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" name="任意多边形 93194">
              <a:extLst>
                <a:ext uri="{FF2B5EF4-FFF2-40B4-BE49-F238E27FC236}">
                  <a16:creationId xmlns:a16="http://schemas.microsoft.com/office/drawing/2014/main" id="{4060DD56-4B3D-47B7-B965-26DC19186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24600" y="1592263"/>
              <a:ext cx="1981200" cy="1079500"/>
            </a:xfrm>
            <a:custGeom>
              <a:avLst/>
              <a:gdLst>
                <a:gd name="T0" fmla="*/ 0 w 1248"/>
                <a:gd name="T1" fmla="*/ 624 h 680"/>
                <a:gd name="T2" fmla="*/ 768 w 1248"/>
                <a:gd name="T3" fmla="*/ 576 h 680"/>
                <a:gd name="T4" fmla="*/ 1248 w 1248"/>
                <a:gd name="T5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48" h="680">
                  <a:moveTo>
                    <a:pt x="0" y="624"/>
                  </a:moveTo>
                  <a:cubicBezTo>
                    <a:pt x="280" y="652"/>
                    <a:pt x="560" y="680"/>
                    <a:pt x="768" y="576"/>
                  </a:cubicBezTo>
                  <a:cubicBezTo>
                    <a:pt x="976" y="472"/>
                    <a:pt x="1112" y="236"/>
                    <a:pt x="1248" y="0"/>
                  </a:cubicBezTo>
                </a:path>
              </a:pathLst>
            </a:custGeom>
            <a:noFill/>
            <a:ln w="28575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直接连接符 13">
              <a:extLst>
                <a:ext uri="{FF2B5EF4-FFF2-40B4-BE49-F238E27FC236}">
                  <a16:creationId xmlns:a16="http://schemas.microsoft.com/office/drawing/2014/main" id="{CDC029E7-6438-4DBF-99EA-1A3D249E9C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05600" y="2006600"/>
              <a:ext cx="1901825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直接连接符 14">
              <a:extLst>
                <a:ext uri="{FF2B5EF4-FFF2-40B4-BE49-F238E27FC236}">
                  <a16:creationId xmlns:a16="http://schemas.microsoft.com/office/drawing/2014/main" id="{0CD8B472-FD02-4D11-A6E9-A7D6B8EB61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91338" y="1287463"/>
              <a:ext cx="685800" cy="1219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DEFD0BCA-7F44-445B-BDDA-A76AE1660C4C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77943553"/>
                </p:ext>
              </p:extLst>
            </p:nvPr>
          </p:nvGraphicFramePr>
          <p:xfrm>
            <a:off x="7320805" y="1664994"/>
            <a:ext cx="234851" cy="222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501" name="Equation" r:id="rId11" imgW="241200" imgH="228600" progId="Equation.DSMT4">
                    <p:embed/>
                  </p:oleObj>
                </mc:Choice>
                <mc:Fallback>
                  <p:oleObj name="Equation" r:id="rId11" imgW="241200" imgH="228600" progId="Equation.DSMT4">
                    <p:embed/>
                    <p:pic>
                      <p:nvPicPr>
                        <p:cNvPr id="93198" name="对象 93197">
                          <a:extLst>
                            <a:ext uri="{FF2B5EF4-FFF2-40B4-BE49-F238E27FC236}">
                              <a16:creationId xmlns:a16="http://schemas.microsoft.com/office/drawing/2014/main" id="{B4D6FF7E-4915-408B-9BCA-4565F2F0E2F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20805" y="1664994"/>
                          <a:ext cx="234851" cy="222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D3684D87-ACF3-4964-8983-73342C4E69C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44942458"/>
                </p:ext>
              </p:extLst>
            </p:nvPr>
          </p:nvGraphicFramePr>
          <p:xfrm>
            <a:off x="7197058" y="2235768"/>
            <a:ext cx="210314" cy="220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502" name="Equation" r:id="rId13" imgW="215640" imgH="228600" progId="Equation.DSMT4">
                    <p:embed/>
                  </p:oleObj>
                </mc:Choice>
                <mc:Fallback>
                  <p:oleObj name="Equation" r:id="rId13" imgW="215640" imgH="228600" progId="Equation.DSMT4">
                    <p:embed/>
                    <p:pic>
                      <p:nvPicPr>
                        <p:cNvPr id="93199" name="对象 93198">
                          <a:extLst>
                            <a:ext uri="{FF2B5EF4-FFF2-40B4-BE49-F238E27FC236}">
                              <a16:creationId xmlns:a16="http://schemas.microsoft.com/office/drawing/2014/main" id="{BC614375-5EAE-4DFD-A4E4-25469871978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97058" y="2235768"/>
                          <a:ext cx="210314" cy="2206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任意多边形 93199">
              <a:extLst>
                <a:ext uri="{FF2B5EF4-FFF2-40B4-BE49-F238E27FC236}">
                  <a16:creationId xmlns:a16="http://schemas.microsoft.com/office/drawing/2014/main" id="{70EED961-6BB1-4E48-8C92-CE6C164BB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8438" y="1208088"/>
              <a:ext cx="1371600" cy="1371600"/>
            </a:xfrm>
            <a:custGeom>
              <a:avLst/>
              <a:gdLst>
                <a:gd name="T0" fmla="*/ 30587 w 43200"/>
                <a:gd name="T1" fmla="*/ 41241 h 43200"/>
                <a:gd name="T2" fmla="*/ 21600 w 43200"/>
                <a:gd name="T3" fmla="*/ 43199 h 43200"/>
                <a:gd name="T4" fmla="*/ 0 w 43200"/>
                <a:gd name="T5" fmla="*/ 21599 h 43200"/>
                <a:gd name="T6" fmla="*/ 21600 w 43200"/>
                <a:gd name="T7" fmla="*/ -1 h 43200"/>
                <a:gd name="T8" fmla="*/ 43200 w 43200"/>
                <a:gd name="T9" fmla="*/ 21599 h 43200"/>
                <a:gd name="T10" fmla="*/ 33778 w 43200"/>
                <a:gd name="T11" fmla="*/ 39441 h 43200"/>
                <a:gd name="T12" fmla="*/ 30587 w 43200"/>
                <a:gd name="T13" fmla="*/ 41241 h 43200"/>
                <a:gd name="T14" fmla="*/ 21600 w 43200"/>
                <a:gd name="T15" fmla="*/ 43199 h 43200"/>
                <a:gd name="T16" fmla="*/ 0 w 43200"/>
                <a:gd name="T17" fmla="*/ 21599 h 43200"/>
                <a:gd name="T18" fmla="*/ 21600 w 43200"/>
                <a:gd name="T19" fmla="*/ -1 h 43200"/>
                <a:gd name="T20" fmla="*/ 43200 w 43200"/>
                <a:gd name="T21" fmla="*/ 21599 h 43200"/>
                <a:gd name="T22" fmla="*/ 33778 w 43200"/>
                <a:gd name="T23" fmla="*/ 39441 h 43200"/>
                <a:gd name="T24" fmla="*/ 21600 w 43200"/>
                <a:gd name="T2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00" h="43200" fill="none">
                  <a:moveTo>
                    <a:pt x="30587" y="41241"/>
                  </a:moveTo>
                  <a:cubicBezTo>
                    <a:pt x="27854" y="42499"/>
                    <a:pt x="24809" y="43199"/>
                    <a:pt x="21600" y="43199"/>
                  </a:cubicBezTo>
                  <a:cubicBezTo>
                    <a:pt x="9671" y="43199"/>
                    <a:pt x="0" y="33528"/>
                    <a:pt x="0" y="21599"/>
                  </a:cubicBezTo>
                  <a:cubicBezTo>
                    <a:pt x="0" y="9670"/>
                    <a:pt x="9671" y="-1"/>
                    <a:pt x="21600" y="-1"/>
                  </a:cubicBezTo>
                  <a:cubicBezTo>
                    <a:pt x="33529" y="-1"/>
                    <a:pt x="43200" y="9670"/>
                    <a:pt x="43200" y="21599"/>
                  </a:cubicBezTo>
                  <a:cubicBezTo>
                    <a:pt x="43200" y="29011"/>
                    <a:pt x="39467" y="35551"/>
                    <a:pt x="33778" y="39441"/>
                  </a:cubicBezTo>
                </a:path>
                <a:path w="43200" h="43200" stroke="0">
                  <a:moveTo>
                    <a:pt x="30587" y="41241"/>
                  </a:moveTo>
                  <a:cubicBezTo>
                    <a:pt x="27854" y="42499"/>
                    <a:pt x="24809" y="43199"/>
                    <a:pt x="21600" y="43199"/>
                  </a:cubicBezTo>
                  <a:cubicBezTo>
                    <a:pt x="9671" y="43199"/>
                    <a:pt x="0" y="33528"/>
                    <a:pt x="0" y="21599"/>
                  </a:cubicBezTo>
                  <a:cubicBezTo>
                    <a:pt x="0" y="9670"/>
                    <a:pt x="9671" y="-1"/>
                    <a:pt x="21600" y="-1"/>
                  </a:cubicBezTo>
                  <a:cubicBezTo>
                    <a:pt x="33529" y="-1"/>
                    <a:pt x="43200" y="9670"/>
                    <a:pt x="43200" y="21599"/>
                  </a:cubicBezTo>
                  <a:cubicBezTo>
                    <a:pt x="43200" y="29011"/>
                    <a:pt x="39467" y="35551"/>
                    <a:pt x="33778" y="3944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dirty="0"/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3F64E48-CDBD-4F99-AC22-4A0861EE6B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29510" y="2454272"/>
              <a:ext cx="812800" cy="346075"/>
              <a:chOff x="4737" y="1499"/>
              <a:chExt cx="512" cy="218"/>
            </a:xfrm>
          </p:grpSpPr>
          <p:graphicFrame>
            <p:nvGraphicFramePr>
              <p:cNvPr id="22" name="对象 93201">
                <a:extLst>
                  <a:ext uri="{FF2B5EF4-FFF2-40B4-BE49-F238E27FC236}">
                    <a16:creationId xmlns:a16="http://schemas.microsoft.com/office/drawing/2014/main" id="{1CB50116-4AC0-4419-867D-9A160E76E06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340436102"/>
                  </p:ext>
                </p:extLst>
              </p:nvPr>
            </p:nvGraphicFramePr>
            <p:xfrm>
              <a:off x="4737" y="1531"/>
              <a:ext cx="512" cy="1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503" name="Equation" r:id="rId15" imgW="838080" imgH="304560" progId="Equation.DSMT4">
                      <p:embed/>
                    </p:oleObj>
                  </mc:Choice>
                  <mc:Fallback>
                    <p:oleObj name="Equation" r:id="rId15" imgW="838080" imgH="304560" progId="Equation.DSMT4">
                      <p:embed/>
                      <p:pic>
                        <p:nvPicPr>
                          <p:cNvPr id="18449" name="对象 93201">
                            <a:extLst>
                              <a:ext uri="{FF2B5EF4-FFF2-40B4-BE49-F238E27FC236}">
                                <a16:creationId xmlns:a16="http://schemas.microsoft.com/office/drawing/2014/main" id="{8E8A915E-BF81-4595-905A-8EAFFBD6F96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37" y="1531"/>
                            <a:ext cx="512" cy="1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" name="椭圆 93202">
                <a:extLst>
                  <a:ext uri="{FF2B5EF4-FFF2-40B4-BE49-F238E27FC236}">
                    <a16:creationId xmlns:a16="http://schemas.microsoft.com/office/drawing/2014/main" id="{8CF7D41E-7E25-4B6A-9424-9605B49716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1499"/>
                <a:ext cx="45" cy="45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2AD116FC-4952-409D-BD6C-F261C6C4467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87776180"/>
                </p:ext>
              </p:extLst>
            </p:nvPr>
          </p:nvGraphicFramePr>
          <p:xfrm>
            <a:off x="6254606" y="2635387"/>
            <a:ext cx="238069" cy="268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504" name="Equation" r:id="rId17" imgW="215640" imgH="241200" progId="Equation.DSMT4">
                    <p:embed/>
                  </p:oleObj>
                </mc:Choice>
                <mc:Fallback>
                  <p:oleObj name="Equation" r:id="rId17" imgW="215640" imgH="241200" progId="Equation.DSMT4">
                    <p:embed/>
                    <p:pic>
                      <p:nvPicPr>
                        <p:cNvPr id="93204" name="对象 93203">
                          <a:extLst>
                            <a:ext uri="{FF2B5EF4-FFF2-40B4-BE49-F238E27FC236}">
                              <a16:creationId xmlns:a16="http://schemas.microsoft.com/office/drawing/2014/main" id="{27397346-BE9F-4545-BFEC-EC2AB7A949A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4606" y="2635387"/>
                          <a:ext cx="238069" cy="268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320805CC-43BB-45C8-80D0-A765F0F6B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075" y="1866900"/>
              <a:ext cx="57150" cy="5715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842CFA6F-5840-45F0-8D61-E5E7EB53C6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2896800"/>
              </p:ext>
            </p:extLst>
          </p:nvPr>
        </p:nvGraphicFramePr>
        <p:xfrm>
          <a:off x="1662619" y="2452546"/>
          <a:ext cx="19573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505" name="Equation" r:id="rId19" imgW="1955520" imgH="723600" progId="Equation.DSMT4">
                  <p:embed/>
                </p:oleObj>
              </mc:Choice>
              <mc:Fallback>
                <p:oleObj name="Equation" r:id="rId19" imgW="1955520" imgH="723600" progId="Equation.DSMT4">
                  <p:embed/>
                  <p:pic>
                    <p:nvPicPr>
                      <p:cNvPr id="93209" name="对象 93208">
                        <a:extLst>
                          <a:ext uri="{FF2B5EF4-FFF2-40B4-BE49-F238E27FC236}">
                            <a16:creationId xmlns:a16="http://schemas.microsoft.com/office/drawing/2014/main" id="{BACBC680-AB00-44AE-9EBB-7B73D7977D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2619" y="2452546"/>
                        <a:ext cx="19573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33BDA0D3-DC6B-4EF8-B1E5-3B2E9BA0E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463" y="3265633"/>
            <a:ext cx="80001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把以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为中心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为半径的圆叫做曲线在点</a:t>
            </a:r>
            <a:r>
              <a:rPr lang="zh-CN" altLang="en-US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处的曲率圆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0E2E3B1-7324-4443-92AB-E8F6577DC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95" y="3751515"/>
            <a:ext cx="3276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i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叫做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曲率半径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3A13BBB-8325-44FD-AA28-2696238F2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3195" y="3744221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i="1" dirty="0">
                <a:solidFill>
                  <a:srgbClr val="0064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叫做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F1BB3FA-EC4A-4B2E-BA20-938EB7D76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7896" y="3736372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曲率中心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67DEEB1-1F59-4B21-A2C1-EE72891DA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65" y="4257260"/>
            <a:ext cx="50641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在点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处曲率圆与曲线有如下关系</a:t>
            </a:r>
            <a:r>
              <a:rPr lang="en-US" altLang="zh-CN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13268D6-95B7-4AEC-B5FD-4E30CEB7E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3427" y="3819394"/>
            <a:ext cx="168997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有公切线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5423C74-03FE-461E-BAC1-7F0D4F252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398" y="4251075"/>
            <a:ext cx="17059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(2)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凹向一致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70F60EB-5517-453A-93D7-9B147157D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398" y="4595281"/>
            <a:ext cx="17059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(3) 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曲率相同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8" name="左大括号 37">
            <a:extLst>
              <a:ext uri="{FF2B5EF4-FFF2-40B4-BE49-F238E27FC236}">
                <a16:creationId xmlns:a16="http://schemas.microsoft.com/office/drawing/2014/main" id="{125B3262-8749-4F1F-8F0E-8AB6174DDF16}"/>
              </a:ext>
            </a:extLst>
          </p:cNvPr>
          <p:cNvSpPr/>
          <p:nvPr/>
        </p:nvSpPr>
        <p:spPr>
          <a:xfrm>
            <a:off x="5508104" y="4007550"/>
            <a:ext cx="238294" cy="868456"/>
          </a:xfrm>
          <a:prstGeom prst="leftBrac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90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96257">
            <a:extLst>
              <a:ext uri="{FF2B5EF4-FFF2-40B4-BE49-F238E27FC236}">
                <a16:creationId xmlns:a16="http://schemas.microsoft.com/office/drawing/2014/main" id="{CD56FDFD-4E71-4FB7-934C-008FD7EEC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455" y="166576"/>
            <a:ext cx="8127032" cy="533400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4</a:t>
            </a:r>
            <a:r>
              <a:rPr lang="en-US" altLang="zh-CN" sz="2400" b="1" dirty="0">
                <a:latin typeface="+mj-ea"/>
                <a:ea typeface="+mj-ea"/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设一工件内表面的截痕为一椭圆</a:t>
            </a:r>
            <a:r>
              <a:rPr lang="en-US" altLang="zh-CN" sz="2400" b="1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现要用砂轮磨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削其</a:t>
            </a:r>
            <a:endParaRPr lang="zh-CN" altLang="en-US" sz="2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文本框 96258">
            <a:extLst>
              <a:ext uri="{FF2B5EF4-FFF2-40B4-BE49-F238E27FC236}">
                <a16:creationId xmlns:a16="http://schemas.microsoft.com/office/drawing/2014/main" id="{C1E5E327-C3EC-4033-930A-7148955C4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740" y="764605"/>
            <a:ext cx="56166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内表面 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问选择多大的砂轮比较合适</a:t>
            </a:r>
            <a:r>
              <a:rPr lang="en-US" altLang="zh-CN" sz="2400" b="1" dirty="0">
                <a:latin typeface="+mj-ea"/>
                <a:ea typeface="+mj-ea"/>
              </a:rPr>
              <a:t>?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77D65BC-FCE8-41F2-A98A-1631559E3118}"/>
              </a:ext>
            </a:extLst>
          </p:cNvPr>
          <p:cNvGrpSpPr/>
          <p:nvPr/>
        </p:nvGrpSpPr>
        <p:grpSpPr>
          <a:xfrm>
            <a:off x="6516216" y="1563638"/>
            <a:ext cx="2438400" cy="1858962"/>
            <a:chOff x="6546850" y="2408238"/>
            <a:chExt cx="2438400" cy="18589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DD023A4-E082-4D58-A9EB-F74099ED88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6850" y="2408238"/>
              <a:ext cx="2438400" cy="1858962"/>
              <a:chOff x="4124" y="1517"/>
              <a:chExt cx="1536" cy="1171"/>
            </a:xfrm>
          </p:grpSpPr>
          <p:sp>
            <p:nvSpPr>
              <p:cNvPr id="6" name="直接连接符 96265">
                <a:extLst>
                  <a:ext uri="{FF2B5EF4-FFF2-40B4-BE49-F238E27FC236}">
                    <a16:creationId xmlns:a16="http://schemas.microsoft.com/office/drawing/2014/main" id="{BFB59094-1EBE-4ADC-A976-581BAF3A6A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4" y="2164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7" name="对象 96266">
                <a:extLst>
                  <a:ext uri="{FF2B5EF4-FFF2-40B4-BE49-F238E27FC236}">
                    <a16:creationId xmlns:a16="http://schemas.microsoft.com/office/drawing/2014/main" id="{6E1835F7-D0EC-458B-B518-7D6DC0C002DC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656" y="2203"/>
              <a:ext cx="132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519" r:id="rId3" imgW="215619" imgH="240986" progId="Equation.3">
                      <p:embed/>
                    </p:oleObj>
                  </mc:Choice>
                  <mc:Fallback>
                    <p:oleObj r:id="rId3" imgW="215619" imgH="240986" progId="Equation.3">
                      <p:embed/>
                      <p:pic>
                        <p:nvPicPr>
                          <p:cNvPr id="22538" name="对象 96266">
                            <a:extLst>
                              <a:ext uri="{FF2B5EF4-FFF2-40B4-BE49-F238E27FC236}">
                                <a16:creationId xmlns:a16="http://schemas.microsoft.com/office/drawing/2014/main" id="{21BBF4B2-0BC8-41CB-A6C6-A4E8C2E4546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6" y="2203"/>
                            <a:ext cx="132" cy="1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对象 96267">
                <a:extLst>
                  <a:ext uri="{FF2B5EF4-FFF2-40B4-BE49-F238E27FC236}">
                    <a16:creationId xmlns:a16="http://schemas.microsoft.com/office/drawing/2014/main" id="{D1F08AA8-2374-486B-9F95-246228E8F05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40768007"/>
                  </p:ext>
                </p:extLst>
              </p:nvPr>
            </p:nvGraphicFramePr>
            <p:xfrm>
              <a:off x="4623" y="1565"/>
              <a:ext cx="117" cy="1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520" name="Equation" r:id="rId5" imgW="190440" imgH="241200" progId="Equation.DSMT4">
                      <p:embed/>
                    </p:oleObj>
                  </mc:Choice>
                  <mc:Fallback>
                    <p:oleObj name="Equation" r:id="rId5" imgW="190440" imgH="241200" progId="Equation.DSMT4">
                      <p:embed/>
                      <p:pic>
                        <p:nvPicPr>
                          <p:cNvPr id="22539" name="对象 96267">
                            <a:extLst>
                              <a:ext uri="{FF2B5EF4-FFF2-40B4-BE49-F238E27FC236}">
                                <a16:creationId xmlns:a16="http://schemas.microsoft.com/office/drawing/2014/main" id="{5F1F7D1A-95F9-4047-A86C-FF636706C43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23" y="1565"/>
                            <a:ext cx="117" cy="1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椭圆 96268">
                <a:extLst>
                  <a:ext uri="{FF2B5EF4-FFF2-40B4-BE49-F238E27FC236}">
                    <a16:creationId xmlns:a16="http://schemas.microsoft.com/office/drawing/2014/main" id="{55C95D8F-639B-4980-9B73-C2096025F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8" y="1824"/>
                <a:ext cx="1038" cy="69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" name="直接连接符 96269">
                <a:extLst>
                  <a:ext uri="{FF2B5EF4-FFF2-40B4-BE49-F238E27FC236}">
                    <a16:creationId xmlns:a16="http://schemas.microsoft.com/office/drawing/2014/main" id="{FF15CB5B-E214-48FA-8208-F1014B182D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87" y="1517"/>
                <a:ext cx="0" cy="11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1" name="对象 96270">
                <a:extLst>
                  <a:ext uri="{FF2B5EF4-FFF2-40B4-BE49-F238E27FC236}">
                    <a16:creationId xmlns:a16="http://schemas.microsoft.com/office/drawing/2014/main" id="{A5AE2E7D-26E1-4FC6-A976-9BEDCF7CBEC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86460277"/>
                  </p:ext>
                </p:extLst>
              </p:nvPr>
            </p:nvGraphicFramePr>
            <p:xfrm>
              <a:off x="5522" y="2223"/>
              <a:ext cx="110" cy="1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9521" name="Equation" r:id="rId7" imgW="177480" imgH="190440" progId="Equation.DSMT4">
                      <p:embed/>
                    </p:oleObj>
                  </mc:Choice>
                  <mc:Fallback>
                    <p:oleObj name="Equation" r:id="rId7" imgW="177480" imgH="190440" progId="Equation.DSMT4">
                      <p:embed/>
                      <p:pic>
                        <p:nvPicPr>
                          <p:cNvPr id="22542" name="对象 96270">
                            <a:extLst>
                              <a:ext uri="{FF2B5EF4-FFF2-40B4-BE49-F238E27FC236}">
                                <a16:creationId xmlns:a16="http://schemas.microsoft.com/office/drawing/2014/main" id="{8B30D311-AA73-45F9-A010-386E0100BD43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22" y="2223"/>
                            <a:ext cx="110" cy="1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7562653-2AF0-4446-BA8F-5B60820AE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9713" y="3048000"/>
              <a:ext cx="457200" cy="4572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438231F8-62BA-4643-8E83-E89CF6CDD9E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40474856"/>
                </p:ext>
              </p:extLst>
            </p:nvPr>
          </p:nvGraphicFramePr>
          <p:xfrm>
            <a:off x="8423275" y="3480595"/>
            <a:ext cx="171450" cy="184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22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96285" name="对象 96284">
                          <a:extLst>
                            <a:ext uri="{FF2B5EF4-FFF2-40B4-BE49-F238E27FC236}">
                              <a16:creationId xmlns:a16="http://schemas.microsoft.com/office/drawing/2014/main" id="{3E811340-45BC-4D56-BA57-847D3B3FD9F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23275" y="3480595"/>
                          <a:ext cx="171450" cy="184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C63F3E5-4118-4642-B9C8-D57D4D531BF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286097558"/>
                </p:ext>
              </p:extLst>
            </p:nvPr>
          </p:nvGraphicFramePr>
          <p:xfrm>
            <a:off x="7720013" y="2613025"/>
            <a:ext cx="158750" cy="246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9523" name="Equation" r:id="rId11" imgW="164880" imgH="253800" progId="Equation.DSMT4">
                    <p:embed/>
                  </p:oleObj>
                </mc:Choice>
                <mc:Fallback>
                  <p:oleObj name="Equation" r:id="rId11" imgW="164880" imgH="253800" progId="Equation.DSMT4">
                    <p:embed/>
                    <p:pic>
                      <p:nvPicPr>
                        <p:cNvPr id="96286" name="对象 96285">
                          <a:extLst>
                            <a:ext uri="{FF2B5EF4-FFF2-40B4-BE49-F238E27FC236}">
                              <a16:creationId xmlns:a16="http://schemas.microsoft.com/office/drawing/2014/main" id="{2339DAE3-733A-4396-83E1-C4FFDF638C0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20013" y="2613025"/>
                          <a:ext cx="158750" cy="246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标题 96257">
            <a:extLst>
              <a:ext uri="{FF2B5EF4-FFF2-40B4-BE49-F238E27FC236}">
                <a16:creationId xmlns:a16="http://schemas.microsoft.com/office/drawing/2014/main" id="{FAD25870-E1C8-4306-9E5B-7F629911C985}"/>
              </a:ext>
            </a:extLst>
          </p:cNvPr>
          <p:cNvSpPr txBox="1">
            <a:spLocks noChangeArrowheads="1"/>
          </p:cNvSpPr>
          <p:nvPr/>
        </p:nvSpPr>
        <p:spPr>
          <a:xfrm>
            <a:off x="666309" y="1342975"/>
            <a:ext cx="5332662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pPr algn="l"/>
            <a:r>
              <a:rPr lang="zh-CN" altLang="en-US" sz="24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  </a:t>
            </a:r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砂轮的半径应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不大于</a:t>
            </a:r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椭圆各点</a:t>
            </a:r>
          </a:p>
        </p:txBody>
      </p:sp>
      <p:sp>
        <p:nvSpPr>
          <p:cNvPr id="19" name="标题 96257">
            <a:extLst>
              <a:ext uri="{FF2B5EF4-FFF2-40B4-BE49-F238E27FC236}">
                <a16:creationId xmlns:a16="http://schemas.microsoft.com/office/drawing/2014/main" id="{830B95C3-9D50-41D9-A63F-7231FE6B1742}"/>
              </a:ext>
            </a:extLst>
          </p:cNvPr>
          <p:cNvSpPr txBox="1">
            <a:spLocks noChangeArrowheads="1"/>
          </p:cNvSpPr>
          <p:nvPr/>
        </p:nvSpPr>
        <p:spPr>
          <a:xfrm>
            <a:off x="195434" y="1908361"/>
            <a:ext cx="3075592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处</a:t>
            </a:r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曲率半径</a:t>
            </a:r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的最小值</a:t>
            </a:r>
            <a:r>
              <a:rPr lang="en-US" alt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873BC1-2913-409E-885B-49901AC07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60" y="2665361"/>
            <a:ext cx="3194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设椭圆方程为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E6E14C45-F6C7-4026-ACC1-13A61D1BFD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6202835"/>
              </p:ext>
            </p:extLst>
          </p:nvPr>
        </p:nvGraphicFramePr>
        <p:xfrm>
          <a:off x="3256690" y="2493119"/>
          <a:ext cx="1460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24" name="Equation" r:id="rId13" imgW="1460160" imgH="863280" progId="Equation.DSMT4">
                  <p:embed/>
                </p:oleObj>
              </mc:Choice>
              <mc:Fallback>
                <p:oleObj name="Equation" r:id="rId13" imgW="1460160" imgH="863280" progId="Equation.DSMT4">
                  <p:embed/>
                  <p:pic>
                    <p:nvPicPr>
                      <p:cNvPr id="96261" name="对象 96260">
                        <a:extLst>
                          <a:ext uri="{FF2B5EF4-FFF2-40B4-BE49-F238E27FC236}">
                            <a16:creationId xmlns:a16="http://schemas.microsoft.com/office/drawing/2014/main" id="{83EEC7FC-39B7-48CE-A00C-851A22EF18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6690" y="2493119"/>
                        <a:ext cx="1460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B27EE4A3-5AC7-42F6-9EB3-D43F548B03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8461800"/>
              </p:ext>
            </p:extLst>
          </p:nvPr>
        </p:nvGraphicFramePr>
        <p:xfrm>
          <a:off x="4748213" y="2798763"/>
          <a:ext cx="19700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25" name="Equation" r:id="rId15" imgW="1968480" imgH="304560" progId="Equation.DSMT4">
                  <p:embed/>
                </p:oleObj>
              </mc:Choice>
              <mc:Fallback>
                <p:oleObj name="Equation" r:id="rId15" imgW="1968480" imgH="304560" progId="Equation.DSMT4">
                  <p:embed/>
                  <p:pic>
                    <p:nvPicPr>
                      <p:cNvPr id="96262" name="对象 96261">
                        <a:extLst>
                          <a:ext uri="{FF2B5EF4-FFF2-40B4-BE49-F238E27FC236}">
                            <a16:creationId xmlns:a16="http://schemas.microsoft.com/office/drawing/2014/main" id="{0EDB17FA-D042-48B1-9E38-8D74A1C308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8213" y="2798763"/>
                        <a:ext cx="1970087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>
            <a:extLst>
              <a:ext uri="{FF2B5EF4-FFF2-40B4-BE49-F238E27FC236}">
                <a16:creationId xmlns:a16="http://schemas.microsoft.com/office/drawing/2014/main" id="{1F6F8CDE-92E7-4E37-ABCA-E92047D3C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740" y="3408834"/>
            <a:ext cx="32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由例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可知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椭圆在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DE083E15-7F13-4B67-9451-16293A1025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6156380"/>
              </p:ext>
            </p:extLst>
          </p:nvPr>
        </p:nvGraphicFramePr>
        <p:xfrm>
          <a:off x="2886075" y="3511550"/>
          <a:ext cx="877888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26" name="Equation" r:id="rId17" imgW="876240" imgH="342720" progId="Equation.DSMT4">
                  <p:embed/>
                </p:oleObj>
              </mc:Choice>
              <mc:Fallback>
                <p:oleObj name="Equation" r:id="rId17" imgW="876240" imgH="342720" progId="Equation.DSMT4">
                  <p:embed/>
                  <p:pic>
                    <p:nvPicPr>
                      <p:cNvPr id="96264" name="对象 96263">
                        <a:extLst>
                          <a:ext uri="{FF2B5EF4-FFF2-40B4-BE49-F238E27FC236}">
                            <a16:creationId xmlns:a16="http://schemas.microsoft.com/office/drawing/2014/main" id="{C341B688-8848-4049-9BAB-36C34E2A2C8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075" y="3511550"/>
                        <a:ext cx="877888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>
            <a:extLst>
              <a:ext uri="{FF2B5EF4-FFF2-40B4-BE49-F238E27FC236}">
                <a16:creationId xmlns:a16="http://schemas.microsoft.com/office/drawing/2014/main" id="{F28D1ADE-90F4-497F-B017-4397C2FFD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2971" y="3416289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处曲率最大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4C7EAB4-5134-403B-B8ED-0BB39A0C7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1479" y="3387565"/>
            <a:ext cx="34686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即曲率半径最小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且为</a:t>
            </a: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B7AD906-F469-4639-B037-4863E89D35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5433123"/>
              </p:ext>
            </p:extLst>
          </p:nvPr>
        </p:nvGraphicFramePr>
        <p:xfrm>
          <a:off x="1729322" y="4083571"/>
          <a:ext cx="4292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527" name="Equation" r:id="rId19" imgW="4292280" imgH="787320" progId="Equation.DSMT4">
                  <p:embed/>
                </p:oleObj>
              </mc:Choice>
              <mc:Fallback>
                <p:oleObj name="Equation" r:id="rId19" imgW="4292280" imgH="787320" progId="Equation.DSMT4">
                  <p:embed/>
                  <p:pic>
                    <p:nvPicPr>
                      <p:cNvPr id="96275" name="对象 96274">
                        <a:extLst>
                          <a:ext uri="{FF2B5EF4-FFF2-40B4-BE49-F238E27FC236}">
                            <a16:creationId xmlns:a16="http://schemas.microsoft.com/office/drawing/2014/main" id="{CEB3DD98-A231-4BEF-9E2E-18DDD47747E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322" y="4083571"/>
                        <a:ext cx="4292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96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3" grpId="0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FFC794-373B-4B52-A68D-08F103EA6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65832"/>
            <a:ext cx="487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显然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砂轮半径不超过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3913249-CF3F-4BBC-8A6F-3C4A289656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6354359"/>
              </p:ext>
            </p:extLst>
          </p:nvPr>
        </p:nvGraphicFramePr>
        <p:xfrm>
          <a:off x="4241924" y="522288"/>
          <a:ext cx="34925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55" name="Equation" r:id="rId3" imgW="368280" imgH="774360" progId="Equation.DSMT4">
                  <p:embed/>
                </p:oleObj>
              </mc:Choice>
              <mc:Fallback>
                <p:oleObj name="Equation" r:id="rId3" imgW="368280" imgH="774360" progId="Equation.DSMT4">
                  <p:embed/>
                  <p:pic>
                    <p:nvPicPr>
                      <p:cNvPr id="96282" name="对象 96281">
                        <a:extLst>
                          <a:ext uri="{FF2B5EF4-FFF2-40B4-BE49-F238E27FC236}">
                            <a16:creationId xmlns:a16="http://schemas.microsoft.com/office/drawing/2014/main" id="{E65DDB1A-926A-4E1B-957D-9BE30922D8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1924" y="522288"/>
                        <a:ext cx="34925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0FE94C2-6FCF-4929-8C84-26767FEC2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630237"/>
            <a:ext cx="419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时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才不会产生过量磨损 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05FC5D-7EFB-4940-880C-FF59BE72B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391991"/>
            <a:ext cx="464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或有的地方磨不到的问题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3845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96257">
            <a:extLst>
              <a:ext uri="{FF2B5EF4-FFF2-40B4-BE49-F238E27FC236}">
                <a16:creationId xmlns:a16="http://schemas.microsoft.com/office/drawing/2014/main" id="{9DD31DE4-FDF7-44D6-B260-5E2EA3A08E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4788" y="508061"/>
            <a:ext cx="8064896" cy="53340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5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设曲线由方程            确定，求该曲线在     对应点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3C21320-27E6-4B58-9200-E125CC5CB0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739949"/>
              </p:ext>
            </p:extLst>
          </p:nvPr>
        </p:nvGraphicFramePr>
        <p:xfrm>
          <a:off x="3000428" y="304861"/>
          <a:ext cx="1574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492" name="Equation" r:id="rId3" imgW="1574640" imgH="939600" progId="Equation.DSMT4">
                  <p:embed/>
                </p:oleObj>
              </mc:Choice>
              <mc:Fallback>
                <p:oleObj name="Equation" r:id="rId3" imgW="157464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00428" y="304861"/>
                        <a:ext cx="15748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CDC3820-C5C9-4A93-8D86-72A4B3A27A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741207"/>
              </p:ext>
            </p:extLst>
          </p:nvPr>
        </p:nvGraphicFramePr>
        <p:xfrm>
          <a:off x="6932541" y="635061"/>
          <a:ext cx="533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493" name="Equation" r:id="rId5" imgW="533160" imgH="279360" progId="Equation.DSMT4">
                  <p:embed/>
                </p:oleObj>
              </mc:Choice>
              <mc:Fallback>
                <p:oleObj name="Equation" r:id="rId5" imgW="5331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32541" y="635061"/>
                        <a:ext cx="5334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标题 96257">
            <a:extLst>
              <a:ext uri="{FF2B5EF4-FFF2-40B4-BE49-F238E27FC236}">
                <a16:creationId xmlns:a16="http://schemas.microsoft.com/office/drawing/2014/main" id="{4DFAFB22-1820-45FC-AA95-9CBF7BE1E07E}"/>
              </a:ext>
            </a:extLst>
          </p:cNvPr>
          <p:cNvSpPr txBox="1">
            <a:spLocks noChangeArrowheads="1"/>
          </p:cNvSpPr>
          <p:nvPr/>
        </p:nvSpPr>
        <p:spPr>
          <a:xfrm>
            <a:off x="647095" y="1019489"/>
            <a:ext cx="1656184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pPr algn="l"/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</a:rPr>
              <a:t>处的曲率</a:t>
            </a:r>
            <a:r>
              <a:rPr lang="en-US" altLang="zh-CN" sz="2400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  <a:endParaRPr lang="zh-CN" altLang="en-US" sz="2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37C7AB-90B3-4081-9BEE-A93671096603}"/>
              </a:ext>
            </a:extLst>
          </p:cNvPr>
          <p:cNvSpPr/>
          <p:nvPr/>
        </p:nvSpPr>
        <p:spPr>
          <a:xfrm>
            <a:off x="658535" y="167059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  <a:endParaRPr lang="zh-CN" altLang="en-US" sz="2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EDD783-318A-4A1E-9B6E-3E5981D512EF}"/>
              </a:ext>
            </a:extLst>
          </p:cNvPr>
          <p:cNvSpPr/>
          <p:nvPr/>
        </p:nvSpPr>
        <p:spPr>
          <a:xfrm>
            <a:off x="1105213" y="1670595"/>
            <a:ext cx="23961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由隐函数求导得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5657B9D-EFD2-413F-A5B5-C9F05D7879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71295"/>
              </p:ext>
            </p:extLst>
          </p:nvPr>
        </p:nvGraphicFramePr>
        <p:xfrm>
          <a:off x="3415336" y="1447861"/>
          <a:ext cx="2463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494" name="Equation" r:id="rId7" imgW="2463480" imgH="774360" progId="Equation.DSMT4">
                  <p:embed/>
                </p:oleObj>
              </mc:Choice>
              <mc:Fallback>
                <p:oleObj name="Equation" r:id="rId7" imgW="24634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5336" y="1447861"/>
                        <a:ext cx="2463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ECB92050-D63C-4636-B974-C25E2A849106}"/>
              </a:ext>
            </a:extLst>
          </p:cNvPr>
          <p:cNvSpPr/>
          <p:nvPr/>
        </p:nvSpPr>
        <p:spPr>
          <a:xfrm>
            <a:off x="5797262" y="1696604"/>
            <a:ext cx="14378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又易得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A406B3A-8E3D-4A91-9A0A-E06ED4E45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543176"/>
              </p:ext>
            </p:extLst>
          </p:nvPr>
        </p:nvGraphicFramePr>
        <p:xfrm>
          <a:off x="6824663" y="1552575"/>
          <a:ext cx="156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495" name="Equation" r:id="rId9" imgW="1562040" imgH="736560" progId="Equation.DSMT4">
                  <p:embed/>
                </p:oleObj>
              </mc:Choice>
              <mc:Fallback>
                <p:oleObj name="Equation" r:id="rId9" imgW="15620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24663" y="1552575"/>
                        <a:ext cx="1562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7DCBC034-1E00-4AAE-91E9-294CAF02AC8E}"/>
              </a:ext>
            </a:extLst>
          </p:cNvPr>
          <p:cNvSpPr/>
          <p:nvPr/>
        </p:nvSpPr>
        <p:spPr>
          <a:xfrm>
            <a:off x="755576" y="2628255"/>
            <a:ext cx="1728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从而</a:t>
            </a:r>
            <a:endParaRPr lang="zh-CN" altLang="en-US" sz="2400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7625B2C-8E36-45A9-87EB-4D7D0009D5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1315605"/>
              </p:ext>
            </p:extLst>
          </p:nvPr>
        </p:nvGraphicFramePr>
        <p:xfrm>
          <a:off x="1593671" y="2465388"/>
          <a:ext cx="2501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496" name="Equation" r:id="rId11" imgW="2501640" imgH="787320" progId="Equation.DSMT4">
                  <p:embed/>
                </p:oleObj>
              </mc:Choice>
              <mc:Fallback>
                <p:oleObj name="Equation" r:id="rId11" imgW="250164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93671" y="2465388"/>
                        <a:ext cx="25019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A4B8FCE-E1DD-4FFC-A74E-7E5C997E91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453599"/>
              </p:ext>
            </p:extLst>
          </p:nvPr>
        </p:nvGraphicFramePr>
        <p:xfrm>
          <a:off x="4478419" y="2462897"/>
          <a:ext cx="3149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497" name="Equation" r:id="rId13" imgW="3149280" imgH="825480" progId="Equation.DSMT4">
                  <p:embed/>
                </p:oleObj>
              </mc:Choice>
              <mc:Fallback>
                <p:oleObj name="Equation" r:id="rId13" imgW="3149280" imgH="8254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77625B2C-8E36-45A9-87EB-4D7D0009D5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478419" y="2462897"/>
                        <a:ext cx="31496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BE26EDE-2136-4E35-959E-A39311EAFA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313693"/>
              </p:ext>
            </p:extLst>
          </p:nvPr>
        </p:nvGraphicFramePr>
        <p:xfrm>
          <a:off x="339781" y="3585915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498" name="Equation" r:id="rId15" imgW="1625400" imgH="736560" progId="Equation.DSMT4">
                  <p:embed/>
                </p:oleObj>
              </mc:Choice>
              <mc:Fallback>
                <p:oleObj name="Equation" r:id="rId15" imgW="16254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9781" y="3585915"/>
                        <a:ext cx="1625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DB98517-D83B-4BD3-9E0C-CA4007AC73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000521"/>
              </p:ext>
            </p:extLst>
          </p:nvPr>
        </p:nvGraphicFramePr>
        <p:xfrm>
          <a:off x="2303279" y="3585915"/>
          <a:ext cx="1892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499" name="Equation" r:id="rId17" imgW="1892160" imgH="774360" progId="Equation.DSMT4">
                  <p:embed/>
                </p:oleObj>
              </mc:Choice>
              <mc:Fallback>
                <p:oleObj name="Equation" r:id="rId17" imgW="18921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03279" y="3585915"/>
                        <a:ext cx="18923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467AEA12-B2BA-47C0-AA6B-770C489D29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9231572"/>
              </p:ext>
            </p:extLst>
          </p:nvPr>
        </p:nvGraphicFramePr>
        <p:xfrm>
          <a:off x="4478419" y="3449171"/>
          <a:ext cx="43053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500" name="Equation" r:id="rId19" imgW="4305240" imgH="1269720" progId="Equation.DSMT4">
                  <p:embed/>
                </p:oleObj>
              </mc:Choice>
              <mc:Fallback>
                <p:oleObj name="Equation" r:id="rId19" imgW="4305240" imgH="1269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478419" y="3449171"/>
                        <a:ext cx="4305300" cy="127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85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96257">
            <a:extLst>
              <a:ext uri="{FF2B5EF4-FFF2-40B4-BE49-F238E27FC236}">
                <a16:creationId xmlns:a16="http://schemas.microsoft.com/office/drawing/2014/main" id="{8A3C8B74-DF45-4D2F-976E-4BF61F0FC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1577" y="174416"/>
            <a:ext cx="7704856" cy="533400"/>
          </a:xfrm>
        </p:spPr>
        <p:txBody>
          <a:bodyPr>
            <a:normAutofit/>
          </a:bodyPr>
          <a:lstStyle/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6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设        为过原点的一条曲线，         存在，         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8FEA728-CABB-4BC4-8BAA-8635E977470B}"/>
              </a:ext>
            </a:extLst>
          </p:cNvPr>
          <p:cNvGrpSpPr/>
          <p:nvPr/>
        </p:nvGrpSpPr>
        <p:grpSpPr>
          <a:xfrm>
            <a:off x="1979712" y="269666"/>
            <a:ext cx="5473846" cy="373294"/>
            <a:chOff x="1828818" y="558500"/>
            <a:chExt cx="5473846" cy="373294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89EB40C7-5032-4BFB-BC11-9385FC651E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9890899"/>
                </p:ext>
              </p:extLst>
            </p:nvPr>
          </p:nvGraphicFramePr>
          <p:xfrm>
            <a:off x="1828818" y="558500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85" name="Equation" r:id="rId3" imgW="1104840" imgH="342720" progId="Equation.DSMT4">
                    <p:embed/>
                  </p:oleObj>
                </mc:Choice>
                <mc:Fallback>
                  <p:oleObj name="Equation" r:id="rId3" imgW="1104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828818" y="558500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A8ADAAE-2C74-4602-8F1E-94F2160D1F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7697901"/>
                </p:ext>
              </p:extLst>
            </p:nvPr>
          </p:nvGraphicFramePr>
          <p:xfrm>
            <a:off x="5829464" y="576194"/>
            <a:ext cx="1473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86" name="Equation" r:id="rId5" imgW="1473120" imgH="355320" progId="Equation.DSMT4">
                    <p:embed/>
                  </p:oleObj>
                </mc:Choice>
                <mc:Fallback>
                  <p:oleObj name="Equation" r:id="rId5" imgW="14731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29464" y="576194"/>
                          <a:ext cx="14732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ACC6ACE-58A8-47AB-B88F-5495926151B2}"/>
              </a:ext>
            </a:extLst>
          </p:cNvPr>
          <p:cNvGrpSpPr/>
          <p:nvPr/>
        </p:nvGrpSpPr>
        <p:grpSpPr>
          <a:xfrm>
            <a:off x="360722" y="711273"/>
            <a:ext cx="8116422" cy="533400"/>
            <a:chOff x="251520" y="1198262"/>
            <a:chExt cx="8116422" cy="533400"/>
          </a:xfrm>
        </p:grpSpPr>
        <p:sp>
          <p:nvSpPr>
            <p:cNvPr id="8" name="标题 96257">
              <a:extLst>
                <a:ext uri="{FF2B5EF4-FFF2-40B4-BE49-F238E27FC236}">
                  <a16:creationId xmlns:a16="http://schemas.microsoft.com/office/drawing/2014/main" id="{2D580F7F-9528-460C-87FA-09037E64DD1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51520" y="1198262"/>
              <a:ext cx="8116422" cy="5334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1800" b="1" kern="120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+mj-cs"/>
                </a:defRPr>
              </a:lvl1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j-ea"/>
                  <a:ea typeface="+mj-ea"/>
                </a:rPr>
                <a:t>抛物线                    与曲线        在原点相切，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6B83C66A-A424-4BDD-A046-C900C50AEC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8716120"/>
                </p:ext>
              </p:extLst>
            </p:nvPr>
          </p:nvGraphicFramePr>
          <p:xfrm>
            <a:off x="1403648" y="1261762"/>
            <a:ext cx="2781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87" name="Equation" r:id="rId7" imgW="2781000" imgH="406080" progId="Equation.DSMT4">
                    <p:embed/>
                  </p:oleObj>
                </mc:Choice>
                <mc:Fallback>
                  <p:oleObj name="Equation" r:id="rId7" imgW="27810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03648" y="1261762"/>
                          <a:ext cx="27813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468AC27-090D-4FD6-9E52-017E987EE2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2914444"/>
                </p:ext>
              </p:extLst>
            </p:nvPr>
          </p:nvGraphicFramePr>
          <p:xfrm>
            <a:off x="5280261" y="1293512"/>
            <a:ext cx="1104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88" name="Equation" r:id="rId9" imgW="1104840" imgH="342720" progId="Equation.DSMT4">
                    <p:embed/>
                  </p:oleObj>
                </mc:Choice>
                <mc:Fallback>
                  <p:oleObj name="Equation" r:id="rId9" imgW="1104840" imgH="34272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89EB40C7-5032-4BFB-BC11-9385FC651E9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80261" y="1293512"/>
                          <a:ext cx="11049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3BD8C55-CC1B-4E92-AB33-BBDAC3A063D5}"/>
              </a:ext>
            </a:extLst>
          </p:cNvPr>
          <p:cNvGrpSpPr/>
          <p:nvPr/>
        </p:nvGrpSpPr>
        <p:grpSpPr>
          <a:xfrm>
            <a:off x="338657" y="1244673"/>
            <a:ext cx="8337799" cy="533400"/>
            <a:chOff x="230026" y="1032127"/>
            <a:chExt cx="8282819" cy="533400"/>
          </a:xfrm>
        </p:grpSpPr>
        <p:sp>
          <p:nvSpPr>
            <p:cNvPr id="11" name="标题 96257">
              <a:extLst>
                <a:ext uri="{FF2B5EF4-FFF2-40B4-BE49-F238E27FC236}">
                  <a16:creationId xmlns:a16="http://schemas.microsoft.com/office/drawing/2014/main" id="{A0DACB26-4810-468E-94F7-245CF12D1EA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30026" y="1032127"/>
              <a:ext cx="8282819" cy="5334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1800" b="1" kern="120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+mj-cs"/>
                </a:defRPr>
              </a:lvl1pPr>
            </a:lstStyle>
            <a:p>
              <a:pPr algn="l"/>
              <a:r>
                <a:rPr lang="zh-CN" altLang="en-US" sz="2400" dirty="0">
                  <a:solidFill>
                    <a:schemeClr val="tx1"/>
                  </a:solidFill>
                  <a:latin typeface="+mj-ea"/>
                  <a:ea typeface="+mj-ea"/>
                </a:rPr>
                <a:t>并在该点处有相同的曲率，且在该点有相同的凹向，求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4B42030-6D17-49B9-9B4A-6842892FB9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6948138"/>
                </p:ext>
              </p:extLst>
            </p:nvPr>
          </p:nvGraphicFramePr>
          <p:xfrm>
            <a:off x="7654447" y="1127377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89" name="Equation" r:id="rId10" imgW="660240" imgH="342720" progId="Equation.DSMT4">
                    <p:embed/>
                  </p:oleObj>
                </mc:Choice>
                <mc:Fallback>
                  <p:oleObj name="Equation" r:id="rId10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7654447" y="1127377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A6FC8C4D-DEA4-4D4E-A20E-3CF92CE4D1D8}"/>
              </a:ext>
            </a:extLst>
          </p:cNvPr>
          <p:cNvSpPr/>
          <p:nvPr/>
        </p:nvSpPr>
        <p:spPr>
          <a:xfrm>
            <a:off x="875495" y="2065666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解</a:t>
            </a:r>
            <a:endParaRPr lang="zh-CN" altLang="en-US" sz="2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EC21FF-D622-4EED-88CC-50A142E188D9}"/>
              </a:ext>
            </a:extLst>
          </p:cNvPr>
          <p:cNvSpPr/>
          <p:nvPr/>
        </p:nvSpPr>
        <p:spPr>
          <a:xfrm>
            <a:off x="1285744" y="206566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cs typeface="Times New Roman" panose="02020603050405020304" pitchFamily="18" charset="0"/>
              </a:rPr>
              <a:t>依题可得</a:t>
            </a:r>
            <a:endParaRPr lang="zh-CN" altLang="en-US" sz="2400" b="1" dirty="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3A0C3A9-EC82-4B72-A7F6-661F37BFDF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389029"/>
              </p:ext>
            </p:extLst>
          </p:nvPr>
        </p:nvGraphicFramePr>
        <p:xfrm>
          <a:off x="2701516" y="2118697"/>
          <a:ext cx="495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590" name="Equation" r:id="rId12" imgW="4952880" imgH="355320" progId="Equation.DSMT4">
                  <p:embed/>
                </p:oleObj>
              </mc:Choice>
              <mc:Fallback>
                <p:oleObj name="Equation" r:id="rId12" imgW="495288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01516" y="2118697"/>
                        <a:ext cx="4953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38572CAA-460B-45F6-A9DC-62A0BFB75CF5}"/>
              </a:ext>
            </a:extLst>
          </p:cNvPr>
          <p:cNvGrpSpPr/>
          <p:nvPr/>
        </p:nvGrpSpPr>
        <p:grpSpPr>
          <a:xfrm>
            <a:off x="875495" y="2689911"/>
            <a:ext cx="3281236" cy="461665"/>
            <a:chOff x="861576" y="2681288"/>
            <a:chExt cx="3281236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7706EE8-7AB0-4310-855A-37244F3A037B}"/>
                </a:ext>
              </a:extLst>
            </p:cNvPr>
            <p:cNvSpPr/>
            <p:nvPr/>
          </p:nvSpPr>
          <p:spPr>
            <a:xfrm>
              <a:off x="861576" y="2681288"/>
              <a:ext cx="27743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由           得          </a:t>
              </a:r>
              <a:endParaRPr lang="zh-CN" altLang="en-US" sz="2400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50D91AA1-9128-4CC4-888B-8A8CFF4005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5023584"/>
                </p:ext>
              </p:extLst>
            </p:nvPr>
          </p:nvGraphicFramePr>
          <p:xfrm>
            <a:off x="1332942" y="2750037"/>
            <a:ext cx="1473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91" name="Equation" r:id="rId14" imgW="1473120" imgH="342720" progId="Equation.DSMT4">
                    <p:embed/>
                  </p:oleObj>
                </mc:Choice>
                <mc:Fallback>
                  <p:oleObj name="Equation" r:id="rId14" imgW="147312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332942" y="2750037"/>
                          <a:ext cx="1473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E2BA2C2C-B87B-409D-86E2-AEE57C1A065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3270127"/>
                </p:ext>
              </p:extLst>
            </p:nvPr>
          </p:nvGraphicFramePr>
          <p:xfrm>
            <a:off x="3457012" y="2745468"/>
            <a:ext cx="6858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92" name="Equation" r:id="rId16" imgW="685800" imgH="279360" progId="Equation.DSMT4">
                    <p:embed/>
                  </p:oleObj>
                </mc:Choice>
                <mc:Fallback>
                  <p:oleObj name="Equation" r:id="rId16" imgW="6858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457012" y="2745468"/>
                          <a:ext cx="6858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51F22F0-4C1B-4EA6-B856-C3DA1908DF26}"/>
              </a:ext>
            </a:extLst>
          </p:cNvPr>
          <p:cNvGrpSpPr/>
          <p:nvPr/>
        </p:nvGrpSpPr>
        <p:grpSpPr>
          <a:xfrm>
            <a:off x="934774" y="3334415"/>
            <a:ext cx="3710424" cy="461665"/>
            <a:chOff x="861576" y="3296911"/>
            <a:chExt cx="3710424" cy="46166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732F7D6-CF3B-4720-AC50-CB03767C7CA9}"/>
                </a:ext>
              </a:extLst>
            </p:cNvPr>
            <p:cNvSpPr/>
            <p:nvPr/>
          </p:nvSpPr>
          <p:spPr>
            <a:xfrm>
              <a:off x="861576" y="3296911"/>
              <a:ext cx="27743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由           得          </a:t>
              </a:r>
              <a:endParaRPr lang="zh-CN" altLang="en-US" sz="2400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C5B36619-429A-4DD4-A0DB-D1888F11C2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1847217"/>
                </p:ext>
              </p:extLst>
            </p:nvPr>
          </p:nvGraphicFramePr>
          <p:xfrm>
            <a:off x="1271951" y="3359576"/>
            <a:ext cx="1612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93" name="Equation" r:id="rId18" imgW="1612800" imgH="355320" progId="Equation.DSMT4">
                    <p:embed/>
                  </p:oleObj>
                </mc:Choice>
                <mc:Fallback>
                  <p:oleObj name="Equation" r:id="rId18" imgW="1612800" imgH="35532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50D91AA1-9128-4CC4-888B-8A8CFF4005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271951" y="3359576"/>
                          <a:ext cx="1612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EE4477D0-1860-4FC1-80CA-94D6B35AB9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1749728"/>
                </p:ext>
              </p:extLst>
            </p:nvPr>
          </p:nvGraphicFramePr>
          <p:xfrm>
            <a:off x="3378200" y="3354207"/>
            <a:ext cx="1193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94" name="Equation" r:id="rId20" imgW="1193760" imgH="355320" progId="Equation.DSMT4">
                    <p:embed/>
                  </p:oleObj>
                </mc:Choice>
                <mc:Fallback>
                  <p:oleObj name="Equation" r:id="rId20" imgW="1193760" imgH="35532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E2BA2C2C-B87B-409D-86E2-AEE57C1A065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378200" y="3354207"/>
                          <a:ext cx="1193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4E3AD7E-A4A5-4CDB-9277-D9E35C844FC7}"/>
              </a:ext>
            </a:extLst>
          </p:cNvPr>
          <p:cNvGrpSpPr/>
          <p:nvPr/>
        </p:nvGrpSpPr>
        <p:grpSpPr>
          <a:xfrm>
            <a:off x="840392" y="3836980"/>
            <a:ext cx="3928974" cy="723900"/>
            <a:chOff x="840392" y="3836980"/>
            <a:chExt cx="3928974" cy="72390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E0B6D6E-28E9-4CAA-A53E-816604DFDBC2}"/>
                </a:ext>
              </a:extLst>
            </p:cNvPr>
            <p:cNvSpPr/>
            <p:nvPr/>
          </p:nvSpPr>
          <p:spPr>
            <a:xfrm>
              <a:off x="840392" y="3987542"/>
              <a:ext cx="2774319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j-ea"/>
                </a:rPr>
                <a:t>由           得          </a:t>
              </a:r>
              <a:endParaRPr lang="zh-CN" altLang="en-US" sz="2400" dirty="0"/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00404643-DFB4-406F-82DB-957182AF72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4881362"/>
                </p:ext>
              </p:extLst>
            </p:nvPr>
          </p:nvGraphicFramePr>
          <p:xfrm>
            <a:off x="1223729" y="4040574"/>
            <a:ext cx="16891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95" name="Equation" r:id="rId22" imgW="1688760" imgH="355320" progId="Equation.DSMT4">
                    <p:embed/>
                  </p:oleObj>
                </mc:Choice>
                <mc:Fallback>
                  <p:oleObj name="Equation" r:id="rId22" imgW="1688760" imgH="35532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C5B36619-429A-4DD4-A0DB-D1888F11C21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223729" y="4040574"/>
                          <a:ext cx="16891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DB650F88-48EE-42EC-AD81-F49A3A558C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7393116"/>
                </p:ext>
              </p:extLst>
            </p:nvPr>
          </p:nvGraphicFramePr>
          <p:xfrm>
            <a:off x="3296166" y="3836980"/>
            <a:ext cx="14732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596" name="Equation" r:id="rId24" imgW="1473120" imgH="723600" progId="Equation.DSMT4">
                    <p:embed/>
                  </p:oleObj>
                </mc:Choice>
                <mc:Fallback>
                  <p:oleObj name="Equation" r:id="rId24" imgW="1473120" imgH="7236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EE4477D0-1860-4FC1-80CA-94D6B35AB9F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3296166" y="3836980"/>
                          <a:ext cx="14732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C68F8629-50BD-4E03-ADE0-B4981CEBF0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2010086"/>
              </p:ext>
            </p:extLst>
          </p:nvPr>
        </p:nvGraphicFramePr>
        <p:xfrm>
          <a:off x="5389463" y="3273876"/>
          <a:ext cx="3238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597" name="Equation" r:id="rId26" imgW="3238200" imgH="723600" progId="Equation.DSMT4">
                  <p:embed/>
                </p:oleObj>
              </mc:Choice>
              <mc:Fallback>
                <p:oleObj name="Equation" r:id="rId26" imgW="32382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389463" y="3273876"/>
                        <a:ext cx="3238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17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22437CB2-7767-4CDD-A324-2B3DE4BDA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617181"/>
            <a:ext cx="9880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作业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E87958B-5923-4A6E-BD7E-687FCDF09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756" y="2110085"/>
            <a:ext cx="26111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1. 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课本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习题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3-7.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2928A588-4ADA-43CB-AEF8-128283142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13" y="1419622"/>
            <a:ext cx="63416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1.   </a:t>
            </a:r>
            <a:r>
              <a:rPr lang="zh-CN" altLang="en-US" sz="24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练习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第三章第七节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875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82000" y="3147814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solidFill>
            <a:schemeClr val="tx1"/>
          </a:solidFill>
          <a:round/>
          <a:headEnd/>
          <a:tailEnd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7744</TotalTime>
  <Words>680</Words>
  <Application>Microsoft Office PowerPoint</Application>
  <PresentationFormat>全屏显示(16:9)</PresentationFormat>
  <Paragraphs>120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等线</vt:lpstr>
      <vt:lpstr>华文楷体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Equation.3</vt:lpstr>
      <vt:lpstr>数学与统计学院  郭晓峰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例4  设一工件内表面的截痕为一椭圆, 现要用砂轮磨削其</vt:lpstr>
      <vt:lpstr>PowerPoint 演示文稿</vt:lpstr>
      <vt:lpstr>例5 设曲线由方程            确定，求该曲线在     对应点</vt:lpstr>
      <vt:lpstr>例6 设        为过原点的一条曲线，         存在，        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697</cp:revision>
  <dcterms:created xsi:type="dcterms:W3CDTF">2018-09-27T06:48:00Z</dcterms:created>
  <dcterms:modified xsi:type="dcterms:W3CDTF">2023-11-07T15:22:53Z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