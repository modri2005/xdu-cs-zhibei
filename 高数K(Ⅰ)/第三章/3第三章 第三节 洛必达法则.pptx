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366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401" r:id="rId10"/>
    <p:sldId id="402" r:id="rId11"/>
    <p:sldId id="399" r:id="rId12"/>
    <p:sldId id="400" r:id="rId13"/>
    <p:sldId id="398" r:id="rId14"/>
    <p:sldId id="388" r:id="rId15"/>
    <p:sldId id="389" r:id="rId16"/>
    <p:sldId id="390" r:id="rId17"/>
    <p:sldId id="261" r:id="rId18"/>
    <p:sldId id="357" r:id="rId19"/>
    <p:sldId id="262" r:id="rId20"/>
    <p:sldId id="263" r:id="rId21"/>
    <p:sldId id="264" r:id="rId22"/>
    <p:sldId id="265" r:id="rId23"/>
    <p:sldId id="266" r:id="rId24"/>
    <p:sldId id="360" r:id="rId25"/>
    <p:sldId id="361" r:id="rId26"/>
    <p:sldId id="362" r:id="rId27"/>
    <p:sldId id="368" r:id="rId28"/>
    <p:sldId id="297" r:id="rId29"/>
    <p:sldId id="298" r:id="rId30"/>
    <p:sldId id="370" r:id="rId31"/>
    <p:sldId id="371" r:id="rId32"/>
    <p:sldId id="372" r:id="rId33"/>
    <p:sldId id="267" r:id="rId34"/>
    <p:sldId id="373" r:id="rId35"/>
    <p:sldId id="269" r:id="rId36"/>
    <p:sldId id="375" r:id="rId37"/>
    <p:sldId id="376" r:id="rId38"/>
    <p:sldId id="377" r:id="rId39"/>
    <p:sldId id="378" r:id="rId40"/>
    <p:sldId id="270" r:id="rId41"/>
    <p:sldId id="271" r:id="rId42"/>
    <p:sldId id="342" r:id="rId43"/>
    <p:sldId id="273" r:id="rId44"/>
    <p:sldId id="274" r:id="rId45"/>
    <p:sldId id="275" r:id="rId46"/>
    <p:sldId id="276" r:id="rId47"/>
    <p:sldId id="353" r:id="rId48"/>
    <p:sldId id="279" r:id="rId49"/>
    <p:sldId id="280" r:id="rId50"/>
    <p:sldId id="281" r:id="rId51"/>
    <p:sldId id="282" r:id="rId52"/>
    <p:sldId id="284" r:id="rId53"/>
    <p:sldId id="285" r:id="rId54"/>
    <p:sldId id="287" r:id="rId55"/>
    <p:sldId id="363" r:id="rId56"/>
    <p:sldId id="364" r:id="rId57"/>
    <p:sldId id="365" r:id="rId58"/>
    <p:sldId id="383" r:id="rId59"/>
    <p:sldId id="382" r:id="rId60"/>
    <p:sldId id="379" r:id="rId61"/>
    <p:sldId id="380" r:id="rId62"/>
    <p:sldId id="381" r:id="rId63"/>
    <p:sldId id="384" r:id="rId64"/>
    <p:sldId id="385" r:id="rId65"/>
    <p:sldId id="358" r:id="rId66"/>
    <p:sldId id="359" r:id="rId67"/>
    <p:sldId id="367" r:id="rId68"/>
    <p:sldId id="299" r:id="rId6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pos="5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53E8EF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03" autoAdjust="0"/>
    <p:restoredTop sz="87018" autoAdjust="0"/>
  </p:normalViewPr>
  <p:slideViewPr>
    <p:cSldViewPr>
      <p:cViewPr varScale="1">
        <p:scale>
          <a:sx n="116" d="100"/>
          <a:sy n="116" d="100"/>
        </p:scale>
        <p:origin x="120" y="270"/>
      </p:cViewPr>
      <p:guideLst>
        <p:guide orient="horz" pos="1030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12" Type="http://schemas.openxmlformats.org/officeDocument/2006/relationships/image" Target="../media/image1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13.wmf"/><Relationship Id="rId5" Type="http://schemas.openxmlformats.org/officeDocument/2006/relationships/image" Target="../media/image7.wmf"/><Relationship Id="rId15" Type="http://schemas.openxmlformats.org/officeDocument/2006/relationships/image" Target="../media/image17.wmf"/><Relationship Id="rId10" Type="http://schemas.openxmlformats.org/officeDocument/2006/relationships/image" Target="../media/image12.wmf"/><Relationship Id="rId4" Type="http://schemas.openxmlformats.org/officeDocument/2006/relationships/image" Target="../media/image6.wmf"/><Relationship Id="rId9" Type="http://schemas.openxmlformats.org/officeDocument/2006/relationships/image" Target="../media/image11.wmf"/><Relationship Id="rId1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3" Type="http://schemas.openxmlformats.org/officeDocument/2006/relationships/image" Target="../media/image18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11" Type="http://schemas.openxmlformats.org/officeDocument/2006/relationships/image" Target="../media/image23.wmf"/><Relationship Id="rId5" Type="http://schemas.openxmlformats.org/officeDocument/2006/relationships/image" Target="../media/image7.wmf"/><Relationship Id="rId10" Type="http://schemas.openxmlformats.org/officeDocument/2006/relationships/image" Target="../media/image22.wmf"/><Relationship Id="rId4" Type="http://schemas.openxmlformats.org/officeDocument/2006/relationships/image" Target="../media/image6.wmf"/><Relationship Id="rId9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8.wmf"/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12" Type="http://schemas.openxmlformats.org/officeDocument/2006/relationships/image" Target="../media/image37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11" Type="http://schemas.openxmlformats.org/officeDocument/2006/relationships/image" Target="../media/image36.wmf"/><Relationship Id="rId5" Type="http://schemas.openxmlformats.org/officeDocument/2006/relationships/image" Target="../media/image30.wmf"/><Relationship Id="rId10" Type="http://schemas.openxmlformats.org/officeDocument/2006/relationships/image" Target="../media/image35.wmf"/><Relationship Id="rId4" Type="http://schemas.openxmlformats.org/officeDocument/2006/relationships/image" Target="../media/image29.wmf"/><Relationship Id="rId9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36.wmf"/><Relationship Id="rId7" Type="http://schemas.openxmlformats.org/officeDocument/2006/relationships/image" Target="../media/image43.wmf"/><Relationship Id="rId2" Type="http://schemas.openxmlformats.org/officeDocument/2006/relationships/image" Target="../media/image35.wmf"/><Relationship Id="rId1" Type="http://schemas.openxmlformats.org/officeDocument/2006/relationships/image" Target="../media/image39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5" Type="http://schemas.openxmlformats.org/officeDocument/2006/relationships/image" Target="../media/image5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10" Type="http://schemas.openxmlformats.org/officeDocument/2006/relationships/image" Target="../media/image48.wmf"/><Relationship Id="rId4" Type="http://schemas.openxmlformats.org/officeDocument/2006/relationships/image" Target="../media/image59.wmf"/><Relationship Id="rId9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3.wmf"/><Relationship Id="rId7" Type="http://schemas.openxmlformats.org/officeDocument/2006/relationships/image" Target="../media/image80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4.wmf"/><Relationship Id="rId9" Type="http://schemas.openxmlformats.org/officeDocument/2006/relationships/image" Target="../media/image8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10" Type="http://schemas.openxmlformats.org/officeDocument/2006/relationships/image" Target="../media/image95.wmf"/><Relationship Id="rId4" Type="http://schemas.openxmlformats.org/officeDocument/2006/relationships/image" Target="../media/image89.wmf"/><Relationship Id="rId9" Type="http://schemas.openxmlformats.org/officeDocument/2006/relationships/image" Target="../media/image9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image" Target="../media/image114.wmf"/><Relationship Id="rId18" Type="http://schemas.openxmlformats.org/officeDocument/2006/relationships/image" Target="../media/image119.wmf"/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12" Type="http://schemas.openxmlformats.org/officeDocument/2006/relationships/image" Target="../media/image113.wmf"/><Relationship Id="rId17" Type="http://schemas.openxmlformats.org/officeDocument/2006/relationships/image" Target="../media/image118.wmf"/><Relationship Id="rId2" Type="http://schemas.openxmlformats.org/officeDocument/2006/relationships/image" Target="../media/image103.wmf"/><Relationship Id="rId16" Type="http://schemas.openxmlformats.org/officeDocument/2006/relationships/image" Target="../media/image117.wmf"/><Relationship Id="rId1" Type="http://schemas.openxmlformats.org/officeDocument/2006/relationships/image" Target="../media/image102.wmf"/><Relationship Id="rId6" Type="http://schemas.openxmlformats.org/officeDocument/2006/relationships/image" Target="../media/image107.wmf"/><Relationship Id="rId11" Type="http://schemas.openxmlformats.org/officeDocument/2006/relationships/image" Target="../media/image112.wmf"/><Relationship Id="rId5" Type="http://schemas.openxmlformats.org/officeDocument/2006/relationships/image" Target="../media/image106.wmf"/><Relationship Id="rId15" Type="http://schemas.openxmlformats.org/officeDocument/2006/relationships/image" Target="../media/image116.wmf"/><Relationship Id="rId10" Type="http://schemas.openxmlformats.org/officeDocument/2006/relationships/image" Target="../media/image111.wmf"/><Relationship Id="rId4" Type="http://schemas.openxmlformats.org/officeDocument/2006/relationships/image" Target="../media/image105.wmf"/><Relationship Id="rId9" Type="http://schemas.openxmlformats.org/officeDocument/2006/relationships/image" Target="../media/image110.wmf"/><Relationship Id="rId14" Type="http://schemas.openxmlformats.org/officeDocument/2006/relationships/image" Target="../media/image11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4" Type="http://schemas.openxmlformats.org/officeDocument/2006/relationships/image" Target="../media/image12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135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Relationship Id="rId9" Type="http://schemas.openxmlformats.org/officeDocument/2006/relationships/image" Target="../media/image13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4.wmf"/><Relationship Id="rId11" Type="http://schemas.openxmlformats.org/officeDocument/2006/relationships/image" Target="../media/image149.wmf"/><Relationship Id="rId5" Type="http://schemas.openxmlformats.org/officeDocument/2006/relationships/image" Target="../media/image143.wmf"/><Relationship Id="rId10" Type="http://schemas.openxmlformats.org/officeDocument/2006/relationships/image" Target="../media/image148.wmf"/><Relationship Id="rId4" Type="http://schemas.openxmlformats.org/officeDocument/2006/relationships/image" Target="../media/image142.wmf"/><Relationship Id="rId9" Type="http://schemas.openxmlformats.org/officeDocument/2006/relationships/image" Target="../media/image147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48.wmf"/><Relationship Id="rId1" Type="http://schemas.openxmlformats.org/officeDocument/2006/relationships/image" Target="../media/image150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48.wmf"/><Relationship Id="rId1" Type="http://schemas.openxmlformats.org/officeDocument/2006/relationships/image" Target="../media/image154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48.wmf"/><Relationship Id="rId1" Type="http://schemas.openxmlformats.org/officeDocument/2006/relationships/image" Target="../media/image158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73.wmf"/><Relationship Id="rId7" Type="http://schemas.openxmlformats.org/officeDocument/2006/relationships/image" Target="../media/image176.wmf"/><Relationship Id="rId12" Type="http://schemas.openxmlformats.org/officeDocument/2006/relationships/image" Target="../media/image181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75.wmf"/><Relationship Id="rId11" Type="http://schemas.openxmlformats.org/officeDocument/2006/relationships/image" Target="../media/image180.wmf"/><Relationship Id="rId5" Type="http://schemas.openxmlformats.org/officeDocument/2006/relationships/image" Target="../media/image174.wmf"/><Relationship Id="rId10" Type="http://schemas.openxmlformats.org/officeDocument/2006/relationships/image" Target="../media/image179.wmf"/><Relationship Id="rId4" Type="http://schemas.openxmlformats.org/officeDocument/2006/relationships/image" Target="../media/image168.wmf"/><Relationship Id="rId9" Type="http://schemas.openxmlformats.org/officeDocument/2006/relationships/image" Target="../media/image178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184.wmf"/><Relationship Id="rId7" Type="http://schemas.openxmlformats.org/officeDocument/2006/relationships/image" Target="../media/image188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9" Type="http://schemas.openxmlformats.org/officeDocument/2006/relationships/image" Target="../media/image18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4" Type="http://schemas.openxmlformats.org/officeDocument/2006/relationships/image" Target="../media/image19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image" Target="../media/image212.wmf"/><Relationship Id="rId3" Type="http://schemas.openxmlformats.org/officeDocument/2006/relationships/image" Target="../media/image202.wmf"/><Relationship Id="rId7" Type="http://schemas.openxmlformats.org/officeDocument/2006/relationships/image" Target="../media/image206.wmf"/><Relationship Id="rId12" Type="http://schemas.openxmlformats.org/officeDocument/2006/relationships/image" Target="../media/image211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Relationship Id="rId6" Type="http://schemas.openxmlformats.org/officeDocument/2006/relationships/image" Target="../media/image205.wmf"/><Relationship Id="rId11" Type="http://schemas.openxmlformats.org/officeDocument/2006/relationships/image" Target="../media/image210.wmf"/><Relationship Id="rId5" Type="http://schemas.openxmlformats.org/officeDocument/2006/relationships/image" Target="../media/image204.wmf"/><Relationship Id="rId10" Type="http://schemas.openxmlformats.org/officeDocument/2006/relationships/image" Target="../media/image209.wmf"/><Relationship Id="rId4" Type="http://schemas.openxmlformats.org/officeDocument/2006/relationships/image" Target="../media/image203.wmf"/><Relationship Id="rId9" Type="http://schemas.openxmlformats.org/officeDocument/2006/relationships/image" Target="../media/image208.wmf"/><Relationship Id="rId14" Type="http://schemas.openxmlformats.org/officeDocument/2006/relationships/image" Target="../media/image21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wmf"/><Relationship Id="rId7" Type="http://schemas.openxmlformats.org/officeDocument/2006/relationships/image" Target="../media/image220.wmf"/><Relationship Id="rId2" Type="http://schemas.openxmlformats.org/officeDocument/2006/relationships/image" Target="../media/image215.wmf"/><Relationship Id="rId1" Type="http://schemas.openxmlformats.org/officeDocument/2006/relationships/image" Target="../media/image214.wmf"/><Relationship Id="rId6" Type="http://schemas.openxmlformats.org/officeDocument/2006/relationships/image" Target="../media/image219.wmf"/><Relationship Id="rId5" Type="http://schemas.openxmlformats.org/officeDocument/2006/relationships/image" Target="../media/image218.wmf"/><Relationship Id="rId4" Type="http://schemas.openxmlformats.org/officeDocument/2006/relationships/image" Target="../media/image21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7" Type="http://schemas.openxmlformats.org/officeDocument/2006/relationships/image" Target="../media/image227.w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Relationship Id="rId6" Type="http://schemas.openxmlformats.org/officeDocument/2006/relationships/image" Target="../media/image226.wmf"/><Relationship Id="rId5" Type="http://schemas.openxmlformats.org/officeDocument/2006/relationships/image" Target="../media/image225.wmf"/><Relationship Id="rId4" Type="http://schemas.openxmlformats.org/officeDocument/2006/relationships/image" Target="../media/image224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image" Target="../media/image240.wmf"/><Relationship Id="rId18" Type="http://schemas.openxmlformats.org/officeDocument/2006/relationships/image" Target="../media/image24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12" Type="http://schemas.openxmlformats.org/officeDocument/2006/relationships/image" Target="../media/image239.wmf"/><Relationship Id="rId17" Type="http://schemas.openxmlformats.org/officeDocument/2006/relationships/image" Target="../media/image244.wmf"/><Relationship Id="rId2" Type="http://schemas.openxmlformats.org/officeDocument/2006/relationships/image" Target="../media/image229.wmf"/><Relationship Id="rId16" Type="http://schemas.openxmlformats.org/officeDocument/2006/relationships/image" Target="../media/image243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11" Type="http://schemas.openxmlformats.org/officeDocument/2006/relationships/image" Target="../media/image238.wmf"/><Relationship Id="rId5" Type="http://schemas.openxmlformats.org/officeDocument/2006/relationships/image" Target="../media/image232.wmf"/><Relationship Id="rId15" Type="http://schemas.openxmlformats.org/officeDocument/2006/relationships/image" Target="../media/image242.wmf"/><Relationship Id="rId10" Type="http://schemas.openxmlformats.org/officeDocument/2006/relationships/image" Target="../media/image237.wmf"/><Relationship Id="rId19" Type="http://schemas.openxmlformats.org/officeDocument/2006/relationships/image" Target="../media/image246.wmf"/><Relationship Id="rId4" Type="http://schemas.openxmlformats.org/officeDocument/2006/relationships/image" Target="../media/image231.wmf"/><Relationship Id="rId9" Type="http://schemas.openxmlformats.org/officeDocument/2006/relationships/image" Target="../media/image236.wmf"/><Relationship Id="rId14" Type="http://schemas.openxmlformats.org/officeDocument/2006/relationships/image" Target="../media/image24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13" Type="http://schemas.openxmlformats.org/officeDocument/2006/relationships/image" Target="../media/image246.wmf"/><Relationship Id="rId3" Type="http://schemas.openxmlformats.org/officeDocument/2006/relationships/image" Target="../media/image232.wmf"/><Relationship Id="rId7" Type="http://schemas.openxmlformats.org/officeDocument/2006/relationships/image" Target="../media/image249.wmf"/><Relationship Id="rId12" Type="http://schemas.openxmlformats.org/officeDocument/2006/relationships/image" Target="../media/image245.wmf"/><Relationship Id="rId2" Type="http://schemas.openxmlformats.org/officeDocument/2006/relationships/image" Target="../media/image231.wmf"/><Relationship Id="rId16" Type="http://schemas.openxmlformats.org/officeDocument/2006/relationships/image" Target="../media/image256.wmf"/><Relationship Id="rId1" Type="http://schemas.openxmlformats.org/officeDocument/2006/relationships/image" Target="../media/image230.wmf"/><Relationship Id="rId6" Type="http://schemas.openxmlformats.org/officeDocument/2006/relationships/image" Target="../media/image248.wmf"/><Relationship Id="rId11" Type="http://schemas.openxmlformats.org/officeDocument/2006/relationships/image" Target="../media/image253.wmf"/><Relationship Id="rId5" Type="http://schemas.openxmlformats.org/officeDocument/2006/relationships/image" Target="../media/image247.wmf"/><Relationship Id="rId15" Type="http://schemas.openxmlformats.org/officeDocument/2006/relationships/image" Target="../media/image255.wmf"/><Relationship Id="rId10" Type="http://schemas.openxmlformats.org/officeDocument/2006/relationships/image" Target="../media/image252.wmf"/><Relationship Id="rId4" Type="http://schemas.openxmlformats.org/officeDocument/2006/relationships/image" Target="../media/image233.wmf"/><Relationship Id="rId9" Type="http://schemas.openxmlformats.org/officeDocument/2006/relationships/image" Target="../media/image251.wmf"/><Relationship Id="rId14" Type="http://schemas.openxmlformats.org/officeDocument/2006/relationships/image" Target="../media/image25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image" Target="../media/image261.wmf"/><Relationship Id="rId18" Type="http://schemas.openxmlformats.org/officeDocument/2006/relationships/image" Target="../media/image266.wmf"/><Relationship Id="rId3" Type="http://schemas.openxmlformats.org/officeDocument/2006/relationships/image" Target="../media/image232.wmf"/><Relationship Id="rId21" Type="http://schemas.openxmlformats.org/officeDocument/2006/relationships/image" Target="../media/image269.wmf"/><Relationship Id="rId7" Type="http://schemas.openxmlformats.org/officeDocument/2006/relationships/image" Target="../media/image257.wmf"/><Relationship Id="rId12" Type="http://schemas.openxmlformats.org/officeDocument/2006/relationships/image" Target="../media/image260.wmf"/><Relationship Id="rId17" Type="http://schemas.openxmlformats.org/officeDocument/2006/relationships/image" Target="../media/image265.wmf"/><Relationship Id="rId2" Type="http://schemas.openxmlformats.org/officeDocument/2006/relationships/image" Target="../media/image231.wmf"/><Relationship Id="rId16" Type="http://schemas.openxmlformats.org/officeDocument/2006/relationships/image" Target="../media/image264.wmf"/><Relationship Id="rId20" Type="http://schemas.openxmlformats.org/officeDocument/2006/relationships/image" Target="../media/image268.wmf"/><Relationship Id="rId1" Type="http://schemas.openxmlformats.org/officeDocument/2006/relationships/image" Target="../media/image230.wmf"/><Relationship Id="rId6" Type="http://schemas.openxmlformats.org/officeDocument/2006/relationships/image" Target="../media/image248.wmf"/><Relationship Id="rId11" Type="http://schemas.openxmlformats.org/officeDocument/2006/relationships/image" Target="../media/image253.wmf"/><Relationship Id="rId5" Type="http://schemas.openxmlformats.org/officeDocument/2006/relationships/image" Target="../media/image247.wmf"/><Relationship Id="rId15" Type="http://schemas.openxmlformats.org/officeDocument/2006/relationships/image" Target="../media/image263.wmf"/><Relationship Id="rId10" Type="http://schemas.openxmlformats.org/officeDocument/2006/relationships/image" Target="../media/image252.wmf"/><Relationship Id="rId19" Type="http://schemas.openxmlformats.org/officeDocument/2006/relationships/image" Target="../media/image267.wmf"/><Relationship Id="rId4" Type="http://schemas.openxmlformats.org/officeDocument/2006/relationships/image" Target="../media/image233.wmf"/><Relationship Id="rId9" Type="http://schemas.openxmlformats.org/officeDocument/2006/relationships/image" Target="../media/image259.wmf"/><Relationship Id="rId14" Type="http://schemas.openxmlformats.org/officeDocument/2006/relationships/image" Target="../media/image262.wmf"/><Relationship Id="rId22" Type="http://schemas.openxmlformats.org/officeDocument/2006/relationships/image" Target="../media/image27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4" Type="http://schemas.openxmlformats.org/officeDocument/2006/relationships/image" Target="../media/image27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wmf"/><Relationship Id="rId7" Type="http://schemas.openxmlformats.org/officeDocument/2006/relationships/image" Target="../media/image281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80.wmf"/><Relationship Id="rId5" Type="http://schemas.openxmlformats.org/officeDocument/2006/relationships/image" Target="../media/image279.wmf"/><Relationship Id="rId4" Type="http://schemas.openxmlformats.org/officeDocument/2006/relationships/image" Target="../media/image27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image" Target="../media/image302.wmf"/><Relationship Id="rId3" Type="http://schemas.openxmlformats.org/officeDocument/2006/relationships/image" Target="../media/image292.wmf"/><Relationship Id="rId7" Type="http://schemas.openxmlformats.org/officeDocument/2006/relationships/image" Target="../media/image296.wmf"/><Relationship Id="rId12" Type="http://schemas.openxmlformats.org/officeDocument/2006/relationships/image" Target="../media/image301.wmf"/><Relationship Id="rId2" Type="http://schemas.openxmlformats.org/officeDocument/2006/relationships/image" Target="../media/image291.wmf"/><Relationship Id="rId1" Type="http://schemas.openxmlformats.org/officeDocument/2006/relationships/image" Target="../media/image290.wmf"/><Relationship Id="rId6" Type="http://schemas.openxmlformats.org/officeDocument/2006/relationships/image" Target="../media/image295.wmf"/><Relationship Id="rId11" Type="http://schemas.openxmlformats.org/officeDocument/2006/relationships/image" Target="../media/image300.wmf"/><Relationship Id="rId5" Type="http://schemas.openxmlformats.org/officeDocument/2006/relationships/image" Target="../media/image294.wmf"/><Relationship Id="rId10" Type="http://schemas.openxmlformats.org/officeDocument/2006/relationships/image" Target="../media/image299.wmf"/><Relationship Id="rId4" Type="http://schemas.openxmlformats.org/officeDocument/2006/relationships/image" Target="../media/image293.wmf"/><Relationship Id="rId9" Type="http://schemas.openxmlformats.org/officeDocument/2006/relationships/image" Target="../media/image298.wmf"/><Relationship Id="rId14" Type="http://schemas.openxmlformats.org/officeDocument/2006/relationships/image" Target="../media/image303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3" Type="http://schemas.openxmlformats.org/officeDocument/2006/relationships/image" Target="../media/image306.wmf"/><Relationship Id="rId7" Type="http://schemas.openxmlformats.org/officeDocument/2006/relationships/image" Target="../media/image310.wmf"/><Relationship Id="rId2" Type="http://schemas.openxmlformats.org/officeDocument/2006/relationships/image" Target="../media/image305.wmf"/><Relationship Id="rId1" Type="http://schemas.openxmlformats.org/officeDocument/2006/relationships/image" Target="../media/image304.wmf"/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4" Type="http://schemas.openxmlformats.org/officeDocument/2006/relationships/image" Target="../media/image307.wmf"/><Relationship Id="rId9" Type="http://schemas.openxmlformats.org/officeDocument/2006/relationships/image" Target="../media/image31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wmf"/><Relationship Id="rId7" Type="http://schemas.openxmlformats.org/officeDocument/2006/relationships/image" Target="../media/image319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Relationship Id="rId6" Type="http://schemas.openxmlformats.org/officeDocument/2006/relationships/image" Target="../media/image318.wmf"/><Relationship Id="rId5" Type="http://schemas.openxmlformats.org/officeDocument/2006/relationships/image" Target="../media/image317.wmf"/><Relationship Id="rId4" Type="http://schemas.openxmlformats.org/officeDocument/2006/relationships/image" Target="../media/image316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7.wmf"/><Relationship Id="rId3" Type="http://schemas.openxmlformats.org/officeDocument/2006/relationships/image" Target="../media/image322.wmf"/><Relationship Id="rId7" Type="http://schemas.openxmlformats.org/officeDocument/2006/relationships/image" Target="../media/image326.wmf"/><Relationship Id="rId2" Type="http://schemas.openxmlformats.org/officeDocument/2006/relationships/image" Target="../media/image321.wmf"/><Relationship Id="rId1" Type="http://schemas.openxmlformats.org/officeDocument/2006/relationships/image" Target="../media/image320.wmf"/><Relationship Id="rId6" Type="http://schemas.openxmlformats.org/officeDocument/2006/relationships/image" Target="../media/image325.wmf"/><Relationship Id="rId5" Type="http://schemas.openxmlformats.org/officeDocument/2006/relationships/image" Target="../media/image324.wmf"/><Relationship Id="rId4" Type="http://schemas.openxmlformats.org/officeDocument/2006/relationships/image" Target="../media/image323.wmf"/><Relationship Id="rId9" Type="http://schemas.openxmlformats.org/officeDocument/2006/relationships/image" Target="../media/image328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5.wmf"/><Relationship Id="rId3" Type="http://schemas.openxmlformats.org/officeDocument/2006/relationships/image" Target="../media/image330.wmf"/><Relationship Id="rId7" Type="http://schemas.openxmlformats.org/officeDocument/2006/relationships/image" Target="../media/image334.wmf"/><Relationship Id="rId2" Type="http://schemas.openxmlformats.org/officeDocument/2006/relationships/image" Target="../media/image292.wmf"/><Relationship Id="rId1" Type="http://schemas.openxmlformats.org/officeDocument/2006/relationships/image" Target="../media/image329.wmf"/><Relationship Id="rId6" Type="http://schemas.openxmlformats.org/officeDocument/2006/relationships/image" Target="../media/image333.wmf"/><Relationship Id="rId5" Type="http://schemas.openxmlformats.org/officeDocument/2006/relationships/image" Target="../media/image332.wmf"/><Relationship Id="rId4" Type="http://schemas.openxmlformats.org/officeDocument/2006/relationships/image" Target="../media/image331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wmf"/><Relationship Id="rId13" Type="http://schemas.openxmlformats.org/officeDocument/2006/relationships/image" Target="../media/image348.wmf"/><Relationship Id="rId3" Type="http://schemas.openxmlformats.org/officeDocument/2006/relationships/image" Target="../media/image338.wmf"/><Relationship Id="rId7" Type="http://schemas.openxmlformats.org/officeDocument/2006/relationships/image" Target="../media/image342.wmf"/><Relationship Id="rId12" Type="http://schemas.openxmlformats.org/officeDocument/2006/relationships/image" Target="../media/image347.wmf"/><Relationship Id="rId2" Type="http://schemas.openxmlformats.org/officeDocument/2006/relationships/image" Target="../media/image337.wmf"/><Relationship Id="rId1" Type="http://schemas.openxmlformats.org/officeDocument/2006/relationships/image" Target="../media/image336.wmf"/><Relationship Id="rId6" Type="http://schemas.openxmlformats.org/officeDocument/2006/relationships/image" Target="../media/image341.wmf"/><Relationship Id="rId11" Type="http://schemas.openxmlformats.org/officeDocument/2006/relationships/image" Target="../media/image346.wmf"/><Relationship Id="rId5" Type="http://schemas.openxmlformats.org/officeDocument/2006/relationships/image" Target="../media/image340.wmf"/><Relationship Id="rId10" Type="http://schemas.openxmlformats.org/officeDocument/2006/relationships/image" Target="../media/image345.wmf"/><Relationship Id="rId4" Type="http://schemas.openxmlformats.org/officeDocument/2006/relationships/image" Target="../media/image339.wmf"/><Relationship Id="rId9" Type="http://schemas.openxmlformats.org/officeDocument/2006/relationships/image" Target="../media/image344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wmf"/><Relationship Id="rId3" Type="http://schemas.openxmlformats.org/officeDocument/2006/relationships/image" Target="../media/image351.wmf"/><Relationship Id="rId7" Type="http://schemas.openxmlformats.org/officeDocument/2006/relationships/image" Target="../media/image355.wmf"/><Relationship Id="rId2" Type="http://schemas.openxmlformats.org/officeDocument/2006/relationships/image" Target="../media/image350.wmf"/><Relationship Id="rId1" Type="http://schemas.openxmlformats.org/officeDocument/2006/relationships/image" Target="../media/image349.wmf"/><Relationship Id="rId6" Type="http://schemas.openxmlformats.org/officeDocument/2006/relationships/image" Target="../media/image354.wmf"/><Relationship Id="rId5" Type="http://schemas.openxmlformats.org/officeDocument/2006/relationships/image" Target="../media/image353.wmf"/><Relationship Id="rId10" Type="http://schemas.openxmlformats.org/officeDocument/2006/relationships/image" Target="../media/image358.wmf"/><Relationship Id="rId4" Type="http://schemas.openxmlformats.org/officeDocument/2006/relationships/image" Target="../media/image352.wmf"/><Relationship Id="rId9" Type="http://schemas.openxmlformats.org/officeDocument/2006/relationships/image" Target="../media/image357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wmf"/><Relationship Id="rId3" Type="http://schemas.openxmlformats.org/officeDocument/2006/relationships/image" Target="../media/image361.wmf"/><Relationship Id="rId7" Type="http://schemas.openxmlformats.org/officeDocument/2006/relationships/image" Target="../media/image365.wmf"/><Relationship Id="rId12" Type="http://schemas.openxmlformats.org/officeDocument/2006/relationships/image" Target="../media/image369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Relationship Id="rId6" Type="http://schemas.openxmlformats.org/officeDocument/2006/relationships/image" Target="../media/image364.wmf"/><Relationship Id="rId11" Type="http://schemas.openxmlformats.org/officeDocument/2006/relationships/image" Target="../media/image368.wmf"/><Relationship Id="rId5" Type="http://schemas.openxmlformats.org/officeDocument/2006/relationships/image" Target="../media/image363.wmf"/><Relationship Id="rId10" Type="http://schemas.openxmlformats.org/officeDocument/2006/relationships/image" Target="../media/image343.wmf"/><Relationship Id="rId4" Type="http://schemas.openxmlformats.org/officeDocument/2006/relationships/image" Target="../media/image362.wmf"/><Relationship Id="rId9" Type="http://schemas.openxmlformats.org/officeDocument/2006/relationships/image" Target="../media/image367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2.wmf"/><Relationship Id="rId2" Type="http://schemas.openxmlformats.org/officeDocument/2006/relationships/image" Target="../media/image371.wmf"/><Relationship Id="rId1" Type="http://schemas.openxmlformats.org/officeDocument/2006/relationships/image" Target="../media/image370.wmf"/><Relationship Id="rId6" Type="http://schemas.openxmlformats.org/officeDocument/2006/relationships/image" Target="../media/image375.wmf"/><Relationship Id="rId5" Type="http://schemas.openxmlformats.org/officeDocument/2006/relationships/image" Target="../media/image374.wmf"/><Relationship Id="rId4" Type="http://schemas.openxmlformats.org/officeDocument/2006/relationships/image" Target="../media/image373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wmf"/><Relationship Id="rId2" Type="http://schemas.openxmlformats.org/officeDocument/2006/relationships/image" Target="../media/image377.wmf"/><Relationship Id="rId1" Type="http://schemas.openxmlformats.org/officeDocument/2006/relationships/image" Target="../media/image376.wmf"/><Relationship Id="rId4" Type="http://schemas.openxmlformats.org/officeDocument/2006/relationships/image" Target="../media/image379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wmf"/><Relationship Id="rId2" Type="http://schemas.openxmlformats.org/officeDocument/2006/relationships/image" Target="../media/image381.wmf"/><Relationship Id="rId1" Type="http://schemas.openxmlformats.org/officeDocument/2006/relationships/image" Target="../media/image380.wmf"/><Relationship Id="rId6" Type="http://schemas.openxmlformats.org/officeDocument/2006/relationships/image" Target="../media/image385.wmf"/><Relationship Id="rId5" Type="http://schemas.openxmlformats.org/officeDocument/2006/relationships/image" Target="../media/image384.wmf"/><Relationship Id="rId4" Type="http://schemas.openxmlformats.org/officeDocument/2006/relationships/image" Target="../media/image38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8.wmf"/><Relationship Id="rId2" Type="http://schemas.openxmlformats.org/officeDocument/2006/relationships/image" Target="../media/image387.wmf"/><Relationship Id="rId1" Type="http://schemas.openxmlformats.org/officeDocument/2006/relationships/image" Target="../media/image386.wmf"/><Relationship Id="rId4" Type="http://schemas.openxmlformats.org/officeDocument/2006/relationships/image" Target="../media/image389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wmf"/><Relationship Id="rId2" Type="http://schemas.openxmlformats.org/officeDocument/2006/relationships/image" Target="../media/image391.wmf"/><Relationship Id="rId1" Type="http://schemas.openxmlformats.org/officeDocument/2006/relationships/image" Target="../media/image390.wmf"/><Relationship Id="rId5" Type="http://schemas.openxmlformats.org/officeDocument/2006/relationships/image" Target="../media/image394.wmf"/><Relationship Id="rId4" Type="http://schemas.openxmlformats.org/officeDocument/2006/relationships/image" Target="../media/image393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wmf"/><Relationship Id="rId3" Type="http://schemas.openxmlformats.org/officeDocument/2006/relationships/image" Target="../media/image397.wmf"/><Relationship Id="rId7" Type="http://schemas.openxmlformats.org/officeDocument/2006/relationships/image" Target="../media/image401.wmf"/><Relationship Id="rId2" Type="http://schemas.openxmlformats.org/officeDocument/2006/relationships/image" Target="../media/image396.wmf"/><Relationship Id="rId1" Type="http://schemas.openxmlformats.org/officeDocument/2006/relationships/image" Target="../media/image395.wmf"/><Relationship Id="rId6" Type="http://schemas.openxmlformats.org/officeDocument/2006/relationships/image" Target="../media/image400.wmf"/><Relationship Id="rId5" Type="http://schemas.openxmlformats.org/officeDocument/2006/relationships/image" Target="../media/image399.wmf"/><Relationship Id="rId4" Type="http://schemas.openxmlformats.org/officeDocument/2006/relationships/image" Target="../media/image398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5.wmf"/><Relationship Id="rId2" Type="http://schemas.openxmlformats.org/officeDocument/2006/relationships/image" Target="../media/image404.wmf"/><Relationship Id="rId1" Type="http://schemas.openxmlformats.org/officeDocument/2006/relationships/image" Target="../media/image403.wmf"/><Relationship Id="rId4" Type="http://schemas.openxmlformats.org/officeDocument/2006/relationships/image" Target="../media/image406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wmf"/><Relationship Id="rId3" Type="http://schemas.openxmlformats.org/officeDocument/2006/relationships/image" Target="../media/image409.wmf"/><Relationship Id="rId7" Type="http://schemas.openxmlformats.org/officeDocument/2006/relationships/image" Target="../media/image394.wmf"/><Relationship Id="rId2" Type="http://schemas.openxmlformats.org/officeDocument/2006/relationships/image" Target="../media/image408.wmf"/><Relationship Id="rId1" Type="http://schemas.openxmlformats.org/officeDocument/2006/relationships/image" Target="../media/image407.wmf"/><Relationship Id="rId6" Type="http://schemas.openxmlformats.org/officeDocument/2006/relationships/image" Target="../media/image412.wmf"/><Relationship Id="rId5" Type="http://schemas.openxmlformats.org/officeDocument/2006/relationships/image" Target="../media/image411.wmf"/><Relationship Id="rId4" Type="http://schemas.openxmlformats.org/officeDocument/2006/relationships/image" Target="../media/image410.wmf"/><Relationship Id="rId9" Type="http://schemas.openxmlformats.org/officeDocument/2006/relationships/image" Target="../media/image414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7.wmf"/><Relationship Id="rId2" Type="http://schemas.openxmlformats.org/officeDocument/2006/relationships/image" Target="../media/image416.wmf"/><Relationship Id="rId1" Type="http://schemas.openxmlformats.org/officeDocument/2006/relationships/image" Target="../media/image415.wmf"/><Relationship Id="rId6" Type="http://schemas.openxmlformats.org/officeDocument/2006/relationships/image" Target="../media/image420.wmf"/><Relationship Id="rId5" Type="http://schemas.openxmlformats.org/officeDocument/2006/relationships/image" Target="../media/image419.wmf"/><Relationship Id="rId4" Type="http://schemas.openxmlformats.org/officeDocument/2006/relationships/image" Target="../media/image418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7.wmf"/><Relationship Id="rId3" Type="http://schemas.openxmlformats.org/officeDocument/2006/relationships/image" Target="../media/image422.wmf"/><Relationship Id="rId7" Type="http://schemas.openxmlformats.org/officeDocument/2006/relationships/image" Target="../media/image426.wmf"/><Relationship Id="rId2" Type="http://schemas.openxmlformats.org/officeDocument/2006/relationships/image" Target="../media/image421.wmf"/><Relationship Id="rId1" Type="http://schemas.openxmlformats.org/officeDocument/2006/relationships/image" Target="../media/image222.wmf"/><Relationship Id="rId6" Type="http://schemas.openxmlformats.org/officeDocument/2006/relationships/image" Target="../media/image425.wmf"/><Relationship Id="rId5" Type="http://schemas.openxmlformats.org/officeDocument/2006/relationships/image" Target="../media/image424.wmf"/><Relationship Id="rId4" Type="http://schemas.openxmlformats.org/officeDocument/2006/relationships/image" Target="../media/image423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wmf"/><Relationship Id="rId7" Type="http://schemas.openxmlformats.org/officeDocument/2006/relationships/image" Target="../media/image433.wmf"/><Relationship Id="rId2" Type="http://schemas.openxmlformats.org/officeDocument/2006/relationships/image" Target="../media/image429.wmf"/><Relationship Id="rId1" Type="http://schemas.openxmlformats.org/officeDocument/2006/relationships/image" Target="../media/image428.wmf"/><Relationship Id="rId6" Type="http://schemas.openxmlformats.org/officeDocument/2006/relationships/image" Target="../media/image432.wmf"/><Relationship Id="rId5" Type="http://schemas.openxmlformats.org/officeDocument/2006/relationships/image" Target="../media/image424.wmf"/><Relationship Id="rId4" Type="http://schemas.openxmlformats.org/officeDocument/2006/relationships/image" Target="../media/image431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wmf"/><Relationship Id="rId3" Type="http://schemas.openxmlformats.org/officeDocument/2006/relationships/image" Target="../media/image436.wmf"/><Relationship Id="rId7" Type="http://schemas.openxmlformats.org/officeDocument/2006/relationships/image" Target="../media/image440.wmf"/><Relationship Id="rId2" Type="http://schemas.openxmlformats.org/officeDocument/2006/relationships/image" Target="../media/image435.wmf"/><Relationship Id="rId1" Type="http://schemas.openxmlformats.org/officeDocument/2006/relationships/image" Target="../media/image434.wmf"/><Relationship Id="rId6" Type="http://schemas.openxmlformats.org/officeDocument/2006/relationships/image" Target="../media/image439.wmf"/><Relationship Id="rId5" Type="http://schemas.openxmlformats.org/officeDocument/2006/relationships/image" Target="../media/image438.wmf"/><Relationship Id="rId4" Type="http://schemas.openxmlformats.org/officeDocument/2006/relationships/image" Target="../media/image437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8.wmf"/><Relationship Id="rId3" Type="http://schemas.openxmlformats.org/officeDocument/2006/relationships/image" Target="../media/image443.wmf"/><Relationship Id="rId7" Type="http://schemas.openxmlformats.org/officeDocument/2006/relationships/image" Target="../media/image447.wmf"/><Relationship Id="rId2" Type="http://schemas.openxmlformats.org/officeDocument/2006/relationships/image" Target="../media/image442.wmf"/><Relationship Id="rId1" Type="http://schemas.openxmlformats.org/officeDocument/2006/relationships/image" Target="../media/image441.wmf"/><Relationship Id="rId6" Type="http://schemas.openxmlformats.org/officeDocument/2006/relationships/image" Target="../media/image446.wmf"/><Relationship Id="rId5" Type="http://schemas.openxmlformats.org/officeDocument/2006/relationships/image" Target="../media/image445.wmf"/><Relationship Id="rId4" Type="http://schemas.openxmlformats.org/officeDocument/2006/relationships/image" Target="../media/image444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wmf"/><Relationship Id="rId2" Type="http://schemas.openxmlformats.org/officeDocument/2006/relationships/image" Target="../media/image449.wmf"/><Relationship Id="rId1" Type="http://schemas.openxmlformats.org/officeDocument/2006/relationships/image" Target="../media/image448.wmf"/><Relationship Id="rId5" Type="http://schemas.openxmlformats.org/officeDocument/2006/relationships/image" Target="../media/image452.wmf"/><Relationship Id="rId4" Type="http://schemas.openxmlformats.org/officeDocument/2006/relationships/image" Target="../media/image451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5.wmf"/><Relationship Id="rId2" Type="http://schemas.openxmlformats.org/officeDocument/2006/relationships/image" Target="../media/image444.wmf"/><Relationship Id="rId1" Type="http://schemas.openxmlformats.org/officeDocument/2006/relationships/image" Target="../media/image452.wmf"/><Relationship Id="rId6" Type="http://schemas.openxmlformats.org/officeDocument/2006/relationships/image" Target="../media/image455.wmf"/><Relationship Id="rId5" Type="http://schemas.openxmlformats.org/officeDocument/2006/relationships/image" Target="../media/image454.wmf"/><Relationship Id="rId4" Type="http://schemas.openxmlformats.org/officeDocument/2006/relationships/image" Target="../media/image453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8.wmf"/><Relationship Id="rId7" Type="http://schemas.openxmlformats.org/officeDocument/2006/relationships/image" Target="../media/image462.wmf"/><Relationship Id="rId2" Type="http://schemas.openxmlformats.org/officeDocument/2006/relationships/image" Target="../media/image457.wmf"/><Relationship Id="rId1" Type="http://schemas.openxmlformats.org/officeDocument/2006/relationships/image" Target="../media/image456.wmf"/><Relationship Id="rId6" Type="http://schemas.openxmlformats.org/officeDocument/2006/relationships/image" Target="../media/image461.wmf"/><Relationship Id="rId5" Type="http://schemas.openxmlformats.org/officeDocument/2006/relationships/image" Target="../media/image460.wmf"/><Relationship Id="rId4" Type="http://schemas.openxmlformats.org/officeDocument/2006/relationships/image" Target="../media/image45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1D536-022D-4953-9DCA-A66EDA55C25B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B46F2-5FEF-4237-BCB9-FDA2DE10CA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78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B46F2-5FEF-4237-BCB9-FDA2DE10CA1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921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46F2-5FEF-4237-BCB9-FDA2DE10CA1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878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B46F2-5FEF-4237-BCB9-FDA2DE10CA1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279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4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01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10.wmf"/><Relationship Id="rId26" Type="http://schemas.openxmlformats.org/officeDocument/2006/relationships/image" Target="../media/image14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9.bin"/><Relationship Id="rId25" Type="http://schemas.openxmlformats.org/officeDocument/2006/relationships/oleObject" Target="../embeddings/oleObject1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29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13.wmf"/><Relationship Id="rId32" Type="http://schemas.openxmlformats.org/officeDocument/2006/relationships/image" Target="../media/image17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28" Type="http://schemas.openxmlformats.org/officeDocument/2006/relationships/image" Target="../media/image15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10.bin"/><Relationship Id="rId31" Type="http://schemas.openxmlformats.org/officeDocument/2006/relationships/oleObject" Target="../embeddings/oleObject16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8.wmf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20.wmf"/><Relationship Id="rId26" Type="http://schemas.openxmlformats.org/officeDocument/2006/relationships/image" Target="../media/image24.wmf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21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6.bin"/><Relationship Id="rId24" Type="http://schemas.openxmlformats.org/officeDocument/2006/relationships/image" Target="../media/image23.wmf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25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8.wmf"/><Relationship Id="rId22" Type="http://schemas.openxmlformats.org/officeDocument/2006/relationships/image" Target="../media/image22.wmf"/><Relationship Id="rId27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3.wmf"/><Relationship Id="rId26" Type="http://schemas.openxmlformats.org/officeDocument/2006/relationships/oleObject" Target="../embeddings/oleObject37.bin"/><Relationship Id="rId3" Type="http://schemas.openxmlformats.org/officeDocument/2006/relationships/oleObject" Target="../embeddings/oleObject25.bin"/><Relationship Id="rId21" Type="http://schemas.openxmlformats.org/officeDocument/2006/relationships/image" Target="../media/image34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32.bin"/><Relationship Id="rId25" Type="http://schemas.openxmlformats.org/officeDocument/2006/relationships/image" Target="../media/image36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.wmf"/><Relationship Id="rId20" Type="http://schemas.openxmlformats.org/officeDocument/2006/relationships/oleObject" Target="../embeddings/oleObject34.bin"/><Relationship Id="rId29" Type="http://schemas.openxmlformats.org/officeDocument/2006/relationships/oleObject" Target="../embeddings/oleObject39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9.bin"/><Relationship Id="rId24" Type="http://schemas.openxmlformats.org/officeDocument/2006/relationships/oleObject" Target="../embeddings/oleObject36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image" Target="../media/image35.wmf"/><Relationship Id="rId28" Type="http://schemas.openxmlformats.org/officeDocument/2006/relationships/image" Target="../media/image37.wmf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1.wmf"/><Relationship Id="rId22" Type="http://schemas.openxmlformats.org/officeDocument/2006/relationships/oleObject" Target="../embeddings/oleObject35.bin"/><Relationship Id="rId27" Type="http://schemas.openxmlformats.org/officeDocument/2006/relationships/oleObject" Target="../embeddings/oleObject38.bin"/><Relationship Id="rId30" Type="http://schemas.openxmlformats.org/officeDocument/2006/relationships/image" Target="../media/image3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45.bin"/><Relationship Id="rId18" Type="http://schemas.openxmlformats.org/officeDocument/2006/relationships/oleObject" Target="../embeddings/oleObject48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0.wmf"/><Relationship Id="rId19" Type="http://schemas.openxmlformats.org/officeDocument/2006/relationships/image" Target="../media/image31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2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.bin"/><Relationship Id="rId18" Type="http://schemas.openxmlformats.org/officeDocument/2006/relationships/image" Target="../media/image51.wmf"/><Relationship Id="rId26" Type="http://schemas.openxmlformats.org/officeDocument/2006/relationships/image" Target="../media/image55.w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6.bin"/><Relationship Id="rId25" Type="http://schemas.openxmlformats.org/officeDocument/2006/relationships/oleObject" Target="../embeddings/oleObject60.bin"/><Relationship Id="rId33" Type="http://schemas.openxmlformats.org/officeDocument/2006/relationships/image" Target="../media/image58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29" Type="http://schemas.openxmlformats.org/officeDocument/2006/relationships/oleObject" Target="../embeddings/oleObject62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54.wmf"/><Relationship Id="rId32" Type="http://schemas.openxmlformats.org/officeDocument/2006/relationships/oleObject" Target="../embeddings/oleObject64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28" Type="http://schemas.openxmlformats.org/officeDocument/2006/relationships/image" Target="../media/image56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7.bin"/><Relationship Id="rId31" Type="http://schemas.openxmlformats.org/officeDocument/2006/relationships/image" Target="../media/image5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49.wmf"/><Relationship Id="rId22" Type="http://schemas.openxmlformats.org/officeDocument/2006/relationships/image" Target="../media/image53.wmf"/><Relationship Id="rId27" Type="http://schemas.openxmlformats.org/officeDocument/2006/relationships/oleObject" Target="../embeddings/oleObject61.bin"/><Relationship Id="rId30" Type="http://schemas.openxmlformats.org/officeDocument/2006/relationships/oleObject" Target="../embeddings/oleObject63.bin"/><Relationship Id="rId8" Type="http://schemas.openxmlformats.org/officeDocument/2006/relationships/image" Target="../media/image4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70.bin"/><Relationship Id="rId18" Type="http://schemas.openxmlformats.org/officeDocument/2006/relationships/image" Target="../media/image63.wmf"/><Relationship Id="rId3" Type="http://schemas.openxmlformats.org/officeDocument/2006/relationships/oleObject" Target="../embeddings/oleObject65.bin"/><Relationship Id="rId21" Type="http://schemas.openxmlformats.org/officeDocument/2006/relationships/oleObject" Target="../embeddings/oleObject74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7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2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1.bin"/><Relationship Id="rId10" Type="http://schemas.openxmlformats.org/officeDocument/2006/relationships/image" Target="../media/image59.wmf"/><Relationship Id="rId19" Type="http://schemas.openxmlformats.org/officeDocument/2006/relationships/oleObject" Target="../embeddings/oleObject73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61.wmf"/><Relationship Id="rId22" Type="http://schemas.openxmlformats.org/officeDocument/2006/relationships/image" Target="../media/image4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7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6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75.w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8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81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76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7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8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93.wmf"/><Relationship Id="rId3" Type="http://schemas.openxmlformats.org/officeDocument/2006/relationships/oleObject" Target="../embeddings/oleObject99.bin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90.wmf"/><Relationship Id="rId17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89.wmf"/><Relationship Id="rId19" Type="http://schemas.openxmlformats.org/officeDocument/2006/relationships/oleObject" Target="../embeddings/oleObject107.bin"/><Relationship Id="rId4" Type="http://schemas.openxmlformats.org/officeDocument/2006/relationships/image" Target="../media/image86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91.wmf"/><Relationship Id="rId22" Type="http://schemas.openxmlformats.org/officeDocument/2006/relationships/image" Target="../media/image9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114.bin"/><Relationship Id="rId18" Type="http://schemas.openxmlformats.org/officeDocument/2006/relationships/oleObject" Target="../embeddings/oleObject117.bin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97.wmf"/><Relationship Id="rId19" Type="http://schemas.openxmlformats.org/officeDocument/2006/relationships/image" Target="../media/image101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99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09.wmf"/><Relationship Id="rId26" Type="http://schemas.openxmlformats.org/officeDocument/2006/relationships/image" Target="../media/image113.wmf"/><Relationship Id="rId21" Type="http://schemas.openxmlformats.org/officeDocument/2006/relationships/oleObject" Target="../embeddings/oleObject127.bin"/><Relationship Id="rId34" Type="http://schemas.openxmlformats.org/officeDocument/2006/relationships/image" Target="../media/image117.wmf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06.wmf"/><Relationship Id="rId17" Type="http://schemas.openxmlformats.org/officeDocument/2006/relationships/oleObject" Target="../embeddings/oleObject125.bin"/><Relationship Id="rId25" Type="http://schemas.openxmlformats.org/officeDocument/2006/relationships/oleObject" Target="../embeddings/oleObject129.bin"/><Relationship Id="rId33" Type="http://schemas.openxmlformats.org/officeDocument/2006/relationships/oleObject" Target="../embeddings/oleObject133.bin"/><Relationship Id="rId38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wmf"/><Relationship Id="rId20" Type="http://schemas.openxmlformats.org/officeDocument/2006/relationships/image" Target="../media/image110.wmf"/><Relationship Id="rId29" Type="http://schemas.openxmlformats.org/officeDocument/2006/relationships/oleObject" Target="../embeddings/oleObject13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22.bin"/><Relationship Id="rId24" Type="http://schemas.openxmlformats.org/officeDocument/2006/relationships/image" Target="../media/image112.wmf"/><Relationship Id="rId32" Type="http://schemas.openxmlformats.org/officeDocument/2006/relationships/image" Target="../media/image116.wmf"/><Relationship Id="rId37" Type="http://schemas.openxmlformats.org/officeDocument/2006/relationships/oleObject" Target="../embeddings/oleObject135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23" Type="http://schemas.openxmlformats.org/officeDocument/2006/relationships/oleObject" Target="../embeddings/oleObject128.bin"/><Relationship Id="rId28" Type="http://schemas.openxmlformats.org/officeDocument/2006/relationships/image" Target="../media/image114.wmf"/><Relationship Id="rId36" Type="http://schemas.openxmlformats.org/officeDocument/2006/relationships/image" Target="../media/image118.wmf"/><Relationship Id="rId10" Type="http://schemas.openxmlformats.org/officeDocument/2006/relationships/image" Target="../media/image105.wmf"/><Relationship Id="rId19" Type="http://schemas.openxmlformats.org/officeDocument/2006/relationships/oleObject" Target="../embeddings/oleObject126.bin"/><Relationship Id="rId31" Type="http://schemas.openxmlformats.org/officeDocument/2006/relationships/oleObject" Target="../embeddings/oleObject132.bin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07.wmf"/><Relationship Id="rId22" Type="http://schemas.openxmlformats.org/officeDocument/2006/relationships/image" Target="../media/image111.wmf"/><Relationship Id="rId27" Type="http://schemas.openxmlformats.org/officeDocument/2006/relationships/oleObject" Target="../embeddings/oleObject130.bin"/><Relationship Id="rId30" Type="http://schemas.openxmlformats.org/officeDocument/2006/relationships/image" Target="../media/image115.wmf"/><Relationship Id="rId35" Type="http://schemas.openxmlformats.org/officeDocument/2006/relationships/oleObject" Target="../embeddings/oleObject134.bin"/><Relationship Id="rId8" Type="http://schemas.openxmlformats.org/officeDocument/2006/relationships/image" Target="../media/image104.wmf"/><Relationship Id="rId3" Type="http://schemas.openxmlformats.org/officeDocument/2006/relationships/oleObject" Target="../embeddings/oleObject11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3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45.bin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44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2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37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6.wmf"/><Relationship Id="rId20" Type="http://schemas.openxmlformats.org/officeDocument/2006/relationships/image" Target="../media/image13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155.bin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3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oleObject" Target="../embeddings/oleObject161.bin"/><Relationship Id="rId18" Type="http://schemas.openxmlformats.org/officeDocument/2006/relationships/image" Target="../media/image146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5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43.wmf"/><Relationship Id="rId17" Type="http://schemas.openxmlformats.org/officeDocument/2006/relationships/oleObject" Target="../embeddings/oleObject1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5.wmf"/><Relationship Id="rId20" Type="http://schemas.openxmlformats.org/officeDocument/2006/relationships/image" Target="../media/image147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60.bin"/><Relationship Id="rId24" Type="http://schemas.openxmlformats.org/officeDocument/2006/relationships/image" Target="../media/image149.wmf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6.bin"/><Relationship Id="rId10" Type="http://schemas.openxmlformats.org/officeDocument/2006/relationships/image" Target="../media/image142.wmf"/><Relationship Id="rId19" Type="http://schemas.openxmlformats.org/officeDocument/2006/relationships/oleObject" Target="../embeddings/oleObject164.bin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44.wmf"/><Relationship Id="rId22" Type="http://schemas.openxmlformats.org/officeDocument/2006/relationships/image" Target="../media/image14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8.bin"/><Relationship Id="rId12" Type="http://schemas.openxmlformats.org/officeDocument/2006/relationships/image" Target="../media/image15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70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52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6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1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56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7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79.bin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78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160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6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85.bin"/><Relationship Id="rId18" Type="http://schemas.openxmlformats.org/officeDocument/2006/relationships/image" Target="../media/image170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6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93.bin"/><Relationship Id="rId18" Type="http://schemas.openxmlformats.org/officeDocument/2006/relationships/oleObject" Target="../embeddings/oleObject196.bin"/><Relationship Id="rId26" Type="http://schemas.openxmlformats.org/officeDocument/2006/relationships/oleObject" Target="../embeddings/oleObject200.bin"/><Relationship Id="rId3" Type="http://schemas.openxmlformats.org/officeDocument/2006/relationships/oleObject" Target="../embeddings/oleObject188.bin"/><Relationship Id="rId21" Type="http://schemas.openxmlformats.org/officeDocument/2006/relationships/image" Target="../media/image178.wmf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74.wmf"/><Relationship Id="rId17" Type="http://schemas.openxmlformats.org/officeDocument/2006/relationships/image" Target="../media/image176.wmf"/><Relationship Id="rId25" Type="http://schemas.openxmlformats.org/officeDocument/2006/relationships/image" Target="../media/image18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7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92.bin"/><Relationship Id="rId24" Type="http://schemas.openxmlformats.org/officeDocument/2006/relationships/oleObject" Target="../embeddings/oleObject199.bin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image" Target="../media/image179.wmf"/><Relationship Id="rId28" Type="http://schemas.openxmlformats.org/officeDocument/2006/relationships/oleObject" Target="../embeddings/oleObject201.bin"/><Relationship Id="rId10" Type="http://schemas.openxmlformats.org/officeDocument/2006/relationships/image" Target="../media/image168.wmf"/><Relationship Id="rId19" Type="http://schemas.openxmlformats.org/officeDocument/2006/relationships/image" Target="../media/image177.wmf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75.wmf"/><Relationship Id="rId22" Type="http://schemas.openxmlformats.org/officeDocument/2006/relationships/oleObject" Target="../embeddings/oleObject198.bin"/><Relationship Id="rId27" Type="http://schemas.openxmlformats.org/officeDocument/2006/relationships/image" Target="../media/image18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137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86.wmf"/><Relationship Id="rId17" Type="http://schemas.openxmlformats.org/officeDocument/2006/relationships/oleObject" Target="../embeddings/oleObject20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8.wmf"/><Relationship Id="rId20" Type="http://schemas.openxmlformats.org/officeDocument/2006/relationships/oleObject" Target="../embeddings/oleObject211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185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87.wmf"/><Relationship Id="rId22" Type="http://schemas.openxmlformats.org/officeDocument/2006/relationships/image" Target="../media/image18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214.bin"/><Relationship Id="rId10" Type="http://schemas.openxmlformats.org/officeDocument/2006/relationships/image" Target="../media/image193.wmf"/><Relationship Id="rId4" Type="http://schemas.openxmlformats.org/officeDocument/2006/relationships/image" Target="../media/image190.wmf"/><Relationship Id="rId9" Type="http://schemas.openxmlformats.org/officeDocument/2006/relationships/oleObject" Target="../embeddings/oleObject216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199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196.wmf"/><Relationship Id="rId17" Type="http://schemas.openxmlformats.org/officeDocument/2006/relationships/oleObject" Target="../embeddings/oleObject2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219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221.bin"/><Relationship Id="rId10" Type="http://schemas.openxmlformats.org/officeDocument/2006/relationships/image" Target="../media/image195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19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oleObject" Target="../embeddings/oleObject228.bin"/><Relationship Id="rId18" Type="http://schemas.openxmlformats.org/officeDocument/2006/relationships/image" Target="../media/image207.wmf"/><Relationship Id="rId26" Type="http://schemas.openxmlformats.org/officeDocument/2006/relationships/image" Target="../media/image211.wmf"/><Relationship Id="rId3" Type="http://schemas.openxmlformats.org/officeDocument/2006/relationships/oleObject" Target="../embeddings/oleObject223.bin"/><Relationship Id="rId21" Type="http://schemas.openxmlformats.org/officeDocument/2006/relationships/oleObject" Target="../embeddings/oleObject232.bin"/><Relationship Id="rId7" Type="http://schemas.openxmlformats.org/officeDocument/2006/relationships/oleObject" Target="../embeddings/oleObject225.bin"/><Relationship Id="rId12" Type="http://schemas.openxmlformats.org/officeDocument/2006/relationships/image" Target="../media/image204.wmf"/><Relationship Id="rId17" Type="http://schemas.openxmlformats.org/officeDocument/2006/relationships/oleObject" Target="../embeddings/oleObject230.bin"/><Relationship Id="rId25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6.wmf"/><Relationship Id="rId20" Type="http://schemas.openxmlformats.org/officeDocument/2006/relationships/image" Target="../media/image208.wmf"/><Relationship Id="rId29" Type="http://schemas.openxmlformats.org/officeDocument/2006/relationships/oleObject" Target="../embeddings/oleObject236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1.wmf"/><Relationship Id="rId11" Type="http://schemas.openxmlformats.org/officeDocument/2006/relationships/oleObject" Target="../embeddings/oleObject227.bin"/><Relationship Id="rId24" Type="http://schemas.openxmlformats.org/officeDocument/2006/relationships/image" Target="../media/image210.wmf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29.bin"/><Relationship Id="rId23" Type="http://schemas.openxmlformats.org/officeDocument/2006/relationships/oleObject" Target="../embeddings/oleObject233.bin"/><Relationship Id="rId28" Type="http://schemas.openxmlformats.org/officeDocument/2006/relationships/image" Target="../media/image212.wmf"/><Relationship Id="rId10" Type="http://schemas.openxmlformats.org/officeDocument/2006/relationships/image" Target="../media/image203.wmf"/><Relationship Id="rId19" Type="http://schemas.openxmlformats.org/officeDocument/2006/relationships/oleObject" Target="../embeddings/oleObject231.bin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26.bin"/><Relationship Id="rId14" Type="http://schemas.openxmlformats.org/officeDocument/2006/relationships/image" Target="../media/image205.wmf"/><Relationship Id="rId22" Type="http://schemas.openxmlformats.org/officeDocument/2006/relationships/image" Target="../media/image209.wmf"/><Relationship Id="rId27" Type="http://schemas.openxmlformats.org/officeDocument/2006/relationships/oleObject" Target="../embeddings/oleObject235.bin"/><Relationship Id="rId30" Type="http://schemas.openxmlformats.org/officeDocument/2006/relationships/image" Target="../media/image21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oleObject" Target="../embeddings/oleObject242.bin"/><Relationship Id="rId3" Type="http://schemas.openxmlformats.org/officeDocument/2006/relationships/oleObject" Target="../embeddings/oleObject237.bin"/><Relationship Id="rId7" Type="http://schemas.openxmlformats.org/officeDocument/2006/relationships/oleObject" Target="../embeddings/oleObject239.bin"/><Relationship Id="rId12" Type="http://schemas.openxmlformats.org/officeDocument/2006/relationships/image" Target="../media/image2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15.wmf"/><Relationship Id="rId11" Type="http://schemas.openxmlformats.org/officeDocument/2006/relationships/oleObject" Target="../embeddings/oleObject241.bin"/><Relationship Id="rId5" Type="http://schemas.openxmlformats.org/officeDocument/2006/relationships/oleObject" Target="../embeddings/oleObject238.bin"/><Relationship Id="rId15" Type="http://schemas.openxmlformats.org/officeDocument/2006/relationships/oleObject" Target="../embeddings/oleObject243.bin"/><Relationship Id="rId10" Type="http://schemas.openxmlformats.org/officeDocument/2006/relationships/image" Target="../media/image217.wmf"/><Relationship Id="rId4" Type="http://schemas.openxmlformats.org/officeDocument/2006/relationships/image" Target="../media/image214.wmf"/><Relationship Id="rId9" Type="http://schemas.openxmlformats.org/officeDocument/2006/relationships/oleObject" Target="../embeddings/oleObject240.bin"/><Relationship Id="rId14" Type="http://schemas.openxmlformats.org/officeDocument/2006/relationships/image" Target="../media/image21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oleObject" Target="../embeddings/oleObject249.bin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2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7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2.wmf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250.bin"/><Relationship Id="rId10" Type="http://schemas.openxmlformats.org/officeDocument/2006/relationships/image" Target="../media/image224.wmf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26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2.wmf"/><Relationship Id="rId18" Type="http://schemas.openxmlformats.org/officeDocument/2006/relationships/oleObject" Target="../embeddings/oleObject258.bin"/><Relationship Id="rId26" Type="http://schemas.openxmlformats.org/officeDocument/2006/relationships/oleObject" Target="../embeddings/oleObject262.bin"/><Relationship Id="rId39" Type="http://schemas.openxmlformats.org/officeDocument/2006/relationships/image" Target="../media/image245.wmf"/><Relationship Id="rId21" Type="http://schemas.openxmlformats.org/officeDocument/2006/relationships/image" Target="../media/image236.wmf"/><Relationship Id="rId34" Type="http://schemas.openxmlformats.org/officeDocument/2006/relationships/oleObject" Target="../embeddings/oleObject266.bin"/><Relationship Id="rId7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7.bin"/><Relationship Id="rId20" Type="http://schemas.openxmlformats.org/officeDocument/2006/relationships/oleObject" Target="../embeddings/oleObject259.bin"/><Relationship Id="rId29" Type="http://schemas.openxmlformats.org/officeDocument/2006/relationships/image" Target="../media/image240.wmf"/><Relationship Id="rId41" Type="http://schemas.openxmlformats.org/officeDocument/2006/relationships/image" Target="../media/image246.wmf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52.bin"/><Relationship Id="rId11" Type="http://schemas.openxmlformats.org/officeDocument/2006/relationships/image" Target="../media/image231.wmf"/><Relationship Id="rId24" Type="http://schemas.openxmlformats.org/officeDocument/2006/relationships/oleObject" Target="../embeddings/oleObject261.bin"/><Relationship Id="rId32" Type="http://schemas.openxmlformats.org/officeDocument/2006/relationships/oleObject" Target="../embeddings/oleObject265.bin"/><Relationship Id="rId37" Type="http://schemas.openxmlformats.org/officeDocument/2006/relationships/image" Target="../media/image244.wmf"/><Relationship Id="rId40" Type="http://schemas.openxmlformats.org/officeDocument/2006/relationships/oleObject" Target="../embeddings/oleObject269.bin"/><Relationship Id="rId5" Type="http://schemas.openxmlformats.org/officeDocument/2006/relationships/image" Target="../media/image228.wmf"/><Relationship Id="rId15" Type="http://schemas.openxmlformats.org/officeDocument/2006/relationships/image" Target="../media/image233.wmf"/><Relationship Id="rId23" Type="http://schemas.openxmlformats.org/officeDocument/2006/relationships/image" Target="../media/image237.wmf"/><Relationship Id="rId28" Type="http://schemas.openxmlformats.org/officeDocument/2006/relationships/oleObject" Target="../embeddings/oleObject263.bin"/><Relationship Id="rId36" Type="http://schemas.openxmlformats.org/officeDocument/2006/relationships/oleObject" Target="../embeddings/oleObject267.bin"/><Relationship Id="rId10" Type="http://schemas.openxmlformats.org/officeDocument/2006/relationships/oleObject" Target="../embeddings/oleObject254.bin"/><Relationship Id="rId19" Type="http://schemas.openxmlformats.org/officeDocument/2006/relationships/image" Target="../media/image235.wmf"/><Relationship Id="rId31" Type="http://schemas.openxmlformats.org/officeDocument/2006/relationships/image" Target="../media/image241.wmf"/><Relationship Id="rId4" Type="http://schemas.openxmlformats.org/officeDocument/2006/relationships/oleObject" Target="../embeddings/oleObject251.bin"/><Relationship Id="rId9" Type="http://schemas.openxmlformats.org/officeDocument/2006/relationships/image" Target="../media/image230.wmf"/><Relationship Id="rId14" Type="http://schemas.openxmlformats.org/officeDocument/2006/relationships/oleObject" Target="../embeddings/oleObject256.bin"/><Relationship Id="rId22" Type="http://schemas.openxmlformats.org/officeDocument/2006/relationships/oleObject" Target="../embeddings/oleObject260.bin"/><Relationship Id="rId27" Type="http://schemas.openxmlformats.org/officeDocument/2006/relationships/image" Target="../media/image239.wmf"/><Relationship Id="rId30" Type="http://schemas.openxmlformats.org/officeDocument/2006/relationships/oleObject" Target="../embeddings/oleObject264.bin"/><Relationship Id="rId35" Type="http://schemas.openxmlformats.org/officeDocument/2006/relationships/image" Target="../media/image243.wmf"/><Relationship Id="rId8" Type="http://schemas.openxmlformats.org/officeDocument/2006/relationships/oleObject" Target="../embeddings/oleObject253.bin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255.bin"/><Relationship Id="rId17" Type="http://schemas.openxmlformats.org/officeDocument/2006/relationships/image" Target="../media/image234.wmf"/><Relationship Id="rId25" Type="http://schemas.openxmlformats.org/officeDocument/2006/relationships/image" Target="../media/image238.wmf"/><Relationship Id="rId33" Type="http://schemas.openxmlformats.org/officeDocument/2006/relationships/image" Target="../media/image242.wmf"/><Relationship Id="rId38" Type="http://schemas.openxmlformats.org/officeDocument/2006/relationships/oleObject" Target="../embeddings/oleObject268.bin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5.bin"/><Relationship Id="rId18" Type="http://schemas.openxmlformats.org/officeDocument/2006/relationships/image" Target="../media/image250.wmf"/><Relationship Id="rId26" Type="http://schemas.openxmlformats.org/officeDocument/2006/relationships/image" Target="../media/image245.wmf"/><Relationship Id="rId3" Type="http://schemas.openxmlformats.org/officeDocument/2006/relationships/oleObject" Target="../embeddings/oleObject270.bin"/><Relationship Id="rId21" Type="http://schemas.openxmlformats.org/officeDocument/2006/relationships/oleObject" Target="../embeddings/oleObject279.bin"/><Relationship Id="rId34" Type="http://schemas.openxmlformats.org/officeDocument/2006/relationships/image" Target="../media/image256.wmf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77.bin"/><Relationship Id="rId25" Type="http://schemas.openxmlformats.org/officeDocument/2006/relationships/oleObject" Target="../embeddings/oleObject281.bin"/><Relationship Id="rId33" Type="http://schemas.openxmlformats.org/officeDocument/2006/relationships/oleObject" Target="../embeddings/oleObject28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49.wmf"/><Relationship Id="rId20" Type="http://schemas.openxmlformats.org/officeDocument/2006/relationships/image" Target="../media/image251.wmf"/><Relationship Id="rId29" Type="http://schemas.openxmlformats.org/officeDocument/2006/relationships/oleObject" Target="../embeddings/oleObject283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74.bin"/><Relationship Id="rId24" Type="http://schemas.openxmlformats.org/officeDocument/2006/relationships/image" Target="../media/image253.wmf"/><Relationship Id="rId32" Type="http://schemas.openxmlformats.org/officeDocument/2006/relationships/image" Target="../media/image255.wmf"/><Relationship Id="rId5" Type="http://schemas.openxmlformats.org/officeDocument/2006/relationships/oleObject" Target="../embeddings/oleObject271.bin"/><Relationship Id="rId15" Type="http://schemas.openxmlformats.org/officeDocument/2006/relationships/oleObject" Target="../embeddings/oleObject276.bin"/><Relationship Id="rId23" Type="http://schemas.openxmlformats.org/officeDocument/2006/relationships/oleObject" Target="../embeddings/oleObject280.bin"/><Relationship Id="rId28" Type="http://schemas.openxmlformats.org/officeDocument/2006/relationships/image" Target="../media/image246.wmf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278.bin"/><Relationship Id="rId31" Type="http://schemas.openxmlformats.org/officeDocument/2006/relationships/oleObject" Target="../embeddings/oleObject284.bin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73.bin"/><Relationship Id="rId14" Type="http://schemas.openxmlformats.org/officeDocument/2006/relationships/image" Target="../media/image248.wmf"/><Relationship Id="rId22" Type="http://schemas.openxmlformats.org/officeDocument/2006/relationships/image" Target="../media/image252.wmf"/><Relationship Id="rId27" Type="http://schemas.openxmlformats.org/officeDocument/2006/relationships/oleObject" Target="../embeddings/oleObject282.bin"/><Relationship Id="rId30" Type="http://schemas.openxmlformats.org/officeDocument/2006/relationships/image" Target="../media/image254.wmf"/><Relationship Id="rId8" Type="http://schemas.openxmlformats.org/officeDocument/2006/relationships/image" Target="../media/image232.w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1.bin"/><Relationship Id="rId18" Type="http://schemas.openxmlformats.org/officeDocument/2006/relationships/image" Target="../media/image258.wmf"/><Relationship Id="rId26" Type="http://schemas.openxmlformats.org/officeDocument/2006/relationships/image" Target="../media/image260.wmf"/><Relationship Id="rId39" Type="http://schemas.openxmlformats.org/officeDocument/2006/relationships/oleObject" Target="../embeddings/oleObject304.bin"/><Relationship Id="rId21" Type="http://schemas.openxmlformats.org/officeDocument/2006/relationships/oleObject" Target="../embeddings/oleObject295.bin"/><Relationship Id="rId34" Type="http://schemas.openxmlformats.org/officeDocument/2006/relationships/image" Target="../media/image264.wmf"/><Relationship Id="rId42" Type="http://schemas.openxmlformats.org/officeDocument/2006/relationships/image" Target="../media/image268.wmf"/><Relationship Id="rId7" Type="http://schemas.openxmlformats.org/officeDocument/2006/relationships/oleObject" Target="../embeddings/oleObject28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57.wmf"/><Relationship Id="rId29" Type="http://schemas.openxmlformats.org/officeDocument/2006/relationships/oleObject" Target="../embeddings/oleObject299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31.wmf"/><Relationship Id="rId11" Type="http://schemas.openxmlformats.org/officeDocument/2006/relationships/oleObject" Target="../embeddings/oleObject290.bin"/><Relationship Id="rId24" Type="http://schemas.openxmlformats.org/officeDocument/2006/relationships/image" Target="../media/image253.wmf"/><Relationship Id="rId32" Type="http://schemas.openxmlformats.org/officeDocument/2006/relationships/image" Target="../media/image263.wmf"/><Relationship Id="rId37" Type="http://schemas.openxmlformats.org/officeDocument/2006/relationships/oleObject" Target="../embeddings/oleObject303.bin"/><Relationship Id="rId40" Type="http://schemas.openxmlformats.org/officeDocument/2006/relationships/image" Target="../media/image267.wmf"/><Relationship Id="rId45" Type="http://schemas.openxmlformats.org/officeDocument/2006/relationships/oleObject" Target="../embeddings/oleObject307.bin"/><Relationship Id="rId5" Type="http://schemas.openxmlformats.org/officeDocument/2006/relationships/oleObject" Target="../embeddings/oleObject287.bin"/><Relationship Id="rId15" Type="http://schemas.openxmlformats.org/officeDocument/2006/relationships/oleObject" Target="../embeddings/oleObject292.bin"/><Relationship Id="rId23" Type="http://schemas.openxmlformats.org/officeDocument/2006/relationships/oleObject" Target="../embeddings/oleObject296.bin"/><Relationship Id="rId28" Type="http://schemas.openxmlformats.org/officeDocument/2006/relationships/image" Target="../media/image261.wmf"/><Relationship Id="rId36" Type="http://schemas.openxmlformats.org/officeDocument/2006/relationships/image" Target="../media/image265.wmf"/><Relationship Id="rId10" Type="http://schemas.openxmlformats.org/officeDocument/2006/relationships/image" Target="../media/image233.wmf"/><Relationship Id="rId19" Type="http://schemas.openxmlformats.org/officeDocument/2006/relationships/oleObject" Target="../embeddings/oleObject294.bin"/><Relationship Id="rId31" Type="http://schemas.openxmlformats.org/officeDocument/2006/relationships/oleObject" Target="../embeddings/oleObject300.bin"/><Relationship Id="rId44" Type="http://schemas.openxmlformats.org/officeDocument/2006/relationships/image" Target="../media/image269.wmf"/><Relationship Id="rId4" Type="http://schemas.openxmlformats.org/officeDocument/2006/relationships/image" Target="../media/image230.wmf"/><Relationship Id="rId9" Type="http://schemas.openxmlformats.org/officeDocument/2006/relationships/oleObject" Target="../embeddings/oleObject289.bin"/><Relationship Id="rId14" Type="http://schemas.openxmlformats.org/officeDocument/2006/relationships/image" Target="../media/image248.wmf"/><Relationship Id="rId22" Type="http://schemas.openxmlformats.org/officeDocument/2006/relationships/image" Target="../media/image252.wmf"/><Relationship Id="rId27" Type="http://schemas.openxmlformats.org/officeDocument/2006/relationships/oleObject" Target="../embeddings/oleObject298.bin"/><Relationship Id="rId30" Type="http://schemas.openxmlformats.org/officeDocument/2006/relationships/image" Target="../media/image262.wmf"/><Relationship Id="rId35" Type="http://schemas.openxmlformats.org/officeDocument/2006/relationships/oleObject" Target="../embeddings/oleObject302.bin"/><Relationship Id="rId43" Type="http://schemas.openxmlformats.org/officeDocument/2006/relationships/oleObject" Target="../embeddings/oleObject306.bin"/><Relationship Id="rId8" Type="http://schemas.openxmlformats.org/officeDocument/2006/relationships/image" Target="../media/image232.wmf"/><Relationship Id="rId3" Type="http://schemas.openxmlformats.org/officeDocument/2006/relationships/oleObject" Target="../embeddings/oleObject286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93.bin"/><Relationship Id="rId25" Type="http://schemas.openxmlformats.org/officeDocument/2006/relationships/oleObject" Target="../embeddings/oleObject297.bin"/><Relationship Id="rId33" Type="http://schemas.openxmlformats.org/officeDocument/2006/relationships/oleObject" Target="../embeddings/oleObject301.bin"/><Relationship Id="rId38" Type="http://schemas.openxmlformats.org/officeDocument/2006/relationships/image" Target="../media/image266.wmf"/><Relationship Id="rId46" Type="http://schemas.openxmlformats.org/officeDocument/2006/relationships/image" Target="../media/image270.wmf"/><Relationship Id="rId20" Type="http://schemas.openxmlformats.org/officeDocument/2006/relationships/image" Target="../media/image259.wmf"/><Relationship Id="rId41" Type="http://schemas.openxmlformats.org/officeDocument/2006/relationships/oleObject" Target="../embeddings/oleObject30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wmf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72.wmf"/><Relationship Id="rId5" Type="http://schemas.openxmlformats.org/officeDocument/2006/relationships/oleObject" Target="../embeddings/oleObject309.bin"/><Relationship Id="rId10" Type="http://schemas.openxmlformats.org/officeDocument/2006/relationships/image" Target="../media/image274.wmf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31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wmf"/><Relationship Id="rId13" Type="http://schemas.openxmlformats.org/officeDocument/2006/relationships/oleObject" Target="../embeddings/oleObject317.bin"/><Relationship Id="rId3" Type="http://schemas.openxmlformats.org/officeDocument/2006/relationships/oleObject" Target="../embeddings/oleObject312.bin"/><Relationship Id="rId7" Type="http://schemas.openxmlformats.org/officeDocument/2006/relationships/oleObject" Target="../embeddings/oleObject314.bin"/><Relationship Id="rId12" Type="http://schemas.openxmlformats.org/officeDocument/2006/relationships/image" Target="../media/image279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81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316.bin"/><Relationship Id="rId5" Type="http://schemas.openxmlformats.org/officeDocument/2006/relationships/oleObject" Target="../embeddings/oleObject313.bin"/><Relationship Id="rId15" Type="http://schemas.openxmlformats.org/officeDocument/2006/relationships/oleObject" Target="../embeddings/oleObject318.bin"/><Relationship Id="rId10" Type="http://schemas.openxmlformats.org/officeDocument/2006/relationships/image" Target="../media/image278.wmf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315.bin"/><Relationship Id="rId14" Type="http://schemas.openxmlformats.org/officeDocument/2006/relationships/image" Target="../media/image280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24.bin"/><Relationship Id="rId18" Type="http://schemas.openxmlformats.org/officeDocument/2006/relationships/image" Target="../media/image289.wmf"/><Relationship Id="rId3" Type="http://schemas.openxmlformats.org/officeDocument/2006/relationships/oleObject" Target="../embeddings/oleObject319.bin"/><Relationship Id="rId7" Type="http://schemas.openxmlformats.org/officeDocument/2006/relationships/oleObject" Target="../embeddings/oleObject321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8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23.bin"/><Relationship Id="rId5" Type="http://schemas.openxmlformats.org/officeDocument/2006/relationships/oleObject" Target="../embeddings/oleObject320.bin"/><Relationship Id="rId15" Type="http://schemas.openxmlformats.org/officeDocument/2006/relationships/oleObject" Target="../embeddings/oleObject325.bin"/><Relationship Id="rId10" Type="http://schemas.openxmlformats.org/officeDocument/2006/relationships/image" Target="../media/image285.wmf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22.bin"/><Relationship Id="rId14" Type="http://schemas.openxmlformats.org/officeDocument/2006/relationships/image" Target="../media/image287.wmf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4.wmf"/><Relationship Id="rId18" Type="http://schemas.openxmlformats.org/officeDocument/2006/relationships/oleObject" Target="../embeddings/oleObject334.bin"/><Relationship Id="rId26" Type="http://schemas.openxmlformats.org/officeDocument/2006/relationships/oleObject" Target="../embeddings/oleObject338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98.wmf"/><Relationship Id="rId34" Type="http://schemas.openxmlformats.org/officeDocument/2006/relationships/image" Target="../media/image303.wmf"/><Relationship Id="rId7" Type="http://schemas.openxmlformats.org/officeDocument/2006/relationships/image" Target="../media/image291.wmf"/><Relationship Id="rId12" Type="http://schemas.openxmlformats.org/officeDocument/2006/relationships/oleObject" Target="../embeddings/oleObject331.bin"/><Relationship Id="rId17" Type="http://schemas.openxmlformats.org/officeDocument/2006/relationships/image" Target="../media/image296.wmf"/><Relationship Id="rId25" Type="http://schemas.openxmlformats.org/officeDocument/2006/relationships/image" Target="../media/image300.wmf"/><Relationship Id="rId33" Type="http://schemas.openxmlformats.org/officeDocument/2006/relationships/oleObject" Target="../embeddings/oleObject34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3.bin"/><Relationship Id="rId20" Type="http://schemas.openxmlformats.org/officeDocument/2006/relationships/oleObject" Target="../embeddings/oleObject335.bin"/><Relationship Id="rId29" Type="http://schemas.openxmlformats.org/officeDocument/2006/relationships/image" Target="../media/image302.wmf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28.bin"/><Relationship Id="rId11" Type="http://schemas.openxmlformats.org/officeDocument/2006/relationships/image" Target="../media/image293.wmf"/><Relationship Id="rId24" Type="http://schemas.openxmlformats.org/officeDocument/2006/relationships/oleObject" Target="../embeddings/oleObject337.bin"/><Relationship Id="rId32" Type="http://schemas.openxmlformats.org/officeDocument/2006/relationships/oleObject" Target="../embeddings/oleObject342.bin"/><Relationship Id="rId5" Type="http://schemas.openxmlformats.org/officeDocument/2006/relationships/image" Target="../media/image290.wmf"/><Relationship Id="rId15" Type="http://schemas.openxmlformats.org/officeDocument/2006/relationships/image" Target="../media/image295.wmf"/><Relationship Id="rId23" Type="http://schemas.openxmlformats.org/officeDocument/2006/relationships/image" Target="../media/image299.wmf"/><Relationship Id="rId28" Type="http://schemas.openxmlformats.org/officeDocument/2006/relationships/oleObject" Target="../embeddings/oleObject339.bin"/><Relationship Id="rId10" Type="http://schemas.openxmlformats.org/officeDocument/2006/relationships/oleObject" Target="../embeddings/oleObject330.bin"/><Relationship Id="rId19" Type="http://schemas.openxmlformats.org/officeDocument/2006/relationships/image" Target="../media/image297.wmf"/><Relationship Id="rId31" Type="http://schemas.openxmlformats.org/officeDocument/2006/relationships/oleObject" Target="../embeddings/oleObject341.bin"/><Relationship Id="rId4" Type="http://schemas.openxmlformats.org/officeDocument/2006/relationships/oleObject" Target="../embeddings/oleObject327.bin"/><Relationship Id="rId9" Type="http://schemas.openxmlformats.org/officeDocument/2006/relationships/image" Target="../media/image292.wmf"/><Relationship Id="rId14" Type="http://schemas.openxmlformats.org/officeDocument/2006/relationships/oleObject" Target="../embeddings/oleObject332.bin"/><Relationship Id="rId22" Type="http://schemas.openxmlformats.org/officeDocument/2006/relationships/oleObject" Target="../embeddings/oleObject336.bin"/><Relationship Id="rId27" Type="http://schemas.openxmlformats.org/officeDocument/2006/relationships/image" Target="../media/image301.wmf"/><Relationship Id="rId30" Type="http://schemas.openxmlformats.org/officeDocument/2006/relationships/oleObject" Target="../embeddings/oleObject340.bin"/><Relationship Id="rId8" Type="http://schemas.openxmlformats.org/officeDocument/2006/relationships/oleObject" Target="../embeddings/oleObject32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311.wmf"/><Relationship Id="rId3" Type="http://schemas.openxmlformats.org/officeDocument/2006/relationships/oleObject" Target="../embeddings/oleObject344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308.wmf"/><Relationship Id="rId17" Type="http://schemas.openxmlformats.org/officeDocument/2006/relationships/oleObject" Target="../embeddings/oleObject35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10.wmf"/><Relationship Id="rId20" Type="http://schemas.openxmlformats.org/officeDocument/2006/relationships/image" Target="../media/image312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348.bin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10" Type="http://schemas.openxmlformats.org/officeDocument/2006/relationships/image" Target="../media/image307.wmf"/><Relationship Id="rId19" Type="http://schemas.openxmlformats.org/officeDocument/2006/relationships/oleObject" Target="../embeddings/oleObject352.bin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09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13" Type="http://schemas.openxmlformats.org/officeDocument/2006/relationships/oleObject" Target="../embeddings/oleObject358.bin"/><Relationship Id="rId3" Type="http://schemas.openxmlformats.org/officeDocument/2006/relationships/oleObject" Target="../embeddings/oleObject353.bin"/><Relationship Id="rId7" Type="http://schemas.openxmlformats.org/officeDocument/2006/relationships/oleObject" Target="../embeddings/oleObject355.bin"/><Relationship Id="rId12" Type="http://schemas.openxmlformats.org/officeDocument/2006/relationships/image" Target="../media/image31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9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57.bin"/><Relationship Id="rId5" Type="http://schemas.openxmlformats.org/officeDocument/2006/relationships/oleObject" Target="../embeddings/oleObject354.bin"/><Relationship Id="rId15" Type="http://schemas.openxmlformats.org/officeDocument/2006/relationships/oleObject" Target="../embeddings/oleObject359.bin"/><Relationship Id="rId10" Type="http://schemas.openxmlformats.org/officeDocument/2006/relationships/image" Target="../media/image316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56.bin"/><Relationship Id="rId14" Type="http://schemas.openxmlformats.org/officeDocument/2006/relationships/image" Target="../media/image318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2.wmf"/><Relationship Id="rId13" Type="http://schemas.openxmlformats.org/officeDocument/2006/relationships/oleObject" Target="../embeddings/oleObject365.bin"/><Relationship Id="rId18" Type="http://schemas.openxmlformats.org/officeDocument/2006/relationships/image" Target="../media/image327.wmf"/><Relationship Id="rId3" Type="http://schemas.openxmlformats.org/officeDocument/2006/relationships/oleObject" Target="../embeddings/oleObject360.bin"/><Relationship Id="rId21" Type="http://schemas.openxmlformats.org/officeDocument/2006/relationships/image" Target="../media/image328.wmf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24.wmf"/><Relationship Id="rId17" Type="http://schemas.openxmlformats.org/officeDocument/2006/relationships/oleObject" Target="../embeddings/oleObject3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6.wmf"/><Relationship Id="rId20" Type="http://schemas.openxmlformats.org/officeDocument/2006/relationships/oleObject" Target="../embeddings/oleObject369.bin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21.w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5" Type="http://schemas.openxmlformats.org/officeDocument/2006/relationships/oleObject" Target="../embeddings/oleObject366.bin"/><Relationship Id="rId10" Type="http://schemas.openxmlformats.org/officeDocument/2006/relationships/image" Target="../media/image323.wmf"/><Relationship Id="rId19" Type="http://schemas.openxmlformats.org/officeDocument/2006/relationships/oleObject" Target="../embeddings/oleObject368.bin"/><Relationship Id="rId4" Type="http://schemas.openxmlformats.org/officeDocument/2006/relationships/image" Target="../media/image320.wmf"/><Relationship Id="rId9" Type="http://schemas.openxmlformats.org/officeDocument/2006/relationships/oleObject" Target="../embeddings/oleObject363.bin"/><Relationship Id="rId14" Type="http://schemas.openxmlformats.org/officeDocument/2006/relationships/image" Target="../media/image325.wmf"/><Relationship Id="rId22" Type="http://schemas.openxmlformats.org/officeDocument/2006/relationships/oleObject" Target="../embeddings/oleObject370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wmf"/><Relationship Id="rId13" Type="http://schemas.openxmlformats.org/officeDocument/2006/relationships/oleObject" Target="../embeddings/oleObject376.bin"/><Relationship Id="rId18" Type="http://schemas.openxmlformats.org/officeDocument/2006/relationships/image" Target="../media/image335.wmf"/><Relationship Id="rId3" Type="http://schemas.openxmlformats.org/officeDocument/2006/relationships/oleObject" Target="../embeddings/oleObject371.bin"/><Relationship Id="rId7" Type="http://schemas.openxmlformats.org/officeDocument/2006/relationships/oleObject" Target="../embeddings/oleObject373.bin"/><Relationship Id="rId12" Type="http://schemas.openxmlformats.org/officeDocument/2006/relationships/image" Target="../media/image332.wmf"/><Relationship Id="rId17" Type="http://schemas.openxmlformats.org/officeDocument/2006/relationships/oleObject" Target="../embeddings/oleObject3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4.wmf"/><Relationship Id="rId20" Type="http://schemas.openxmlformats.org/officeDocument/2006/relationships/oleObject" Target="../embeddings/oleObject380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92.wmf"/><Relationship Id="rId11" Type="http://schemas.openxmlformats.org/officeDocument/2006/relationships/oleObject" Target="../embeddings/oleObject375.bin"/><Relationship Id="rId5" Type="http://schemas.openxmlformats.org/officeDocument/2006/relationships/oleObject" Target="../embeddings/oleObject372.bin"/><Relationship Id="rId15" Type="http://schemas.openxmlformats.org/officeDocument/2006/relationships/oleObject" Target="../embeddings/oleObject377.bin"/><Relationship Id="rId10" Type="http://schemas.openxmlformats.org/officeDocument/2006/relationships/image" Target="../media/image331.wmf"/><Relationship Id="rId19" Type="http://schemas.openxmlformats.org/officeDocument/2006/relationships/oleObject" Target="../embeddings/oleObject379.bin"/><Relationship Id="rId4" Type="http://schemas.openxmlformats.org/officeDocument/2006/relationships/image" Target="../media/image329.wmf"/><Relationship Id="rId9" Type="http://schemas.openxmlformats.org/officeDocument/2006/relationships/oleObject" Target="../embeddings/oleObject374.bin"/><Relationship Id="rId14" Type="http://schemas.openxmlformats.org/officeDocument/2006/relationships/image" Target="../media/image333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wmf"/><Relationship Id="rId13" Type="http://schemas.openxmlformats.org/officeDocument/2006/relationships/oleObject" Target="../embeddings/oleObject386.bin"/><Relationship Id="rId18" Type="http://schemas.openxmlformats.org/officeDocument/2006/relationships/image" Target="../media/image343.wmf"/><Relationship Id="rId26" Type="http://schemas.openxmlformats.org/officeDocument/2006/relationships/image" Target="../media/image347.wmf"/><Relationship Id="rId3" Type="http://schemas.openxmlformats.org/officeDocument/2006/relationships/oleObject" Target="../embeddings/oleObject381.bin"/><Relationship Id="rId21" Type="http://schemas.openxmlformats.org/officeDocument/2006/relationships/oleObject" Target="../embeddings/oleObject390.bin"/><Relationship Id="rId7" Type="http://schemas.openxmlformats.org/officeDocument/2006/relationships/oleObject" Target="../embeddings/oleObject383.bin"/><Relationship Id="rId12" Type="http://schemas.openxmlformats.org/officeDocument/2006/relationships/image" Target="../media/image340.wmf"/><Relationship Id="rId17" Type="http://schemas.openxmlformats.org/officeDocument/2006/relationships/oleObject" Target="../embeddings/oleObject388.bin"/><Relationship Id="rId25" Type="http://schemas.openxmlformats.org/officeDocument/2006/relationships/oleObject" Target="../embeddings/oleObject3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2.wmf"/><Relationship Id="rId20" Type="http://schemas.openxmlformats.org/officeDocument/2006/relationships/image" Target="../media/image344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37.wmf"/><Relationship Id="rId11" Type="http://schemas.openxmlformats.org/officeDocument/2006/relationships/oleObject" Target="../embeddings/oleObject385.bin"/><Relationship Id="rId24" Type="http://schemas.openxmlformats.org/officeDocument/2006/relationships/image" Target="../media/image346.wmf"/><Relationship Id="rId5" Type="http://schemas.openxmlformats.org/officeDocument/2006/relationships/oleObject" Target="../embeddings/oleObject382.bin"/><Relationship Id="rId15" Type="http://schemas.openxmlformats.org/officeDocument/2006/relationships/oleObject" Target="../embeddings/oleObject387.bin"/><Relationship Id="rId23" Type="http://schemas.openxmlformats.org/officeDocument/2006/relationships/oleObject" Target="../embeddings/oleObject391.bin"/><Relationship Id="rId28" Type="http://schemas.openxmlformats.org/officeDocument/2006/relationships/image" Target="../media/image348.wmf"/><Relationship Id="rId10" Type="http://schemas.openxmlformats.org/officeDocument/2006/relationships/image" Target="../media/image339.wmf"/><Relationship Id="rId19" Type="http://schemas.openxmlformats.org/officeDocument/2006/relationships/oleObject" Target="../embeddings/oleObject389.bin"/><Relationship Id="rId4" Type="http://schemas.openxmlformats.org/officeDocument/2006/relationships/image" Target="../media/image336.wmf"/><Relationship Id="rId9" Type="http://schemas.openxmlformats.org/officeDocument/2006/relationships/oleObject" Target="../embeddings/oleObject384.bin"/><Relationship Id="rId14" Type="http://schemas.openxmlformats.org/officeDocument/2006/relationships/image" Target="../media/image341.wmf"/><Relationship Id="rId22" Type="http://schemas.openxmlformats.org/officeDocument/2006/relationships/image" Target="../media/image345.wmf"/><Relationship Id="rId27" Type="http://schemas.openxmlformats.org/officeDocument/2006/relationships/oleObject" Target="../embeddings/oleObject393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1.wmf"/><Relationship Id="rId13" Type="http://schemas.openxmlformats.org/officeDocument/2006/relationships/oleObject" Target="../embeddings/oleObject399.bin"/><Relationship Id="rId18" Type="http://schemas.openxmlformats.org/officeDocument/2006/relationships/image" Target="../media/image356.wmf"/><Relationship Id="rId3" Type="http://schemas.openxmlformats.org/officeDocument/2006/relationships/oleObject" Target="../embeddings/oleObject394.bin"/><Relationship Id="rId21" Type="http://schemas.openxmlformats.org/officeDocument/2006/relationships/oleObject" Target="../embeddings/oleObject403.bin"/><Relationship Id="rId7" Type="http://schemas.openxmlformats.org/officeDocument/2006/relationships/oleObject" Target="../embeddings/oleObject396.bin"/><Relationship Id="rId12" Type="http://schemas.openxmlformats.org/officeDocument/2006/relationships/image" Target="../media/image353.wmf"/><Relationship Id="rId17" Type="http://schemas.openxmlformats.org/officeDocument/2006/relationships/oleObject" Target="../embeddings/oleObject4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5.wmf"/><Relationship Id="rId20" Type="http://schemas.openxmlformats.org/officeDocument/2006/relationships/image" Target="../media/image357.w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50.wmf"/><Relationship Id="rId11" Type="http://schemas.openxmlformats.org/officeDocument/2006/relationships/oleObject" Target="../embeddings/oleObject398.bin"/><Relationship Id="rId5" Type="http://schemas.openxmlformats.org/officeDocument/2006/relationships/oleObject" Target="../embeddings/oleObject395.bin"/><Relationship Id="rId15" Type="http://schemas.openxmlformats.org/officeDocument/2006/relationships/oleObject" Target="../embeddings/oleObject400.bin"/><Relationship Id="rId10" Type="http://schemas.openxmlformats.org/officeDocument/2006/relationships/image" Target="../media/image352.wmf"/><Relationship Id="rId19" Type="http://schemas.openxmlformats.org/officeDocument/2006/relationships/oleObject" Target="../embeddings/oleObject402.bin"/><Relationship Id="rId4" Type="http://schemas.openxmlformats.org/officeDocument/2006/relationships/image" Target="../media/image349.wmf"/><Relationship Id="rId9" Type="http://schemas.openxmlformats.org/officeDocument/2006/relationships/oleObject" Target="../embeddings/oleObject397.bin"/><Relationship Id="rId14" Type="http://schemas.openxmlformats.org/officeDocument/2006/relationships/image" Target="../media/image354.wmf"/><Relationship Id="rId22" Type="http://schemas.openxmlformats.org/officeDocument/2006/relationships/image" Target="../media/image358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13" Type="http://schemas.openxmlformats.org/officeDocument/2006/relationships/oleObject" Target="../embeddings/oleObject409.bin"/><Relationship Id="rId18" Type="http://schemas.openxmlformats.org/officeDocument/2006/relationships/image" Target="../media/image366.wmf"/><Relationship Id="rId26" Type="http://schemas.openxmlformats.org/officeDocument/2006/relationships/image" Target="../media/image369.wmf"/><Relationship Id="rId3" Type="http://schemas.openxmlformats.org/officeDocument/2006/relationships/oleObject" Target="../embeddings/oleObject404.bin"/><Relationship Id="rId21" Type="http://schemas.openxmlformats.org/officeDocument/2006/relationships/oleObject" Target="../embeddings/oleObject413.bin"/><Relationship Id="rId7" Type="http://schemas.openxmlformats.org/officeDocument/2006/relationships/oleObject" Target="../embeddings/oleObject406.bin"/><Relationship Id="rId12" Type="http://schemas.openxmlformats.org/officeDocument/2006/relationships/image" Target="../media/image363.wmf"/><Relationship Id="rId17" Type="http://schemas.openxmlformats.org/officeDocument/2006/relationships/oleObject" Target="../embeddings/oleObject411.bin"/><Relationship Id="rId25" Type="http://schemas.openxmlformats.org/officeDocument/2006/relationships/oleObject" Target="../embeddings/oleObject4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5.wmf"/><Relationship Id="rId20" Type="http://schemas.openxmlformats.org/officeDocument/2006/relationships/image" Target="../media/image367.w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60.wmf"/><Relationship Id="rId11" Type="http://schemas.openxmlformats.org/officeDocument/2006/relationships/oleObject" Target="../embeddings/oleObject408.bin"/><Relationship Id="rId24" Type="http://schemas.openxmlformats.org/officeDocument/2006/relationships/image" Target="../media/image368.wmf"/><Relationship Id="rId5" Type="http://schemas.openxmlformats.org/officeDocument/2006/relationships/oleObject" Target="../embeddings/oleObject405.bin"/><Relationship Id="rId15" Type="http://schemas.openxmlformats.org/officeDocument/2006/relationships/oleObject" Target="../embeddings/oleObject410.bin"/><Relationship Id="rId23" Type="http://schemas.openxmlformats.org/officeDocument/2006/relationships/oleObject" Target="../embeddings/oleObject414.bin"/><Relationship Id="rId10" Type="http://schemas.openxmlformats.org/officeDocument/2006/relationships/image" Target="../media/image362.wmf"/><Relationship Id="rId19" Type="http://schemas.openxmlformats.org/officeDocument/2006/relationships/oleObject" Target="../embeddings/oleObject412.bin"/><Relationship Id="rId4" Type="http://schemas.openxmlformats.org/officeDocument/2006/relationships/image" Target="../media/image359.wmf"/><Relationship Id="rId9" Type="http://schemas.openxmlformats.org/officeDocument/2006/relationships/oleObject" Target="../embeddings/oleObject407.bin"/><Relationship Id="rId14" Type="http://schemas.openxmlformats.org/officeDocument/2006/relationships/image" Target="../media/image364.wmf"/><Relationship Id="rId22" Type="http://schemas.openxmlformats.org/officeDocument/2006/relationships/image" Target="../media/image343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wmf"/><Relationship Id="rId13" Type="http://schemas.openxmlformats.org/officeDocument/2006/relationships/oleObject" Target="../embeddings/oleObject421.bin"/><Relationship Id="rId3" Type="http://schemas.openxmlformats.org/officeDocument/2006/relationships/oleObject" Target="../embeddings/oleObject416.bin"/><Relationship Id="rId7" Type="http://schemas.openxmlformats.org/officeDocument/2006/relationships/oleObject" Target="../embeddings/oleObject418.bin"/><Relationship Id="rId12" Type="http://schemas.openxmlformats.org/officeDocument/2006/relationships/image" Target="../media/image37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71.wmf"/><Relationship Id="rId11" Type="http://schemas.openxmlformats.org/officeDocument/2006/relationships/oleObject" Target="../embeddings/oleObject420.bin"/><Relationship Id="rId5" Type="http://schemas.openxmlformats.org/officeDocument/2006/relationships/oleObject" Target="../embeddings/oleObject417.bin"/><Relationship Id="rId10" Type="http://schemas.openxmlformats.org/officeDocument/2006/relationships/image" Target="../media/image373.wmf"/><Relationship Id="rId4" Type="http://schemas.openxmlformats.org/officeDocument/2006/relationships/image" Target="../media/image370.wmf"/><Relationship Id="rId9" Type="http://schemas.openxmlformats.org/officeDocument/2006/relationships/oleObject" Target="../embeddings/oleObject419.bin"/><Relationship Id="rId14" Type="http://schemas.openxmlformats.org/officeDocument/2006/relationships/image" Target="../media/image375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wmf"/><Relationship Id="rId3" Type="http://schemas.openxmlformats.org/officeDocument/2006/relationships/oleObject" Target="../embeddings/oleObject422.bin"/><Relationship Id="rId7" Type="http://schemas.openxmlformats.org/officeDocument/2006/relationships/oleObject" Target="../embeddings/oleObject4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77.wmf"/><Relationship Id="rId5" Type="http://schemas.openxmlformats.org/officeDocument/2006/relationships/oleObject" Target="../embeddings/oleObject423.bin"/><Relationship Id="rId10" Type="http://schemas.openxmlformats.org/officeDocument/2006/relationships/image" Target="../media/image379.wmf"/><Relationship Id="rId4" Type="http://schemas.openxmlformats.org/officeDocument/2006/relationships/image" Target="../media/image376.wmf"/><Relationship Id="rId9" Type="http://schemas.openxmlformats.org/officeDocument/2006/relationships/oleObject" Target="../embeddings/oleObject425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wmf"/><Relationship Id="rId13" Type="http://schemas.openxmlformats.org/officeDocument/2006/relationships/oleObject" Target="../embeddings/oleObject431.bin"/><Relationship Id="rId3" Type="http://schemas.openxmlformats.org/officeDocument/2006/relationships/oleObject" Target="../embeddings/oleObject426.bin"/><Relationship Id="rId7" Type="http://schemas.openxmlformats.org/officeDocument/2006/relationships/oleObject" Target="../embeddings/oleObject428.bin"/><Relationship Id="rId12" Type="http://schemas.openxmlformats.org/officeDocument/2006/relationships/image" Target="../media/image3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81.wmf"/><Relationship Id="rId11" Type="http://schemas.openxmlformats.org/officeDocument/2006/relationships/oleObject" Target="../embeddings/oleObject430.bin"/><Relationship Id="rId5" Type="http://schemas.openxmlformats.org/officeDocument/2006/relationships/oleObject" Target="../embeddings/oleObject427.bin"/><Relationship Id="rId10" Type="http://schemas.openxmlformats.org/officeDocument/2006/relationships/image" Target="../media/image383.wmf"/><Relationship Id="rId4" Type="http://schemas.openxmlformats.org/officeDocument/2006/relationships/image" Target="../media/image380.wmf"/><Relationship Id="rId9" Type="http://schemas.openxmlformats.org/officeDocument/2006/relationships/oleObject" Target="../embeddings/oleObject429.bin"/><Relationship Id="rId14" Type="http://schemas.openxmlformats.org/officeDocument/2006/relationships/image" Target="../media/image385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wmf"/><Relationship Id="rId3" Type="http://schemas.openxmlformats.org/officeDocument/2006/relationships/oleObject" Target="../embeddings/oleObject432.bin"/><Relationship Id="rId7" Type="http://schemas.openxmlformats.org/officeDocument/2006/relationships/oleObject" Target="../embeddings/oleObject4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87.wmf"/><Relationship Id="rId5" Type="http://schemas.openxmlformats.org/officeDocument/2006/relationships/oleObject" Target="../embeddings/oleObject433.bin"/><Relationship Id="rId10" Type="http://schemas.openxmlformats.org/officeDocument/2006/relationships/image" Target="../media/image389.wmf"/><Relationship Id="rId4" Type="http://schemas.openxmlformats.org/officeDocument/2006/relationships/image" Target="../media/image386.wmf"/><Relationship Id="rId9" Type="http://schemas.openxmlformats.org/officeDocument/2006/relationships/oleObject" Target="../embeddings/oleObject43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2.wmf"/><Relationship Id="rId3" Type="http://schemas.openxmlformats.org/officeDocument/2006/relationships/oleObject" Target="../embeddings/oleObject436.bin"/><Relationship Id="rId7" Type="http://schemas.openxmlformats.org/officeDocument/2006/relationships/oleObject" Target="../embeddings/oleObject438.bin"/><Relationship Id="rId12" Type="http://schemas.openxmlformats.org/officeDocument/2006/relationships/image" Target="../media/image39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91.wmf"/><Relationship Id="rId11" Type="http://schemas.openxmlformats.org/officeDocument/2006/relationships/oleObject" Target="../embeddings/oleObject440.bin"/><Relationship Id="rId5" Type="http://schemas.openxmlformats.org/officeDocument/2006/relationships/oleObject" Target="../embeddings/oleObject437.bin"/><Relationship Id="rId10" Type="http://schemas.openxmlformats.org/officeDocument/2006/relationships/image" Target="../media/image393.wmf"/><Relationship Id="rId4" Type="http://schemas.openxmlformats.org/officeDocument/2006/relationships/image" Target="../media/image390.wmf"/><Relationship Id="rId9" Type="http://schemas.openxmlformats.org/officeDocument/2006/relationships/oleObject" Target="../embeddings/oleObject439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7.wmf"/><Relationship Id="rId13" Type="http://schemas.openxmlformats.org/officeDocument/2006/relationships/oleObject" Target="../embeddings/oleObject446.bin"/><Relationship Id="rId18" Type="http://schemas.openxmlformats.org/officeDocument/2006/relationships/image" Target="../media/image402.wmf"/><Relationship Id="rId3" Type="http://schemas.openxmlformats.org/officeDocument/2006/relationships/oleObject" Target="../embeddings/oleObject441.bin"/><Relationship Id="rId7" Type="http://schemas.openxmlformats.org/officeDocument/2006/relationships/oleObject" Target="../embeddings/oleObject443.bin"/><Relationship Id="rId12" Type="http://schemas.openxmlformats.org/officeDocument/2006/relationships/image" Target="../media/image399.wmf"/><Relationship Id="rId17" Type="http://schemas.openxmlformats.org/officeDocument/2006/relationships/oleObject" Target="../embeddings/oleObject4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1.wmf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96.wmf"/><Relationship Id="rId11" Type="http://schemas.openxmlformats.org/officeDocument/2006/relationships/oleObject" Target="../embeddings/oleObject445.bin"/><Relationship Id="rId5" Type="http://schemas.openxmlformats.org/officeDocument/2006/relationships/oleObject" Target="../embeddings/oleObject442.bin"/><Relationship Id="rId15" Type="http://schemas.openxmlformats.org/officeDocument/2006/relationships/oleObject" Target="../embeddings/oleObject447.bin"/><Relationship Id="rId10" Type="http://schemas.openxmlformats.org/officeDocument/2006/relationships/image" Target="../media/image398.wmf"/><Relationship Id="rId4" Type="http://schemas.openxmlformats.org/officeDocument/2006/relationships/image" Target="../media/image395.wmf"/><Relationship Id="rId9" Type="http://schemas.openxmlformats.org/officeDocument/2006/relationships/oleObject" Target="../embeddings/oleObject444.bin"/><Relationship Id="rId14" Type="http://schemas.openxmlformats.org/officeDocument/2006/relationships/image" Target="../media/image400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wmf"/><Relationship Id="rId3" Type="http://schemas.openxmlformats.org/officeDocument/2006/relationships/oleObject" Target="../embeddings/oleObject449.bin"/><Relationship Id="rId7" Type="http://schemas.openxmlformats.org/officeDocument/2006/relationships/oleObject" Target="../embeddings/oleObject4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404.wmf"/><Relationship Id="rId5" Type="http://schemas.openxmlformats.org/officeDocument/2006/relationships/oleObject" Target="../embeddings/oleObject450.bin"/><Relationship Id="rId10" Type="http://schemas.openxmlformats.org/officeDocument/2006/relationships/image" Target="../media/image406.wmf"/><Relationship Id="rId4" Type="http://schemas.openxmlformats.org/officeDocument/2006/relationships/image" Target="../media/image403.wmf"/><Relationship Id="rId9" Type="http://schemas.openxmlformats.org/officeDocument/2006/relationships/oleObject" Target="../embeddings/oleObject452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9.wmf"/><Relationship Id="rId13" Type="http://schemas.openxmlformats.org/officeDocument/2006/relationships/oleObject" Target="../embeddings/oleObject458.bin"/><Relationship Id="rId18" Type="http://schemas.openxmlformats.org/officeDocument/2006/relationships/image" Target="../media/image413.wmf"/><Relationship Id="rId3" Type="http://schemas.openxmlformats.org/officeDocument/2006/relationships/oleObject" Target="../embeddings/oleObject453.bin"/><Relationship Id="rId7" Type="http://schemas.openxmlformats.org/officeDocument/2006/relationships/oleObject" Target="../embeddings/oleObject455.bin"/><Relationship Id="rId12" Type="http://schemas.openxmlformats.org/officeDocument/2006/relationships/image" Target="../media/image411.wmf"/><Relationship Id="rId17" Type="http://schemas.openxmlformats.org/officeDocument/2006/relationships/oleObject" Target="../embeddings/oleObject4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4.wmf"/><Relationship Id="rId20" Type="http://schemas.openxmlformats.org/officeDocument/2006/relationships/image" Target="../media/image414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408.wmf"/><Relationship Id="rId11" Type="http://schemas.openxmlformats.org/officeDocument/2006/relationships/oleObject" Target="../embeddings/oleObject457.bin"/><Relationship Id="rId5" Type="http://schemas.openxmlformats.org/officeDocument/2006/relationships/oleObject" Target="../embeddings/oleObject454.bin"/><Relationship Id="rId15" Type="http://schemas.openxmlformats.org/officeDocument/2006/relationships/oleObject" Target="../embeddings/oleObject440.bin"/><Relationship Id="rId10" Type="http://schemas.openxmlformats.org/officeDocument/2006/relationships/image" Target="../media/image410.wmf"/><Relationship Id="rId19" Type="http://schemas.openxmlformats.org/officeDocument/2006/relationships/oleObject" Target="../embeddings/oleObject460.bin"/><Relationship Id="rId4" Type="http://schemas.openxmlformats.org/officeDocument/2006/relationships/image" Target="../media/image407.wmf"/><Relationship Id="rId9" Type="http://schemas.openxmlformats.org/officeDocument/2006/relationships/oleObject" Target="../embeddings/oleObject456.bin"/><Relationship Id="rId14" Type="http://schemas.openxmlformats.org/officeDocument/2006/relationships/image" Target="../media/image412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7.wmf"/><Relationship Id="rId13" Type="http://schemas.openxmlformats.org/officeDocument/2006/relationships/oleObject" Target="../embeddings/oleObject466.bin"/><Relationship Id="rId3" Type="http://schemas.openxmlformats.org/officeDocument/2006/relationships/oleObject" Target="../embeddings/oleObject461.bin"/><Relationship Id="rId7" Type="http://schemas.openxmlformats.org/officeDocument/2006/relationships/oleObject" Target="../embeddings/oleObject463.bin"/><Relationship Id="rId12" Type="http://schemas.openxmlformats.org/officeDocument/2006/relationships/image" Target="../media/image4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416.wmf"/><Relationship Id="rId11" Type="http://schemas.openxmlformats.org/officeDocument/2006/relationships/oleObject" Target="../embeddings/oleObject465.bin"/><Relationship Id="rId5" Type="http://schemas.openxmlformats.org/officeDocument/2006/relationships/oleObject" Target="../embeddings/oleObject462.bin"/><Relationship Id="rId10" Type="http://schemas.openxmlformats.org/officeDocument/2006/relationships/image" Target="../media/image418.wmf"/><Relationship Id="rId4" Type="http://schemas.openxmlformats.org/officeDocument/2006/relationships/image" Target="../media/image415.wmf"/><Relationship Id="rId9" Type="http://schemas.openxmlformats.org/officeDocument/2006/relationships/oleObject" Target="../embeddings/oleObject464.bin"/><Relationship Id="rId14" Type="http://schemas.openxmlformats.org/officeDocument/2006/relationships/image" Target="../media/image420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2.wmf"/><Relationship Id="rId13" Type="http://schemas.openxmlformats.org/officeDocument/2006/relationships/oleObject" Target="../embeddings/oleObject472.bin"/><Relationship Id="rId18" Type="http://schemas.openxmlformats.org/officeDocument/2006/relationships/image" Target="../media/image427.wmf"/><Relationship Id="rId3" Type="http://schemas.openxmlformats.org/officeDocument/2006/relationships/oleObject" Target="../embeddings/oleObject467.bin"/><Relationship Id="rId7" Type="http://schemas.openxmlformats.org/officeDocument/2006/relationships/oleObject" Target="../embeddings/oleObject469.bin"/><Relationship Id="rId12" Type="http://schemas.openxmlformats.org/officeDocument/2006/relationships/image" Target="../media/image424.wmf"/><Relationship Id="rId17" Type="http://schemas.openxmlformats.org/officeDocument/2006/relationships/oleObject" Target="../embeddings/oleObject4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6.w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21.wmf"/><Relationship Id="rId11" Type="http://schemas.openxmlformats.org/officeDocument/2006/relationships/oleObject" Target="../embeddings/oleObject471.bin"/><Relationship Id="rId5" Type="http://schemas.openxmlformats.org/officeDocument/2006/relationships/oleObject" Target="../embeddings/oleObject468.bin"/><Relationship Id="rId15" Type="http://schemas.openxmlformats.org/officeDocument/2006/relationships/oleObject" Target="../embeddings/oleObject473.bin"/><Relationship Id="rId10" Type="http://schemas.openxmlformats.org/officeDocument/2006/relationships/image" Target="../media/image423.wmf"/><Relationship Id="rId4" Type="http://schemas.openxmlformats.org/officeDocument/2006/relationships/image" Target="../media/image222.wmf"/><Relationship Id="rId9" Type="http://schemas.openxmlformats.org/officeDocument/2006/relationships/oleObject" Target="../embeddings/oleObject470.bin"/><Relationship Id="rId14" Type="http://schemas.openxmlformats.org/officeDocument/2006/relationships/image" Target="../media/image425.w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wmf"/><Relationship Id="rId13" Type="http://schemas.openxmlformats.org/officeDocument/2006/relationships/oleObject" Target="../embeddings/oleObject480.bin"/><Relationship Id="rId3" Type="http://schemas.openxmlformats.org/officeDocument/2006/relationships/oleObject" Target="../embeddings/oleObject475.bin"/><Relationship Id="rId7" Type="http://schemas.openxmlformats.org/officeDocument/2006/relationships/oleObject" Target="../embeddings/oleObject477.bin"/><Relationship Id="rId12" Type="http://schemas.openxmlformats.org/officeDocument/2006/relationships/image" Target="../media/image42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3.w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29.wmf"/><Relationship Id="rId11" Type="http://schemas.openxmlformats.org/officeDocument/2006/relationships/oleObject" Target="../embeddings/oleObject479.bin"/><Relationship Id="rId5" Type="http://schemas.openxmlformats.org/officeDocument/2006/relationships/oleObject" Target="../embeddings/oleObject476.bin"/><Relationship Id="rId15" Type="http://schemas.openxmlformats.org/officeDocument/2006/relationships/oleObject" Target="../embeddings/oleObject481.bin"/><Relationship Id="rId10" Type="http://schemas.openxmlformats.org/officeDocument/2006/relationships/image" Target="../media/image431.wmf"/><Relationship Id="rId4" Type="http://schemas.openxmlformats.org/officeDocument/2006/relationships/image" Target="../media/image428.wmf"/><Relationship Id="rId9" Type="http://schemas.openxmlformats.org/officeDocument/2006/relationships/oleObject" Target="../embeddings/oleObject478.bin"/><Relationship Id="rId14" Type="http://schemas.openxmlformats.org/officeDocument/2006/relationships/image" Target="../media/image432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wmf"/><Relationship Id="rId13" Type="http://schemas.openxmlformats.org/officeDocument/2006/relationships/oleObject" Target="../embeddings/oleObject487.bin"/><Relationship Id="rId18" Type="http://schemas.openxmlformats.org/officeDocument/2006/relationships/oleObject" Target="../embeddings/oleObject490.bin"/><Relationship Id="rId3" Type="http://schemas.openxmlformats.org/officeDocument/2006/relationships/oleObject" Target="../embeddings/oleObject482.bin"/><Relationship Id="rId7" Type="http://schemas.openxmlformats.org/officeDocument/2006/relationships/oleObject" Target="../embeddings/oleObject484.bin"/><Relationship Id="rId12" Type="http://schemas.openxmlformats.org/officeDocument/2006/relationships/image" Target="../media/image438.wmf"/><Relationship Id="rId17" Type="http://schemas.openxmlformats.org/officeDocument/2006/relationships/oleObject" Target="../embeddings/oleObject4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0.wmf"/><Relationship Id="rId20" Type="http://schemas.openxmlformats.org/officeDocument/2006/relationships/image" Target="../media/image424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35.wmf"/><Relationship Id="rId11" Type="http://schemas.openxmlformats.org/officeDocument/2006/relationships/oleObject" Target="../embeddings/oleObject486.bin"/><Relationship Id="rId5" Type="http://schemas.openxmlformats.org/officeDocument/2006/relationships/oleObject" Target="../embeddings/oleObject483.bin"/><Relationship Id="rId15" Type="http://schemas.openxmlformats.org/officeDocument/2006/relationships/oleObject" Target="../embeddings/oleObject488.bin"/><Relationship Id="rId10" Type="http://schemas.openxmlformats.org/officeDocument/2006/relationships/image" Target="../media/image437.wmf"/><Relationship Id="rId19" Type="http://schemas.openxmlformats.org/officeDocument/2006/relationships/oleObject" Target="../embeddings/oleObject491.bin"/><Relationship Id="rId4" Type="http://schemas.openxmlformats.org/officeDocument/2006/relationships/image" Target="../media/image434.wmf"/><Relationship Id="rId9" Type="http://schemas.openxmlformats.org/officeDocument/2006/relationships/oleObject" Target="../embeddings/oleObject485.bin"/><Relationship Id="rId14" Type="http://schemas.openxmlformats.org/officeDocument/2006/relationships/image" Target="../media/image439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3.wmf"/><Relationship Id="rId13" Type="http://schemas.openxmlformats.org/officeDocument/2006/relationships/oleObject" Target="../embeddings/oleObject497.bin"/><Relationship Id="rId18" Type="http://schemas.openxmlformats.org/officeDocument/2006/relationships/image" Target="../media/image448.wmf"/><Relationship Id="rId3" Type="http://schemas.openxmlformats.org/officeDocument/2006/relationships/oleObject" Target="../embeddings/oleObject492.bin"/><Relationship Id="rId7" Type="http://schemas.openxmlformats.org/officeDocument/2006/relationships/oleObject" Target="../embeddings/oleObject494.bin"/><Relationship Id="rId12" Type="http://schemas.openxmlformats.org/officeDocument/2006/relationships/image" Target="../media/image445.wmf"/><Relationship Id="rId17" Type="http://schemas.openxmlformats.org/officeDocument/2006/relationships/oleObject" Target="../embeddings/oleObject4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7.wmf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42.wmf"/><Relationship Id="rId11" Type="http://schemas.openxmlformats.org/officeDocument/2006/relationships/oleObject" Target="../embeddings/oleObject496.bin"/><Relationship Id="rId5" Type="http://schemas.openxmlformats.org/officeDocument/2006/relationships/oleObject" Target="../embeddings/oleObject493.bin"/><Relationship Id="rId15" Type="http://schemas.openxmlformats.org/officeDocument/2006/relationships/oleObject" Target="../embeddings/oleObject498.bin"/><Relationship Id="rId10" Type="http://schemas.openxmlformats.org/officeDocument/2006/relationships/image" Target="../media/image444.wmf"/><Relationship Id="rId4" Type="http://schemas.openxmlformats.org/officeDocument/2006/relationships/image" Target="../media/image441.wmf"/><Relationship Id="rId9" Type="http://schemas.openxmlformats.org/officeDocument/2006/relationships/oleObject" Target="../embeddings/oleObject495.bin"/><Relationship Id="rId14" Type="http://schemas.openxmlformats.org/officeDocument/2006/relationships/image" Target="../media/image446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wmf"/><Relationship Id="rId3" Type="http://schemas.openxmlformats.org/officeDocument/2006/relationships/oleObject" Target="../embeddings/oleObject500.bin"/><Relationship Id="rId7" Type="http://schemas.openxmlformats.org/officeDocument/2006/relationships/oleObject" Target="../embeddings/oleObject502.bin"/><Relationship Id="rId12" Type="http://schemas.openxmlformats.org/officeDocument/2006/relationships/image" Target="../media/image4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449.wmf"/><Relationship Id="rId11" Type="http://schemas.openxmlformats.org/officeDocument/2006/relationships/oleObject" Target="../embeddings/oleObject504.bin"/><Relationship Id="rId5" Type="http://schemas.openxmlformats.org/officeDocument/2006/relationships/oleObject" Target="../embeddings/oleObject501.bin"/><Relationship Id="rId10" Type="http://schemas.openxmlformats.org/officeDocument/2006/relationships/image" Target="../media/image451.wmf"/><Relationship Id="rId4" Type="http://schemas.openxmlformats.org/officeDocument/2006/relationships/image" Target="../media/image448.wmf"/><Relationship Id="rId9" Type="http://schemas.openxmlformats.org/officeDocument/2006/relationships/oleObject" Target="../embeddings/oleObject503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wmf"/><Relationship Id="rId13" Type="http://schemas.openxmlformats.org/officeDocument/2006/relationships/oleObject" Target="../embeddings/oleObject510.bin"/><Relationship Id="rId3" Type="http://schemas.openxmlformats.org/officeDocument/2006/relationships/oleObject" Target="../embeddings/oleObject505.bin"/><Relationship Id="rId7" Type="http://schemas.openxmlformats.org/officeDocument/2006/relationships/oleObject" Target="../embeddings/oleObject507.bin"/><Relationship Id="rId12" Type="http://schemas.openxmlformats.org/officeDocument/2006/relationships/image" Target="../media/image4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444.wmf"/><Relationship Id="rId11" Type="http://schemas.openxmlformats.org/officeDocument/2006/relationships/oleObject" Target="../embeddings/oleObject509.bin"/><Relationship Id="rId5" Type="http://schemas.openxmlformats.org/officeDocument/2006/relationships/oleObject" Target="../embeddings/oleObject506.bin"/><Relationship Id="rId10" Type="http://schemas.openxmlformats.org/officeDocument/2006/relationships/image" Target="../media/image453.wmf"/><Relationship Id="rId4" Type="http://schemas.openxmlformats.org/officeDocument/2006/relationships/image" Target="../media/image452.wmf"/><Relationship Id="rId9" Type="http://schemas.openxmlformats.org/officeDocument/2006/relationships/oleObject" Target="../embeddings/oleObject508.bin"/><Relationship Id="rId14" Type="http://schemas.openxmlformats.org/officeDocument/2006/relationships/image" Target="../media/image455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3.bin"/><Relationship Id="rId13" Type="http://schemas.openxmlformats.org/officeDocument/2006/relationships/image" Target="../media/image460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57.wmf"/><Relationship Id="rId12" Type="http://schemas.openxmlformats.org/officeDocument/2006/relationships/oleObject" Target="../embeddings/oleObject515.bin"/><Relationship Id="rId17" Type="http://schemas.openxmlformats.org/officeDocument/2006/relationships/image" Target="../media/image46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17.bin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512.bin"/><Relationship Id="rId11" Type="http://schemas.openxmlformats.org/officeDocument/2006/relationships/image" Target="../media/image459.wmf"/><Relationship Id="rId5" Type="http://schemas.openxmlformats.org/officeDocument/2006/relationships/image" Target="../media/image456.wmf"/><Relationship Id="rId15" Type="http://schemas.openxmlformats.org/officeDocument/2006/relationships/image" Target="../media/image461.wmf"/><Relationship Id="rId10" Type="http://schemas.openxmlformats.org/officeDocument/2006/relationships/oleObject" Target="../embeddings/oleObject514.bin"/><Relationship Id="rId4" Type="http://schemas.openxmlformats.org/officeDocument/2006/relationships/oleObject" Target="../embeddings/oleObject511.bin"/><Relationship Id="rId9" Type="http://schemas.openxmlformats.org/officeDocument/2006/relationships/image" Target="../media/image458.wmf"/><Relationship Id="rId14" Type="http://schemas.openxmlformats.org/officeDocument/2006/relationships/oleObject" Target="../embeddings/oleObject516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3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763688" y="221171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6881926-44EC-4681-B3BB-754981DDE307}"/>
              </a:ext>
            </a:extLst>
          </p:cNvPr>
          <p:cNvSpPr txBox="1">
            <a:spLocks/>
          </p:cNvSpPr>
          <p:nvPr/>
        </p:nvSpPr>
        <p:spPr>
          <a:xfrm>
            <a:off x="755576" y="144500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C259E41-9929-4802-9CA6-2FC21699196F}"/>
              </a:ext>
            </a:extLst>
          </p:cNvPr>
          <p:cNvSpPr txBox="1">
            <a:spLocks/>
          </p:cNvSpPr>
          <p:nvPr/>
        </p:nvSpPr>
        <p:spPr>
          <a:xfrm>
            <a:off x="1547664" y="293179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洛必达法则</a:t>
            </a:r>
          </a:p>
        </p:txBody>
      </p:sp>
    </p:spTree>
    <p:extLst>
      <p:ext uri="{BB962C8B-B14F-4D97-AF65-F5344CB8AC3E}">
        <p14:creationId xmlns:p14="http://schemas.microsoft.com/office/powerpoint/2010/main" val="130788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1">
            <a:hlinkClick r:id="rId2" action="ppaction://hlinksldjump"/>
            <a:extLst>
              <a:ext uri="{FF2B5EF4-FFF2-40B4-BE49-F238E27FC236}">
                <a16:creationId xmlns:a16="http://schemas.microsoft.com/office/drawing/2014/main" id="{820F5057-3861-4AF9-8FFE-D706A564A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843558"/>
            <a:ext cx="326243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48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温故而知新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3934EE-5913-4946-AED0-834C6E6B7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955" y="1851670"/>
            <a:ext cx="3439269" cy="228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6CA9DE6-8A6E-4279-8F41-C1336A19355F}"/>
              </a:ext>
            </a:extLst>
          </p:cNvPr>
          <p:cNvSpPr/>
          <p:nvPr/>
        </p:nvSpPr>
        <p:spPr>
          <a:xfrm>
            <a:off x="3275856" y="2196091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相关练习题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4CAE0C2-8B70-4B79-8BA0-E44DB94635D1}"/>
              </a:ext>
            </a:extLst>
          </p:cNvPr>
          <p:cNvSpPr txBox="1">
            <a:spLocks/>
          </p:cNvSpPr>
          <p:nvPr/>
        </p:nvSpPr>
        <p:spPr>
          <a:xfrm>
            <a:off x="755576" y="483518"/>
            <a:ext cx="7772400" cy="2808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微分中值定理以及零点定理和介值定理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772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092819B-0AB7-4C62-8670-A11BD1BA504F}"/>
              </a:ext>
            </a:extLst>
          </p:cNvPr>
          <p:cNvSpPr/>
          <p:nvPr/>
        </p:nvSpPr>
        <p:spPr>
          <a:xfrm>
            <a:off x="467544" y="84355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零点定理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41F19A-84A3-42EB-B128-569596DF1E2A}"/>
              </a:ext>
            </a:extLst>
          </p:cNvPr>
          <p:cNvSpPr/>
          <p:nvPr/>
        </p:nvSpPr>
        <p:spPr>
          <a:xfrm>
            <a:off x="467544" y="156363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cs typeface="微软雅黑" panose="020B0503020204020204" charset="-122"/>
              </a:rPr>
              <a:t>介值定理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AEAD1C-AD30-4C6E-94E2-03FD701C6E40}"/>
              </a:ext>
            </a:extLst>
          </p:cNvPr>
          <p:cNvSpPr/>
          <p:nvPr/>
        </p:nvSpPr>
        <p:spPr>
          <a:xfrm>
            <a:off x="2033744" y="1203598"/>
            <a:ext cx="69307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有界闭区间上连续函数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的性质，做题时必须要叙述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FB475C2-F893-47EB-8628-5D90B0155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49332"/>
              </p:ext>
            </p:extLst>
          </p:nvPr>
        </p:nvGraphicFramePr>
        <p:xfrm>
          <a:off x="7020272" y="1752964"/>
          <a:ext cx="180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97" name="Equation" r:id="rId3" imgW="1803240" imgH="342720" progId="Equation.DSMT4">
                  <p:embed/>
                </p:oleObj>
              </mc:Choice>
              <mc:Fallback>
                <p:oleObj name="Equation" r:id="rId3" imgW="18032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547533A2-2464-4EF9-81BD-274B4ABD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20272" y="1752964"/>
                        <a:ext cx="180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大括号 5">
            <a:extLst>
              <a:ext uri="{FF2B5EF4-FFF2-40B4-BE49-F238E27FC236}">
                <a16:creationId xmlns:a16="http://schemas.microsoft.com/office/drawing/2014/main" id="{44B176E5-8827-4BDA-ACB5-1A4247890D04}"/>
              </a:ext>
            </a:extLst>
          </p:cNvPr>
          <p:cNvSpPr/>
          <p:nvPr/>
        </p:nvSpPr>
        <p:spPr>
          <a:xfrm>
            <a:off x="1745712" y="1060318"/>
            <a:ext cx="288032" cy="864096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C4E509-2B48-42AA-8130-D70595A82D9E}"/>
              </a:ext>
            </a:extLst>
          </p:cNvPr>
          <p:cNvSpPr/>
          <p:nvPr/>
        </p:nvSpPr>
        <p:spPr>
          <a:xfrm>
            <a:off x="469437" y="254420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罗尔定理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9A117A-FD50-4316-852B-6FA5C78594F8}"/>
              </a:ext>
            </a:extLst>
          </p:cNvPr>
          <p:cNvSpPr/>
          <p:nvPr/>
        </p:nvSpPr>
        <p:spPr>
          <a:xfrm>
            <a:off x="469437" y="3169445"/>
            <a:ext cx="26597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拉格朗日中值定理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525AEB-9D25-4EFB-B285-7733CF18520E}"/>
              </a:ext>
            </a:extLst>
          </p:cNvPr>
          <p:cNvSpPr/>
          <p:nvPr/>
        </p:nvSpPr>
        <p:spPr>
          <a:xfrm>
            <a:off x="467544" y="3838277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柯西中值定理</a:t>
            </a:r>
            <a:endParaRPr lang="zh-CN" altLang="en-US" sz="2400" dirty="0">
              <a:solidFill>
                <a:srgbClr val="00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F8C0A4-3A29-4C32-98C1-888E2306EAB8}"/>
              </a:ext>
            </a:extLst>
          </p:cNvPr>
          <p:cNvSpPr/>
          <p:nvPr/>
        </p:nvSpPr>
        <p:spPr>
          <a:xfrm>
            <a:off x="3275856" y="3147311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注意每个定理的条件以及三个定理的关系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34510D4C-F051-4D5C-A298-CF9163A0FDE3}"/>
              </a:ext>
            </a:extLst>
          </p:cNvPr>
          <p:cNvSpPr/>
          <p:nvPr/>
        </p:nvSpPr>
        <p:spPr>
          <a:xfrm>
            <a:off x="2987823" y="2705100"/>
            <a:ext cx="285331" cy="152283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8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F737991-7A14-4C3C-91B5-B57EF53131AC}"/>
              </a:ext>
            </a:extLst>
          </p:cNvPr>
          <p:cNvGrpSpPr/>
          <p:nvPr/>
        </p:nvGrpSpPr>
        <p:grpSpPr>
          <a:xfrm>
            <a:off x="107504" y="267494"/>
            <a:ext cx="8374620" cy="966040"/>
            <a:chOff x="287524" y="411510"/>
            <a:chExt cx="8374620" cy="96604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E2616E8-A7A7-4494-832C-3A9C29D25021}"/>
                </a:ext>
              </a:extLst>
            </p:cNvPr>
            <p:cNvGrpSpPr/>
            <p:nvPr/>
          </p:nvGrpSpPr>
          <p:grpSpPr>
            <a:xfrm>
              <a:off x="1043607" y="411510"/>
              <a:ext cx="7618537" cy="504056"/>
              <a:chOff x="755575" y="411510"/>
              <a:chExt cx="7618537" cy="504056"/>
            </a:xfrm>
          </p:grpSpPr>
          <p:sp>
            <p:nvSpPr>
              <p:cNvPr id="8" name="副标题 2">
                <a:extLst>
                  <a:ext uri="{FF2B5EF4-FFF2-40B4-BE49-F238E27FC236}">
                    <a16:creationId xmlns:a16="http://schemas.microsoft.com/office/drawing/2014/main" id="{0CCF80BF-E2D6-4C61-A475-DE37D7651B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575" y="411510"/>
                <a:ext cx="4888681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2400" b="1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设函数        在         上可导，并且                                    </a:t>
                </a:r>
              </a:p>
            </p:txBody>
          </p:sp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72C94B08-8A24-4363-9BE8-E956D798E78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5158983"/>
                  </p:ext>
                </p:extLst>
              </p:nvPr>
            </p:nvGraphicFramePr>
            <p:xfrm>
              <a:off x="2077492" y="477455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492" name="Equation" r:id="rId3" imgW="622080" imgH="342720" progId="Equation.DSMT4">
                      <p:embed/>
                    </p:oleObj>
                  </mc:Choice>
                  <mc:Fallback>
                    <p:oleObj name="Equation" r:id="rId3" imgW="622080" imgH="342720" progId="Equation.DSMT4">
                      <p:embed/>
                      <p:pic>
                        <p:nvPicPr>
                          <p:cNvPr id="3" name="对象 2">
                            <a:extLst>
                              <a:ext uri="{FF2B5EF4-FFF2-40B4-BE49-F238E27FC236}">
                                <a16:creationId xmlns:a16="http://schemas.microsoft.com/office/drawing/2014/main" id="{C22206F9-2323-42AB-8BFE-CFB6404B540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077492" y="477455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8DDBB39F-B7CE-4AC8-9732-FB826697E3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7023843"/>
                  </p:ext>
                </p:extLst>
              </p:nvPr>
            </p:nvGraphicFramePr>
            <p:xfrm>
              <a:off x="2979192" y="483805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493" name="Equation" r:id="rId5" imgW="634680" imgH="330120" progId="Equation.DSMT4">
                      <p:embed/>
                    </p:oleObj>
                  </mc:Choice>
                  <mc:Fallback>
                    <p:oleObj name="Equation" r:id="rId5" imgW="634680" imgH="330120" progId="Equation.DSMT4">
                      <p:embed/>
                      <p:pic>
                        <p:nvPicPr>
                          <p:cNvPr id="4" name="对象 3">
                            <a:extLst>
                              <a:ext uri="{FF2B5EF4-FFF2-40B4-BE49-F238E27FC236}">
                                <a16:creationId xmlns:a16="http://schemas.microsoft.com/office/drawing/2014/main" id="{20FF80A7-8F74-4FD6-BC29-646AF57A255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79192" y="483805"/>
                            <a:ext cx="635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22905F74-5F42-4203-8821-FA4A7C44835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0155626"/>
                  </p:ext>
                </p:extLst>
              </p:nvPr>
            </p:nvGraphicFramePr>
            <p:xfrm>
              <a:off x="5580112" y="477455"/>
              <a:ext cx="27940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494" name="Equation" r:id="rId7" imgW="2793960" imgH="355320" progId="Equation.DSMT4">
                      <p:embed/>
                    </p:oleObj>
                  </mc:Choice>
                  <mc:Fallback>
                    <p:oleObj name="Equation" r:id="rId7" imgW="2793960" imgH="35532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E0CE2641-E6A3-4720-AE97-A5F7F03C9CA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580112" y="477455"/>
                            <a:ext cx="27940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529CC6D-5754-4BAC-9918-5798282EC244}"/>
                </a:ext>
              </a:extLst>
            </p:cNvPr>
            <p:cNvSpPr/>
            <p:nvPr/>
          </p:nvSpPr>
          <p:spPr>
            <a:xfrm>
              <a:off x="287524" y="915885"/>
              <a:ext cx="55806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证明：在         内存在一点                 使              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7FCAAC3-8B6E-4FFF-9BE5-E3CEF44E5C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4688214"/>
                </p:ext>
              </p:extLst>
            </p:nvPr>
          </p:nvGraphicFramePr>
          <p:xfrm>
            <a:off x="1619672" y="1005710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5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73307736-4186-4029-839B-3E9AF679A1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9672" y="1005710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2DE3529-AE0F-4139-AEC3-5A76FCFF51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6170210"/>
                </p:ext>
              </p:extLst>
            </p:nvPr>
          </p:nvGraphicFramePr>
          <p:xfrm>
            <a:off x="3883025" y="983671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6" name="Equation" r:id="rId11" imgW="1193760" imgH="342720" progId="Equation.DSMT4">
                    <p:embed/>
                  </p:oleObj>
                </mc:Choice>
                <mc:Fallback>
                  <p:oleObj name="Equation" r:id="rId11" imgW="1193760" imgH="3427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D6583531-44C9-4CA7-B3ED-45F41104CBA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83025" y="983671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39BBE1C-C878-4C71-9D0A-B1B5F3054A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8500182"/>
                </p:ext>
              </p:extLst>
            </p:nvPr>
          </p:nvGraphicFramePr>
          <p:xfrm>
            <a:off x="5436096" y="986272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7" name="Equation" r:id="rId13" imgW="1218960" imgH="355320" progId="Equation.DSMT4">
                    <p:embed/>
                  </p:oleObj>
                </mc:Choice>
                <mc:Fallback>
                  <p:oleObj name="Equation" r:id="rId13" imgW="1218960" imgH="3553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BAB62A27-1210-4161-813C-FDF6BDDF086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436096" y="986272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3C7F28E1-7376-46DB-B3C0-C3D9B70A03BE}"/>
              </a:ext>
            </a:extLst>
          </p:cNvPr>
          <p:cNvSpPr/>
          <p:nvPr/>
        </p:nvSpPr>
        <p:spPr>
          <a:xfrm>
            <a:off x="719572" y="149163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7E6D48-F50E-4DFA-994E-1C5D801D7DE4}"/>
              </a:ext>
            </a:extLst>
          </p:cNvPr>
          <p:cNvSpPr/>
          <p:nvPr/>
        </p:nvSpPr>
        <p:spPr>
          <a:xfrm>
            <a:off x="1416334" y="1462690"/>
            <a:ext cx="33123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基本思路：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罗尔定理；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02907D-F688-4F7B-B06F-E11D486C0B07}"/>
              </a:ext>
            </a:extLst>
          </p:cNvPr>
          <p:cNvSpPr/>
          <p:nvPr/>
        </p:nvSpPr>
        <p:spPr>
          <a:xfrm>
            <a:off x="1416334" y="1998881"/>
            <a:ext cx="72241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难点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从条件入手，寻找两个函数值相等的点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4C8A8F-E550-4AE3-96C4-026ADE71E587}"/>
              </a:ext>
            </a:extLst>
          </p:cNvPr>
          <p:cNvSpPr/>
          <p:nvPr/>
        </p:nvSpPr>
        <p:spPr>
          <a:xfrm>
            <a:off x="738202" y="261461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D104780-FC39-4A43-AAF2-D1536DF865B5}"/>
              </a:ext>
            </a:extLst>
          </p:cNvPr>
          <p:cNvGrpSpPr/>
          <p:nvPr/>
        </p:nvGrpSpPr>
        <p:grpSpPr>
          <a:xfrm>
            <a:off x="1213618" y="2606670"/>
            <a:ext cx="2242258" cy="461665"/>
            <a:chOff x="1393638" y="2750686"/>
            <a:chExt cx="2242258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DCA9D19-4457-4DC0-9507-AA3BCB87B3A3}"/>
                </a:ext>
              </a:extLst>
            </p:cNvPr>
            <p:cNvSpPr/>
            <p:nvPr/>
          </p:nvSpPr>
          <p:spPr>
            <a:xfrm>
              <a:off x="1393638" y="2750686"/>
              <a:ext cx="224225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因为</a:t>
              </a: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458A8C2-0C04-4448-9DC1-7D9E3AEADA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6985656"/>
                </p:ext>
              </p:extLst>
            </p:nvPr>
          </p:nvGraphicFramePr>
          <p:xfrm>
            <a:off x="2140516" y="2826486"/>
            <a:ext cx="1206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8" name="Equation" r:id="rId15" imgW="1206360" imgH="355320" progId="Equation.DSMT4">
                    <p:embed/>
                  </p:oleObj>
                </mc:Choice>
                <mc:Fallback>
                  <p:oleObj name="Equation" r:id="rId15" imgW="1206360" imgH="3553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99FDA18-674C-42E8-82F1-93787BE2592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140516" y="2826486"/>
                          <a:ext cx="1206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5236017-9A98-40A1-AAB2-31E3FFEB4206}"/>
              </a:ext>
            </a:extLst>
          </p:cNvPr>
          <p:cNvGrpSpPr/>
          <p:nvPr/>
        </p:nvGrpSpPr>
        <p:grpSpPr>
          <a:xfrm>
            <a:off x="3068691" y="2438707"/>
            <a:ext cx="4947716" cy="736600"/>
            <a:chOff x="3248711" y="2582723"/>
            <a:chExt cx="4947716" cy="7366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BB077D4-380F-4DCD-9FCB-7B979FC9D663}"/>
                </a:ext>
              </a:extLst>
            </p:cNvPr>
            <p:cNvSpPr/>
            <p:nvPr/>
          </p:nvSpPr>
          <p:spPr>
            <a:xfrm>
              <a:off x="3248711" y="2772236"/>
              <a:ext cx="49477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即</a:t>
              </a: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16848D39-FE93-4147-A440-D44E272EBB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1839484"/>
                </p:ext>
              </p:extLst>
            </p:nvPr>
          </p:nvGraphicFramePr>
          <p:xfrm>
            <a:off x="3670472" y="2582723"/>
            <a:ext cx="24765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9" name="Equation" r:id="rId17" imgW="2476440" imgH="736560" progId="Equation.DSMT4">
                    <p:embed/>
                  </p:oleObj>
                </mc:Choice>
                <mc:Fallback>
                  <p:oleObj name="Equation" r:id="rId17" imgW="2476440" imgH="73656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D7009EFC-147C-4647-A159-F71B24C0426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670472" y="2582723"/>
                          <a:ext cx="24765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48892D5-FC19-466E-BDF8-4BF83066F2E7}"/>
              </a:ext>
            </a:extLst>
          </p:cNvPr>
          <p:cNvGrpSpPr/>
          <p:nvPr/>
        </p:nvGrpSpPr>
        <p:grpSpPr>
          <a:xfrm>
            <a:off x="107504" y="3338225"/>
            <a:ext cx="8115916" cy="461665"/>
            <a:chOff x="287524" y="3482241"/>
            <a:chExt cx="8115916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2A40E60D-B548-48A5-8524-51C0A89B47CC}"/>
                </a:ext>
              </a:extLst>
            </p:cNvPr>
            <p:cNvSpPr/>
            <p:nvPr/>
          </p:nvSpPr>
          <p:spPr>
            <a:xfrm>
              <a:off x="287524" y="3482241"/>
              <a:ext cx="81159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存在           当                        时，</a:t>
              </a: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3F32582-FF75-49E8-96B1-83E4DE38C0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7971953"/>
                </p:ext>
              </p:extLst>
            </p:nvPr>
          </p:nvGraphicFramePr>
          <p:xfrm>
            <a:off x="1018988" y="3551424"/>
            <a:ext cx="749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0" name="Equation" r:id="rId19" imgW="749160" imgH="330120" progId="Equation.DSMT4">
                    <p:embed/>
                  </p:oleObj>
                </mc:Choice>
                <mc:Fallback>
                  <p:oleObj name="Equation" r:id="rId19" imgW="749160" imgH="3301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81155AD-253A-452E-A603-44C41D8324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18988" y="3551424"/>
                          <a:ext cx="749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9150F440-5C82-492B-BF96-5F4BFE9279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4797765"/>
                </p:ext>
              </p:extLst>
            </p:nvPr>
          </p:nvGraphicFramePr>
          <p:xfrm>
            <a:off x="2140516" y="3530774"/>
            <a:ext cx="154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1" name="Equation" r:id="rId21" imgW="1549080" imgH="342720" progId="Equation.DSMT4">
                    <p:embed/>
                  </p:oleObj>
                </mc:Choice>
                <mc:Fallback>
                  <p:oleObj name="Equation" r:id="rId21" imgW="154908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9437D9B3-2754-451C-B9A3-E76AC19A11E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40516" y="3530774"/>
                          <a:ext cx="1549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47DA026-CCBC-44BF-820E-B1379E00F2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804374"/>
              </p:ext>
            </p:extLst>
          </p:nvPr>
        </p:nvGraphicFramePr>
        <p:xfrm>
          <a:off x="4017702" y="3245539"/>
          <a:ext cx="204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02" name="Equation" r:id="rId23" imgW="2044440" imgH="736560" progId="Equation.DSMT4">
                  <p:embed/>
                </p:oleObj>
              </mc:Choice>
              <mc:Fallback>
                <p:oleObj name="Equation" r:id="rId23" imgW="204444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04EF78E-5B41-49A4-A121-08E0E2758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17702" y="3245539"/>
                        <a:ext cx="2044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A6DCAF20-32D7-4A8D-B0F8-80379632AF18}"/>
              </a:ext>
            </a:extLst>
          </p:cNvPr>
          <p:cNvGrpSpPr/>
          <p:nvPr/>
        </p:nvGrpSpPr>
        <p:grpSpPr>
          <a:xfrm>
            <a:off x="91641" y="4162954"/>
            <a:ext cx="4472435" cy="461665"/>
            <a:chOff x="271661" y="4306970"/>
            <a:chExt cx="4472435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FCE6B6E-BB6E-4563-A5C6-F43C202B7A2C}"/>
                </a:ext>
              </a:extLst>
            </p:cNvPr>
            <p:cNvSpPr/>
            <p:nvPr/>
          </p:nvSpPr>
          <p:spPr>
            <a:xfrm>
              <a:off x="271661" y="4306970"/>
              <a:ext cx="447243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时，</a:t>
              </a:r>
              <a:endParaRPr lang="zh-CN" altLang="en-US" sz="2400" dirty="0"/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68FD9AD7-2F74-4906-A18D-789180B330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0426531"/>
                </p:ext>
              </p:extLst>
            </p:nvPr>
          </p:nvGraphicFramePr>
          <p:xfrm>
            <a:off x="405828" y="4366353"/>
            <a:ext cx="154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3" name="Equation" r:id="rId25" imgW="1549080" imgH="342720" progId="Equation.DSMT4">
                    <p:embed/>
                  </p:oleObj>
                </mc:Choice>
                <mc:Fallback>
                  <p:oleObj name="Equation" r:id="rId25" imgW="1549080" imgH="3427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01A8D5D4-C940-4973-9492-41BD0EC3D59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05828" y="4366353"/>
                          <a:ext cx="1549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DC15EA1E-7F82-4299-BA7B-A9CB6F9925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65290634"/>
                </p:ext>
              </p:extLst>
            </p:nvPr>
          </p:nvGraphicFramePr>
          <p:xfrm>
            <a:off x="2486025" y="4361353"/>
            <a:ext cx="199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4" name="Equation" r:id="rId27" imgW="1993680" imgH="342720" progId="Equation.DSMT4">
                    <p:embed/>
                  </p:oleObj>
                </mc:Choice>
                <mc:Fallback>
                  <p:oleObj name="Equation" r:id="rId27" imgW="1993680" imgH="34272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A84A8746-23C0-4BD7-AFEC-B4B072FFF5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486025" y="4361353"/>
                          <a:ext cx="199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EE2353F-8780-406D-AA83-A8A96C7402FF}"/>
              </a:ext>
            </a:extLst>
          </p:cNvPr>
          <p:cNvGrpSpPr/>
          <p:nvPr/>
        </p:nvGrpSpPr>
        <p:grpSpPr>
          <a:xfrm>
            <a:off x="4311600" y="4157566"/>
            <a:ext cx="4364856" cy="461665"/>
            <a:chOff x="4491620" y="4301582"/>
            <a:chExt cx="4364856" cy="46166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C58A28C-7280-4D0A-836D-ADF0B8891C7E}"/>
                </a:ext>
              </a:extLst>
            </p:cNvPr>
            <p:cNvSpPr/>
            <p:nvPr/>
          </p:nvSpPr>
          <p:spPr>
            <a:xfrm>
              <a:off x="4491620" y="4301582"/>
              <a:ext cx="43648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所以存在                       使得</a:t>
              </a:r>
              <a:endParaRPr lang="zh-CN" altLang="en-US" sz="2400" dirty="0"/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7E0578DF-57E7-408F-BCE9-EC7FABA284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1355398"/>
                </p:ext>
              </p:extLst>
            </p:nvPr>
          </p:nvGraphicFramePr>
          <p:xfrm>
            <a:off x="5932289" y="4360964"/>
            <a:ext cx="152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5" name="Equation" r:id="rId29" imgW="1523880" imgH="342720" progId="Equation.DSMT4">
                    <p:embed/>
                  </p:oleObj>
                </mc:Choice>
                <mc:Fallback>
                  <p:oleObj name="Equation" r:id="rId29" imgW="1523880" imgH="3427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5A31A46A-DC81-4DA5-BFDA-2B126D8905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932289" y="4360964"/>
                          <a:ext cx="1524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480EC0EC-B1CE-4429-98EF-4003710AFB93}"/>
              </a:ext>
            </a:extLst>
          </p:cNvPr>
          <p:cNvSpPr/>
          <p:nvPr/>
        </p:nvSpPr>
        <p:spPr>
          <a:xfrm>
            <a:off x="5966952" y="2542798"/>
            <a:ext cx="30971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由极限的局部保号性，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E22AE36-CD52-480A-AFD8-99C28AA527BA}"/>
              </a:ext>
            </a:extLst>
          </p:cNvPr>
          <p:cNvGrpSpPr/>
          <p:nvPr/>
        </p:nvGrpSpPr>
        <p:grpSpPr>
          <a:xfrm>
            <a:off x="6144231" y="3299219"/>
            <a:ext cx="2264075" cy="461665"/>
            <a:chOff x="6268365" y="3412009"/>
            <a:chExt cx="2264075" cy="461665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53D5D49-2B2A-4F0F-9540-AD0EDCE8F158}"/>
                </a:ext>
              </a:extLst>
            </p:cNvPr>
            <p:cNvSpPr/>
            <p:nvPr/>
          </p:nvSpPr>
          <p:spPr>
            <a:xfrm>
              <a:off x="6268365" y="3412009"/>
              <a:ext cx="226407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由于               故</a:t>
              </a:r>
              <a:endParaRPr lang="zh-CN" altLang="en-US" sz="2400" dirty="0"/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4153BC2B-3A5D-4B18-875B-51E9600FF6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1592468"/>
                </p:ext>
              </p:extLst>
            </p:nvPr>
          </p:nvGraphicFramePr>
          <p:xfrm>
            <a:off x="6919224" y="3482241"/>
            <a:ext cx="1130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06" name="Equation" r:id="rId31" imgW="1130040" imgH="330120" progId="Equation.DSMT4">
                    <p:embed/>
                  </p:oleObj>
                </mc:Choice>
                <mc:Fallback>
                  <p:oleObj name="Equation" r:id="rId31" imgW="1130040" imgH="3301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A0056EB9-14EF-4AAB-A985-206A230244E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919224" y="3482241"/>
                          <a:ext cx="1130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7434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FC3F5B8-1E2E-465F-9F5F-0029D80C7362}"/>
              </a:ext>
            </a:extLst>
          </p:cNvPr>
          <p:cNvGrpSpPr/>
          <p:nvPr/>
        </p:nvGrpSpPr>
        <p:grpSpPr>
          <a:xfrm>
            <a:off x="179512" y="267494"/>
            <a:ext cx="8374620" cy="966040"/>
            <a:chOff x="287524" y="411510"/>
            <a:chExt cx="8374620" cy="96604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8B63600-7A6A-48F8-BBAA-4E8B026B62C6}"/>
                </a:ext>
              </a:extLst>
            </p:cNvPr>
            <p:cNvGrpSpPr/>
            <p:nvPr/>
          </p:nvGrpSpPr>
          <p:grpSpPr>
            <a:xfrm>
              <a:off x="1043608" y="411510"/>
              <a:ext cx="7618536" cy="504056"/>
              <a:chOff x="755576" y="411510"/>
              <a:chExt cx="7618536" cy="504056"/>
            </a:xfrm>
          </p:grpSpPr>
          <p:sp>
            <p:nvSpPr>
              <p:cNvPr id="8" name="副标题 2">
                <a:extLst>
                  <a:ext uri="{FF2B5EF4-FFF2-40B4-BE49-F238E27FC236}">
                    <a16:creationId xmlns:a16="http://schemas.microsoft.com/office/drawing/2014/main" id="{09A74B1E-4513-490C-AB48-8098EC3271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576" y="411510"/>
                <a:ext cx="5076564" cy="50405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2400" b="1" dirty="0">
                    <a:solidFill>
                      <a:srgbClr val="0066FF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+mj-ea"/>
                    <a:cs typeface="Times New Roman" panose="02020603050405020304" pitchFamily="18" charset="0"/>
                  </a:rPr>
                  <a:t>设函数        在         上可导，并且                                    </a:t>
                </a:r>
              </a:p>
            </p:txBody>
          </p:sp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CB7C7E39-1DD2-45CC-8927-265D66E10A5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0315345"/>
                  </p:ext>
                </p:extLst>
              </p:nvPr>
            </p:nvGraphicFramePr>
            <p:xfrm>
              <a:off x="2077492" y="477455"/>
              <a:ext cx="6223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94" name="Equation" r:id="rId3" imgW="622080" imgH="342720" progId="Equation.DSMT4">
                      <p:embed/>
                    </p:oleObj>
                  </mc:Choice>
                  <mc:Fallback>
                    <p:oleObj name="Equation" r:id="rId3" imgW="622080" imgH="34272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8D97F038-ACC8-4829-9458-E7B549B5C74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077492" y="477455"/>
                            <a:ext cx="6223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8BEE74B1-4EE2-4AC9-83E3-2B045AC137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403421"/>
                  </p:ext>
                </p:extLst>
              </p:nvPr>
            </p:nvGraphicFramePr>
            <p:xfrm>
              <a:off x="2979192" y="483805"/>
              <a:ext cx="635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95" name="Equation" r:id="rId5" imgW="634680" imgH="330120" progId="Equation.DSMT4">
                      <p:embed/>
                    </p:oleObj>
                  </mc:Choice>
                  <mc:Fallback>
                    <p:oleObj name="Equation" r:id="rId5" imgW="634680" imgH="33012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E1C8A0F0-CAF2-4F81-A614-A3E18927EDD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979192" y="483805"/>
                            <a:ext cx="6350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5537DB7B-CB20-43B1-A01E-825E7FC2E1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0657566"/>
                  </p:ext>
                </p:extLst>
              </p:nvPr>
            </p:nvGraphicFramePr>
            <p:xfrm>
              <a:off x="5580112" y="477455"/>
              <a:ext cx="2794000" cy="355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496" name="Equation" r:id="rId7" imgW="2793960" imgH="355320" progId="Equation.DSMT4">
                      <p:embed/>
                    </p:oleObj>
                  </mc:Choice>
                  <mc:Fallback>
                    <p:oleObj name="Equation" r:id="rId7" imgW="2793960" imgH="355320" progId="Equation.DSMT4">
                      <p:embed/>
                      <p:pic>
                        <p:nvPicPr>
                          <p:cNvPr id="11" name="对象 10">
                            <a:extLst>
                              <a:ext uri="{FF2B5EF4-FFF2-40B4-BE49-F238E27FC236}">
                                <a16:creationId xmlns:a16="http://schemas.microsoft.com/office/drawing/2014/main" id="{12E289EE-5201-4D09-A737-B27CE296657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580112" y="477455"/>
                            <a:ext cx="2794000" cy="355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5908B12-0E71-4370-B0D8-E53D569AAD54}"/>
                </a:ext>
              </a:extLst>
            </p:cNvPr>
            <p:cNvSpPr/>
            <p:nvPr/>
          </p:nvSpPr>
          <p:spPr>
            <a:xfrm>
              <a:off x="287524" y="915885"/>
              <a:ext cx="56886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证明：在         内存在一点                 使              </a:t>
              </a:r>
              <a:endParaRPr lang="zh-CN" altLang="en-US" sz="2400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829A8B1-4B4E-447A-9F62-80FE738463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8836472"/>
                </p:ext>
              </p:extLst>
            </p:nvPr>
          </p:nvGraphicFramePr>
          <p:xfrm>
            <a:off x="1619672" y="1005710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7" name="Equation" r:id="rId9" imgW="660240" imgH="342720" progId="Equation.DSMT4">
                    <p:embed/>
                  </p:oleObj>
                </mc:Choice>
                <mc:Fallback>
                  <p:oleObj name="Equation" r:id="rId9" imgW="66024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46A303A5-76CB-4C3D-8039-0F3EC1424DD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19672" y="1005710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5C05EFD-6174-4D57-9651-EF402AA620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8778383"/>
                </p:ext>
              </p:extLst>
            </p:nvPr>
          </p:nvGraphicFramePr>
          <p:xfrm>
            <a:off x="3883025" y="983671"/>
            <a:ext cx="1193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8" name="Equation" r:id="rId11" imgW="1193760" imgH="342720" progId="Equation.DSMT4">
                    <p:embed/>
                  </p:oleObj>
                </mc:Choice>
                <mc:Fallback>
                  <p:oleObj name="Equation" r:id="rId11" imgW="119376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61B6CF53-25C8-49B8-86C2-6F7069F97A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83025" y="983671"/>
                          <a:ext cx="1193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72CC6DC-3E1B-4533-A52F-9DAFEF8051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1867892"/>
                </p:ext>
              </p:extLst>
            </p:nvPr>
          </p:nvGraphicFramePr>
          <p:xfrm>
            <a:off x="5436096" y="986272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99" name="Equation" r:id="rId13" imgW="1218960" imgH="355320" progId="Equation.DSMT4">
                    <p:embed/>
                  </p:oleObj>
                </mc:Choice>
                <mc:Fallback>
                  <p:oleObj name="Equation" r:id="rId13" imgW="1218960" imgH="3553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F7CF424F-F399-4AFC-85CE-43474AAE54F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436096" y="986272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3E645E4-C7FB-4052-ABDB-DA289FB83A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43542"/>
              </p:ext>
            </p:extLst>
          </p:nvPr>
        </p:nvGraphicFramePr>
        <p:xfrm>
          <a:off x="2807804" y="1710156"/>
          <a:ext cx="245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0" name="Equation" r:id="rId15" imgW="2450880" imgH="342720" progId="Equation.DSMT4">
                  <p:embed/>
                </p:oleObj>
              </mc:Choice>
              <mc:Fallback>
                <p:oleObj name="Equation" r:id="rId15" imgW="245088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03EAECC-481A-49B1-BDA5-81F70AA18F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07804" y="1710156"/>
                        <a:ext cx="245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C885DC0-5AAE-4A6A-A425-A794A87335E1}"/>
              </a:ext>
            </a:extLst>
          </p:cNvPr>
          <p:cNvCxnSpPr/>
          <p:nvPr/>
        </p:nvCxnSpPr>
        <p:spPr>
          <a:xfrm>
            <a:off x="17748" y="1419622"/>
            <a:ext cx="9108504" cy="0"/>
          </a:xfrm>
          <a:prstGeom prst="line">
            <a:avLst/>
          </a:prstGeom>
          <a:ln w="25400" cmpd="thickThin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8392464-C03D-4961-8C9F-47522835E19E}"/>
              </a:ext>
            </a:extLst>
          </p:cNvPr>
          <p:cNvGrpSpPr/>
          <p:nvPr/>
        </p:nvGrpSpPr>
        <p:grpSpPr>
          <a:xfrm>
            <a:off x="287524" y="2283718"/>
            <a:ext cx="8352928" cy="461665"/>
            <a:chOff x="395536" y="2427734"/>
            <a:chExt cx="8352928" cy="46166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6CBD1FC1-5C38-4DED-ADAC-AE088E2F3400}"/>
                </a:ext>
              </a:extLst>
            </p:cNvPr>
            <p:cNvSpPr/>
            <p:nvPr/>
          </p:nvSpPr>
          <p:spPr>
            <a:xfrm>
              <a:off x="395536" y="2427734"/>
              <a:ext cx="835292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由有界闭区间上连续函数的</a:t>
              </a:r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介值定理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得，存在                 使得</a:t>
              </a:r>
              <a:endParaRPr lang="zh-CN" altLang="en-US" sz="2400" dirty="0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381F0FE5-6E40-47B0-A9A7-96645DA95D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9204202"/>
                </p:ext>
              </p:extLst>
            </p:nvPr>
          </p:nvGraphicFramePr>
          <p:xfrm>
            <a:off x="6648450" y="2495550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1" name="Equation" r:id="rId17" imgW="1180800" imgH="342720" progId="Equation.DSMT4">
                    <p:embed/>
                  </p:oleObj>
                </mc:Choice>
                <mc:Fallback>
                  <p:oleObj name="Equation" r:id="rId17" imgW="1180800" imgH="3427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A4D5971C-F1B9-4231-B8CA-CD5837EC7F3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648450" y="2495550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0084C23-F370-4ED3-AFAB-F693960EC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039282"/>
              </p:ext>
            </p:extLst>
          </p:nvPr>
        </p:nvGraphicFramePr>
        <p:xfrm>
          <a:off x="3023828" y="2917151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2" name="Equation" r:id="rId19" imgW="1587240" imgH="342720" progId="Equation.DSMT4">
                  <p:embed/>
                </p:oleObj>
              </mc:Choice>
              <mc:Fallback>
                <p:oleObj name="Equation" r:id="rId19" imgW="158724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2BD42D4-1798-43A1-8223-AF17E22BA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23828" y="2917151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80A2323D-1270-4E9F-80FE-7C14B0745335}"/>
              </a:ext>
            </a:extLst>
          </p:cNvPr>
          <p:cNvGrpSpPr/>
          <p:nvPr/>
        </p:nvGrpSpPr>
        <p:grpSpPr>
          <a:xfrm>
            <a:off x="324147" y="3424812"/>
            <a:ext cx="8712968" cy="461665"/>
            <a:chOff x="432159" y="3568828"/>
            <a:chExt cx="8712968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9D93163-1CA9-44C7-B764-FA79725F7C2A}"/>
                </a:ext>
              </a:extLst>
            </p:cNvPr>
            <p:cNvSpPr/>
            <p:nvPr/>
          </p:nvSpPr>
          <p:spPr>
            <a:xfrm>
              <a:off x="432159" y="3568828"/>
              <a:ext cx="871296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显然函数        在区间          上满足罗尔定理条件，从而存在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8A6E882-EFF1-4529-A17D-3DF2FB16FA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40996796"/>
                </p:ext>
              </p:extLst>
            </p:nvPr>
          </p:nvGraphicFramePr>
          <p:xfrm>
            <a:off x="1743224" y="365897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3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9A810A63-5C6A-4EA6-A54D-9E0A701B872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743224" y="365897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EF91B19E-780C-49B5-836B-1EBB978532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5874133"/>
                </p:ext>
              </p:extLst>
            </p:nvPr>
          </p:nvGraphicFramePr>
          <p:xfrm>
            <a:off x="3359089" y="363456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4" name="Equation" r:id="rId23" imgW="634680" imgH="330120" progId="Equation.DSMT4">
                    <p:embed/>
                  </p:oleObj>
                </mc:Choice>
                <mc:Fallback>
                  <p:oleObj name="Equation" r:id="rId23" imgW="634680" imgH="3301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A552F668-716A-41E9-AFC5-38BB98FAAB1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359089" y="363456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FE243FB-FB39-4BD1-811D-7669E8D6C79F}"/>
              </a:ext>
            </a:extLst>
          </p:cNvPr>
          <p:cNvGrpSpPr/>
          <p:nvPr/>
        </p:nvGrpSpPr>
        <p:grpSpPr>
          <a:xfrm>
            <a:off x="419460" y="4083599"/>
            <a:ext cx="3898977" cy="461665"/>
            <a:chOff x="527472" y="4227615"/>
            <a:chExt cx="3898977" cy="461665"/>
          </a:xfrm>
        </p:grpSpPr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4CC493EC-E0EF-4BC9-ACF0-A582234101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3979026"/>
                </p:ext>
              </p:extLst>
            </p:nvPr>
          </p:nvGraphicFramePr>
          <p:xfrm>
            <a:off x="527472" y="4323145"/>
            <a:ext cx="2184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5" name="Equation" r:id="rId25" imgW="2184120" imgH="342720" progId="Equation.DSMT4">
                    <p:embed/>
                  </p:oleObj>
                </mc:Choice>
                <mc:Fallback>
                  <p:oleObj name="Equation" r:id="rId25" imgW="2184120" imgH="3427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3A3D3FB4-0BC8-4829-8736-B09527A6326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27472" y="4323145"/>
                          <a:ext cx="2184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9C56A78-A45B-4608-8322-20E422E52081}"/>
                </a:ext>
              </a:extLst>
            </p:cNvPr>
            <p:cNvSpPr/>
            <p:nvPr/>
          </p:nvSpPr>
          <p:spPr>
            <a:xfrm>
              <a:off x="2740801" y="422761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使</a:t>
              </a:r>
              <a:endParaRPr lang="zh-CN" altLang="en-US" sz="2400" dirty="0"/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D45E560D-D1DD-4382-BB97-FD2B3299A6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8444762"/>
                </p:ext>
              </p:extLst>
            </p:nvPr>
          </p:nvGraphicFramePr>
          <p:xfrm>
            <a:off x="3207249" y="4280647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06" name="Equation" r:id="rId27" imgW="1218960" imgH="355320" progId="Equation.DSMT4">
                    <p:embed/>
                  </p:oleObj>
                </mc:Choice>
                <mc:Fallback>
                  <p:oleObj name="Equation" r:id="rId27" imgW="121896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334EC14C-EA96-4757-9EC8-7B07D0398C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207249" y="4280647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9692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6BFBCE86-2807-4E8D-BFE7-5CE86E9DC838}"/>
              </a:ext>
            </a:extLst>
          </p:cNvPr>
          <p:cNvSpPr txBox="1">
            <a:spLocks/>
          </p:cNvSpPr>
          <p:nvPr/>
        </p:nvSpPr>
        <p:spPr>
          <a:xfrm>
            <a:off x="971600" y="267494"/>
            <a:ext cx="784887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        在                     上连续，在          内可导，且                              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3E1D78D-1B70-476B-BB0F-45891690ED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604873"/>
              </p:ext>
            </p:extLst>
          </p:nvPr>
        </p:nvGraphicFramePr>
        <p:xfrm>
          <a:off x="2267744" y="34807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6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041AB18-69EE-4B74-A886-C7C863CD9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34807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31DAD97-416E-4249-84C9-297959976B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1653906"/>
              </p:ext>
            </p:extLst>
          </p:nvPr>
        </p:nvGraphicFramePr>
        <p:xfrm>
          <a:off x="3275856" y="348072"/>
          <a:ext cx="1473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7" name="Equation" r:id="rId5" imgW="1473120" imgH="342720" progId="Equation.DSMT4">
                  <p:embed/>
                </p:oleObj>
              </mc:Choice>
              <mc:Fallback>
                <p:oleObj name="Equation" r:id="rId5" imgW="147312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F77F1E1-24ED-4836-B1C5-9D301B25D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5856" y="348072"/>
                        <a:ext cx="1473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9C3D976-C909-4758-B3F1-0DE9EECA16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400494"/>
              </p:ext>
            </p:extLst>
          </p:nvPr>
        </p:nvGraphicFramePr>
        <p:xfrm>
          <a:off x="6376392" y="348072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8" name="Equation" r:id="rId7" imgW="660240" imgH="342720" progId="Equation.DSMT4">
                  <p:embed/>
                </p:oleObj>
              </mc:Choice>
              <mc:Fallback>
                <p:oleObj name="Equation" r:id="rId7" imgW="66024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0952F89-1599-4C49-ABD4-AE150AFEA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6392" y="348072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副标题 2">
            <a:extLst>
              <a:ext uri="{FF2B5EF4-FFF2-40B4-BE49-F238E27FC236}">
                <a16:creationId xmlns:a16="http://schemas.microsoft.com/office/drawing/2014/main" id="{552D2689-0451-4F38-BDFD-FFF14C837243}"/>
              </a:ext>
            </a:extLst>
          </p:cNvPr>
          <p:cNvSpPr txBox="1">
            <a:spLocks/>
          </p:cNvSpPr>
          <p:nvPr/>
        </p:nvSpPr>
        <p:spPr>
          <a:xfrm>
            <a:off x="483481" y="824561"/>
            <a:ext cx="784887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证明存在                       满足                                                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E9FB249-37AD-4325-A5E8-9EC0A531EC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521904"/>
              </p:ext>
            </p:extLst>
          </p:nvPr>
        </p:nvGraphicFramePr>
        <p:xfrm>
          <a:off x="179512" y="898789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9" name="Equation" r:id="rId9" imgW="1218960" imgH="355320" progId="Equation.DSMT4">
                  <p:embed/>
                </p:oleObj>
              </mc:Choice>
              <mc:Fallback>
                <p:oleObj name="Equation" r:id="rId9" imgW="121896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A0BCE34-2BB1-4D70-86F4-4B09548E5E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9512" y="898789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9BC84C7-37D9-480D-B7EC-6D7C74ED8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201978"/>
              </p:ext>
            </p:extLst>
          </p:nvPr>
        </p:nvGraphicFramePr>
        <p:xfrm>
          <a:off x="2699792" y="898789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0" name="Equation" r:id="rId11" imgW="1587240" imgH="342720" progId="Equation.DSMT4">
                  <p:embed/>
                </p:oleObj>
              </mc:Choice>
              <mc:Fallback>
                <p:oleObj name="Equation" r:id="rId11" imgW="15872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89CCEE3-E2B6-4D89-9E98-FEF37433E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9792" y="898789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5FB3CCC-E831-4F70-966B-D0E97C38EB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930384"/>
              </p:ext>
            </p:extLst>
          </p:nvPr>
        </p:nvGraphicFramePr>
        <p:xfrm>
          <a:off x="4980106" y="690972"/>
          <a:ext cx="237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1" name="Equation" r:id="rId13" imgW="2374560" imgH="825480" progId="Equation.DSMT4">
                  <p:embed/>
                </p:oleObj>
              </mc:Choice>
              <mc:Fallback>
                <p:oleObj name="Equation" r:id="rId13" imgW="2374560" imgH="8254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A1C84BA-FB97-4A48-929F-A947F25200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80106" y="690972"/>
                        <a:ext cx="2374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A1944EC4-C0A9-4611-B1BB-E1EDEC42C5DE}"/>
              </a:ext>
            </a:extLst>
          </p:cNvPr>
          <p:cNvSpPr/>
          <p:nvPr/>
        </p:nvSpPr>
        <p:spPr>
          <a:xfrm>
            <a:off x="882293" y="1654329"/>
            <a:ext cx="13854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A66B4FD-F16E-4D91-996A-F0C054A5BC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740308"/>
              </p:ext>
            </p:extLst>
          </p:nvPr>
        </p:nvGraphicFramePr>
        <p:xfrm>
          <a:off x="4922743" y="1638747"/>
          <a:ext cx="3632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2" name="Equation" r:id="rId15" imgW="3632040" imgH="736560" progId="Equation.DSMT4">
                  <p:embed/>
                </p:oleObj>
              </mc:Choice>
              <mc:Fallback>
                <p:oleObj name="Equation" r:id="rId15" imgW="363204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F56C8EC-E920-4B24-B15D-2D0186602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22743" y="1638747"/>
                        <a:ext cx="3632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D6CB15F-E5CF-4A08-92DA-A7DF805C92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75172"/>
              </p:ext>
            </p:extLst>
          </p:nvPr>
        </p:nvGraphicFramePr>
        <p:xfrm>
          <a:off x="1874267" y="1594297"/>
          <a:ext cx="2298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3" name="Equation" r:id="rId17" imgW="2298600" imgH="825480" progId="Equation.DSMT4">
                  <p:embed/>
                </p:oleObj>
              </mc:Choice>
              <mc:Fallback>
                <p:oleObj name="Equation" r:id="rId17" imgW="2298600" imgH="825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8019E92F-2FD5-4430-AC50-4758E0731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74267" y="1594297"/>
                        <a:ext cx="2298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箭头: 右 12">
            <a:extLst>
              <a:ext uri="{FF2B5EF4-FFF2-40B4-BE49-F238E27FC236}">
                <a16:creationId xmlns:a16="http://schemas.microsoft.com/office/drawing/2014/main" id="{66BC1310-D419-4E7E-929D-6360F3179881}"/>
              </a:ext>
            </a:extLst>
          </p:cNvPr>
          <p:cNvSpPr/>
          <p:nvPr/>
        </p:nvSpPr>
        <p:spPr>
          <a:xfrm>
            <a:off x="4304342" y="1863031"/>
            <a:ext cx="618401" cy="288032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2BB788-B472-4BBE-8789-344B3E153972}"/>
              </a:ext>
            </a:extLst>
          </p:cNvPr>
          <p:cNvSpPr/>
          <p:nvPr/>
        </p:nvSpPr>
        <p:spPr>
          <a:xfrm>
            <a:off x="895883" y="2514676"/>
            <a:ext cx="651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FD44F2B-6D11-47A7-A735-7AB6D60848D7}"/>
              </a:ext>
            </a:extLst>
          </p:cNvPr>
          <p:cNvGrpSpPr/>
          <p:nvPr/>
        </p:nvGrpSpPr>
        <p:grpSpPr>
          <a:xfrm>
            <a:off x="1398712" y="2517889"/>
            <a:ext cx="7565776" cy="461665"/>
            <a:chOff x="1470720" y="2665080"/>
            <a:chExt cx="7565776" cy="461665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2B36777-F579-4E11-BD85-D054DE5FFEBC}"/>
                </a:ext>
              </a:extLst>
            </p:cNvPr>
            <p:cNvSpPr/>
            <p:nvPr/>
          </p:nvSpPr>
          <p:spPr>
            <a:xfrm>
              <a:off x="1470720" y="2665080"/>
              <a:ext cx="7565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对函数        在                    上利用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拉格朗日中值定理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</a:t>
              </a:r>
              <a:endParaRPr lang="zh-CN" altLang="en-US" sz="2400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6B8A568C-B312-4657-84AA-4D5464F058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5157197"/>
                </p:ext>
              </p:extLst>
            </p:nvPr>
          </p:nvGraphicFramePr>
          <p:xfrm>
            <a:off x="2484400" y="27623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4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6F7CE056-FC52-478E-9552-58C4FE26690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84400" y="276236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01FDA423-01CF-4217-BB4C-4306DCAF78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454027"/>
                </p:ext>
              </p:extLst>
            </p:nvPr>
          </p:nvGraphicFramePr>
          <p:xfrm>
            <a:off x="3460948" y="2749398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5" name="Equation" r:id="rId20" imgW="1473120" imgH="342720" progId="Equation.DSMT4">
                    <p:embed/>
                  </p:oleObj>
                </mc:Choice>
                <mc:Fallback>
                  <p:oleObj name="Equation" r:id="rId20" imgW="1473120" imgH="34272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0DAA9317-2834-4255-8A35-B3634992766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460948" y="2749398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00B8543-344B-4780-A073-847CEC01F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694944"/>
              </p:ext>
            </p:extLst>
          </p:nvPr>
        </p:nvGraphicFramePr>
        <p:xfrm>
          <a:off x="1979712" y="3217803"/>
          <a:ext cx="330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6" name="Equation" r:id="rId22" imgW="3301920" imgH="355320" progId="Equation.DSMT4">
                  <p:embed/>
                </p:oleObj>
              </mc:Choice>
              <mc:Fallback>
                <p:oleObj name="Equation" r:id="rId22" imgW="3301920" imgH="3553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8F30259-D866-47A5-9474-CD121CE249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979712" y="3217803"/>
                        <a:ext cx="3302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9CB3181-6939-41CB-942F-7FEE1C51AB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83412"/>
              </p:ext>
            </p:extLst>
          </p:nvPr>
        </p:nvGraphicFramePr>
        <p:xfrm>
          <a:off x="5724128" y="3267860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07" name="Equation" r:id="rId24" imgW="1168200" imgH="330120" progId="Equation.DSMT4">
                  <p:embed/>
                </p:oleObj>
              </mc:Choice>
              <mc:Fallback>
                <p:oleObj name="Equation" r:id="rId24" imgW="1168200" imgH="3301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59B9BA1-49C8-4941-9301-B6D4F13EC5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24128" y="3267860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17C99623-FB21-4643-8B17-7D8E84340D42}"/>
              </a:ext>
            </a:extLst>
          </p:cNvPr>
          <p:cNvGrpSpPr/>
          <p:nvPr/>
        </p:nvGrpSpPr>
        <p:grpSpPr>
          <a:xfrm>
            <a:off x="966168" y="3808924"/>
            <a:ext cx="7565776" cy="461665"/>
            <a:chOff x="1038176" y="3956115"/>
            <a:chExt cx="7565776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859FF46-674E-4EA4-90A1-80D38DBDECC7}"/>
                </a:ext>
              </a:extLst>
            </p:cNvPr>
            <p:cNvSpPr/>
            <p:nvPr/>
          </p:nvSpPr>
          <p:spPr>
            <a:xfrm>
              <a:off x="1038176" y="3956115"/>
              <a:ext cx="7565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对函数        和    在          上利用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柯西中值定理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得，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D25DE47F-AA80-4340-9855-8E02BFD605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3450841"/>
                </p:ext>
              </p:extLst>
            </p:nvPr>
          </p:nvGraphicFramePr>
          <p:xfrm>
            <a:off x="2028602" y="402006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8" name="Equation" r:id="rId26" imgW="622080" imgH="342720" progId="Equation.DSMT4">
                    <p:embed/>
                  </p:oleObj>
                </mc:Choice>
                <mc:Fallback>
                  <p:oleObj name="Equation" r:id="rId26" imgW="622080" imgH="3427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43EBCC11-1617-4FED-8376-88D51AA6CDC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28602" y="402006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8038DEE8-97A7-4497-9C70-6065C06D57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2769810"/>
                </p:ext>
              </p:extLst>
            </p:nvPr>
          </p:nvGraphicFramePr>
          <p:xfrm>
            <a:off x="2982562" y="3956115"/>
            <a:ext cx="279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9" name="Equation" r:id="rId27" imgW="279360" imgH="342720" progId="Equation.DSMT4">
                    <p:embed/>
                  </p:oleObj>
                </mc:Choice>
                <mc:Fallback>
                  <p:oleObj name="Equation" r:id="rId27" imgW="279360" imgH="3427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B9DB8F5-23B4-4FEC-947E-BA43CD7AD4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982562" y="3956115"/>
                          <a:ext cx="279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F6C3724B-987E-46D5-9ABB-F0536E7A67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543222"/>
                </p:ext>
              </p:extLst>
            </p:nvPr>
          </p:nvGraphicFramePr>
          <p:xfrm>
            <a:off x="3641328" y="4026416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10" name="Equation" r:id="rId29" imgW="634680" imgH="330120" progId="Equation.DSMT4">
                    <p:embed/>
                  </p:oleObj>
                </mc:Choice>
                <mc:Fallback>
                  <p:oleObj name="Equation" r:id="rId29" imgW="634680" imgH="33012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D6A89415-2897-4926-9433-F8A5CE4344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641328" y="4026416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7470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30023F9-456E-412B-AF31-9A62E62C6A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132806"/>
              </p:ext>
            </p:extLst>
          </p:nvPr>
        </p:nvGraphicFramePr>
        <p:xfrm>
          <a:off x="1844257" y="1587431"/>
          <a:ext cx="2641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7" name="Equation" r:id="rId3" imgW="2641320" imgH="736560" progId="Equation.DSMT4">
                  <p:embed/>
                </p:oleObj>
              </mc:Choice>
              <mc:Fallback>
                <p:oleObj name="Equation" r:id="rId3" imgW="264132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CE98EA5-0978-4827-8D0C-A0ACDA79F1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4257" y="1587431"/>
                        <a:ext cx="2641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09385B4-F258-4963-A206-F59BD9F8A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589797"/>
              </p:ext>
            </p:extLst>
          </p:nvPr>
        </p:nvGraphicFramePr>
        <p:xfrm>
          <a:off x="1547664" y="555526"/>
          <a:ext cx="3302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8" name="Equation" r:id="rId5" imgW="3301920" imgH="355320" progId="Equation.DSMT4">
                  <p:embed/>
                </p:oleObj>
              </mc:Choice>
              <mc:Fallback>
                <p:oleObj name="Equation" r:id="rId5" imgW="33019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686B27E-3AF1-4A8E-9185-D63D446B62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555526"/>
                        <a:ext cx="3302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46A7896-B475-45D0-B448-5FD2619366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169001"/>
              </p:ext>
            </p:extLst>
          </p:nvPr>
        </p:nvGraphicFramePr>
        <p:xfrm>
          <a:off x="5292080" y="605583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9" name="Equation" r:id="rId7" imgW="1168200" imgH="330120" progId="Equation.DSMT4">
                  <p:embed/>
                </p:oleObj>
              </mc:Choice>
              <mc:Fallback>
                <p:oleObj name="Equation" r:id="rId7" imgW="116820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995724F-E69F-4E10-BD76-3C44D0881C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92080" y="605583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CB5625E-FBFB-4F80-A753-C6B2B01C1851}"/>
              </a:ext>
            </a:extLst>
          </p:cNvPr>
          <p:cNvCxnSpPr/>
          <p:nvPr/>
        </p:nvCxnSpPr>
        <p:spPr>
          <a:xfrm>
            <a:off x="0" y="1203598"/>
            <a:ext cx="9144000" cy="0"/>
          </a:xfrm>
          <a:prstGeom prst="line">
            <a:avLst/>
          </a:prstGeom>
          <a:ln w="3492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25E457-2228-4185-AD3A-3CE05C16F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3991921"/>
              </p:ext>
            </p:extLst>
          </p:nvPr>
        </p:nvGraphicFramePr>
        <p:xfrm>
          <a:off x="5076056" y="1766888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0" name="Equation" r:id="rId9" imgW="1168200" imgH="330120" progId="Equation.DSMT4">
                  <p:embed/>
                </p:oleObj>
              </mc:Choice>
              <mc:Fallback>
                <p:oleObj name="Equation" r:id="rId9" imgW="116820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34DD274B-796C-47A7-98A1-64972CCA1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76056" y="1766888"/>
                        <a:ext cx="1168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C21F69F-39CE-468E-8FC9-6455D58254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384368"/>
              </p:ext>
            </p:extLst>
          </p:nvPr>
        </p:nvGraphicFramePr>
        <p:xfrm>
          <a:off x="7524328" y="503826"/>
          <a:ext cx="34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1" name="Equation" r:id="rId11" imgW="342720" imgH="342720" progId="Equation.DSMT4">
                  <p:embed/>
                </p:oleObj>
              </mc:Choice>
              <mc:Fallback>
                <p:oleObj name="Equation" r:id="rId11" imgW="34272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5223C34-4C2A-4015-86B5-AFD04DA20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24328" y="503826"/>
                        <a:ext cx="342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D069155-C690-4D9C-80E8-27A1A077C8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767443"/>
              </p:ext>
            </p:extLst>
          </p:nvPr>
        </p:nvGraphicFramePr>
        <p:xfrm>
          <a:off x="7451678" y="1766888"/>
          <a:ext cx="406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2" name="Equation" r:id="rId13" imgW="406080" imgH="342720" progId="Equation.DSMT4">
                  <p:embed/>
                </p:oleObj>
              </mc:Choice>
              <mc:Fallback>
                <p:oleObj name="Equation" r:id="rId13" imgW="406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D16F82E-3E67-4F63-B868-6925BCAA9D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51678" y="1766888"/>
                        <a:ext cx="406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E93FF6FD-E89C-455E-8BCC-A9971D641725}"/>
              </a:ext>
            </a:extLst>
          </p:cNvPr>
          <p:cNvGrpSpPr/>
          <p:nvPr/>
        </p:nvGrpSpPr>
        <p:grpSpPr>
          <a:xfrm>
            <a:off x="961306" y="2660377"/>
            <a:ext cx="3826718" cy="461665"/>
            <a:chOff x="961306" y="2660377"/>
            <a:chExt cx="3826718" cy="461665"/>
          </a:xfrm>
        </p:grpSpPr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F53B761-7057-4B21-8E8A-14879B8DD9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4319287"/>
                </p:ext>
              </p:extLst>
            </p:nvPr>
          </p:nvGraphicFramePr>
          <p:xfrm>
            <a:off x="1691680" y="2751116"/>
            <a:ext cx="40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23" name="Equation" r:id="rId15" imgW="406080" imgH="342720" progId="Equation.DSMT4">
                    <p:embed/>
                  </p:oleObj>
                </mc:Choice>
                <mc:Fallback>
                  <p:oleObj name="Equation" r:id="rId15" imgW="406080" imgH="34272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DB59CE0B-D202-4932-81F1-2231ED83B9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91680" y="2751116"/>
                          <a:ext cx="406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A9E188C-357C-42F2-B4EF-2803251CDC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8085725"/>
                </p:ext>
              </p:extLst>
            </p:nvPr>
          </p:nvGraphicFramePr>
          <p:xfrm>
            <a:off x="961306" y="2751116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24" name="Equation" r:id="rId17" imgW="342720" imgH="342720" progId="Equation.DSMT4">
                    <p:embed/>
                  </p:oleObj>
                </mc:Choice>
                <mc:Fallback>
                  <p:oleObj name="Equation" r:id="rId17" imgW="342720" imgH="3427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36D8A06C-77A8-415F-9B89-F997FC1462C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61306" y="2751116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49FA0D9-AE79-4FED-85E1-56FED06777BF}"/>
                </a:ext>
              </a:extLst>
            </p:cNvPr>
            <p:cNvSpPr/>
            <p:nvPr/>
          </p:nvSpPr>
          <p:spPr>
            <a:xfrm>
              <a:off x="1259632" y="2660377"/>
              <a:ext cx="352839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和      两式相除可得</a:t>
              </a:r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557E075-B3E4-4ED0-B87C-60A810AA0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802530"/>
              </p:ext>
            </p:extLst>
          </p:nvPr>
        </p:nvGraphicFramePr>
        <p:xfrm>
          <a:off x="2917180" y="3527152"/>
          <a:ext cx="2374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5" name="Equation" r:id="rId18" imgW="2374560" imgH="825480" progId="Equation.DSMT4">
                  <p:embed/>
                </p:oleObj>
              </mc:Choice>
              <mc:Fallback>
                <p:oleObj name="Equation" r:id="rId18" imgW="2374560" imgH="8254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D4298FB-E592-4604-ADAD-FC238C07DE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17180" y="3527152"/>
                        <a:ext cx="23749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189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A055878-EB28-4E4E-8D00-8DC0915A32C4}"/>
              </a:ext>
            </a:extLst>
          </p:cNvPr>
          <p:cNvGrpSpPr/>
          <p:nvPr/>
        </p:nvGrpSpPr>
        <p:grpSpPr>
          <a:xfrm>
            <a:off x="868948" y="352206"/>
            <a:ext cx="8064896" cy="461665"/>
            <a:chOff x="755576" y="483518"/>
            <a:chExt cx="8064896" cy="46166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5295691-732E-44D0-A678-D3DBF48AF839}"/>
                </a:ext>
              </a:extLst>
            </p:cNvPr>
            <p:cNvSpPr/>
            <p:nvPr/>
          </p:nvSpPr>
          <p:spPr>
            <a:xfrm>
              <a:off x="755576" y="483518"/>
              <a:ext cx="806489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设函数        在         上二阶可导，且</a:t>
              </a:r>
              <a:endParaRPr lang="zh-CN" altLang="en-US" sz="2400" dirty="0"/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B810D15C-91D7-4B71-9588-90AB9EBB07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4985154"/>
                </p:ext>
              </p:extLst>
            </p:nvPr>
          </p:nvGraphicFramePr>
          <p:xfrm>
            <a:off x="1979712" y="542900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78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C39F5AB3-5613-4269-90B4-7989EA9089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9712" y="542900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599614D-F075-481E-B45F-4D9B21CBC6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5657783"/>
                </p:ext>
              </p:extLst>
            </p:nvPr>
          </p:nvGraphicFramePr>
          <p:xfrm>
            <a:off x="2953197" y="566738"/>
            <a:ext cx="558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79" name="Equation" r:id="rId5" imgW="558720" imgH="330120" progId="Equation.DSMT4">
                    <p:embed/>
                  </p:oleObj>
                </mc:Choice>
                <mc:Fallback>
                  <p:oleObj name="Equation" r:id="rId5" imgW="55872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A1DBD13-E7EB-427B-AFAA-4934615B720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953197" y="566738"/>
                          <a:ext cx="558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2AF96ACD-D027-4593-8771-B22031A25882}"/>
              </a:ext>
            </a:extLst>
          </p:cNvPr>
          <p:cNvSpPr/>
          <p:nvPr/>
        </p:nvSpPr>
        <p:spPr>
          <a:xfrm>
            <a:off x="7410522" y="326057"/>
            <a:ext cx="11939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098C0DF-BA01-4DA2-808A-FC074348D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73872"/>
              </p:ext>
            </p:extLst>
          </p:nvPr>
        </p:nvGraphicFramePr>
        <p:xfrm>
          <a:off x="5940152" y="396178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0" name="Equation" r:id="rId7" imgW="1511280" imgH="342720" progId="Equation.DSMT4">
                  <p:embed/>
                </p:oleObj>
              </mc:Choice>
              <mc:Fallback>
                <p:oleObj name="Equation" r:id="rId7" imgW="151128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58DB1B6-D6FA-459C-B606-8CFD7B4025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40152" y="396178"/>
                        <a:ext cx="1511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BEB03942-DF4B-43D8-8377-1265BBEC86A6}"/>
              </a:ext>
            </a:extLst>
          </p:cNvPr>
          <p:cNvSpPr/>
          <p:nvPr/>
        </p:nvSpPr>
        <p:spPr>
          <a:xfrm>
            <a:off x="179512" y="1102023"/>
            <a:ext cx="5760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至少存在一点                使得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24F726E-8908-4DBD-8531-66740C5E59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02846"/>
              </p:ext>
            </p:extLst>
          </p:nvPr>
        </p:nvGraphicFramePr>
        <p:xfrm>
          <a:off x="2180878" y="116140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1" name="Equation" r:id="rId9" imgW="1130040" imgH="342720" progId="Equation.DSMT4">
                  <p:embed/>
                </p:oleObj>
              </mc:Choice>
              <mc:Fallback>
                <p:oleObj name="Equation" r:id="rId9" imgW="113004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0014DE2-852C-49E1-82ED-F43E33CB12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80878" y="1161405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5A2D64C-A984-4C65-BE68-800A78F9AF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064578"/>
              </p:ext>
            </p:extLst>
          </p:nvPr>
        </p:nvGraphicFramePr>
        <p:xfrm>
          <a:off x="4011290" y="945183"/>
          <a:ext cx="1841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2" name="Equation" r:id="rId11" imgW="1841400" imgH="787320" progId="Equation.DSMT4">
                  <p:embed/>
                </p:oleObj>
              </mc:Choice>
              <mc:Fallback>
                <p:oleObj name="Equation" r:id="rId11" imgW="1841400" imgH="787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BEA262B-FEA5-4C00-B00D-0AE10DB86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11290" y="945183"/>
                        <a:ext cx="1841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DAB0E20-AC9D-4A3D-885E-8A72A16032DF}"/>
              </a:ext>
            </a:extLst>
          </p:cNvPr>
          <p:cNvSpPr/>
          <p:nvPr/>
        </p:nvSpPr>
        <p:spPr>
          <a:xfrm>
            <a:off x="885945" y="303474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FBB4AA-C3A1-4857-A2A7-892F403FCBE2}"/>
              </a:ext>
            </a:extLst>
          </p:cNvPr>
          <p:cNvSpPr/>
          <p:nvPr/>
        </p:nvSpPr>
        <p:spPr>
          <a:xfrm>
            <a:off x="829673" y="1720528"/>
            <a:ext cx="85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1B356CC-72B1-4F2D-B868-AC99D57FE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885146"/>
              </p:ext>
            </p:extLst>
          </p:nvPr>
        </p:nvGraphicFramePr>
        <p:xfrm>
          <a:off x="1664714" y="1610518"/>
          <a:ext cx="1765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3" name="Equation" r:id="rId13" imgW="1765080" imgH="787320" progId="Equation.DSMT4">
                  <p:embed/>
                </p:oleObj>
              </mc:Choice>
              <mc:Fallback>
                <p:oleObj name="Equation" r:id="rId13" imgW="1765080" imgH="787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F30AE44D-3055-4D4C-9A01-E79CC495D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4714" y="1610518"/>
                        <a:ext cx="1765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箭头: 右 13">
            <a:extLst>
              <a:ext uri="{FF2B5EF4-FFF2-40B4-BE49-F238E27FC236}">
                <a16:creationId xmlns:a16="http://schemas.microsoft.com/office/drawing/2014/main" id="{A8CBA649-AA13-477C-9520-D205DA5315CD}"/>
              </a:ext>
            </a:extLst>
          </p:cNvPr>
          <p:cNvSpPr/>
          <p:nvPr/>
        </p:nvSpPr>
        <p:spPr>
          <a:xfrm>
            <a:off x="3481804" y="1910047"/>
            <a:ext cx="447402" cy="188342"/>
          </a:xfrm>
          <a:prstGeom prst="rightArrow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557F91E-2ABD-4E20-9A38-926DEC017C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835182"/>
              </p:ext>
            </p:extLst>
          </p:nvPr>
        </p:nvGraphicFramePr>
        <p:xfrm>
          <a:off x="3976302" y="1827374"/>
          <a:ext cx="2933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4" name="Equation" r:id="rId15" imgW="2933640" imgH="355320" progId="Equation.DSMT4">
                  <p:embed/>
                </p:oleObj>
              </mc:Choice>
              <mc:Fallback>
                <p:oleObj name="Equation" r:id="rId15" imgW="2933640" imgH="355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85290F3-41DC-478C-9A24-BDAD316A1C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76302" y="1827374"/>
                        <a:ext cx="2933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2B2D4BA8-F5B3-4097-AFC3-E98044919BC0}"/>
              </a:ext>
            </a:extLst>
          </p:cNvPr>
          <p:cNvGrpSpPr/>
          <p:nvPr/>
        </p:nvGrpSpPr>
        <p:grpSpPr>
          <a:xfrm>
            <a:off x="335627" y="2420554"/>
            <a:ext cx="2894346" cy="461665"/>
            <a:chOff x="335627" y="2420554"/>
            <a:chExt cx="2894346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1DDD36B-FFA5-4D7B-A430-524E93470679}"/>
                </a:ext>
              </a:extLst>
            </p:cNvPr>
            <p:cNvSpPr/>
            <p:nvPr/>
          </p:nvSpPr>
          <p:spPr>
            <a:xfrm>
              <a:off x="335627" y="2420554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令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B8F107D6-6E9A-4F1C-AB7C-C8A76FFA6A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7888708"/>
                </p:ext>
              </p:extLst>
            </p:nvPr>
          </p:nvGraphicFramePr>
          <p:xfrm>
            <a:off x="829673" y="2507928"/>
            <a:ext cx="2400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85" name="Equation" r:id="rId17" imgW="2400120" imgH="355320" progId="Equation.DSMT4">
                    <p:embed/>
                  </p:oleObj>
                </mc:Choice>
                <mc:Fallback>
                  <p:oleObj name="Equation" r:id="rId17" imgW="240012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63E843E-AEDD-4289-8E47-7D6EAF7C0E9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29673" y="2507928"/>
                          <a:ext cx="2400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702ABD1-89D3-4EC8-B789-1BB9A361C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13691"/>
              </p:ext>
            </p:extLst>
          </p:nvPr>
        </p:nvGraphicFramePr>
        <p:xfrm>
          <a:off x="3276311" y="253822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6" name="Equation" r:id="rId19" imgW="1104840" imgH="342720" progId="Equation.DSMT4">
                  <p:embed/>
                </p:oleObj>
              </mc:Choice>
              <mc:Fallback>
                <p:oleObj name="Equation" r:id="rId19" imgW="1104840" imgH="3427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AC79ACC-CFA7-480D-9CEB-E16C2FB4EE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76311" y="2538223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F26729AC-1C19-4FEB-B9E2-CA718172A641}"/>
              </a:ext>
            </a:extLst>
          </p:cNvPr>
          <p:cNvGrpSpPr/>
          <p:nvPr/>
        </p:nvGrpSpPr>
        <p:grpSpPr>
          <a:xfrm>
            <a:off x="4381211" y="2454895"/>
            <a:ext cx="3789602" cy="461665"/>
            <a:chOff x="4381211" y="2454895"/>
            <a:chExt cx="3789602" cy="46166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B33891A-B98A-4885-8B5F-068587147D1D}"/>
                </a:ext>
              </a:extLst>
            </p:cNvPr>
            <p:cNvSpPr/>
            <p:nvPr/>
          </p:nvSpPr>
          <p:spPr>
            <a:xfrm>
              <a:off x="4381211" y="2454895"/>
              <a:ext cx="371918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找另一点      且</a:t>
              </a:r>
              <a:endPara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40E2FF12-5A91-4149-9601-A2A33F6F3D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6072847"/>
                </p:ext>
              </p:extLst>
            </p:nvPr>
          </p:nvGraphicFramePr>
          <p:xfrm>
            <a:off x="5846934" y="2510065"/>
            <a:ext cx="685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87" name="Equation" r:id="rId21" imgW="685800" imgH="330120" progId="Equation.DSMT4">
                    <p:embed/>
                  </p:oleObj>
                </mc:Choice>
                <mc:Fallback>
                  <p:oleObj name="Equation" r:id="rId21" imgW="685800" imgH="33012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B21F31D4-3DF4-4116-8579-EA214C32441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846934" y="2510065"/>
                          <a:ext cx="685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AE5A19BC-EAEE-4636-BB5A-FE11683D12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306152"/>
                </p:ext>
              </p:extLst>
            </p:nvPr>
          </p:nvGraphicFramePr>
          <p:xfrm>
            <a:off x="7002413" y="2559175"/>
            <a:ext cx="1168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88" name="Equation" r:id="rId23" imgW="1168200" imgH="342720" progId="Equation.DSMT4">
                    <p:embed/>
                  </p:oleObj>
                </mc:Choice>
                <mc:Fallback>
                  <p:oleObj name="Equation" r:id="rId23" imgW="1168200" imgH="3427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2B858E87-6643-4452-BE9E-C471ADC874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002413" y="2559175"/>
                          <a:ext cx="1168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E0F365A-94AE-42F2-9425-0848837FAE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557964"/>
              </p:ext>
            </p:extLst>
          </p:nvPr>
        </p:nvGraphicFramePr>
        <p:xfrm>
          <a:off x="1403648" y="3100359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89" name="Equation" r:id="rId25" imgW="1739880" imgH="342720" progId="Equation.DSMT4">
                  <p:embed/>
                </p:oleObj>
              </mc:Choice>
              <mc:Fallback>
                <p:oleObj name="Equation" r:id="rId25" imgW="1739880" imgH="34272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178395F3-CE58-4F47-9AEB-F06EECD9A8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03648" y="3100359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F1120A2-D990-4EDB-A26C-4419410559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755158"/>
              </p:ext>
            </p:extLst>
          </p:nvPr>
        </p:nvGraphicFramePr>
        <p:xfrm>
          <a:off x="3491881" y="3099135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Equation" r:id="rId27" imgW="1790640" imgH="342720" progId="Equation.DSMT4">
                  <p:embed/>
                </p:oleObj>
              </mc:Choice>
              <mc:Fallback>
                <p:oleObj name="Equation" r:id="rId27" imgW="1790640" imgH="34272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84827415-0686-4B0B-9E3F-48F4AE92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91881" y="3099135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F88B7693-931D-4ED3-A0EB-B1639CD548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5502553"/>
              </p:ext>
            </p:extLst>
          </p:nvPr>
        </p:nvGraphicFramePr>
        <p:xfrm>
          <a:off x="5652120" y="3094132"/>
          <a:ext cx="1511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name="Equation" r:id="rId29" imgW="1511280" imgH="342720" progId="Equation.DSMT4">
                  <p:embed/>
                </p:oleObj>
              </mc:Choice>
              <mc:Fallback>
                <p:oleObj name="Equation" r:id="rId29" imgW="1511280" imgH="34272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6E5C40E5-9C65-4EC7-95EA-7EA1614571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2120" y="3094132"/>
                        <a:ext cx="1511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18C813E0-3543-4E0C-9CA1-FD7CEDB96C9A}"/>
              </a:ext>
            </a:extLst>
          </p:cNvPr>
          <p:cNvGrpSpPr/>
          <p:nvPr/>
        </p:nvGrpSpPr>
        <p:grpSpPr>
          <a:xfrm>
            <a:off x="226145" y="3715852"/>
            <a:ext cx="6866135" cy="461665"/>
            <a:chOff x="226145" y="3715852"/>
            <a:chExt cx="6866135" cy="46166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212B1EA-3C15-4F5B-BBFF-8A1BF69E60E3}"/>
                </a:ext>
              </a:extLst>
            </p:cNvPr>
            <p:cNvSpPr/>
            <p:nvPr/>
          </p:nvSpPr>
          <p:spPr>
            <a:xfrm>
              <a:off x="226145" y="3715852"/>
              <a:ext cx="686613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由罗尔定理得，存在         使得</a:t>
              </a: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58BA6866-EF70-40D1-B43E-605BDCCE9E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0188173"/>
                </p:ext>
              </p:extLst>
            </p:nvPr>
          </p:nvGraphicFramePr>
          <p:xfrm>
            <a:off x="3114117" y="3796406"/>
            <a:ext cx="1130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2" name="Equation" r:id="rId30" imgW="1130040" imgH="342720" progId="Equation.DSMT4">
                    <p:embed/>
                  </p:oleObj>
                </mc:Choice>
                <mc:Fallback>
                  <p:oleObj name="Equation" r:id="rId30" imgW="1130040" imgH="34272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08214A28-961B-43CB-AEBA-7412832DB1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114117" y="3796406"/>
                          <a:ext cx="1130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5A1C61D0-EE8C-46B4-8507-E12563CE17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3362316"/>
                </p:ext>
              </p:extLst>
            </p:nvPr>
          </p:nvGraphicFramePr>
          <p:xfrm>
            <a:off x="5148064" y="3783706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93" name="Equation" r:id="rId32" imgW="1218960" imgH="355320" progId="Equation.DSMT4">
                    <p:embed/>
                  </p:oleObj>
                </mc:Choice>
                <mc:Fallback>
                  <p:oleObj name="Equation" r:id="rId32" imgW="1218960" imgH="35532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08B91CE7-7393-41B0-B5D9-08BB60C0F5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5148064" y="3783706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3126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86EE51B-B6BB-407A-9AAB-1C3B32AE81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898888"/>
              </p:ext>
            </p:extLst>
          </p:nvPr>
        </p:nvGraphicFramePr>
        <p:xfrm>
          <a:off x="1066366" y="391248"/>
          <a:ext cx="2400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6" name="Equation" r:id="rId3" imgW="2400120" imgH="355320" progId="Equation.DSMT4">
                  <p:embed/>
                </p:oleObj>
              </mc:Choice>
              <mc:Fallback>
                <p:oleObj name="Equation" r:id="rId3" imgW="24001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AB0F061-CAC2-4015-AE97-84D50FF33E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6366" y="391248"/>
                        <a:ext cx="24003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B974752-9C85-4A88-8BE2-4757FAF9B2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049506"/>
              </p:ext>
            </p:extLst>
          </p:nvPr>
        </p:nvGraphicFramePr>
        <p:xfrm>
          <a:off x="3796172" y="40252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7" name="Equation" r:id="rId5" imgW="1104840" imgH="342720" progId="Equation.DSMT4">
                  <p:embed/>
                </p:oleObj>
              </mc:Choice>
              <mc:Fallback>
                <p:oleObj name="Equation" r:id="rId5" imgW="11048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2650428-8A82-4853-AD7A-4CC955634B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6172" y="402523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BB4C925-CAF5-48B3-92CA-710387E510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593126"/>
              </p:ext>
            </p:extLst>
          </p:nvPr>
        </p:nvGraphicFramePr>
        <p:xfrm>
          <a:off x="5263654" y="380024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8" name="Equation" r:id="rId7" imgW="1218960" imgH="355320" progId="Equation.DSMT4">
                  <p:embed/>
                </p:oleObj>
              </mc:Choice>
              <mc:Fallback>
                <p:oleObj name="Equation" r:id="rId7" imgW="121896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9DEE9CA-791D-47EB-B906-628A74335B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63654" y="380024"/>
                        <a:ext cx="12192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0F90190-E626-4DC7-A99D-D984916B05F0}"/>
              </a:ext>
            </a:extLst>
          </p:cNvPr>
          <p:cNvCxnSpPr>
            <a:cxnSpLocks/>
          </p:cNvCxnSpPr>
          <p:nvPr/>
        </p:nvCxnSpPr>
        <p:spPr>
          <a:xfrm>
            <a:off x="0" y="843558"/>
            <a:ext cx="9144000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C04F188-9077-44C5-881A-9A8C9536C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06129"/>
              </p:ext>
            </p:extLst>
          </p:nvPr>
        </p:nvGraphicFramePr>
        <p:xfrm>
          <a:off x="1588141" y="1292225"/>
          <a:ext cx="177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9" name="Equation" r:id="rId9" imgW="1777680" imgH="342720" progId="Equation.DSMT4">
                  <p:embed/>
                </p:oleObj>
              </mc:Choice>
              <mc:Fallback>
                <p:oleObj name="Equation" r:id="rId9" imgW="177768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B60B00F-5110-4F08-9097-8E90D4BEAD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141" y="1292225"/>
                        <a:ext cx="1778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0A7258B-361B-4A4F-ACBB-A12E9AE64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263909"/>
              </p:ext>
            </p:extLst>
          </p:nvPr>
        </p:nvGraphicFramePr>
        <p:xfrm>
          <a:off x="3563888" y="1292225"/>
          <a:ext cx="182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0" name="Equation" r:id="rId11" imgW="1828800" imgH="342720" progId="Equation.DSMT4">
                  <p:embed/>
                </p:oleObj>
              </mc:Choice>
              <mc:Fallback>
                <p:oleObj name="Equation" r:id="rId11" imgW="182880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7A8CED7-D674-4622-91E4-32CD7B019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63888" y="1292225"/>
                        <a:ext cx="182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DF2F386-3BCB-4DF4-BEED-AB94D911F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363347"/>
              </p:ext>
            </p:extLst>
          </p:nvPr>
        </p:nvGraphicFramePr>
        <p:xfrm>
          <a:off x="5630759" y="1265263"/>
          <a:ext cx="201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1" name="Equation" r:id="rId13" imgW="2019240" imgH="342720" progId="Equation.DSMT4">
                  <p:embed/>
                </p:oleObj>
              </mc:Choice>
              <mc:Fallback>
                <p:oleObj name="Equation" r:id="rId13" imgW="201924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8A51918-B101-47D3-9071-636704106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30759" y="1265263"/>
                        <a:ext cx="201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03E434C4-0E37-4AB8-9061-FE3B0FB158B3}"/>
              </a:ext>
            </a:extLst>
          </p:cNvPr>
          <p:cNvSpPr/>
          <p:nvPr/>
        </p:nvSpPr>
        <p:spPr>
          <a:xfrm>
            <a:off x="685842" y="123284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  <a:cs typeface="Times New Roman" panose="02020603050405020304" pitchFamily="18" charset="0"/>
              </a:rPr>
              <a:t>显然</a:t>
            </a:r>
            <a:endParaRPr lang="zh-CN" altLang="en-US" sz="24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393E8E6-E48A-4C89-A2DF-76FDE5A3B545}"/>
              </a:ext>
            </a:extLst>
          </p:cNvPr>
          <p:cNvGrpSpPr/>
          <p:nvPr/>
        </p:nvGrpSpPr>
        <p:grpSpPr>
          <a:xfrm>
            <a:off x="685841" y="1940247"/>
            <a:ext cx="7338830" cy="461665"/>
            <a:chOff x="545538" y="2211710"/>
            <a:chExt cx="7338830" cy="46166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7D48FD0-76A8-44A8-BC1D-493B3DF8FB53}"/>
                </a:ext>
              </a:extLst>
            </p:cNvPr>
            <p:cNvSpPr/>
            <p:nvPr/>
          </p:nvSpPr>
          <p:spPr>
            <a:xfrm>
              <a:off x="545538" y="2211710"/>
              <a:ext cx="733883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  <a:cs typeface="Times New Roman" panose="02020603050405020304" pitchFamily="18" charset="0"/>
                </a:rPr>
                <a:t>由罗尔定理得，至少存在一点               使得         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3199144-F798-4097-8BF1-21E1FB696C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287306"/>
                </p:ext>
              </p:extLst>
            </p:nvPr>
          </p:nvGraphicFramePr>
          <p:xfrm>
            <a:off x="4644008" y="2271092"/>
            <a:ext cx="2070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602" name="Equation" r:id="rId15" imgW="2070000" imgH="342720" progId="Equation.DSMT4">
                    <p:embed/>
                  </p:oleObj>
                </mc:Choice>
                <mc:Fallback>
                  <p:oleObj name="Equation" r:id="rId15" imgW="2070000" imgH="34272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4BA06573-37BE-4F69-BDC3-7E337D411EF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644008" y="2271092"/>
                          <a:ext cx="2070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5A57813-DBB1-4322-8736-8DBF8A04C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493253"/>
              </p:ext>
            </p:extLst>
          </p:nvPr>
        </p:nvGraphicFramePr>
        <p:xfrm>
          <a:off x="3563888" y="2690715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3" name="Equation" r:id="rId17" imgW="1244520" imgH="355320" progId="Equation.DSMT4">
                  <p:embed/>
                </p:oleObj>
              </mc:Choice>
              <mc:Fallback>
                <p:oleObj name="Equation" r:id="rId17" imgW="1244520" imgH="355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625A5CCC-CEF9-4FAB-A49D-C6F21494AD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63888" y="2690715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80C2275-CBCF-45F5-B7F9-F47F4CF7C6EB}"/>
              </a:ext>
            </a:extLst>
          </p:cNvPr>
          <p:cNvSpPr/>
          <p:nvPr/>
        </p:nvSpPr>
        <p:spPr>
          <a:xfrm>
            <a:off x="607847" y="3164383"/>
            <a:ext cx="615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C38F802-5A13-4088-B393-75B060B83A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896284"/>
              </p:ext>
            </p:extLst>
          </p:nvPr>
        </p:nvGraphicFramePr>
        <p:xfrm>
          <a:off x="2719338" y="3240110"/>
          <a:ext cx="2933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4" name="Equation" r:id="rId19" imgW="2933640" imgH="355320" progId="Equation.DSMT4">
                  <p:embed/>
                </p:oleObj>
              </mc:Choice>
              <mc:Fallback>
                <p:oleObj name="Equation" r:id="rId19" imgW="2933640" imgH="35532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C81DB4C-3254-4271-B200-B007C3711D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19338" y="3240110"/>
                        <a:ext cx="29337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4A742F47-D4FB-4973-B1AC-A36324E75E0C}"/>
              </a:ext>
            </a:extLst>
          </p:cNvPr>
          <p:cNvSpPr/>
          <p:nvPr/>
        </p:nvSpPr>
        <p:spPr>
          <a:xfrm>
            <a:off x="622921" y="4042177"/>
            <a:ext cx="615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F2AD5DC-FB79-4650-B9C5-7D6589524B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805373"/>
              </p:ext>
            </p:extLst>
          </p:nvPr>
        </p:nvGraphicFramePr>
        <p:xfrm>
          <a:off x="2799366" y="3879310"/>
          <a:ext cx="1841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5" name="Equation" r:id="rId21" imgW="1841400" imgH="787320" progId="Equation.DSMT4">
                  <p:embed/>
                </p:oleObj>
              </mc:Choice>
              <mc:Fallback>
                <p:oleObj name="Equation" r:id="rId21" imgW="1841400" imgH="7873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17FD78F-EE17-4640-9302-7954A325C9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99366" y="3879310"/>
                        <a:ext cx="1841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237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77B5A715-3CB5-4BC3-8C7A-D55A1323B109}"/>
              </a:ext>
            </a:extLst>
          </p:cNvPr>
          <p:cNvSpPr txBox="1">
            <a:spLocks/>
          </p:cNvSpPr>
          <p:nvPr/>
        </p:nvSpPr>
        <p:spPr>
          <a:xfrm>
            <a:off x="759204" y="339502"/>
            <a:ext cx="4316852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4FDFB27-F53A-4671-B467-84637B06D7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552091"/>
              </p:ext>
            </p:extLst>
          </p:nvPr>
        </p:nvGraphicFramePr>
        <p:xfrm>
          <a:off x="2167068" y="123478"/>
          <a:ext cx="276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4" name="Equation" r:id="rId3" imgW="2768400" imgH="850680" progId="Equation.DSMT4">
                  <p:embed/>
                </p:oleObj>
              </mc:Choice>
              <mc:Fallback>
                <p:oleObj name="Equation" r:id="rId3" imgW="2768400" imgH="850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75B89C8-9717-443C-9E20-F1A85C5A43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7068" y="123478"/>
                        <a:ext cx="2768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7268057-6584-49F1-BECD-66091B9ADACD}"/>
              </a:ext>
            </a:extLst>
          </p:cNvPr>
          <p:cNvSpPr/>
          <p:nvPr/>
        </p:nvSpPr>
        <p:spPr>
          <a:xfrm>
            <a:off x="651700" y="127560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882BD4C-5F85-474E-818E-EBBC2093DF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434023"/>
              </p:ext>
            </p:extLst>
          </p:nvPr>
        </p:nvGraphicFramePr>
        <p:xfrm>
          <a:off x="1338145" y="1121098"/>
          <a:ext cx="2692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5" name="Equation" r:id="rId5" imgW="2692080" imgH="850680" progId="Equation.DSMT4">
                  <p:embed/>
                </p:oleObj>
              </mc:Choice>
              <mc:Fallback>
                <p:oleObj name="Equation" r:id="rId5" imgW="2692080" imgH="8506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22F5149-F787-4FD5-BA78-0922C1BDD7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8145" y="1121098"/>
                        <a:ext cx="2692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577AC50-E88C-43C0-AB86-72EA37CBF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278580"/>
              </p:ext>
            </p:extLst>
          </p:nvPr>
        </p:nvGraphicFramePr>
        <p:xfrm>
          <a:off x="1145746" y="2045023"/>
          <a:ext cx="5041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6" name="Equation" r:id="rId7" imgW="5041800" imgH="812520" progId="Equation.DSMT4">
                  <p:embed/>
                </p:oleObj>
              </mc:Choice>
              <mc:Fallback>
                <p:oleObj name="Equation" r:id="rId7" imgW="5041800" imgH="8125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6F833A6-AC0F-456C-B09E-A8FCEB0B2F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5746" y="2045023"/>
                        <a:ext cx="5041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66757A-BFB5-40C1-8B1E-75C217A65597}"/>
              </a:ext>
            </a:extLst>
          </p:cNvPr>
          <p:cNvSpPr/>
          <p:nvPr/>
        </p:nvSpPr>
        <p:spPr>
          <a:xfrm>
            <a:off x="291660" y="1944159"/>
            <a:ext cx="14737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分子有理化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4873CC7-660A-4B8A-833A-A9E0F62FC0DF}"/>
              </a:ext>
            </a:extLst>
          </p:cNvPr>
          <p:cNvGrpSpPr/>
          <p:nvPr/>
        </p:nvGrpSpPr>
        <p:grpSpPr>
          <a:xfrm>
            <a:off x="6108809" y="2451423"/>
            <a:ext cx="1887707" cy="369332"/>
            <a:chOff x="6140677" y="2811463"/>
            <a:chExt cx="1887707" cy="36933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E8CCFF4-F085-42A7-B2B3-E73148B80F02}"/>
                </a:ext>
              </a:extLst>
            </p:cNvPr>
            <p:cNvSpPr/>
            <p:nvPr/>
          </p:nvSpPr>
          <p:spPr>
            <a:xfrm>
              <a:off x="6459649" y="2811463"/>
              <a:ext cx="1568735" cy="36933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非零极限因子</a:t>
              </a:r>
              <a:endPara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32D94FF-1B12-4CFC-838C-B0239135B866}"/>
                </a:ext>
              </a:extLst>
            </p:cNvPr>
            <p:cNvCxnSpPr>
              <a:cxnSpLocks/>
            </p:cNvCxnSpPr>
            <p:nvPr/>
          </p:nvCxnSpPr>
          <p:spPr>
            <a:xfrm>
              <a:off x="6140677" y="3003798"/>
              <a:ext cx="31897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4486217-061E-43B7-AB8B-EFA36A45F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813632"/>
              </p:ext>
            </p:extLst>
          </p:nvPr>
        </p:nvGraphicFramePr>
        <p:xfrm>
          <a:off x="1003008" y="3297330"/>
          <a:ext cx="270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7" name="Equation" r:id="rId9" imgW="2705040" imgH="787320" progId="Equation.DSMT4">
                  <p:embed/>
                </p:oleObj>
              </mc:Choice>
              <mc:Fallback>
                <p:oleObj name="Equation" r:id="rId9" imgW="2705040" imgH="78732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4B80673-D984-4F4C-8C02-AC50E2F52B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3008" y="3297330"/>
                        <a:ext cx="2705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2AC56A3-FFAF-43B7-A3B3-767A7D70B7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1507"/>
              </p:ext>
            </p:extLst>
          </p:nvPr>
        </p:nvGraphicFramePr>
        <p:xfrm>
          <a:off x="3820052" y="2936235"/>
          <a:ext cx="35687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28" name="Equation" r:id="rId11" imgW="3568680" imgH="1523880" progId="Equation.DSMT4">
                  <p:embed/>
                </p:oleObj>
              </mc:Choice>
              <mc:Fallback>
                <p:oleObj name="Equation" r:id="rId11" imgW="3568680" imgH="1523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B167C856-A1CC-4BF1-BFDC-90C911BC6B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20052" y="2936235"/>
                        <a:ext cx="35687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79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C1AAF55-5094-405D-8886-18060170B9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609237"/>
              </p:ext>
            </p:extLst>
          </p:nvPr>
        </p:nvGraphicFramePr>
        <p:xfrm>
          <a:off x="1492250" y="627063"/>
          <a:ext cx="35687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4" name="Equation" r:id="rId3" imgW="3568680" imgH="1523880" progId="Equation.DSMT4">
                  <p:embed/>
                </p:oleObj>
              </mc:Choice>
              <mc:Fallback>
                <p:oleObj name="Equation" r:id="rId3" imgW="3568680" imgH="1523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1302454-20CE-469F-9579-4540F9CBB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2250" y="627063"/>
                        <a:ext cx="35687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470FC05-BF6C-4DB4-B331-11222ECD32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560662"/>
              </p:ext>
            </p:extLst>
          </p:nvPr>
        </p:nvGraphicFramePr>
        <p:xfrm>
          <a:off x="1619672" y="2249488"/>
          <a:ext cx="24257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5" name="Equation" r:id="rId5" imgW="2425680" imgH="1485720" progId="Equation.DSMT4">
                  <p:embed/>
                </p:oleObj>
              </mc:Choice>
              <mc:Fallback>
                <p:oleObj name="Equation" r:id="rId5" imgW="2425680" imgH="1485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225F9BA-5D14-401F-986F-D74498CEF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2" y="2249488"/>
                        <a:ext cx="2425700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17581A4-A4B5-4B41-97A8-4AC0E18DE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413435"/>
              </p:ext>
            </p:extLst>
          </p:nvPr>
        </p:nvGraphicFramePr>
        <p:xfrm>
          <a:off x="4139952" y="2624138"/>
          <a:ext cx="54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6" name="Equation" r:id="rId7" imgW="545760" imgH="736560" progId="Equation.DSMT4">
                  <p:embed/>
                </p:oleObj>
              </mc:Choice>
              <mc:Fallback>
                <p:oleObj name="Equation" r:id="rId7" imgW="5457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1A0A82A-9C86-44E4-A8BF-4DD61DE54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39952" y="2624138"/>
                        <a:ext cx="54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535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5FF53589-EF84-4D65-97F0-BA78ABC85AF7}"/>
              </a:ext>
            </a:extLst>
          </p:cNvPr>
          <p:cNvSpPr txBox="1">
            <a:spLocks/>
          </p:cNvSpPr>
          <p:nvPr/>
        </p:nvSpPr>
        <p:spPr>
          <a:xfrm>
            <a:off x="1475656" y="1635706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第三节  洛必达法则</a:t>
            </a:r>
          </a:p>
        </p:txBody>
      </p:sp>
    </p:spTree>
    <p:extLst>
      <p:ext uri="{BB962C8B-B14F-4D97-AF65-F5344CB8AC3E}">
        <p14:creationId xmlns:p14="http://schemas.microsoft.com/office/powerpoint/2010/main" val="1745669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AF2E959-EFD2-44B0-A26D-E63C7920C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221171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A6A1A1C-6561-4AE0-A59C-E90A62D3358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808160" y="987574"/>
          <a:ext cx="12795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2" name="Equation" r:id="rId3" imgW="1117440" imgH="787320" progId="Equation.DSMT4">
                  <p:embed/>
                </p:oleObj>
              </mc:Choice>
              <mc:Fallback>
                <p:oleObj name="Equation" r:id="rId3" imgW="1117440" imgH="787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A6A1A1C-6561-4AE0-A59C-E90A62D335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0" y="987574"/>
                        <a:ext cx="1279525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8E7738A-36EF-416F-8B47-9E665465068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911848" y="1059582"/>
          <a:ext cx="2603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3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8E7738A-36EF-416F-8B47-9E66546506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848" y="1059582"/>
                        <a:ext cx="260350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C34E990-A190-4AF8-8E3E-B1730FFDEF2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894385" y="2410024"/>
          <a:ext cx="3476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4" name="Equation" r:id="rId7" imgW="304560" imgH="723600" progId="Equation.DSMT4">
                  <p:embed/>
                </p:oleObj>
              </mc:Choice>
              <mc:Fallback>
                <p:oleObj name="Equation" r:id="rId7" imgW="30456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C34E990-A190-4AF8-8E3E-B1730FFDEF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385" y="2410024"/>
                        <a:ext cx="34766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57292DC-6C5F-4687-9E84-BEE6B05BC1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84050" y="2347714"/>
          <a:ext cx="12795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5" name="Equation" r:id="rId9" imgW="1117440" imgH="787320" progId="Equation.DSMT4">
                  <p:embed/>
                </p:oleObj>
              </mc:Choice>
              <mc:Fallback>
                <p:oleObj name="Equation" r:id="rId9" imgW="111744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57292DC-6C5F-4687-9E84-BEE6B05BC1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050" y="2347714"/>
                        <a:ext cx="127952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E86CC43-EDB2-4BF6-BDE9-007A16958F82}"/>
              </a:ext>
            </a:extLst>
          </p:cNvPr>
          <p:cNvSpPr/>
          <p:nvPr/>
        </p:nvSpPr>
        <p:spPr>
          <a:xfrm>
            <a:off x="6519959" y="1995686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未定式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7338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D1B8DAA-C621-4A43-8342-DC6EA808C4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834804"/>
              </p:ext>
            </p:extLst>
          </p:nvPr>
        </p:nvGraphicFramePr>
        <p:xfrm>
          <a:off x="1617489" y="2328093"/>
          <a:ext cx="17303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3" name="Equation" r:id="rId3" imgW="1511280" imgH="736560" progId="Equation.DSMT4">
                  <p:embed/>
                </p:oleObj>
              </mc:Choice>
              <mc:Fallback>
                <p:oleObj name="Equation" r:id="rId3" imgW="1511280" imgH="736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489" y="2328093"/>
                        <a:ext cx="1730375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1D26AE7-B8FC-4FAB-B63C-604BB9065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089622"/>
              </p:ext>
            </p:extLst>
          </p:nvPr>
        </p:nvGraphicFramePr>
        <p:xfrm>
          <a:off x="1557189" y="3336206"/>
          <a:ext cx="32004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4" name="Equation" r:id="rId5" imgW="2793960" imgH="736560" progId="Equation.DSMT4">
                  <p:embed/>
                </p:oleObj>
              </mc:Choice>
              <mc:Fallback>
                <p:oleObj name="Equation" r:id="rId5" imgW="2793960" imgH="7365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189" y="3336206"/>
                        <a:ext cx="32004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969EDB6-FD7E-40EC-A4D5-67CD9FAABDE5}"/>
              </a:ext>
            </a:extLst>
          </p:cNvPr>
          <p:cNvSpPr txBox="1"/>
          <p:nvPr/>
        </p:nvSpPr>
        <p:spPr>
          <a:xfrm>
            <a:off x="910283" y="76324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未定式</a:t>
            </a:r>
            <a:r>
              <a:rPr lang="zh-CN" altLang="en-US" sz="2400" b="1" dirty="0">
                <a:latin typeface="+mn-ea"/>
              </a:rPr>
              <a:t>的极限问题</a:t>
            </a:r>
            <a:endParaRPr lang="zh-CN" altLang="en-US" sz="2400" b="1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A81E9F5-3CF1-4692-8E72-861D1B98D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750451"/>
              </p:ext>
            </p:extLst>
          </p:nvPr>
        </p:nvGraphicFramePr>
        <p:xfrm>
          <a:off x="5868144" y="2328093"/>
          <a:ext cx="2603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5" name="Equation" r:id="rId7" imgW="228600" imgH="736560" progId="Equation.DSMT4">
                  <p:embed/>
                </p:oleObj>
              </mc:Choice>
              <mc:Fallback>
                <p:oleObj name="Equation" r:id="rId7" imgW="228600" imgH="73656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2328093"/>
                        <a:ext cx="260350" cy="747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8E11E68-0F94-4840-AF2E-3CC9E9E4CF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381855"/>
              </p:ext>
            </p:extLst>
          </p:nvPr>
        </p:nvGraphicFramePr>
        <p:xfrm>
          <a:off x="5868144" y="3278485"/>
          <a:ext cx="34766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6" name="Equation" r:id="rId9" imgW="304560" imgH="723600" progId="Equation.DSMT4">
                  <p:embed/>
                </p:oleObj>
              </mc:Choice>
              <mc:Fallback>
                <p:oleObj name="Equation" r:id="rId9" imgW="304560" imgH="7236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3278485"/>
                        <a:ext cx="34766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ADCC0B9-3A3F-45B7-A100-B4EFE5FED6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024545"/>
              </p:ext>
            </p:extLst>
          </p:nvPr>
        </p:nvGraphicFramePr>
        <p:xfrm>
          <a:off x="3411463" y="2580382"/>
          <a:ext cx="393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7" name="Equation" r:id="rId11" imgW="393480" imgH="279360" progId="Equation.DSMT4">
                  <p:embed/>
                </p:oleObj>
              </mc:Choice>
              <mc:Fallback>
                <p:oleObj name="Equation" r:id="rId11" imgW="393480" imgH="27936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1463" y="2580382"/>
                        <a:ext cx="393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10F73EB-C8A7-477B-BF1C-0461D23D4C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641614"/>
              </p:ext>
            </p:extLst>
          </p:nvPr>
        </p:nvGraphicFramePr>
        <p:xfrm>
          <a:off x="4817963" y="3516486"/>
          <a:ext cx="393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8" name="Equation" r:id="rId13" imgW="393480" imgH="279360" progId="Equation.DSMT4">
                  <p:embed/>
                </p:oleObj>
              </mc:Choice>
              <mc:Fallback>
                <p:oleObj name="Equation" r:id="rId13" imgW="393480" imgH="27936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17963" y="3516486"/>
                        <a:ext cx="393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3291E0C-F95C-4FBB-914A-95DDC4DDDE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058940"/>
              </p:ext>
            </p:extLst>
          </p:nvPr>
        </p:nvGraphicFramePr>
        <p:xfrm>
          <a:off x="1619672" y="1391221"/>
          <a:ext cx="123666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9" name="Equation" r:id="rId15" imgW="1079280" imgH="736560" progId="Equation.DSMT4">
                  <p:embed/>
                </p:oleObj>
              </mc:Choice>
              <mc:Fallback>
                <p:oleObj name="Equation" r:id="rId15" imgW="1079280" imgH="73656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391221"/>
                        <a:ext cx="1236663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185D6CA-FA5A-4052-9033-72569D1D03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616725"/>
              </p:ext>
            </p:extLst>
          </p:nvPr>
        </p:nvGraphicFramePr>
        <p:xfrm>
          <a:off x="3059832" y="1635646"/>
          <a:ext cx="368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0" name="Equation" r:id="rId17" imgW="368280" imgH="266400" progId="Equation.DSMT4">
                  <p:embed/>
                </p:oleObj>
              </mc:Choice>
              <mc:Fallback>
                <p:oleObj name="Equation" r:id="rId17" imgW="368280" imgH="2664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1635646"/>
                        <a:ext cx="3683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3FA6F70-9832-416E-A4CB-ECB11A95C1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134344"/>
              </p:ext>
            </p:extLst>
          </p:nvPr>
        </p:nvGraphicFramePr>
        <p:xfrm>
          <a:off x="5868144" y="1419622"/>
          <a:ext cx="2603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Equation" r:id="rId19" imgW="228600" imgH="736560" progId="Equation.DSMT4">
                  <p:embed/>
                </p:oleObj>
              </mc:Choice>
              <mc:Fallback>
                <p:oleObj name="Equation" r:id="rId19" imgW="228600" imgH="73656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1419622"/>
                        <a:ext cx="26035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418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BAA586-179B-4E8F-B598-7AA83C79844E}"/>
              </a:ext>
            </a:extLst>
          </p:cNvPr>
          <p:cNvSpPr txBox="1"/>
          <p:nvPr/>
        </p:nvSpPr>
        <p:spPr>
          <a:xfrm>
            <a:off x="856009" y="1059582"/>
            <a:ext cx="7460407" cy="55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      本节我们将通过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柯西中值定理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</a:rPr>
              <a:t>得到解决未定式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46AC15D-274A-445C-8C89-59482B6F45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730438"/>
              </p:ext>
            </p:extLst>
          </p:nvPr>
        </p:nvGraphicFramePr>
        <p:xfrm>
          <a:off x="2987824" y="3440534"/>
          <a:ext cx="11112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3" name="Equation" r:id="rId3" imgW="1117440" imgH="787320" progId="Equation.DSMT4">
                  <p:embed/>
                </p:oleObj>
              </mc:Choice>
              <mc:Fallback>
                <p:oleObj name="Equation" r:id="rId3" imgW="1117440" imgH="78732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440534"/>
                        <a:ext cx="111125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9542582-4448-44F2-86F7-6C06D66DF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2679300"/>
              </p:ext>
            </p:extLst>
          </p:nvPr>
        </p:nvGraphicFramePr>
        <p:xfrm>
          <a:off x="5574988" y="3434877"/>
          <a:ext cx="1174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74" name="Equation" r:id="rId5" imgW="1180800" imgH="787320" progId="Equation.DSMT4">
                  <p:embed/>
                </p:oleObj>
              </mc:Choice>
              <mc:Fallback>
                <p:oleObj name="Equation" r:id="rId5" imgW="1180800" imgH="78732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4988" y="3434877"/>
                        <a:ext cx="117475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30F44C9-EA23-4C58-A781-546E08FEAFE1}"/>
              </a:ext>
            </a:extLst>
          </p:cNvPr>
          <p:cNvCxnSpPr/>
          <p:nvPr/>
        </p:nvCxnSpPr>
        <p:spPr>
          <a:xfrm>
            <a:off x="4178411" y="3828577"/>
            <a:ext cx="1224136" cy="0"/>
          </a:xfrm>
          <a:prstGeom prst="straightConnector1">
            <a:avLst/>
          </a:prstGeom>
          <a:ln w="19050">
            <a:solidFill>
              <a:srgbClr val="006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C1DE3A3-F1F9-456F-8895-271F4A1F217F}"/>
              </a:ext>
            </a:extLst>
          </p:cNvPr>
          <p:cNvSpPr txBox="1"/>
          <p:nvPr/>
        </p:nvSpPr>
        <p:spPr>
          <a:xfrm>
            <a:off x="4178411" y="3434877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64FF"/>
                </a:solidFill>
                <a:latin typeface="宋体" panose="02010600030101010101" pitchFamily="2" charset="-122"/>
                <a:cs typeface="微软雅黑" panose="020B0503020204020204" charset="-122"/>
              </a:rPr>
              <a:t>转化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AF4AA-E550-4AC6-B228-8E6E9E92799D}"/>
              </a:ext>
            </a:extLst>
          </p:cNvPr>
          <p:cNvSpPr/>
          <p:nvPr/>
        </p:nvSpPr>
        <p:spPr>
          <a:xfrm>
            <a:off x="1111701" y="2495967"/>
            <a:ext cx="2554482" cy="576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L’Hospital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法则</a:t>
            </a:r>
            <a:r>
              <a:rPr lang="en-US" altLang="zh-CN" sz="24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.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12ACC7E-EBF1-4E78-AF17-274B8BB4259D}"/>
              </a:ext>
            </a:extLst>
          </p:cNvPr>
          <p:cNvGrpSpPr/>
          <p:nvPr/>
        </p:nvGrpSpPr>
        <p:grpSpPr>
          <a:xfrm>
            <a:off x="856009" y="1708150"/>
            <a:ext cx="7244383" cy="736600"/>
            <a:chOff x="279945" y="1708150"/>
            <a:chExt cx="7244383" cy="736600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1C47378-0CE9-4651-BB29-AF24AB6F5F2A}"/>
                </a:ext>
              </a:extLst>
            </p:cNvPr>
            <p:cNvSpPr txBox="1"/>
            <p:nvPr/>
          </p:nvSpPr>
          <p:spPr>
            <a:xfrm>
              <a:off x="279945" y="1804013"/>
              <a:ext cx="7244383" cy="559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24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      极限的一种简单且重要的计算方法，即</a:t>
              </a:r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洛必达</a:t>
              </a:r>
              <a:endPara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7315D33-4B63-4BC5-B527-9A5E1157DE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3801002"/>
                </p:ext>
              </p:extLst>
            </p:nvPr>
          </p:nvGraphicFramePr>
          <p:xfrm>
            <a:off x="467544" y="1708150"/>
            <a:ext cx="7874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75" name="Equation" r:id="rId7" imgW="787320" imgH="736560" progId="Equation.DSMT4">
                    <p:embed/>
                  </p:oleObj>
                </mc:Choice>
                <mc:Fallback>
                  <p:oleObj name="Equation" r:id="rId7" imgW="787320" imgH="73656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7544" y="1708150"/>
                          <a:ext cx="7874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0140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33467" y="237002"/>
            <a:ext cx="1274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未定式    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676591"/>
              </p:ext>
            </p:extLst>
          </p:nvPr>
        </p:nvGraphicFramePr>
        <p:xfrm>
          <a:off x="2828154" y="143610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2" name="Equation" r:id="rId3" imgW="228600" imgH="736560" progId="Equation.DSMT4">
                  <p:embed/>
                </p:oleObj>
              </mc:Choice>
              <mc:Fallback>
                <p:oleObj name="Equation" r:id="rId3" imgW="228600" imgH="7365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154" y="143610"/>
                        <a:ext cx="228600" cy="730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1574" y="1089960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16099D0-6DCD-429E-A476-D2C770B37C67}"/>
              </a:ext>
            </a:extLst>
          </p:cNvPr>
          <p:cNvGrpSpPr/>
          <p:nvPr/>
        </p:nvGrpSpPr>
        <p:grpSpPr>
          <a:xfrm>
            <a:off x="1613298" y="1064481"/>
            <a:ext cx="3318742" cy="461665"/>
            <a:chOff x="1941923" y="1269163"/>
            <a:chExt cx="3318742" cy="461665"/>
          </a:xfrm>
        </p:grpSpPr>
        <p:sp>
          <p:nvSpPr>
            <p:cNvPr id="7" name="文本框 6"/>
            <p:cNvSpPr txBox="1"/>
            <p:nvPr/>
          </p:nvSpPr>
          <p:spPr>
            <a:xfrm>
              <a:off x="1941923" y="1269163"/>
              <a:ext cx="3318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设</a:t>
              </a:r>
              <a:r>
                <a:rPr lang="zh-CN" altLang="en-US" sz="2400" b="1" dirty="0">
                  <a:latin typeface="+mn-ea"/>
                </a:rPr>
                <a:t>函数    ，    满足</a:t>
              </a: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4034744"/>
                </p:ext>
              </p:extLst>
            </p:nvPr>
          </p:nvGraphicFramePr>
          <p:xfrm>
            <a:off x="2979614" y="1347614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3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614" y="1347614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4763371"/>
                </p:ext>
              </p:extLst>
            </p:nvPr>
          </p:nvGraphicFramePr>
          <p:xfrm>
            <a:off x="3851151" y="1328738"/>
            <a:ext cx="625475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4" name="Equation" r:id="rId7" imgW="507960" imgH="304560" progId="Equation.DSMT4">
                    <p:embed/>
                  </p:oleObj>
                </mc:Choice>
                <mc:Fallback>
                  <p:oleObj name="Equation" r:id="rId7" imgW="507960" imgH="30456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151" y="1328738"/>
                          <a:ext cx="625475" cy="3635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文本框 12"/>
          <p:cNvSpPr txBox="1"/>
          <p:nvPr/>
        </p:nvSpPr>
        <p:spPr>
          <a:xfrm>
            <a:off x="691007" y="1879308"/>
            <a:ext cx="74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439864"/>
              </p:ext>
            </p:extLst>
          </p:nvPr>
        </p:nvGraphicFramePr>
        <p:xfrm>
          <a:off x="1524952" y="1928942"/>
          <a:ext cx="3238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" name="Equation" r:id="rId9" imgW="3238200" imgH="482400" progId="Equation.DSMT4">
                  <p:embed/>
                </p:oleObj>
              </mc:Choice>
              <mc:Fallback>
                <p:oleObj name="Equation" r:id="rId9" imgW="3238200" imgH="482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952" y="1928942"/>
                        <a:ext cx="323850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7CD6DDD-D07F-440F-9C03-A2E0C92EFB88}"/>
              </a:ext>
            </a:extLst>
          </p:cNvPr>
          <p:cNvGrpSpPr/>
          <p:nvPr/>
        </p:nvGrpSpPr>
        <p:grpSpPr>
          <a:xfrm>
            <a:off x="698985" y="2567364"/>
            <a:ext cx="8337511" cy="461665"/>
            <a:chOff x="698985" y="2632929"/>
            <a:chExt cx="8409519" cy="461665"/>
          </a:xfrm>
        </p:grpSpPr>
        <p:sp>
          <p:nvSpPr>
            <p:cNvPr id="18" name="文本框 17"/>
            <p:cNvSpPr txBox="1"/>
            <p:nvPr/>
          </p:nvSpPr>
          <p:spPr>
            <a:xfrm>
              <a:off x="698985" y="2632929"/>
              <a:ext cx="84095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(2)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在点   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某去心邻域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内，       与         存在，且                ；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695435"/>
                </p:ext>
              </p:extLst>
            </p:nvPr>
          </p:nvGraphicFramePr>
          <p:xfrm>
            <a:off x="2142902" y="2760663"/>
            <a:ext cx="196850" cy="207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6" name="Equation" r:id="rId11" imgW="203040" imgH="203040" progId="Equation.DSMT4">
                    <p:embed/>
                  </p:oleObj>
                </mc:Choice>
                <mc:Fallback>
                  <p:oleObj name="Equation" r:id="rId11" imgW="203040" imgH="20304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2902" y="2760663"/>
                          <a:ext cx="196850" cy="207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4198416"/>
                </p:ext>
              </p:extLst>
            </p:nvPr>
          </p:nvGraphicFramePr>
          <p:xfrm>
            <a:off x="4678288" y="2688342"/>
            <a:ext cx="685800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7" name="Equation" r:id="rId13" imgW="685800" imgH="355320" progId="Equation.DSMT4">
                    <p:embed/>
                  </p:oleObj>
                </mc:Choice>
                <mc:Fallback>
                  <p:oleObj name="Equation" r:id="rId13" imgW="685800" imgH="3553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8288" y="2688342"/>
                          <a:ext cx="685800" cy="350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0944754"/>
                </p:ext>
              </p:extLst>
            </p:nvPr>
          </p:nvGraphicFramePr>
          <p:xfrm>
            <a:off x="5686400" y="2688342"/>
            <a:ext cx="666750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8" name="Equation" r:id="rId15" imgW="672840" imgH="355320" progId="Equation.DSMT4">
                    <p:embed/>
                  </p:oleObj>
                </mc:Choice>
                <mc:Fallback>
                  <p:oleObj name="Equation" r:id="rId15" imgW="672840" imgH="35532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6400" y="2688342"/>
                          <a:ext cx="666750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2063531"/>
                </p:ext>
              </p:extLst>
            </p:nvPr>
          </p:nvGraphicFramePr>
          <p:xfrm>
            <a:off x="7611280" y="2675363"/>
            <a:ext cx="1123951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9" name="Equation" r:id="rId17" imgW="1130040" imgH="355320" progId="Equation.DSMT4">
                    <p:embed/>
                  </p:oleObj>
                </mc:Choice>
                <mc:Fallback>
                  <p:oleObj name="Equation" r:id="rId17" imgW="1130040" imgH="35532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280" y="2675363"/>
                          <a:ext cx="1123951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EE89BF-1CF7-4112-A83E-F02BA2930BC7}"/>
              </a:ext>
            </a:extLst>
          </p:cNvPr>
          <p:cNvGrpSpPr/>
          <p:nvPr/>
        </p:nvGrpSpPr>
        <p:grpSpPr>
          <a:xfrm>
            <a:off x="769205" y="3158945"/>
            <a:ext cx="4738899" cy="787400"/>
            <a:chOff x="769205" y="3224510"/>
            <a:chExt cx="4738899" cy="787400"/>
          </a:xfrm>
        </p:grpSpPr>
        <p:sp>
          <p:nvSpPr>
            <p:cNvPr id="30" name="文本框 29"/>
            <p:cNvSpPr txBox="1"/>
            <p:nvPr/>
          </p:nvSpPr>
          <p:spPr>
            <a:xfrm>
              <a:off x="769205" y="3401762"/>
              <a:ext cx="47388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　                 存在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或为</a:t>
              </a: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无穷大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      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2658916"/>
                </p:ext>
              </p:extLst>
            </p:nvPr>
          </p:nvGraphicFramePr>
          <p:xfrm>
            <a:off x="1532869" y="3224510"/>
            <a:ext cx="1174751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0" name="Equation" r:id="rId19" imgW="1180800" imgH="787320" progId="Equation.DSMT4">
                    <p:embed/>
                  </p:oleObj>
                </mc:Choice>
                <mc:Fallback>
                  <p:oleObj name="Equation" r:id="rId19" imgW="1180800" imgH="78732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2869" y="3224510"/>
                          <a:ext cx="1174751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629B67E-D5EA-4D8E-B008-4A725F679275}"/>
              </a:ext>
            </a:extLst>
          </p:cNvPr>
          <p:cNvGrpSpPr/>
          <p:nvPr/>
        </p:nvGrpSpPr>
        <p:grpSpPr>
          <a:xfrm>
            <a:off x="661190" y="4007282"/>
            <a:ext cx="3944411" cy="787400"/>
            <a:chOff x="661190" y="4156210"/>
            <a:chExt cx="3944411" cy="787400"/>
          </a:xfrm>
        </p:grpSpPr>
        <p:sp>
          <p:nvSpPr>
            <p:cNvPr id="31" name="文本框 30"/>
            <p:cNvSpPr txBox="1"/>
            <p:nvPr/>
          </p:nvSpPr>
          <p:spPr>
            <a:xfrm>
              <a:off x="661190" y="4319078"/>
              <a:ext cx="7722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则                                 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3153407"/>
                </p:ext>
              </p:extLst>
            </p:nvPr>
          </p:nvGraphicFramePr>
          <p:xfrm>
            <a:off x="1983051" y="4156210"/>
            <a:ext cx="262255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1" name="Equation" r:id="rId21" imgW="2628720" imgH="787320" progId="Equation.DSMT4">
                    <p:embed/>
                  </p:oleObj>
                </mc:Choice>
                <mc:Fallback>
                  <p:oleObj name="Equation" r:id="rId21" imgW="2628720" imgH="78732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3051" y="4156210"/>
                          <a:ext cx="262255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文本框 35"/>
          <p:cNvSpPr txBox="1"/>
          <p:nvPr/>
        </p:nvSpPr>
        <p:spPr>
          <a:xfrm>
            <a:off x="769205" y="260482"/>
            <a:ext cx="792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一、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698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28488" y="108606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回顾   柯西中值定理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16099D0-6DCD-429E-A476-D2C770B37C67}"/>
              </a:ext>
            </a:extLst>
          </p:cNvPr>
          <p:cNvGrpSpPr/>
          <p:nvPr/>
        </p:nvGrpSpPr>
        <p:grpSpPr>
          <a:xfrm>
            <a:off x="656272" y="669213"/>
            <a:ext cx="3307966" cy="461665"/>
            <a:chOff x="1941923" y="1269163"/>
            <a:chExt cx="3307966" cy="461665"/>
          </a:xfrm>
        </p:grpSpPr>
        <p:sp>
          <p:nvSpPr>
            <p:cNvPr id="7" name="文本框 6"/>
            <p:cNvSpPr txBox="1"/>
            <p:nvPr/>
          </p:nvSpPr>
          <p:spPr>
            <a:xfrm>
              <a:off x="1941923" y="1269163"/>
              <a:ext cx="3307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设</a:t>
              </a:r>
              <a:r>
                <a:rPr lang="zh-CN" altLang="en-US" sz="2400" b="1" dirty="0">
                  <a:latin typeface="+mn-ea"/>
                </a:rPr>
                <a:t>函数    ，    满足</a:t>
              </a: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0901933"/>
                </p:ext>
              </p:extLst>
            </p:nvPr>
          </p:nvGraphicFramePr>
          <p:xfrm>
            <a:off x="2979614" y="1347614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5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614" y="1347614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9046134"/>
                </p:ext>
              </p:extLst>
            </p:nvPr>
          </p:nvGraphicFramePr>
          <p:xfrm>
            <a:off x="3851151" y="1328738"/>
            <a:ext cx="625475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6" name="Equation" r:id="rId5" imgW="507960" imgH="304560" progId="Equation.DSMT4">
                    <p:embed/>
                  </p:oleObj>
                </mc:Choice>
                <mc:Fallback>
                  <p:oleObj name="Equation" r:id="rId5" imgW="5079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151" y="1328738"/>
                          <a:ext cx="625475" cy="3635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7CD6DDD-D07F-440F-9C03-A2E0C92EFB88}"/>
              </a:ext>
            </a:extLst>
          </p:cNvPr>
          <p:cNvGrpSpPr/>
          <p:nvPr/>
        </p:nvGrpSpPr>
        <p:grpSpPr>
          <a:xfrm>
            <a:off x="656272" y="1984837"/>
            <a:ext cx="4125278" cy="461665"/>
            <a:chOff x="698985" y="2632929"/>
            <a:chExt cx="4305063" cy="461665"/>
          </a:xfrm>
        </p:grpSpPr>
        <p:sp>
          <p:nvSpPr>
            <p:cNvPr id="18" name="文本框 17"/>
            <p:cNvSpPr txBox="1"/>
            <p:nvPr/>
          </p:nvSpPr>
          <p:spPr>
            <a:xfrm>
              <a:off x="698985" y="2632929"/>
              <a:ext cx="43050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(2)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在开区间         内可导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1460939"/>
                </p:ext>
              </p:extLst>
            </p:nvPr>
          </p:nvGraphicFramePr>
          <p:xfrm>
            <a:off x="2636093" y="2689703"/>
            <a:ext cx="639763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7" name="Equation" r:id="rId7" imgW="660240" imgH="342720" progId="Equation.DSMT4">
                    <p:embed/>
                  </p:oleObj>
                </mc:Choice>
                <mc:Fallback>
                  <p:oleObj name="Equation" r:id="rId7" imgW="6602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6093" y="2689703"/>
                          <a:ext cx="639763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0" y="2140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631543" y="1312535"/>
            <a:ext cx="3664970" cy="461665"/>
            <a:chOff x="691007" y="2038077"/>
            <a:chExt cx="3664970" cy="461665"/>
          </a:xfrm>
        </p:grpSpPr>
        <p:sp>
          <p:nvSpPr>
            <p:cNvPr id="13" name="文本框 12"/>
            <p:cNvSpPr txBox="1"/>
            <p:nvPr/>
          </p:nvSpPr>
          <p:spPr>
            <a:xfrm>
              <a:off x="691007" y="2038077"/>
              <a:ext cx="36649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(1)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在闭区间         上连续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1020344"/>
                </p:ext>
              </p:extLst>
            </p:nvPr>
          </p:nvGraphicFramePr>
          <p:xfrm>
            <a:off x="2633019" y="2087080"/>
            <a:ext cx="635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8" name="Equation" r:id="rId9" imgW="634680" imgH="330120" progId="Equation.DSMT4">
                    <p:embed/>
                  </p:oleObj>
                </mc:Choice>
                <mc:Fallback>
                  <p:oleObj name="Equation" r:id="rId9" imgW="634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33019" y="2087080"/>
                          <a:ext cx="635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/>
          <p:nvPr/>
        </p:nvGrpSpPr>
        <p:grpSpPr>
          <a:xfrm>
            <a:off x="668396" y="2626124"/>
            <a:ext cx="4594883" cy="461665"/>
            <a:chOff x="769205" y="3478237"/>
            <a:chExt cx="4594883" cy="461665"/>
          </a:xfrm>
        </p:grpSpPr>
        <p:sp>
          <p:nvSpPr>
            <p:cNvPr id="30" name="文本框 29"/>
            <p:cNvSpPr txBox="1"/>
            <p:nvPr/>
          </p:nvSpPr>
          <p:spPr>
            <a:xfrm>
              <a:off x="769205" y="3478237"/>
              <a:ext cx="45948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对任一             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　             ，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2660950"/>
                </p:ext>
              </p:extLst>
            </p:nvPr>
          </p:nvGraphicFramePr>
          <p:xfrm>
            <a:off x="2339752" y="3542068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" name="Equation" r:id="rId11" imgW="1104840" imgH="342720" progId="Equation.DSMT4">
                    <p:embed/>
                  </p:oleObj>
                </mc:Choice>
                <mc:Fallback>
                  <p:oleObj name="Equation" r:id="rId11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39752" y="3542068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515089"/>
                </p:ext>
              </p:extLst>
            </p:nvPr>
          </p:nvGraphicFramePr>
          <p:xfrm>
            <a:off x="3651250" y="3560316"/>
            <a:ext cx="11303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" name="Equation" r:id="rId13" imgW="1130040" imgH="355320" progId="Equation.DSMT4">
                    <p:embed/>
                  </p:oleObj>
                </mc:Choice>
                <mc:Fallback>
                  <p:oleObj name="Equation" r:id="rId13" imgW="113004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651250" y="3560316"/>
                          <a:ext cx="11303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/>
          <p:nvPr/>
        </p:nvGrpSpPr>
        <p:grpSpPr>
          <a:xfrm>
            <a:off x="215008" y="3252914"/>
            <a:ext cx="8821488" cy="787400"/>
            <a:chOff x="35496" y="4088606"/>
            <a:chExt cx="8821488" cy="78740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629B67E-D5EA-4D8E-B008-4A725F679275}"/>
                </a:ext>
              </a:extLst>
            </p:cNvPr>
            <p:cNvGrpSpPr/>
            <p:nvPr/>
          </p:nvGrpSpPr>
          <p:grpSpPr>
            <a:xfrm>
              <a:off x="35496" y="4088606"/>
              <a:ext cx="8821488" cy="787400"/>
              <a:chOff x="661189" y="4156210"/>
              <a:chExt cx="7847623" cy="787400"/>
            </a:xfrm>
          </p:grpSpPr>
          <p:sp>
            <p:nvSpPr>
              <p:cNvPr id="31" name="文本框 30"/>
              <p:cNvSpPr txBox="1"/>
              <p:nvPr/>
            </p:nvSpPr>
            <p:spPr>
              <a:xfrm>
                <a:off x="661189" y="4319078"/>
                <a:ext cx="78476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那么在         内至少有一点   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使等式                                       成立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sz="2400" b="1" dirty="0">
                  <a:latin typeface="+mn-ea"/>
                </a:endParaRPr>
              </a:p>
            </p:txBody>
          </p:sp>
          <p:graphicFrame>
            <p:nvGraphicFramePr>
              <p:cNvPr id="35" name="对象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31368758"/>
                  </p:ext>
                </p:extLst>
              </p:nvPr>
            </p:nvGraphicFramePr>
            <p:xfrm>
              <a:off x="5238525" y="4156210"/>
              <a:ext cx="2532062" cy="787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51" name="Equation" r:id="rId15" imgW="2539800" imgH="787320" progId="Equation.DSMT4">
                      <p:embed/>
                    </p:oleObj>
                  </mc:Choice>
                  <mc:Fallback>
                    <p:oleObj name="Equation" r:id="rId15" imgW="2539800" imgH="7873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8525" y="4156210"/>
                            <a:ext cx="2532062" cy="787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3213544"/>
                </p:ext>
              </p:extLst>
            </p:nvPr>
          </p:nvGraphicFramePr>
          <p:xfrm>
            <a:off x="1232445" y="4325937"/>
            <a:ext cx="639763" cy="350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2" name="Equation" r:id="rId17" imgW="660240" imgH="342720" progId="Equation.DSMT4">
                    <p:embed/>
                  </p:oleObj>
                </mc:Choice>
                <mc:Fallback>
                  <p:oleObj name="Equation" r:id="rId17" imgW="6602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2445" y="4325937"/>
                          <a:ext cx="639763" cy="350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2624499"/>
                </p:ext>
              </p:extLst>
            </p:nvPr>
          </p:nvGraphicFramePr>
          <p:xfrm>
            <a:off x="3744416" y="4317206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3" name="Equation" r:id="rId18" imgW="203040" imgH="330120" progId="Equation.DSMT4">
                    <p:embed/>
                  </p:oleObj>
                </mc:Choice>
                <mc:Fallback>
                  <p:oleObj name="Equation" r:id="rId18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744416" y="4317206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8236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87879" y="393234"/>
            <a:ext cx="5760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  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372864" y="149579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0" y="200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kumimoji="0" lang="en-US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6A759F-3C8A-4973-8CBB-8CEF1C2B12F1}"/>
              </a:ext>
            </a:extLst>
          </p:cNvPr>
          <p:cNvGrpSpPr/>
          <p:nvPr/>
        </p:nvGrpSpPr>
        <p:grpSpPr>
          <a:xfrm>
            <a:off x="372865" y="1808116"/>
            <a:ext cx="6317624" cy="461665"/>
            <a:chOff x="372865" y="1808116"/>
            <a:chExt cx="6317624" cy="461665"/>
          </a:xfrm>
        </p:grpSpPr>
        <p:sp>
          <p:nvSpPr>
            <p:cNvPr id="8" name="文本框 7"/>
            <p:cNvSpPr txBox="1"/>
            <p:nvPr/>
          </p:nvSpPr>
          <p:spPr>
            <a:xfrm>
              <a:off x="372865" y="1808116"/>
              <a:ext cx="63176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或         上满足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柯西中值定理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的条件，于是有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425733"/>
                </p:ext>
              </p:extLst>
            </p:nvPr>
          </p:nvGraphicFramePr>
          <p:xfrm>
            <a:off x="818601" y="1886272"/>
            <a:ext cx="628651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68" name="Equation" r:id="rId3" imgW="634680" imgH="330120" progId="Equation.DSMT4">
                    <p:embed/>
                  </p:oleObj>
                </mc:Choice>
                <mc:Fallback>
                  <p:oleObj name="Equation" r:id="rId3" imgW="634680" imgH="33012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601" y="1886272"/>
                          <a:ext cx="628651" cy="3254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714783"/>
              </p:ext>
            </p:extLst>
          </p:nvPr>
        </p:nvGraphicFramePr>
        <p:xfrm>
          <a:off x="1894650" y="2352461"/>
          <a:ext cx="3587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9" name="Equation" r:id="rId5" imgW="3593880" imgH="787320" progId="Equation.DSMT4">
                  <p:embed/>
                </p:oleObj>
              </mc:Choice>
              <mc:Fallback>
                <p:oleObj name="Equation" r:id="rId5" imgW="3593880" imgH="78732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4650" y="2352461"/>
                        <a:ext cx="358775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13FB27-D2EB-4E58-9CA2-332F1A579D52}"/>
              </a:ext>
            </a:extLst>
          </p:cNvPr>
          <p:cNvGrpSpPr/>
          <p:nvPr/>
        </p:nvGrpSpPr>
        <p:grpSpPr>
          <a:xfrm>
            <a:off x="5730681" y="2429082"/>
            <a:ext cx="2729752" cy="461665"/>
            <a:chOff x="5052056" y="2573759"/>
            <a:chExt cx="2729752" cy="461665"/>
          </a:xfrm>
        </p:grpSpPr>
        <p:sp>
          <p:nvSpPr>
            <p:cNvPr id="34" name="文本框 33"/>
            <p:cNvSpPr txBox="1"/>
            <p:nvPr/>
          </p:nvSpPr>
          <p:spPr>
            <a:xfrm>
              <a:off x="5052056" y="2573759"/>
              <a:ext cx="27297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在     与    之间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         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429786"/>
                </p:ext>
              </p:extLst>
            </p:nvPr>
          </p:nvGraphicFramePr>
          <p:xfrm>
            <a:off x="5446937" y="2659825"/>
            <a:ext cx="198437" cy="325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0" name="Equation" r:id="rId7" imgW="203040" imgH="330120" progId="Equation.DSMT4">
                    <p:embed/>
                  </p:oleObj>
                </mc:Choice>
                <mc:Fallback>
                  <p:oleObj name="Equation" r:id="rId7" imgW="203040" imgH="33012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6937" y="2659825"/>
                          <a:ext cx="198437" cy="325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7955566"/>
                </p:ext>
              </p:extLst>
            </p:nvPr>
          </p:nvGraphicFramePr>
          <p:xfrm>
            <a:off x="6001575" y="2710077"/>
            <a:ext cx="200025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1" name="Equation" r:id="rId9" imgW="203040" imgH="203040" progId="Equation.DSMT4">
                    <p:embed/>
                  </p:oleObj>
                </mc:Choice>
                <mc:Fallback>
                  <p:oleObj name="Equation" r:id="rId9" imgW="203040" imgH="203040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1575" y="2710077"/>
                          <a:ext cx="200025" cy="20161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777901"/>
                </p:ext>
              </p:extLst>
            </p:nvPr>
          </p:nvGraphicFramePr>
          <p:xfrm>
            <a:off x="6726479" y="2716427"/>
            <a:ext cx="1904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2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37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6479" y="2716427"/>
                          <a:ext cx="190440" cy="2030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Rectangle 5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610558"/>
              </p:ext>
            </p:extLst>
          </p:nvPr>
        </p:nvGraphicFramePr>
        <p:xfrm>
          <a:off x="3135633" y="418305"/>
          <a:ext cx="16256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" name="Equation" r:id="rId13" imgW="1625400" imgH="482400" progId="Equation.DSMT4">
                  <p:embed/>
                </p:oleObj>
              </mc:Choice>
              <mc:Fallback>
                <p:oleObj name="Equation" r:id="rId13" imgW="1625400" imgH="4824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633" y="418305"/>
                        <a:ext cx="1625600" cy="477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244159"/>
              </p:ext>
            </p:extLst>
          </p:nvPr>
        </p:nvGraphicFramePr>
        <p:xfrm>
          <a:off x="2244066" y="451071"/>
          <a:ext cx="863600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" name="Equation" r:id="rId15" imgW="863280" imgH="342720" progId="Equation.DSMT4">
                  <p:embed/>
                </p:oleObj>
              </mc:Choice>
              <mc:Fallback>
                <p:oleObj name="Equation" r:id="rId15" imgW="863280" imgH="34272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066" y="451071"/>
                        <a:ext cx="863600" cy="33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53185"/>
              </p:ext>
            </p:extLst>
          </p:nvPr>
        </p:nvGraphicFramePr>
        <p:xfrm>
          <a:off x="4849845" y="407385"/>
          <a:ext cx="8461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5" name="Equation" r:id="rId17" imgW="838080" imgH="342720" progId="Equation.DSMT4">
                  <p:embed/>
                </p:oleObj>
              </mc:Choice>
              <mc:Fallback>
                <p:oleObj name="Equation" r:id="rId17" imgW="838080" imgH="34272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45" y="407385"/>
                        <a:ext cx="846137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6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166761"/>
              </p:ext>
            </p:extLst>
          </p:nvPr>
        </p:nvGraphicFramePr>
        <p:xfrm>
          <a:off x="5740744" y="358725"/>
          <a:ext cx="15557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" name="Equation" r:id="rId19" imgW="1562040" imgH="482400" progId="Equation.DSMT4">
                  <p:embed/>
                </p:oleObj>
              </mc:Choice>
              <mc:Fallback>
                <p:oleObj name="Equation" r:id="rId19" imgW="1562040" imgH="4824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744" y="358725"/>
                        <a:ext cx="1555750" cy="47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2D7EC23F-D5EB-4411-BCE8-A05DBA3BC151}"/>
              </a:ext>
            </a:extLst>
          </p:cNvPr>
          <p:cNvGrpSpPr/>
          <p:nvPr/>
        </p:nvGrpSpPr>
        <p:grpSpPr>
          <a:xfrm>
            <a:off x="194213" y="1131590"/>
            <a:ext cx="8755573" cy="461665"/>
            <a:chOff x="194213" y="1131590"/>
            <a:chExt cx="8755573" cy="461665"/>
          </a:xfrm>
        </p:grpSpPr>
        <p:sp>
          <p:nvSpPr>
            <p:cNvPr id="6" name="文本框 5"/>
            <p:cNvSpPr txBox="1"/>
            <p:nvPr/>
          </p:nvSpPr>
          <p:spPr>
            <a:xfrm>
              <a:off x="194213" y="1131590"/>
              <a:ext cx="8755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在点     的某去心邻域内任取一点    ，则        ，      在区间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3641861"/>
                </p:ext>
              </p:extLst>
            </p:nvPr>
          </p:nvGraphicFramePr>
          <p:xfrm>
            <a:off x="5693505" y="1218611"/>
            <a:ext cx="622300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7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18" name="对象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3505" y="1218611"/>
                          <a:ext cx="622300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6615662"/>
                </p:ext>
              </p:extLst>
            </p:nvPr>
          </p:nvGraphicFramePr>
          <p:xfrm>
            <a:off x="6477777" y="1193162"/>
            <a:ext cx="603250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8" name="Equation" r:id="rId23" imgW="596880" imgH="342720" progId="Equation.DSMT4">
                    <p:embed/>
                  </p:oleObj>
                </mc:Choice>
                <mc:Fallback>
                  <p:oleObj name="Equation" r:id="rId23" imgW="596880" imgH="34272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7777" y="1193162"/>
                          <a:ext cx="603250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7112475"/>
                </p:ext>
              </p:extLst>
            </p:nvPr>
          </p:nvGraphicFramePr>
          <p:xfrm>
            <a:off x="8028384" y="1206452"/>
            <a:ext cx="628650" cy="323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79" name="Equation" r:id="rId25" imgW="634680" imgH="330120" progId="Equation.DSMT4">
                    <p:embed/>
                  </p:oleObj>
                </mc:Choice>
                <mc:Fallback>
                  <p:oleObj name="Equation" r:id="rId25" imgW="634680" imgH="33012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28384" y="1206452"/>
                          <a:ext cx="628650" cy="323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0724287"/>
                </p:ext>
              </p:extLst>
            </p:nvPr>
          </p:nvGraphicFramePr>
          <p:xfrm>
            <a:off x="1117461" y="1260902"/>
            <a:ext cx="203040" cy="203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0" name="Equation" r:id="rId27" imgW="203040" imgH="203040" progId="Equation.DSMT4">
                    <p:embed/>
                  </p:oleObj>
                </mc:Choice>
                <mc:Fallback>
                  <p:oleObj name="Equation" r:id="rId27" imgW="203040" imgH="203040" progId="Equation.DSMT4">
                    <p:embed/>
                    <p:pic>
                      <p:nvPicPr>
                        <p:cNvPr id="37" name="对象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461" y="1260902"/>
                          <a:ext cx="203040" cy="2030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20379632"/>
                </p:ext>
              </p:extLst>
            </p:nvPr>
          </p:nvGraphicFramePr>
          <p:xfrm>
            <a:off x="4818063" y="1274763"/>
            <a:ext cx="188912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1" name="Equation" r:id="rId29" imgW="190440" imgH="203040" progId="Equation.DSMT4">
                    <p:embed/>
                  </p:oleObj>
                </mc:Choice>
                <mc:Fallback>
                  <p:oleObj name="Equation" r:id="rId29" imgW="190440" imgH="203040" progId="Equation.DSMT4">
                    <p:embed/>
                    <p:pic>
                      <p:nvPicPr>
                        <p:cNvPr id="38" name="对象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8063" y="1274763"/>
                          <a:ext cx="188912" cy="203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Rectangle 7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9" name="Rectangle 7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5AC0C16-8B73-4812-8CB5-0C010154A757}"/>
              </a:ext>
            </a:extLst>
          </p:cNvPr>
          <p:cNvGrpSpPr/>
          <p:nvPr/>
        </p:nvGrpSpPr>
        <p:grpSpPr>
          <a:xfrm>
            <a:off x="367027" y="3509807"/>
            <a:ext cx="6653246" cy="461665"/>
            <a:chOff x="367027" y="3509807"/>
            <a:chExt cx="6653246" cy="461665"/>
          </a:xfrm>
        </p:grpSpPr>
        <p:sp>
          <p:nvSpPr>
            <p:cNvPr id="7" name="文本框 6"/>
            <p:cNvSpPr txBox="1"/>
            <p:nvPr/>
          </p:nvSpPr>
          <p:spPr>
            <a:xfrm>
              <a:off x="367027" y="3509807"/>
              <a:ext cx="66532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取极限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令           ，则有            ，并由条件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得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48" name="对象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756167"/>
                </p:ext>
              </p:extLst>
            </p:nvPr>
          </p:nvGraphicFramePr>
          <p:xfrm>
            <a:off x="1853541" y="3630308"/>
            <a:ext cx="781050" cy="220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2" name="Equation" r:id="rId31" imgW="787320" imgH="215640" progId="Equation.DSMT4">
                    <p:embed/>
                  </p:oleObj>
                </mc:Choice>
                <mc:Fallback>
                  <p:oleObj name="Equation" r:id="rId31" imgW="787320" imgH="21564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3541" y="3630308"/>
                          <a:ext cx="781050" cy="220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7871312"/>
                </p:ext>
              </p:extLst>
            </p:nvPr>
          </p:nvGraphicFramePr>
          <p:xfrm>
            <a:off x="3653930" y="3579862"/>
            <a:ext cx="793750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83" name="Equation" r:id="rId33" imgW="799920" imgH="330120" progId="Equation.DSMT4">
                    <p:embed/>
                  </p:oleObj>
                </mc:Choice>
                <mc:Fallback>
                  <p:oleObj name="Equation" r:id="rId33" imgW="799920" imgH="33012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3930" y="3579862"/>
                          <a:ext cx="793750" cy="341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Rectangle 8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6215999"/>
              </p:ext>
            </p:extLst>
          </p:nvPr>
        </p:nvGraphicFramePr>
        <p:xfrm>
          <a:off x="2022475" y="4156075"/>
          <a:ext cx="41814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" name="Equation" r:id="rId35" imgW="4190760" imgH="787320" progId="Equation.DSMT4">
                  <p:embed/>
                </p:oleObj>
              </mc:Choice>
              <mc:Fallback>
                <p:oleObj name="Equation" r:id="rId35" imgW="4190760" imgH="78732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156075"/>
                        <a:ext cx="4181475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文本框 52"/>
          <p:cNvSpPr txBox="1"/>
          <p:nvPr/>
        </p:nvSpPr>
        <p:spPr>
          <a:xfrm>
            <a:off x="933840" y="379083"/>
            <a:ext cx="813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证明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E21E898-684F-4291-A58A-E678AD1FF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790953"/>
              </p:ext>
            </p:extLst>
          </p:nvPr>
        </p:nvGraphicFramePr>
        <p:xfrm>
          <a:off x="2825750" y="3197225"/>
          <a:ext cx="147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" name="Equation" r:id="rId37" imgW="1473120" imgH="266400" progId="Equation.DSMT4">
                  <p:embed/>
                </p:oleObj>
              </mc:Choice>
              <mc:Fallback>
                <p:oleObj name="Equation" r:id="rId37" imgW="14731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825750" y="3197225"/>
                        <a:ext cx="1473200" cy="2667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10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0521" y="2940810"/>
            <a:ext cx="8199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的条件，则可继续使用洛必达法则，即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715515"/>
              </p:ext>
            </p:extLst>
          </p:nvPr>
        </p:nvGraphicFramePr>
        <p:xfrm>
          <a:off x="2117576" y="3723878"/>
          <a:ext cx="4038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3" imgW="4038480" imgH="787320" progId="Equation.DSMT4">
                  <p:embed/>
                </p:oleObj>
              </mc:Choice>
              <mc:Fallback>
                <p:oleObj name="Equation" r:id="rId3" imgW="4038480" imgH="7873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576" y="3723878"/>
                        <a:ext cx="40386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107504" y="1851670"/>
            <a:ext cx="9036496" cy="795139"/>
            <a:chOff x="107504" y="1995686"/>
            <a:chExt cx="9036496" cy="7951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3E266B73-FD6F-42C2-97C5-F89FADF2CCA7}"/>
                </a:ext>
              </a:extLst>
            </p:cNvPr>
            <p:cNvGrpSpPr/>
            <p:nvPr/>
          </p:nvGrpSpPr>
          <p:grpSpPr>
            <a:xfrm>
              <a:off x="107504" y="1995686"/>
              <a:ext cx="9036496" cy="795139"/>
              <a:chOff x="279591" y="1995686"/>
              <a:chExt cx="9036496" cy="795139"/>
            </a:xfrm>
          </p:grpSpPr>
          <p:graphicFrame>
            <p:nvGraphicFramePr>
              <p:cNvPr id="10" name="对象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7322255"/>
                  </p:ext>
                </p:extLst>
              </p:nvPr>
            </p:nvGraphicFramePr>
            <p:xfrm>
              <a:off x="1811486" y="2003425"/>
              <a:ext cx="1176338" cy="787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1" name="Equation" r:id="rId5" imgW="1180800" imgH="787320" progId="Equation.DSMT4">
                      <p:embed/>
                    </p:oleObj>
                  </mc:Choice>
                  <mc:Fallback>
                    <p:oleObj name="Equation" r:id="rId5" imgW="1180800" imgH="787320" progId="Equation.DSMT4">
                      <p:embed/>
                      <p:pic>
                        <p:nvPicPr>
                          <p:cNvPr id="0" name="Object 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11486" y="2003425"/>
                            <a:ext cx="1176338" cy="7874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对象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9617392"/>
                  </p:ext>
                </p:extLst>
              </p:nvPr>
            </p:nvGraphicFramePr>
            <p:xfrm>
              <a:off x="4587495" y="1995686"/>
              <a:ext cx="228600" cy="730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2" name="Equation" r:id="rId7" imgW="228600" imgH="736560" progId="Equation.DSMT4">
                      <p:embed/>
                    </p:oleObj>
                  </mc:Choice>
                  <mc:Fallback>
                    <p:oleObj name="Equation" r:id="rId7" imgW="228600" imgH="736560" progId="Equation.DSMT4">
                      <p:embed/>
                      <p:pic>
                        <p:nvPicPr>
                          <p:cNvPr id="5" name="对象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7495" y="1995686"/>
                            <a:ext cx="228600" cy="73025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文本框 12"/>
              <p:cNvSpPr txBox="1"/>
              <p:nvPr/>
            </p:nvSpPr>
            <p:spPr>
              <a:xfrm>
                <a:off x="279591" y="2139702"/>
                <a:ext cx="90364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如果                仍为未定式　，且                    仍满足定理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400" b="1" dirty="0">
                  <a:latin typeface="+mn-ea"/>
                </a:endParaRPr>
              </a:p>
            </p:txBody>
          </p:sp>
        </p:grp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2763425"/>
                </p:ext>
              </p:extLst>
            </p:nvPr>
          </p:nvGraphicFramePr>
          <p:xfrm>
            <a:off x="5280025" y="2215704"/>
            <a:ext cx="14605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3" name="Equation" r:id="rId9" imgW="1460160" imgH="355320" progId="Equation.DSMT4">
                    <p:embed/>
                  </p:oleObj>
                </mc:Choice>
                <mc:Fallback>
                  <p:oleObj name="Equation" r:id="rId9" imgW="14601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80025" y="2215704"/>
                          <a:ext cx="14605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3"/>
          <p:cNvSpPr txBox="1"/>
          <p:nvPr/>
        </p:nvSpPr>
        <p:spPr>
          <a:xfrm>
            <a:off x="260521" y="1173981"/>
            <a:ext cx="8343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未定式的值的方法，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洛必达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L’Hospital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法则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8" name="文本框 3"/>
          <p:cNvSpPr txBox="1"/>
          <p:nvPr/>
        </p:nvSpPr>
        <p:spPr>
          <a:xfrm>
            <a:off x="409037" y="453901"/>
            <a:ext cx="8343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　　在一定条件下，通过分子分母分别求导再求极限来确定</a:t>
            </a:r>
          </a:p>
        </p:txBody>
      </p:sp>
    </p:spTree>
    <p:extLst>
      <p:ext uri="{BB962C8B-B14F-4D97-AF65-F5344CB8AC3E}">
        <p14:creationId xmlns:p14="http://schemas.microsoft.com/office/powerpoint/2010/main" val="393444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5576" y="384885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2611586"/>
              </p:ext>
            </p:extLst>
          </p:nvPr>
        </p:nvGraphicFramePr>
        <p:xfrm>
          <a:off x="2547144" y="249798"/>
          <a:ext cx="168275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Equation" r:id="rId3" imgW="1676160" imgH="736560" progId="Equation.DSMT4">
                  <p:embed/>
                </p:oleObj>
              </mc:Choice>
              <mc:Fallback>
                <p:oleObj name="Equation" r:id="rId3" imgW="1676160" imgH="7365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144" y="249798"/>
                        <a:ext cx="1682750" cy="731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5F185C55-A5BE-4AD1-B3BA-465EE7514147}"/>
              </a:ext>
            </a:extLst>
          </p:cNvPr>
          <p:cNvGrpSpPr/>
          <p:nvPr/>
        </p:nvGrpSpPr>
        <p:grpSpPr>
          <a:xfrm>
            <a:off x="1384228" y="1311938"/>
            <a:ext cx="4571229" cy="730250"/>
            <a:chOff x="1512939" y="2029816"/>
            <a:chExt cx="4571229" cy="730250"/>
          </a:xfrm>
        </p:grpSpPr>
        <p:sp>
          <p:nvSpPr>
            <p:cNvPr id="8" name="文本框 7"/>
            <p:cNvSpPr txBox="1"/>
            <p:nvPr/>
          </p:nvSpPr>
          <p:spPr>
            <a:xfrm>
              <a:off x="1512939" y="2142569"/>
              <a:ext cx="45712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这是未定式  ，由洛必达法则得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6791810"/>
                </p:ext>
              </p:extLst>
            </p:nvPr>
          </p:nvGraphicFramePr>
          <p:xfrm>
            <a:off x="3203848" y="2029816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9" name="Equation" r:id="rId5" imgW="228600" imgH="736560" progId="Equation.DSMT4">
                    <p:embed/>
                  </p:oleObj>
                </mc:Choice>
                <mc:Fallback>
                  <p:oleObj name="Equation" r:id="rId5" imgW="228600" imgH="73656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848" y="2029816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98133"/>
              </p:ext>
            </p:extLst>
          </p:nvPr>
        </p:nvGraphicFramePr>
        <p:xfrm>
          <a:off x="4427984" y="2526895"/>
          <a:ext cx="197961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Equation" r:id="rId7" imgW="1981080" imgH="736560" progId="Equation.DSMT4">
                  <p:embed/>
                </p:oleObj>
              </mc:Choice>
              <mc:Fallback>
                <p:oleObj name="Equation" r:id="rId7" imgW="1981080" imgH="736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2526895"/>
                        <a:ext cx="1979613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91539" y="1446231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64120"/>
              </p:ext>
            </p:extLst>
          </p:nvPr>
        </p:nvGraphicFramePr>
        <p:xfrm>
          <a:off x="1088430" y="2527504"/>
          <a:ext cx="149701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Equation" r:id="rId9" imgW="1498320" imgH="736560" progId="Equation.DSMT4">
                  <p:embed/>
                </p:oleObj>
              </mc:Choice>
              <mc:Fallback>
                <p:oleObj name="Equation" r:id="rId9" imgW="1498320" imgH="73656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8430" y="2527504"/>
                        <a:ext cx="1497013" cy="730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836515"/>
              </p:ext>
            </p:extLst>
          </p:nvPr>
        </p:nvGraphicFramePr>
        <p:xfrm>
          <a:off x="2581722" y="2518957"/>
          <a:ext cx="18018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11" imgW="1803240" imgH="736560" progId="Equation.DSMT4">
                  <p:embed/>
                </p:oleObj>
              </mc:Choice>
              <mc:Fallback>
                <p:oleObj name="Equation" r:id="rId11" imgW="1803240" imgH="73656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722" y="2518957"/>
                        <a:ext cx="1801812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856756"/>
              </p:ext>
            </p:extLst>
          </p:nvPr>
        </p:nvGraphicFramePr>
        <p:xfrm>
          <a:off x="1867942" y="3388584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13" imgW="228600" imgH="736560" progId="Equation.DSMT4">
                  <p:embed/>
                </p:oleObj>
              </mc:Choice>
              <mc:Fallback>
                <p:oleObj name="Equation" r:id="rId13" imgW="228600" imgH="73656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7942" y="3388584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450147"/>
              </p:ext>
            </p:extLst>
          </p:nvPr>
        </p:nvGraphicFramePr>
        <p:xfrm>
          <a:off x="3645125" y="3398754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4" name="Equation" r:id="rId15" imgW="228600" imgH="736560" progId="Equation.DSMT4">
                  <p:embed/>
                </p:oleObj>
              </mc:Choice>
              <mc:Fallback>
                <p:oleObj name="Equation" r:id="rId15" imgW="2286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5125" y="3398754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05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1109" y="451803"/>
            <a:ext cx="2304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 </a:t>
            </a:r>
            <a:r>
              <a:rPr lang="zh-CN" altLang="en-US" sz="2400" b="1" dirty="0">
                <a:latin typeface="+mn-ea"/>
              </a:rPr>
              <a:t>求极限</a:t>
            </a:r>
          </a:p>
          <a:p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124009"/>
              </p:ext>
            </p:extLst>
          </p:nvPr>
        </p:nvGraphicFramePr>
        <p:xfrm>
          <a:off x="2699792" y="267494"/>
          <a:ext cx="22288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2" name="Equation" r:id="rId3" imgW="2234880" imgH="774360" progId="Equation.DSMT4">
                  <p:embed/>
                </p:oleObj>
              </mc:Choice>
              <mc:Fallback>
                <p:oleObj name="Equation" r:id="rId3" imgW="2234880" imgH="774360" progId="Equation.DSMT4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67494"/>
                        <a:ext cx="222885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DB9484-FDCB-4734-8EDB-35E611539667}"/>
              </a:ext>
            </a:extLst>
          </p:cNvPr>
          <p:cNvGrpSpPr/>
          <p:nvPr/>
        </p:nvGrpSpPr>
        <p:grpSpPr>
          <a:xfrm>
            <a:off x="1395165" y="1186850"/>
            <a:ext cx="4824536" cy="730250"/>
            <a:chOff x="1403648" y="1474981"/>
            <a:chExt cx="4824536" cy="730250"/>
          </a:xfrm>
        </p:grpSpPr>
        <p:sp>
          <p:nvSpPr>
            <p:cNvPr id="5" name="文本框 4"/>
            <p:cNvSpPr txBox="1"/>
            <p:nvPr/>
          </p:nvSpPr>
          <p:spPr>
            <a:xfrm>
              <a:off x="1403648" y="1586061"/>
              <a:ext cx="4824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</a:t>
              </a:r>
              <a:r>
                <a:rPr lang="zh-CN" altLang="en-US" sz="2400" b="1" dirty="0">
                  <a:latin typeface="+mn-ea"/>
                </a:rPr>
                <a:t>这是未定式   ，由洛必达法则得</a:t>
              </a: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0303291"/>
                </p:ext>
              </p:extLst>
            </p:nvPr>
          </p:nvGraphicFramePr>
          <p:xfrm>
            <a:off x="3335288" y="1474981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3" name="Equation" r:id="rId5" imgW="228600" imgH="736560" progId="Equation.DSMT4">
                    <p:embed/>
                  </p:oleObj>
                </mc:Choice>
                <mc:Fallback>
                  <p:oleObj name="Equation" r:id="rId5" imgW="228600" imgH="73656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5288" y="1474981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75733"/>
              </p:ext>
            </p:extLst>
          </p:nvPr>
        </p:nvGraphicFramePr>
        <p:xfrm>
          <a:off x="3798342" y="2067719"/>
          <a:ext cx="2184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4" name="Equation" r:id="rId7" imgW="2184120" imgH="774360" progId="Equation.DSMT4">
                  <p:embed/>
                </p:oleObj>
              </mc:Choice>
              <mc:Fallback>
                <p:oleObj name="Equation" r:id="rId7" imgW="2184120" imgH="7743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342" y="2067719"/>
                        <a:ext cx="21844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603620"/>
              </p:ext>
            </p:extLst>
          </p:nvPr>
        </p:nvGraphicFramePr>
        <p:xfrm>
          <a:off x="3366542" y="3174207"/>
          <a:ext cx="1765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5" name="Equation" r:id="rId9" imgW="1765080" imgH="774360" progId="Equation.DSMT4">
                  <p:embed/>
                </p:oleObj>
              </mc:Choice>
              <mc:Fallback>
                <p:oleObj name="Equation" r:id="rId9" imgW="1765080" imgH="77436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6542" y="3174207"/>
                        <a:ext cx="17653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90070" y="1310982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663620"/>
              </p:ext>
            </p:extLst>
          </p:nvPr>
        </p:nvGraphicFramePr>
        <p:xfrm>
          <a:off x="1625055" y="3164682"/>
          <a:ext cx="1752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6" name="Equation" r:id="rId11" imgW="1752480" imgH="774360" progId="Equation.DSMT4">
                  <p:embed/>
                </p:oleObj>
              </mc:Choice>
              <mc:Fallback>
                <p:oleObj name="Equation" r:id="rId11" imgW="1752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25055" y="3164682"/>
                        <a:ext cx="17526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090282"/>
              </p:ext>
            </p:extLst>
          </p:nvPr>
        </p:nvGraphicFramePr>
        <p:xfrm>
          <a:off x="5139581" y="3435747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" name="Equation" r:id="rId13" imgW="571320" imgH="279360" progId="Equation.DSMT4">
                  <p:embed/>
                </p:oleObj>
              </mc:Choice>
              <mc:Fallback>
                <p:oleObj name="Equation" r:id="rId13" imgW="571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139581" y="3435747"/>
                        <a:ext cx="571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21900"/>
              </p:ext>
            </p:extLst>
          </p:nvPr>
        </p:nvGraphicFramePr>
        <p:xfrm>
          <a:off x="1752129" y="2067719"/>
          <a:ext cx="2019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8" name="Equation" r:id="rId15" imgW="2019240" imgH="774360" progId="Equation.DSMT4">
                  <p:embed/>
                </p:oleObj>
              </mc:Choice>
              <mc:Fallback>
                <p:oleObj name="Equation" r:id="rId15" imgW="2019240" imgH="774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129" y="2067719"/>
                        <a:ext cx="20193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600961"/>
              </p:ext>
            </p:extLst>
          </p:nvPr>
        </p:nvGraphicFramePr>
        <p:xfrm>
          <a:off x="2518939" y="3882802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9" name="Equation" r:id="rId17" imgW="228600" imgH="736560" progId="Equation.DSMT4">
                  <p:embed/>
                </p:oleObj>
              </mc:Choice>
              <mc:Fallback>
                <p:oleObj name="Equation" r:id="rId17" imgW="2286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939" y="3882802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01090"/>
              </p:ext>
            </p:extLst>
          </p:nvPr>
        </p:nvGraphicFramePr>
        <p:xfrm>
          <a:off x="6219701" y="2077394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0" name="Equation" r:id="rId19" imgW="228600" imgH="736560" progId="Equation.DSMT4">
                  <p:embed/>
                </p:oleObj>
              </mc:Choice>
              <mc:Fallback>
                <p:oleObj name="Equation" r:id="rId19" imgW="228600" imgH="73656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701" y="2077394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4538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48706" y="519361"/>
            <a:ext cx="2304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3 </a:t>
            </a:r>
            <a:r>
              <a:rPr lang="zh-CN" altLang="en-US" sz="2400" b="1" dirty="0">
                <a:latin typeface="+mn-ea"/>
              </a:rPr>
              <a:t>求极限</a:t>
            </a:r>
          </a:p>
          <a:p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-50886" y="-361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2563982"/>
              </p:ext>
            </p:extLst>
          </p:nvPr>
        </p:nvGraphicFramePr>
        <p:xfrm>
          <a:off x="2532412" y="411510"/>
          <a:ext cx="25273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" name="Equation" r:id="rId3" imgW="2527200" imgH="736560" progId="Equation.DSMT4">
                  <p:embed/>
                </p:oleObj>
              </mc:Choice>
              <mc:Fallback>
                <p:oleObj name="Equation" r:id="rId3" imgW="2527200" imgH="7365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412" y="411510"/>
                        <a:ext cx="25273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-50886" y="-361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-50886" y="-361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-50886" y="-361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-50886" y="-361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D8AF289-4024-4B28-A2A2-64938F0C510B}"/>
              </a:ext>
            </a:extLst>
          </p:cNvPr>
          <p:cNvGrpSpPr/>
          <p:nvPr/>
        </p:nvGrpSpPr>
        <p:grpSpPr>
          <a:xfrm>
            <a:off x="848706" y="1307448"/>
            <a:ext cx="7632848" cy="536705"/>
            <a:chOff x="899592" y="1343613"/>
            <a:chExt cx="7632848" cy="536705"/>
          </a:xfrm>
        </p:grpSpPr>
        <p:sp>
          <p:nvSpPr>
            <p:cNvPr id="7" name="文本框 6"/>
            <p:cNvSpPr txBox="1"/>
            <p:nvPr/>
          </p:nvSpPr>
          <p:spPr>
            <a:xfrm>
              <a:off x="899592" y="1343613"/>
              <a:ext cx="76328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由于     时，        ，并且          ，所以</a:t>
              </a: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5208633"/>
                </p:ext>
              </p:extLst>
            </p:nvPr>
          </p:nvGraphicFramePr>
          <p:xfrm>
            <a:off x="2195736" y="1450769"/>
            <a:ext cx="7747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7" name="Equation" r:id="rId5" imgW="774360" imgH="279360" progId="Equation.DSMT4">
                    <p:embed/>
                  </p:oleObj>
                </mc:Choice>
                <mc:Fallback>
                  <p:oleObj name="Equation" r:id="rId5" imgW="774360" imgH="2793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1450769"/>
                          <a:ext cx="774700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0290261"/>
                </p:ext>
              </p:extLst>
            </p:nvPr>
          </p:nvGraphicFramePr>
          <p:xfrm>
            <a:off x="3570982" y="1369310"/>
            <a:ext cx="1289050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8" name="Equation" r:id="rId7" imgW="1282680" imgH="342720" progId="Equation.DSMT4">
                    <p:embed/>
                  </p:oleObj>
                </mc:Choice>
                <mc:Fallback>
                  <p:oleObj name="Equation" r:id="rId7" imgW="1282680" imgH="3427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0982" y="1369310"/>
                          <a:ext cx="1289050" cy="338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2198257"/>
                </p:ext>
              </p:extLst>
            </p:nvPr>
          </p:nvGraphicFramePr>
          <p:xfrm>
            <a:off x="5804780" y="1402480"/>
            <a:ext cx="1466850" cy="477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9" name="Equation" r:id="rId9" imgW="1473120" imgH="482400" progId="Equation.DSMT4">
                    <p:embed/>
                  </p:oleObj>
                </mc:Choice>
                <mc:Fallback>
                  <p:oleObj name="Equation" r:id="rId9" imgW="1473120" imgH="4824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04780" y="1402480"/>
                          <a:ext cx="1466850" cy="477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Rectangle 15"/>
          <p:cNvSpPr>
            <a:spLocks noChangeArrowheads="1"/>
          </p:cNvSpPr>
          <p:nvPr/>
        </p:nvSpPr>
        <p:spPr bwMode="auto">
          <a:xfrm>
            <a:off x="1979712" y="206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633438"/>
              </p:ext>
            </p:extLst>
          </p:nvPr>
        </p:nvGraphicFramePr>
        <p:xfrm>
          <a:off x="1586134" y="2057748"/>
          <a:ext cx="235426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Equation" r:id="rId11" imgW="2349360" imgH="736560" progId="Equation.DSMT4">
                  <p:embed/>
                </p:oleObj>
              </mc:Choice>
              <mc:Fallback>
                <p:oleObj name="Equation" r:id="rId11" imgW="2349360" imgH="7365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6134" y="2057748"/>
                        <a:ext cx="2354263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-50886" y="-361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263974"/>
              </p:ext>
            </p:extLst>
          </p:nvPr>
        </p:nvGraphicFramePr>
        <p:xfrm>
          <a:off x="1285789" y="3283298"/>
          <a:ext cx="1905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Equation" r:id="rId13" imgW="1904760" imgH="774360" progId="Equation.DSMT4">
                  <p:embed/>
                </p:oleObj>
              </mc:Choice>
              <mc:Fallback>
                <p:oleObj name="Equation" r:id="rId13" imgW="1904760" imgH="7743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789" y="3283298"/>
                        <a:ext cx="19050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833901"/>
              </p:ext>
            </p:extLst>
          </p:nvPr>
        </p:nvGraphicFramePr>
        <p:xfrm>
          <a:off x="3197447" y="3296691"/>
          <a:ext cx="1485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2" name="Equation" r:id="rId15" imgW="1485720" imgH="774360" progId="Equation.DSMT4">
                  <p:embed/>
                </p:oleObj>
              </mc:Choice>
              <mc:Fallback>
                <p:oleObj name="Equation" r:id="rId15" imgW="1485720" imgH="77436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7447" y="3296691"/>
                        <a:ext cx="14859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869726" y="1326646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76A5EA4-B883-4E52-88F0-F6C09330A9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842696"/>
              </p:ext>
            </p:extLst>
          </p:nvPr>
        </p:nvGraphicFramePr>
        <p:xfrm>
          <a:off x="4015690" y="2007764"/>
          <a:ext cx="17684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3" name="Equation" r:id="rId17" imgW="1765080" imgH="736560" progId="Equation.DSMT4">
                  <p:embed/>
                </p:oleObj>
              </mc:Choice>
              <mc:Fallback>
                <p:oleObj name="Equation" r:id="rId17" imgW="1765080" imgH="73656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5690" y="2007764"/>
                        <a:ext cx="1768475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855645"/>
              </p:ext>
            </p:extLst>
          </p:nvPr>
        </p:nvGraphicFramePr>
        <p:xfrm>
          <a:off x="4809146" y="3320960"/>
          <a:ext cx="63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4" name="Equation" r:id="rId19" imgW="634680" imgH="736560" progId="Equation.DSMT4">
                  <p:embed/>
                </p:oleObj>
              </mc:Choice>
              <mc:Fallback>
                <p:oleObj name="Equation" r:id="rId19" imgW="634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09146" y="3320960"/>
                        <a:ext cx="635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77520"/>
              </p:ext>
            </p:extLst>
          </p:nvPr>
        </p:nvGraphicFramePr>
        <p:xfrm>
          <a:off x="6032965" y="2127664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5" name="Equation" r:id="rId21" imgW="228600" imgH="736560" progId="Equation.DSMT4">
                  <p:embed/>
                </p:oleObj>
              </mc:Choice>
              <mc:Fallback>
                <p:oleObj name="Equation" r:id="rId21" imgW="228600" imgH="73656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965" y="2127664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EADDA92F-6B24-4FE7-872E-BBFA2A83477A}"/>
              </a:ext>
            </a:extLst>
          </p:cNvPr>
          <p:cNvSpPr txBox="1"/>
          <p:nvPr/>
        </p:nvSpPr>
        <p:spPr>
          <a:xfrm>
            <a:off x="3940397" y="2744348"/>
            <a:ext cx="1942108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等价无穷小代换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A975569-5E6F-4004-9609-F1FA4DA1773D}"/>
              </a:ext>
            </a:extLst>
          </p:cNvPr>
          <p:cNvSpPr txBox="1"/>
          <p:nvPr/>
        </p:nvSpPr>
        <p:spPr>
          <a:xfrm>
            <a:off x="6228220" y="1711334"/>
            <a:ext cx="1466850" cy="338554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非零极限因子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82369E66-67DF-476B-AA03-A0513B776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569834"/>
              </p:ext>
            </p:extLst>
          </p:nvPr>
        </p:nvGraphicFramePr>
        <p:xfrm>
          <a:off x="6147265" y="3337353"/>
          <a:ext cx="1968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" name="Equation" r:id="rId23" imgW="1968480" imgH="342720" progId="Equation.DSMT4">
                  <p:embed/>
                </p:oleObj>
              </mc:Choice>
              <mc:Fallback>
                <p:oleObj name="Equation" r:id="rId23" imgW="1968480" imgH="34272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265" y="3337353"/>
                        <a:ext cx="1968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9D28854-9FEF-47C2-BC0C-D8F6321551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584300"/>
              </p:ext>
            </p:extLst>
          </p:nvPr>
        </p:nvGraphicFramePr>
        <p:xfrm>
          <a:off x="5329846" y="386798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7" name="Equation" r:id="rId21" imgW="228600" imgH="736560" progId="Equation.DSMT4">
                  <p:embed/>
                </p:oleObj>
              </mc:Choice>
              <mc:Fallback>
                <p:oleObj name="Equation" r:id="rId21" imgW="228600" imgH="7365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9846" y="386798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530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6E6F85-FDA3-41AB-83E9-3F1B38F36FC2}"/>
              </a:ext>
            </a:extLst>
          </p:cNvPr>
          <p:cNvSpPr txBox="1"/>
          <p:nvPr/>
        </p:nvSpPr>
        <p:spPr>
          <a:xfrm>
            <a:off x="868053" y="416097"/>
            <a:ext cx="2304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4 </a:t>
            </a:r>
            <a:r>
              <a:rPr lang="zh-CN" altLang="en-US" sz="2400" b="1" dirty="0">
                <a:latin typeface="+mn-ea"/>
              </a:rPr>
              <a:t>求极限</a:t>
            </a:r>
          </a:p>
          <a:p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1BD225F-0BB4-4C97-BFC8-06F941AE74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199470"/>
              </p:ext>
            </p:extLst>
          </p:nvPr>
        </p:nvGraphicFramePr>
        <p:xfrm>
          <a:off x="2608734" y="282665"/>
          <a:ext cx="16002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3" imgW="1600200" imgH="736560" progId="Equation.DSMT4">
                  <p:embed/>
                </p:oleObj>
              </mc:Choice>
              <mc:Fallback>
                <p:oleObj name="Equation" r:id="rId3" imgW="1600200" imgH="73656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8734" y="282665"/>
                        <a:ext cx="16002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C61E235-7A80-4A45-82D8-DF78937216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198196"/>
              </p:ext>
            </p:extLst>
          </p:nvPr>
        </p:nvGraphicFramePr>
        <p:xfrm>
          <a:off x="4457700" y="282665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282665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27EA25B-E285-4D51-B981-D55B2AC8BAC8}"/>
              </a:ext>
            </a:extLst>
          </p:cNvPr>
          <p:cNvSpPr txBox="1"/>
          <p:nvPr/>
        </p:nvSpPr>
        <p:spPr>
          <a:xfrm>
            <a:off x="868053" y="1348231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93D3E1B-2F0A-4164-9D83-88694ADB9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831484"/>
              </p:ext>
            </p:extLst>
          </p:nvPr>
        </p:nvGraphicFramePr>
        <p:xfrm>
          <a:off x="1846734" y="1272415"/>
          <a:ext cx="15621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7" imgW="1562040" imgH="736560" progId="Equation.DSMT4">
                  <p:embed/>
                </p:oleObj>
              </mc:Choice>
              <mc:Fallback>
                <p:oleObj name="Equation" r:id="rId7" imgW="156204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1BD225F-0BB4-4C97-BFC8-06F941AE7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734" y="1272415"/>
                        <a:ext cx="15621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F1ABF56-F49C-48C0-B013-AA2975AC1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465523"/>
              </p:ext>
            </p:extLst>
          </p:nvPr>
        </p:nvGraphicFramePr>
        <p:xfrm>
          <a:off x="1763688" y="3581288"/>
          <a:ext cx="3784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Equation" r:id="rId9" imgW="3784320" imgH="736560" progId="Equation.DSMT4">
                  <p:embed/>
                </p:oleObj>
              </mc:Choice>
              <mc:Fallback>
                <p:oleObj name="Equation" r:id="rId9" imgW="378432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93D3E1B-2F0A-4164-9D83-88694ADB93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581288"/>
                        <a:ext cx="37846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2C55C34-83C3-49E2-8F17-166E5C3F7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387802"/>
              </p:ext>
            </p:extLst>
          </p:nvPr>
        </p:nvGraphicFramePr>
        <p:xfrm>
          <a:off x="1614488" y="2325688"/>
          <a:ext cx="477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4" name="Equation" r:id="rId11" imgW="4775040" imgH="736560" progId="Equation.DSMT4">
                  <p:embed/>
                </p:oleObj>
              </mc:Choice>
              <mc:Fallback>
                <p:oleObj name="Equation" r:id="rId11" imgW="4775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14488" y="2325688"/>
                        <a:ext cx="4775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38F566D-AC24-4C0A-8419-46DBF918564D}"/>
              </a:ext>
            </a:extLst>
          </p:cNvPr>
          <p:cNvSpPr txBox="1"/>
          <p:nvPr/>
        </p:nvSpPr>
        <p:spPr>
          <a:xfrm>
            <a:off x="6403533" y="2726156"/>
            <a:ext cx="1466850" cy="338554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非零极限因子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132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EFE4EC2-52DD-4B6A-8947-3E3D1BDC187D}"/>
              </a:ext>
            </a:extLst>
          </p:cNvPr>
          <p:cNvSpPr txBox="1"/>
          <p:nvPr/>
        </p:nvSpPr>
        <p:spPr>
          <a:xfrm>
            <a:off x="868053" y="549011"/>
            <a:ext cx="2304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5 </a:t>
            </a:r>
            <a:r>
              <a:rPr lang="zh-CN" altLang="en-US" sz="2400" b="1" dirty="0">
                <a:latin typeface="+mn-ea"/>
              </a:rPr>
              <a:t>求极限</a:t>
            </a:r>
          </a:p>
          <a:p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AEEA2A1-C6B6-45FC-B0D3-2E69B5A22A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946949"/>
              </p:ext>
            </p:extLst>
          </p:nvPr>
        </p:nvGraphicFramePr>
        <p:xfrm>
          <a:off x="2627784" y="392113"/>
          <a:ext cx="23241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8" name="Equation" r:id="rId3" imgW="2323800" imgH="774360" progId="Equation.DSMT4">
                  <p:embed/>
                </p:oleObj>
              </mc:Choice>
              <mc:Fallback>
                <p:oleObj name="Equation" r:id="rId3" imgW="232380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1BD225F-0BB4-4C97-BFC8-06F941AE74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92113"/>
                        <a:ext cx="232410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979E0C2-670A-4A16-B1D0-8638172CEB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753438"/>
              </p:ext>
            </p:extLst>
          </p:nvPr>
        </p:nvGraphicFramePr>
        <p:xfrm>
          <a:off x="5292080" y="411163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9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C61E235-7A80-4A45-82D8-DF78937216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411163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4682E80-0ED4-4C6E-91B0-C6BFB6A71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498850"/>
              </p:ext>
            </p:extLst>
          </p:nvPr>
        </p:nvGraphicFramePr>
        <p:xfrm>
          <a:off x="1535113" y="1638300"/>
          <a:ext cx="43561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0" name="Equation" r:id="rId7" imgW="4356000" imgH="774360" progId="Equation.DSMT4">
                  <p:embed/>
                </p:oleObj>
              </mc:Choice>
              <mc:Fallback>
                <p:oleObj name="Equation" r:id="rId7" imgW="435600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AEEA2A1-C6B6-45FC-B0D3-2E69B5A22A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1638300"/>
                        <a:ext cx="435610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231AAB3-A509-44C1-8AF0-86B30FDC0642}"/>
              </a:ext>
            </a:extLst>
          </p:cNvPr>
          <p:cNvSpPr txBox="1"/>
          <p:nvPr/>
        </p:nvSpPr>
        <p:spPr>
          <a:xfrm>
            <a:off x="868053" y="1790937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DA563A9-37F4-452C-B823-8855CE926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129996"/>
              </p:ext>
            </p:extLst>
          </p:nvPr>
        </p:nvGraphicFramePr>
        <p:xfrm>
          <a:off x="6126699" y="1695049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1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979E0C2-670A-4A16-B1D0-8638172CEB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699" y="1695049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C2E6D88-10A6-409F-995A-39425D190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158840"/>
              </p:ext>
            </p:extLst>
          </p:nvPr>
        </p:nvGraphicFramePr>
        <p:xfrm>
          <a:off x="1233488" y="2755900"/>
          <a:ext cx="15748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2" name="Equation" r:id="rId9" imgW="1574640" imgH="736560" progId="Equation.DSMT4">
                  <p:embed/>
                </p:oleObj>
              </mc:Choice>
              <mc:Fallback>
                <p:oleObj name="Equation" r:id="rId9" imgW="157464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4682E80-0ED4-4C6E-91B0-C6BFB6A713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3488" y="2755900"/>
                        <a:ext cx="15748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277ACAB-75D2-4269-834B-BB9E7A6DD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999374"/>
              </p:ext>
            </p:extLst>
          </p:nvPr>
        </p:nvGraphicFramePr>
        <p:xfrm>
          <a:off x="2814464" y="2768019"/>
          <a:ext cx="5334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11" imgW="533160" imgH="723600" progId="Equation.DSMT4">
                  <p:embed/>
                </p:oleObj>
              </mc:Choice>
              <mc:Fallback>
                <p:oleObj name="Equation" r:id="rId11" imgW="53316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C2E6D88-10A6-409F-995A-39425D190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4464" y="2768019"/>
                        <a:ext cx="53340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378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581E496-948B-4D0B-B82A-DFB30DB993C3}"/>
              </a:ext>
            </a:extLst>
          </p:cNvPr>
          <p:cNvSpPr txBox="1"/>
          <p:nvPr/>
        </p:nvSpPr>
        <p:spPr>
          <a:xfrm>
            <a:off x="868053" y="549011"/>
            <a:ext cx="230425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6 </a:t>
            </a:r>
            <a:r>
              <a:rPr lang="zh-CN" altLang="en-US" sz="2400" b="1" dirty="0">
                <a:latin typeface="+mn-ea"/>
              </a:rPr>
              <a:t>求极限</a:t>
            </a:r>
          </a:p>
          <a:p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E5B5489-6AEA-4DC6-8ABC-D03C41A19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328046"/>
              </p:ext>
            </p:extLst>
          </p:nvPr>
        </p:nvGraphicFramePr>
        <p:xfrm>
          <a:off x="2543821" y="392113"/>
          <a:ext cx="26162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Equation" r:id="rId3" imgW="2616120" imgH="774360" progId="Equation.DSMT4">
                  <p:embed/>
                </p:oleObj>
              </mc:Choice>
              <mc:Fallback>
                <p:oleObj name="Equation" r:id="rId3" imgW="261612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AEEA2A1-C6B6-45FC-B0D3-2E69B5A22A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821" y="392113"/>
                        <a:ext cx="261620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3CFE526-30E1-4012-AE17-5BFBCAAA1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316644"/>
              </p:ext>
            </p:extLst>
          </p:nvPr>
        </p:nvGraphicFramePr>
        <p:xfrm>
          <a:off x="5292080" y="411163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979E0C2-670A-4A16-B1D0-8638172CEB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411163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D44F48A-958D-48DC-B36D-2FB1098670F7}"/>
              </a:ext>
            </a:extLst>
          </p:cNvPr>
          <p:cNvSpPr txBox="1"/>
          <p:nvPr/>
        </p:nvSpPr>
        <p:spPr>
          <a:xfrm>
            <a:off x="868053" y="1707654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7210496-1D02-4430-9E15-AE4CFE6DFF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131301"/>
              </p:ext>
            </p:extLst>
          </p:nvPr>
        </p:nvGraphicFramePr>
        <p:xfrm>
          <a:off x="1475656" y="1554311"/>
          <a:ext cx="51562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Equation" r:id="rId7" imgW="5155920" imgH="774360" progId="Equation.DSMT4">
                  <p:embed/>
                </p:oleObj>
              </mc:Choice>
              <mc:Fallback>
                <p:oleObj name="Equation" r:id="rId7" imgW="515592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E5B5489-6AEA-4DC6-8ABC-D03C41A19A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554311"/>
                        <a:ext cx="515620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8FEBF8A-26F0-4B24-93F4-CE56CD05FA9B}"/>
              </a:ext>
            </a:extLst>
          </p:cNvPr>
          <p:cNvSpPr txBox="1"/>
          <p:nvPr/>
        </p:nvSpPr>
        <p:spPr>
          <a:xfrm>
            <a:off x="6700144" y="1695745"/>
            <a:ext cx="182880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先等价无穷小代换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A0C49E3-93CD-4844-9EF1-44C691A668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798617"/>
              </p:ext>
            </p:extLst>
          </p:nvPr>
        </p:nvGraphicFramePr>
        <p:xfrm>
          <a:off x="1111250" y="2820988"/>
          <a:ext cx="31623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Equation" r:id="rId9" imgW="3162240" imgH="736560" progId="Equation.DSMT4">
                  <p:embed/>
                </p:oleObj>
              </mc:Choice>
              <mc:Fallback>
                <p:oleObj name="Equation" r:id="rId9" imgW="31622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7210496-1D02-4430-9E15-AE4CFE6DFF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2820988"/>
                        <a:ext cx="31623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89A26EB-45D4-41DB-B76E-C782CDBF46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616785"/>
              </p:ext>
            </p:extLst>
          </p:nvPr>
        </p:nvGraphicFramePr>
        <p:xfrm>
          <a:off x="4283968" y="2795667"/>
          <a:ext cx="27305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Equation" r:id="rId11" imgW="2730240" imgH="736560" progId="Equation.DSMT4">
                  <p:embed/>
                </p:oleObj>
              </mc:Choice>
              <mc:Fallback>
                <p:oleObj name="Equation" r:id="rId11" imgW="273024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A0C49E3-93CD-4844-9EF1-44C691A668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2795667"/>
                        <a:ext cx="27305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47BDD2E3-037D-4078-8F27-58111407F849}"/>
              </a:ext>
            </a:extLst>
          </p:cNvPr>
          <p:cNvGrpSpPr/>
          <p:nvPr/>
        </p:nvGrpSpPr>
        <p:grpSpPr>
          <a:xfrm>
            <a:off x="6944060" y="2782844"/>
            <a:ext cx="2121036" cy="338554"/>
            <a:chOff x="6944060" y="2782844"/>
            <a:chExt cx="2121036" cy="338554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D63BA29-46C0-44E9-A0B8-7C054ECD43DE}"/>
                </a:ext>
              </a:extLst>
            </p:cNvPr>
            <p:cNvSpPr txBox="1"/>
            <p:nvPr/>
          </p:nvSpPr>
          <p:spPr>
            <a:xfrm>
              <a:off x="7236296" y="2782844"/>
              <a:ext cx="1828800" cy="338554"/>
            </a:xfrm>
            <a:prstGeom prst="rect">
              <a:avLst/>
            </a:prstGeom>
            <a:noFill/>
            <a:ln w="63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非零极限因子</a:t>
              </a:r>
              <a:endPara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FBDE6AC-CE71-48AE-9736-BA30C511AC41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6944060" y="2952121"/>
              <a:ext cx="292236" cy="192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4EC9652-52F6-4729-89EC-612B06F460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6430186"/>
              </p:ext>
            </p:extLst>
          </p:nvPr>
        </p:nvGraphicFramePr>
        <p:xfrm>
          <a:off x="1208956" y="3881194"/>
          <a:ext cx="5334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Equation" r:id="rId13" imgW="533160" imgH="723600" progId="Equation.DSMT4">
                  <p:embed/>
                </p:oleObj>
              </mc:Choice>
              <mc:Fallback>
                <p:oleObj name="Equation" r:id="rId13" imgW="53316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89A26EB-45D4-41DB-B76E-C782CDBF46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8956" y="3881194"/>
                        <a:ext cx="53340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760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69D528A-9AB0-4F1B-869E-FA06B1CE768B}"/>
              </a:ext>
            </a:extLst>
          </p:cNvPr>
          <p:cNvSpPr txBox="1"/>
          <p:nvPr/>
        </p:nvSpPr>
        <p:spPr>
          <a:xfrm>
            <a:off x="755576" y="411510"/>
            <a:ext cx="4824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用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洛必达法则</a:t>
            </a:r>
            <a:r>
              <a:rPr lang="zh-CN" altLang="en-US" sz="2400" b="1" dirty="0">
                <a:latin typeface="+mn-ea"/>
              </a:rPr>
              <a:t>证明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泰勒中值定理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0FBE0BA-94E7-484D-BBA4-4825A47420FB}"/>
              </a:ext>
            </a:extLst>
          </p:cNvPr>
          <p:cNvGrpSpPr/>
          <p:nvPr/>
        </p:nvGrpSpPr>
        <p:grpSpPr>
          <a:xfrm>
            <a:off x="755576" y="987574"/>
            <a:ext cx="7488832" cy="461665"/>
            <a:chOff x="1043608" y="1419622"/>
            <a:chExt cx="7488832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6ABFDA6-D568-4925-BA01-45345FA10265}"/>
                </a:ext>
              </a:extLst>
            </p:cNvPr>
            <p:cNvSpPr/>
            <p:nvPr/>
          </p:nvSpPr>
          <p:spPr>
            <a:xfrm>
              <a:off x="1043608" y="1419622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64FF"/>
                  </a:solidFill>
                  <a:latin typeface="+mn-ea"/>
                </a:rPr>
                <a:t>泰勒中值定理</a:t>
              </a:r>
              <a:r>
                <a:rPr kumimoji="1" lang="en-US" altLang="zh-CN" sz="2400" b="1" dirty="0">
                  <a:solidFill>
                    <a:srgbClr val="0064FF"/>
                  </a:solidFill>
                  <a:latin typeface="+mn-ea"/>
                </a:rPr>
                <a:t>1 </a:t>
              </a:r>
              <a:r>
                <a:rPr kumimoji="1" lang="zh-CN" altLang="en-US" sz="2400" b="1" dirty="0">
                  <a:latin typeface="+mn-ea"/>
                </a:rPr>
                <a:t>如果函数    在  处具有  阶导数，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3295898F-03B2-42BF-BE1C-E6ECA345A0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8087644"/>
                </p:ext>
              </p:extLst>
            </p:nvPr>
          </p:nvGraphicFramePr>
          <p:xfrm>
            <a:off x="4499992" y="147900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499992" y="1479004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ED1B5E9F-E390-42A2-B51F-393C684881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7582487"/>
                </p:ext>
              </p:extLst>
            </p:nvPr>
          </p:nvGraphicFramePr>
          <p:xfrm>
            <a:off x="5444728" y="1459954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5" name="Equation" r:id="rId5" imgW="279360" imgH="380880" progId="Equation.DSMT4">
                    <p:embed/>
                  </p:oleObj>
                </mc:Choice>
                <mc:Fallback>
                  <p:oleObj name="Equation" r:id="rId5" imgW="279360" imgH="380880" progId="Equation.DSMT4">
                    <p:embed/>
                    <p:pic>
                      <p:nvPicPr>
                        <p:cNvPr id="4" name="对象 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44728" y="1459954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7D8A51C3-8BD0-45F4-9495-42189C4ECA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3824011"/>
                </p:ext>
              </p:extLst>
            </p:nvPr>
          </p:nvGraphicFramePr>
          <p:xfrm>
            <a:off x="6732240" y="15488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6" name="Equation" r:id="rId7" imgW="190440" imgH="203040" progId="Equation.DSMT4">
                    <p:embed/>
                  </p:oleObj>
                </mc:Choice>
                <mc:Fallback>
                  <p:oleObj name="Equation" r:id="rId7" imgW="190440" imgH="20304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732240" y="154885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E9E5EB2-DDD4-49BA-AEBC-2B3262F3AF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40427"/>
              </p:ext>
            </p:extLst>
          </p:nvPr>
        </p:nvGraphicFramePr>
        <p:xfrm>
          <a:off x="971600" y="2185045"/>
          <a:ext cx="643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7" name="Equation" r:id="rId9" imgW="6438600" imgH="736560" progId="Equation.DSMT4">
                  <p:embed/>
                </p:oleObj>
              </mc:Choice>
              <mc:Fallback>
                <p:oleObj name="Equation" r:id="rId9" imgW="6438600" imgH="7365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600" y="2185045"/>
                        <a:ext cx="6438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A1EE356-D426-451D-8E68-61FC70610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49145"/>
              </p:ext>
            </p:extLst>
          </p:nvPr>
        </p:nvGraphicFramePr>
        <p:xfrm>
          <a:off x="2590230" y="2978795"/>
          <a:ext cx="316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8" name="Equation" r:id="rId11" imgW="3162240" imgH="774360" progId="Equation.DSMT4">
                  <p:embed/>
                </p:oleObj>
              </mc:Choice>
              <mc:Fallback>
                <p:oleObj name="Equation" r:id="rId11" imgW="3162240" imgH="774360" progId="Equation.DSMT4">
                  <p:embed/>
                  <p:pic>
                    <p:nvPicPr>
                      <p:cNvPr id="16" name="对象 1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90230" y="2978795"/>
                        <a:ext cx="3162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54B3E4A9-9A0D-4FBC-9E38-71F214C9DA3B}"/>
              </a:ext>
            </a:extLst>
          </p:cNvPr>
          <p:cNvGrpSpPr/>
          <p:nvPr/>
        </p:nvGrpSpPr>
        <p:grpSpPr>
          <a:xfrm>
            <a:off x="179512" y="1608280"/>
            <a:ext cx="7488832" cy="461665"/>
            <a:chOff x="1043608" y="2067694"/>
            <a:chExt cx="7488832" cy="461665"/>
          </a:xfrm>
        </p:grpSpPr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F1AAAB09-3A77-422A-A347-901BACC0BF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1221929"/>
                </p:ext>
              </p:extLst>
            </p:nvPr>
          </p:nvGraphicFramePr>
          <p:xfrm>
            <a:off x="2411760" y="2108026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9" name="Equation" r:id="rId13" imgW="279360" imgH="380880" progId="Equation.DSMT4">
                    <p:embed/>
                  </p:oleObj>
                </mc:Choice>
                <mc:Fallback>
                  <p:oleObj name="Equation" r:id="rId13" imgW="279360" imgH="38088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60" y="2108026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A93308D6-DB08-4A42-9F28-C6C4C80E4D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3764932"/>
                </p:ext>
              </p:extLst>
            </p:nvPr>
          </p:nvGraphicFramePr>
          <p:xfrm>
            <a:off x="7308304" y="2196926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0" name="Equation" r:id="rId15" imgW="190440" imgH="203040" progId="Equation.DSMT4">
                    <p:embed/>
                  </p:oleObj>
                </mc:Choice>
                <mc:Fallback>
                  <p:oleObj name="Equation" r:id="rId15" imgW="190440" imgH="203040" progId="Equation.DSMT4">
                    <p:embed/>
                    <p:pic>
                      <p:nvPicPr>
                        <p:cNvPr id="7" name="对象 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308304" y="2196926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E70DB78-C712-46C3-9F68-EFD8F5206E43}"/>
                </a:ext>
              </a:extLst>
            </p:cNvPr>
            <p:cNvSpPr/>
            <p:nvPr/>
          </p:nvSpPr>
          <p:spPr>
            <a:xfrm>
              <a:off x="1043608" y="2067694"/>
              <a:ext cx="74888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那么存在  的一个邻域，对于该邻域内的任一  ，有</a:t>
              </a:r>
              <a:endParaRPr lang="zh-CN" altLang="en-US" sz="2400" dirty="0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48DF4F1-5783-4638-8F11-D12B6DB7058A}"/>
              </a:ext>
            </a:extLst>
          </p:cNvPr>
          <p:cNvSpPr/>
          <p:nvPr/>
        </p:nvSpPr>
        <p:spPr>
          <a:xfrm>
            <a:off x="395536" y="2069944"/>
            <a:ext cx="7848872" cy="1869957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30AA62F-24C9-4E0D-93BC-C9ED7F991848}"/>
              </a:ext>
            </a:extLst>
          </p:cNvPr>
          <p:cNvGrpSpPr/>
          <p:nvPr/>
        </p:nvGrpSpPr>
        <p:grpSpPr>
          <a:xfrm>
            <a:off x="179512" y="3844250"/>
            <a:ext cx="3456384" cy="461665"/>
            <a:chOff x="1115616" y="4297008"/>
            <a:chExt cx="3456384" cy="461665"/>
          </a:xfrm>
        </p:grpSpPr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9BB4CA3-E279-45C2-ACDF-2CAF5D420B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9842376"/>
                </p:ext>
              </p:extLst>
            </p:nvPr>
          </p:nvGraphicFramePr>
          <p:xfrm>
            <a:off x="1835696" y="4339573"/>
            <a:ext cx="2425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1" name="Equation" r:id="rId17" imgW="2425680" imgH="419040" progId="Equation.DSMT4">
                    <p:embed/>
                  </p:oleObj>
                </mc:Choice>
                <mc:Fallback>
                  <p:oleObj name="Equation" r:id="rId17" imgW="2425680" imgH="41904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35696" y="4339573"/>
                          <a:ext cx="2425700" cy="419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267E313-7DC8-48C3-8B73-622FFEFE76AB}"/>
                </a:ext>
              </a:extLst>
            </p:cNvPr>
            <p:cNvSpPr/>
            <p:nvPr/>
          </p:nvSpPr>
          <p:spPr>
            <a:xfrm>
              <a:off x="1115616" y="4297008"/>
              <a:ext cx="345638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其中          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9874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971600" y="466337"/>
            <a:ext cx="641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763688" y="411510"/>
            <a:ext cx="4104456" cy="523220"/>
            <a:chOff x="1691680" y="648450"/>
            <a:chExt cx="4104456" cy="523220"/>
          </a:xfrm>
        </p:grpSpPr>
        <p:sp>
          <p:nvSpPr>
            <p:cNvPr id="8" name="Text Box 2"/>
            <p:cNvSpPr txBox="1">
              <a:spLocks noChangeArrowheads="1"/>
            </p:cNvSpPr>
            <p:nvPr/>
          </p:nvSpPr>
          <p:spPr bwMode="auto">
            <a:xfrm>
              <a:off x="1691680" y="648450"/>
              <a:ext cx="410445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记</a:t>
              </a:r>
              <a:r>
                <a:rPr kumimoji="1" lang="zh-CN" altLang="en-US" sz="2800" b="1" dirty="0">
                  <a:latin typeface="+mn-ea"/>
                </a:rPr>
                <a:t>               </a:t>
              </a:r>
              <a:r>
                <a:rPr kumimoji="1" lang="zh-CN" altLang="en-US" sz="2400" b="1" dirty="0">
                  <a:latin typeface="+mn-ea"/>
                </a:rPr>
                <a:t>，由于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2" name="对象 1"/>
            <p:cNvGraphicFramePr>
              <a:graphicFrameLocks noChangeAspect="1"/>
            </p:cNvGraphicFramePr>
            <p:nvPr/>
          </p:nvGraphicFramePr>
          <p:xfrm>
            <a:off x="2125663" y="770686"/>
            <a:ext cx="2565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2" name="Equation" r:id="rId3" imgW="2565360" imgH="380880" progId="Equation.DSMT4">
                    <p:embed/>
                  </p:oleObj>
                </mc:Choice>
                <mc:Fallback>
                  <p:oleObj name="Equation" r:id="rId3" imgW="2565360" imgH="380880" progId="Equation.DSMT4">
                    <p:embed/>
                    <p:pic>
                      <p:nvPicPr>
                        <p:cNvPr id="2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5663" y="770686"/>
                          <a:ext cx="2565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955115"/>
              </p:ext>
            </p:extLst>
          </p:nvPr>
        </p:nvGraphicFramePr>
        <p:xfrm>
          <a:off x="1946846" y="1689049"/>
          <a:ext cx="5537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3" name="Equation" r:id="rId5" imgW="5537160" imgH="482400" progId="Equation.DSMT4">
                  <p:embed/>
                </p:oleObj>
              </mc:Choice>
              <mc:Fallback>
                <p:oleObj name="Equation" r:id="rId5" imgW="5537160" imgH="48240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46846" y="1689049"/>
                        <a:ext cx="5537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952578" y="2348452"/>
            <a:ext cx="7632848" cy="461665"/>
            <a:chOff x="899592" y="1995686"/>
            <a:chExt cx="7632848" cy="461665"/>
          </a:xfrm>
        </p:grpSpPr>
        <p:sp>
          <p:nvSpPr>
            <p:cNvPr id="4" name="矩形 3"/>
            <p:cNvSpPr/>
            <p:nvPr/>
          </p:nvSpPr>
          <p:spPr>
            <a:xfrm>
              <a:off x="899592" y="1995686"/>
              <a:ext cx="76328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由于    在  处具有  阶导数，因此    必在  的某邻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1597904" y="208521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4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97904" y="208521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/>
          </p:nvGraphicFramePr>
          <p:xfrm>
            <a:off x="2555776" y="203601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5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6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5776" y="203601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/>
          </p:nvGraphicFramePr>
          <p:xfrm>
            <a:off x="3840200" y="216511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6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200" y="216511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/>
          </p:nvGraphicFramePr>
          <p:xfrm>
            <a:off x="5898288" y="2075164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7" name="Equation" r:id="rId13" imgW="622080" imgH="342720" progId="Equation.DSMT4">
                    <p:embed/>
                  </p:oleObj>
                </mc:Choice>
                <mc:Fallback>
                  <p:oleObj name="Equation" r:id="rId13" imgW="622080" imgH="34272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8288" y="2075164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7112376" y="203601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8" name="Equation" r:id="rId15" imgW="279279" imgH="380835" progId="Equation.DSMT4">
                    <p:embed/>
                  </p:oleObj>
                </mc:Choice>
                <mc:Fallback>
                  <p:oleObj name="Equation" r:id="rId15" imgW="279279" imgH="380835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2376" y="2036018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251520" y="3034761"/>
            <a:ext cx="8640960" cy="477680"/>
            <a:chOff x="179512" y="2868552"/>
            <a:chExt cx="8640960" cy="477680"/>
          </a:xfrm>
        </p:grpSpPr>
        <p:graphicFrame>
          <p:nvGraphicFramePr>
            <p:cNvPr id="11" name="对象 10"/>
            <p:cNvGraphicFramePr>
              <a:graphicFrameLocks noChangeAspect="1"/>
            </p:cNvGraphicFramePr>
            <p:nvPr/>
          </p:nvGraphicFramePr>
          <p:xfrm>
            <a:off x="1578882" y="2984282"/>
            <a:ext cx="86264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9" name="Equation" r:id="rId16" imgW="761760" imgH="342720" progId="Equation.DSMT4">
                    <p:embed/>
                  </p:oleObj>
                </mc:Choice>
                <mc:Fallback>
                  <p:oleObj name="Equation" r:id="rId16" imgW="761760" imgH="342720" progId="Equation.DSMT4">
                    <p:embed/>
                    <p:pic>
                      <p:nvPicPr>
                        <p:cNvPr id="11" name="对象 1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578882" y="2984282"/>
                          <a:ext cx="862642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4162245" y="2965232"/>
            <a:ext cx="819509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0" name="Equation" r:id="rId18" imgW="723600" imgH="380880" progId="Equation.DSMT4">
                    <p:embed/>
                  </p:oleObj>
                </mc:Choice>
                <mc:Fallback>
                  <p:oleObj name="Equation" r:id="rId18" imgW="723600" imgH="38088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2245" y="2965232"/>
                          <a:ext cx="819509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6801733" y="2965232"/>
            <a:ext cx="86264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1" name="Equation" r:id="rId20" imgW="761760" imgH="342720" progId="Equation.DSMT4">
                    <p:embed/>
                  </p:oleObj>
                </mc:Choice>
                <mc:Fallback>
                  <p:oleObj name="Equation" r:id="rId20" imgW="761760" imgH="34272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1733" y="2965232"/>
                          <a:ext cx="862642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矩形 22"/>
            <p:cNvSpPr/>
            <p:nvPr/>
          </p:nvSpPr>
          <p:spPr>
            <a:xfrm>
              <a:off x="179512" y="2868552"/>
              <a:ext cx="86409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域内存在      阶导数</a:t>
              </a:r>
              <a:r>
                <a:rPr kumimoji="1" lang="en-US" altLang="zh-CN" sz="2400" b="1" dirty="0">
                  <a:latin typeface="+mn-ea"/>
                </a:rPr>
                <a:t>,</a:t>
              </a:r>
              <a:r>
                <a:rPr kumimoji="1" lang="zh-CN" altLang="en-US" sz="2400" b="1" dirty="0">
                  <a:latin typeface="+mn-ea"/>
                </a:rPr>
                <a:t>从而     也在该邻域内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      </a:t>
              </a:r>
              <a:r>
                <a:rPr kumimoji="1" lang="zh-CN" altLang="en-US" sz="2400" b="1" dirty="0">
                  <a:latin typeface="+mn-ea"/>
                </a:rPr>
                <a:t>阶可</a:t>
              </a: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403648" y="1133622"/>
            <a:ext cx="6945585" cy="414507"/>
            <a:chOff x="1331640" y="1489075"/>
            <a:chExt cx="6945585" cy="414507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1331640" y="1522582"/>
            <a:ext cx="1900238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2" name="Equation" r:id="rId22" imgW="1904760" imgH="380880" progId="Equation.DSMT4">
                    <p:embed/>
                  </p:oleObj>
                </mc:Choice>
                <mc:Fallback>
                  <p:oleObj name="Equation" r:id="rId22" imgW="1904760" imgH="38088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1640" y="1522582"/>
                          <a:ext cx="1900238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3409950" y="1527175"/>
            <a:ext cx="1900238" cy="376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3" name="Equation" r:id="rId24" imgW="1904760" imgH="380880" progId="Equation.DSMT4">
                    <p:embed/>
                  </p:oleObj>
                </mc:Choice>
                <mc:Fallback>
                  <p:oleObj name="Equation" r:id="rId24" imgW="1904760" imgH="380880" progId="Equation.DSMT4">
                    <p:embed/>
                    <p:pic>
                      <p:nvPicPr>
                        <p:cNvPr id="16" name="对象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950" y="1527175"/>
                          <a:ext cx="1900238" cy="376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5364163" y="1489075"/>
            <a:ext cx="2913062" cy="414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4" name="Equation" r:id="rId26" imgW="2920680" imgH="419040" progId="Equation.DSMT4">
                    <p:embed/>
                  </p:oleObj>
                </mc:Choice>
                <mc:Fallback>
                  <p:oleObj name="Equation" r:id="rId26" imgW="2920680" imgH="419040" progId="Equation.DSMT4">
                    <p:embed/>
                    <p:pic>
                      <p:nvPicPr>
                        <p:cNvPr id="19" name="对象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4163" y="1489075"/>
                          <a:ext cx="2913062" cy="414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251520" y="1682624"/>
            <a:ext cx="641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则</a:t>
            </a:r>
            <a:endParaRPr kumimoji="1" lang="en-US" altLang="zh-CN" sz="2400" b="1" dirty="0">
              <a:latin typeface="+mn-ea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9DFA363-E713-4435-83C9-E617662BFC99}"/>
              </a:ext>
            </a:extLst>
          </p:cNvPr>
          <p:cNvGrpSpPr/>
          <p:nvPr/>
        </p:nvGrpSpPr>
        <p:grpSpPr>
          <a:xfrm>
            <a:off x="251520" y="3698848"/>
            <a:ext cx="7632848" cy="461665"/>
            <a:chOff x="179512" y="4054301"/>
            <a:chExt cx="7632848" cy="461665"/>
          </a:xfrm>
        </p:grpSpPr>
        <p:sp>
          <p:nvSpPr>
            <p:cNvPr id="22" name="矩形 21"/>
            <p:cNvSpPr/>
            <p:nvPr/>
          </p:nvSpPr>
          <p:spPr>
            <a:xfrm>
              <a:off x="179512" y="4054301"/>
              <a:ext cx="76328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导，反复应用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洛必达法则</a:t>
              </a:r>
              <a:r>
                <a:rPr kumimoji="1" lang="zh-CN" altLang="en-US" sz="2400" b="1" dirty="0">
                  <a:latin typeface="+mn-ea"/>
                </a:rPr>
                <a:t>      次 ，得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BB9625A1-88A8-446C-8B4D-14050AF1A8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6440" y="4173066"/>
            <a:ext cx="862642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5" name="Equation" r:id="rId28" imgW="761760" imgH="342720" progId="Equation.DSMT4">
                    <p:embed/>
                  </p:oleObj>
                </mc:Choice>
                <mc:Fallback>
                  <p:oleObj name="Equation" r:id="rId28" imgW="761760" imgH="342720" progId="Equation.DSMT4">
                    <p:embed/>
                    <p:pic>
                      <p:nvPicPr>
                        <p:cNvPr id="25" name="对象 24">
                          <a:extLst>
                            <a:ext uri="{FF2B5EF4-FFF2-40B4-BE49-F238E27FC236}">
                              <a16:creationId xmlns:a16="http://schemas.microsoft.com/office/drawing/2014/main" id="{BB9625A1-88A8-446C-8B4D-14050AF1A8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626440" y="4173066"/>
                          <a:ext cx="862642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9204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662238" y="703263"/>
          <a:ext cx="2235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9" name="Equation" r:id="rId3" imgW="2234880" imgH="927000" progId="Equation.DSMT4">
                  <p:embed/>
                </p:oleObj>
              </mc:Choice>
              <mc:Fallback>
                <p:oleObj name="Equation" r:id="rId3" imgW="2234880" imgH="9270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703263"/>
                        <a:ext cx="2235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620963" y="1960563"/>
          <a:ext cx="2654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0" name="Equation" r:id="rId5" imgW="2654280" imgH="850680" progId="Equation.DSMT4">
                  <p:embed/>
                </p:oleObj>
              </mc:Choice>
              <mc:Fallback>
                <p:oleObj name="Equation" r:id="rId5" imgW="2654280" imgH="8506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0963" y="1960563"/>
                        <a:ext cx="26543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00338" y="3148013"/>
          <a:ext cx="3517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1" name="Equation" r:id="rId7" imgW="3517560" imgH="850680" progId="Equation.DSMT4">
                  <p:embed/>
                </p:oleObj>
              </mc:Choice>
              <mc:Fallback>
                <p:oleObj name="Equation" r:id="rId7" imgW="3517560" imgH="85068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00338" y="3148013"/>
                        <a:ext cx="35179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971600" y="4227934"/>
            <a:ext cx="3600400" cy="461665"/>
            <a:chOff x="971600" y="4227934"/>
            <a:chExt cx="3600400" cy="461665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/>
          </p:nvGraphicFramePr>
          <p:xfrm>
            <a:off x="1763688" y="4249738"/>
            <a:ext cx="24257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2" name="Equation" r:id="rId9" imgW="2425680" imgH="419040" progId="Equation.DSMT4">
                    <p:embed/>
                  </p:oleObj>
                </mc:Choice>
                <mc:Fallback>
                  <p:oleObj name="Equation" r:id="rId9" imgW="2425680" imgH="41904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4249738"/>
                          <a:ext cx="24257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971600" y="4227934"/>
              <a:ext cx="36004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n-ea"/>
                </a:rPr>
                <a:t>因此                </a:t>
              </a:r>
              <a:r>
                <a:rPr kumimoji="1"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</p:grp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892675" y="700088"/>
          <a:ext cx="2997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" name="Equation" r:id="rId11" imgW="2997000" imgH="927000" progId="Equation.DSMT4">
                  <p:embed/>
                </p:oleObj>
              </mc:Choice>
              <mc:Fallback>
                <p:oleObj name="Equation" r:id="rId11" imgW="2997000" imgH="927000" progId="Equation.DSMT4">
                  <p:embed/>
                  <p:pic>
                    <p:nvPicPr>
                      <p:cNvPr id="7" name="对象 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92675" y="700088"/>
                        <a:ext cx="29972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234113" y="3205163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4" name="Equation" r:id="rId13" imgW="1549080" imgH="736560" progId="Equation.DSMT4">
                  <p:embed/>
                </p:oleObj>
              </mc:Choice>
              <mc:Fallback>
                <p:oleObj name="Equation" r:id="rId13" imgW="1549080" imgH="73656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34113" y="3205163"/>
                        <a:ext cx="154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043608" y="761194"/>
          <a:ext cx="1587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5" name="Equation" r:id="rId15" imgW="1587240" imgH="812520" progId="Equation.DSMT4">
                  <p:embed/>
                </p:oleObj>
              </mc:Choice>
              <mc:Fallback>
                <p:oleObj name="Equation" r:id="rId15" imgW="1587240" imgH="81252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761194"/>
                        <a:ext cx="1587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83352" y="298310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" name="Equation" r:id="rId17" imgW="228600" imgH="736560" progId="Equation.DSMT4">
                  <p:embed/>
                </p:oleObj>
              </mc:Choice>
              <mc:Fallback>
                <p:oleObj name="Equation" r:id="rId17" imgW="228600" imgH="736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352" y="298310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871792" y="432349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7" name="Equation" r:id="rId19" imgW="228600" imgH="736560" progId="Equation.DSMT4">
                  <p:embed/>
                </p:oleObj>
              </mc:Choice>
              <mc:Fallback>
                <p:oleObj name="Equation" r:id="rId19" imgW="228600" imgH="736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1792" y="432349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534210" y="298310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8" name="Equation" r:id="rId20" imgW="228600" imgH="736560" progId="Equation.DSMT4">
                  <p:embed/>
                </p:oleObj>
              </mc:Choice>
              <mc:Fallback>
                <p:oleObj name="Equation" r:id="rId20" imgW="228600" imgH="73656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210" y="298310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20">
            <a:extLst>
              <a:ext uri="{FF2B5EF4-FFF2-40B4-BE49-F238E27FC236}">
                <a16:creationId xmlns:a16="http://schemas.microsoft.com/office/drawing/2014/main" id="{7386014C-555F-4899-BB42-96E8D422111F}"/>
              </a:ext>
            </a:extLst>
          </p:cNvPr>
          <p:cNvGrpSpPr>
            <a:grpSpLocks/>
          </p:cNvGrpSpPr>
          <p:nvPr/>
        </p:nvGrpSpPr>
        <p:grpSpPr bwMode="auto">
          <a:xfrm>
            <a:off x="6846245" y="1877936"/>
            <a:ext cx="1804316" cy="1052890"/>
            <a:chOff x="3502" y="1410"/>
            <a:chExt cx="1575" cy="687"/>
          </a:xfrm>
        </p:grpSpPr>
        <p:sp>
          <p:nvSpPr>
            <p:cNvPr id="16" name="AutoShape 2">
              <a:extLst>
                <a:ext uri="{FF2B5EF4-FFF2-40B4-BE49-F238E27FC236}">
                  <a16:creationId xmlns:a16="http://schemas.microsoft.com/office/drawing/2014/main" id="{5DA25E37-579E-4507-8DF4-50682AEDF0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195310">
              <a:off x="3595" y="1410"/>
              <a:ext cx="1233" cy="687"/>
            </a:xfrm>
            <a:prstGeom prst="cloudCallout">
              <a:avLst>
                <a:gd name="adj1" fmla="val -102630"/>
                <a:gd name="adj2" fmla="val 20965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en-US" sz="135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883A8DD5-D017-4491-8309-6AD4F2179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611214">
              <a:off x="3502" y="1578"/>
              <a:ext cx="157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 sz="1800" dirty="0">
                  <a:solidFill>
                    <a:srgbClr val="FF0000"/>
                  </a:solidFill>
                  <a:latin typeface="+mn-ea"/>
                </a:rPr>
                <a:t>  导数定义</a:t>
              </a:r>
              <a:endParaRPr lang="zh-CN" altLang="en-US" sz="1800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780338" y="3435350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9" name="Equation" r:id="rId21" imgW="482400" imgH="279360" progId="Equation.DSMT4">
                  <p:embed/>
                </p:oleObj>
              </mc:Choice>
              <mc:Fallback>
                <p:oleObj name="Equation" r:id="rId21" imgW="482400" imgH="27936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80338" y="3435350"/>
                        <a:ext cx="48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134178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14479C7-8BC2-4E9A-BF79-E9FD670D0B92}"/>
              </a:ext>
            </a:extLst>
          </p:cNvPr>
          <p:cNvGrpSpPr/>
          <p:nvPr/>
        </p:nvGrpSpPr>
        <p:grpSpPr>
          <a:xfrm>
            <a:off x="882999" y="409925"/>
            <a:ext cx="8064896" cy="461665"/>
            <a:chOff x="810991" y="635672"/>
            <a:chExt cx="8064896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E6CD9FD7-9687-4A1C-9FCF-0F2D6EBD19F4}"/>
                </a:ext>
              </a:extLst>
            </p:cNvPr>
            <p:cNvSpPr txBox="1"/>
            <p:nvPr/>
          </p:nvSpPr>
          <p:spPr>
            <a:xfrm>
              <a:off x="810991" y="635672"/>
              <a:ext cx="8064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对于             以及                    时，</a:t>
              </a: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9B51D5E0-5CF9-415E-A2FE-BDBA469745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8707314"/>
                </p:ext>
              </p:extLst>
            </p:nvPr>
          </p:nvGraphicFramePr>
          <p:xfrm>
            <a:off x="2146052" y="655224"/>
            <a:ext cx="19939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0" name="Equation" r:id="rId3" imgW="1993680" imgH="406080" progId="Equation.DSMT4">
                    <p:embed/>
                  </p:oleObj>
                </mc:Choice>
                <mc:Fallback>
                  <p:oleObj name="Equation" r:id="rId3" imgW="1993680" imgH="40608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052" y="655224"/>
                          <a:ext cx="19939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BA541CB1-002E-49E6-9D17-96732B090F4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0710237"/>
                </p:ext>
              </p:extLst>
            </p:nvPr>
          </p:nvGraphicFramePr>
          <p:xfrm>
            <a:off x="4802460" y="763643"/>
            <a:ext cx="30099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1" name="Equation" r:id="rId5" imgW="3009600" imgH="279360" progId="Equation.DSMT4">
                    <p:embed/>
                  </p:oleObj>
                </mc:Choice>
                <mc:Fallback>
                  <p:oleObj name="Equation" r:id="rId5" imgW="3009600" imgH="27936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2460" y="763643"/>
                          <a:ext cx="3009900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C5419AF-3197-41D1-BA4A-A603343C2748}"/>
              </a:ext>
            </a:extLst>
          </p:cNvPr>
          <p:cNvGrpSpPr/>
          <p:nvPr/>
        </p:nvGrpSpPr>
        <p:grpSpPr>
          <a:xfrm>
            <a:off x="364252" y="1084361"/>
            <a:ext cx="3096344" cy="730250"/>
            <a:chOff x="35496" y="1141313"/>
            <a:chExt cx="3096344" cy="73025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94165C5-E607-43BB-A763-AD0F00B06FDF}"/>
                </a:ext>
              </a:extLst>
            </p:cNvPr>
            <p:cNvSpPr txBox="1"/>
            <p:nvPr/>
          </p:nvSpPr>
          <p:spPr>
            <a:xfrm>
              <a:off x="35496" y="1275606"/>
              <a:ext cx="3096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未定式  有相应结论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529B0F8-D1E8-4F1F-AE97-BA7438611F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1920860"/>
                </p:ext>
              </p:extLst>
            </p:nvPr>
          </p:nvGraphicFramePr>
          <p:xfrm>
            <a:off x="1123392" y="1141313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" name="Equation" r:id="rId7" imgW="228600" imgH="736560" progId="Equation.DSMT4">
                    <p:embed/>
                  </p:oleObj>
                </mc:Choice>
                <mc:Fallback>
                  <p:oleObj name="Equation" r:id="rId7" imgW="228600" imgH="73656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3392" y="1141313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009E583-3D3E-4338-A0AC-CE0DD3E593EB}"/>
              </a:ext>
            </a:extLst>
          </p:cNvPr>
          <p:cNvSpPr txBox="1"/>
          <p:nvPr/>
        </p:nvSpPr>
        <p:spPr>
          <a:xfrm>
            <a:off x="970561" y="388713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EAA4FA8-AF1D-4A36-A8EE-05046F946CFB}"/>
              </a:ext>
            </a:extLst>
          </p:cNvPr>
          <p:cNvSpPr txBox="1"/>
          <p:nvPr/>
        </p:nvSpPr>
        <p:spPr>
          <a:xfrm>
            <a:off x="970560" y="2027382"/>
            <a:ext cx="6049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以       为例，我们给出洛必达法则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8F6FE300-C29D-4453-9A42-B25DBB05C5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152800"/>
              </p:ext>
            </p:extLst>
          </p:nvPr>
        </p:nvGraphicFramePr>
        <p:xfrm>
          <a:off x="1452148" y="2161674"/>
          <a:ext cx="838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Equation" r:id="rId9" imgW="838080" imgH="215640" progId="Equation.DSMT4">
                  <p:embed/>
                </p:oleObj>
              </mc:Choice>
              <mc:Fallback>
                <p:oleObj name="Equation" r:id="rId9" imgW="8380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52148" y="2161674"/>
                        <a:ext cx="8382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2936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10A2769-2038-416E-8A0A-02F16AFD5ECB}"/>
              </a:ext>
            </a:extLst>
          </p:cNvPr>
          <p:cNvSpPr txBox="1"/>
          <p:nvPr/>
        </p:nvSpPr>
        <p:spPr>
          <a:xfrm>
            <a:off x="691007" y="248705"/>
            <a:ext cx="133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F4B656-E706-466F-A8B2-CF027440B6E8}"/>
              </a:ext>
            </a:extLst>
          </p:cNvPr>
          <p:cNvSpPr txBox="1"/>
          <p:nvPr/>
        </p:nvSpPr>
        <p:spPr>
          <a:xfrm>
            <a:off x="1619672" y="267494"/>
            <a:ext cx="4892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+mn-ea"/>
              </a:rPr>
              <a:t>设</a:t>
            </a:r>
            <a:r>
              <a:rPr lang="zh-CN" altLang="en-US" sz="2400" b="1" dirty="0">
                <a:latin typeface="+mn-ea"/>
              </a:rPr>
              <a:t>函数    和    满足   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0AF88C7-F888-42E1-83C4-AB2FED718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151652"/>
              </p:ext>
            </p:extLst>
          </p:nvPr>
        </p:nvGraphicFramePr>
        <p:xfrm>
          <a:off x="2626361" y="358971"/>
          <a:ext cx="62230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6361" y="358971"/>
                        <a:ext cx="622300" cy="33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3C0730B-DD3A-48D0-867F-AC79C49B9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948897"/>
              </p:ext>
            </p:extLst>
          </p:nvPr>
        </p:nvGraphicFramePr>
        <p:xfrm>
          <a:off x="3551851" y="313022"/>
          <a:ext cx="625475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9" name="Equation" r:id="rId5" imgW="507960" imgH="304560" progId="Equation.DSMT4">
                  <p:embed/>
                </p:oleObj>
              </mc:Choice>
              <mc:Fallback>
                <p:oleObj name="Equation" r:id="rId5" imgW="507960" imgH="304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851" y="313022"/>
                        <a:ext cx="625475" cy="3635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A762A8D4-8847-41C5-96A9-53C5271B83FF}"/>
              </a:ext>
            </a:extLst>
          </p:cNvPr>
          <p:cNvGrpSpPr/>
          <p:nvPr/>
        </p:nvGrpSpPr>
        <p:grpSpPr>
          <a:xfrm>
            <a:off x="768109" y="786705"/>
            <a:ext cx="3906887" cy="512587"/>
            <a:chOff x="768109" y="1014918"/>
            <a:chExt cx="3906887" cy="51258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A59FE5E-8242-448D-BC73-D2C68691BAD8}"/>
                </a:ext>
              </a:extLst>
            </p:cNvPr>
            <p:cNvSpPr txBox="1"/>
            <p:nvPr/>
          </p:nvSpPr>
          <p:spPr>
            <a:xfrm>
              <a:off x="768109" y="1014918"/>
              <a:ext cx="7424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(1)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2F3DEB7-AE85-48F9-94EF-E2019002C4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0713852"/>
                </p:ext>
              </p:extLst>
            </p:nvPr>
          </p:nvGraphicFramePr>
          <p:xfrm>
            <a:off x="1436496" y="1051255"/>
            <a:ext cx="3238500" cy="476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0" name="Equation" r:id="rId7" imgW="3238200" imgH="482400" progId="Equation.DSMT4">
                    <p:embed/>
                  </p:oleObj>
                </mc:Choice>
                <mc:Fallback>
                  <p:oleObj name="Equation" r:id="rId7" imgW="3238200" imgH="48240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496" y="1051255"/>
                          <a:ext cx="3238500" cy="476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2C3686C-16AD-4927-B099-E0B2548BCB24}"/>
              </a:ext>
            </a:extLst>
          </p:cNvPr>
          <p:cNvGrpSpPr/>
          <p:nvPr/>
        </p:nvGrpSpPr>
        <p:grpSpPr>
          <a:xfrm>
            <a:off x="899592" y="2333940"/>
            <a:ext cx="4824536" cy="787400"/>
            <a:chOff x="899592" y="3286788"/>
            <a:chExt cx="4824536" cy="78740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29CB825-D72C-4E82-95B3-CDD4DA1F7785}"/>
                </a:ext>
              </a:extLst>
            </p:cNvPr>
            <p:cNvSpPr txBox="1"/>
            <p:nvPr/>
          </p:nvSpPr>
          <p:spPr>
            <a:xfrm>
              <a:off x="899592" y="3380960"/>
              <a:ext cx="48245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　               存在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或为</a:t>
              </a: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无穷大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       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EC40F144-2FBB-4293-A317-EA1F68FE50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1255730"/>
                </p:ext>
              </p:extLst>
            </p:nvPr>
          </p:nvGraphicFramePr>
          <p:xfrm>
            <a:off x="1436496" y="3286788"/>
            <a:ext cx="1174751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1" name="Equation" r:id="rId9" imgW="1180800" imgH="787320" progId="Equation.DSMT4">
                    <p:embed/>
                  </p:oleObj>
                </mc:Choice>
                <mc:Fallback>
                  <p:oleObj name="Equation" r:id="rId9" imgW="1180800" imgH="78732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496" y="3286788"/>
                          <a:ext cx="1174751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BB6E5A6-1C7F-47D9-B4A8-FE2D0D648652}"/>
              </a:ext>
            </a:extLst>
          </p:cNvPr>
          <p:cNvGrpSpPr/>
          <p:nvPr/>
        </p:nvGrpSpPr>
        <p:grpSpPr>
          <a:xfrm>
            <a:off x="596899" y="3361125"/>
            <a:ext cx="4846915" cy="787400"/>
            <a:chOff x="661189" y="4160979"/>
            <a:chExt cx="4846915" cy="78740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A169BD4-35D7-4B24-BC6A-61750DB2ECFD}"/>
                </a:ext>
              </a:extLst>
            </p:cNvPr>
            <p:cNvSpPr txBox="1"/>
            <p:nvPr/>
          </p:nvSpPr>
          <p:spPr>
            <a:xfrm>
              <a:off x="661189" y="4319078"/>
              <a:ext cx="48469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则                                                 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8685629B-2E45-464D-9BDF-50F451DAA9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0722371"/>
                </p:ext>
              </p:extLst>
            </p:nvPr>
          </p:nvGraphicFramePr>
          <p:xfrm>
            <a:off x="2235990" y="4160979"/>
            <a:ext cx="254635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2" name="Equation" r:id="rId11" imgW="2552400" imgH="787320" progId="Equation.DSMT4">
                    <p:embed/>
                  </p:oleObj>
                </mc:Choice>
                <mc:Fallback>
                  <p:oleObj name="Equation" r:id="rId11" imgW="2552400" imgH="787320" progId="Equation.DSMT4">
                    <p:embed/>
                    <p:pic>
                      <p:nvPicPr>
                        <p:cNvPr id="35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5990" y="4160979"/>
                          <a:ext cx="254635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CCF75636-89EA-4133-AF77-C8C2AD214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139218"/>
              </p:ext>
            </p:extLst>
          </p:nvPr>
        </p:nvGraphicFramePr>
        <p:xfrm>
          <a:off x="1503363" y="1891100"/>
          <a:ext cx="1181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3" name="Equation" r:id="rId13" imgW="1180800" imgH="355320" progId="Equation.DSMT4">
                  <p:embed/>
                </p:oleObj>
              </mc:Choice>
              <mc:Fallback>
                <p:oleObj name="Equation" r:id="rId13" imgW="11808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03363" y="1891100"/>
                        <a:ext cx="1181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5B58F4F2-53E6-454D-8B44-04DF1F74F02D}"/>
              </a:ext>
            </a:extLst>
          </p:cNvPr>
          <p:cNvGrpSpPr/>
          <p:nvPr/>
        </p:nvGrpSpPr>
        <p:grpSpPr>
          <a:xfrm>
            <a:off x="805058" y="1333103"/>
            <a:ext cx="8015414" cy="461665"/>
            <a:chOff x="805058" y="1561316"/>
            <a:chExt cx="8015414" cy="4616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89C7AD9-3EDB-443D-8EC0-E376DD33963D}"/>
                </a:ext>
              </a:extLst>
            </p:cNvPr>
            <p:cNvSpPr txBox="1"/>
            <p:nvPr/>
          </p:nvSpPr>
          <p:spPr>
            <a:xfrm>
              <a:off x="805058" y="1561316"/>
              <a:ext cx="8015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(2)   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和        当                 为大于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的常数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时可导，且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1AEAD01-00E1-4F6F-B087-0582E3CE73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1720858"/>
                </p:ext>
              </p:extLst>
            </p:nvPr>
          </p:nvGraphicFramePr>
          <p:xfrm>
            <a:off x="1420260" y="1634895"/>
            <a:ext cx="6223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4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E0AF88C7-F888-42E1-83C4-AB2FED7181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0260" y="1634895"/>
                          <a:ext cx="6223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52B581A7-B3EE-4A31-A2DF-E2958279E8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237294"/>
                </p:ext>
              </p:extLst>
            </p:nvPr>
          </p:nvGraphicFramePr>
          <p:xfrm>
            <a:off x="2394882" y="1584700"/>
            <a:ext cx="625475" cy="363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5" name="Equation" r:id="rId5" imgW="507960" imgH="304560" progId="Equation.DSMT4">
                    <p:embed/>
                  </p:oleObj>
                </mc:Choice>
                <mc:Fallback>
                  <p:oleObj name="Equation" r:id="rId5" imgW="507960" imgH="3045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43C0730B-DD3A-48D0-867F-AC79C49B90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4882" y="1584700"/>
                          <a:ext cx="625475" cy="3635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A564707F-CB04-4CD0-8325-60403B3AEF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118193"/>
                </p:ext>
              </p:extLst>
            </p:nvPr>
          </p:nvGraphicFramePr>
          <p:xfrm>
            <a:off x="3358146" y="1627048"/>
            <a:ext cx="838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6" name="Equation" r:id="rId15" imgW="838080" imgH="330120" progId="Equation.DSMT4">
                    <p:embed/>
                  </p:oleObj>
                </mc:Choice>
                <mc:Fallback>
                  <p:oleObj name="Equation" r:id="rId15" imgW="838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58146" y="1627048"/>
                          <a:ext cx="838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357D45DA-48F3-49A2-84FA-4F67B984DA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6419553"/>
                </p:ext>
              </p:extLst>
            </p:nvPr>
          </p:nvGraphicFramePr>
          <p:xfrm>
            <a:off x="4267281" y="1627048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7" name="Equation" r:id="rId17" imgW="342720" imgH="342720" progId="Equation.DSMT4">
                    <p:embed/>
                  </p:oleObj>
                </mc:Choice>
                <mc:Fallback>
                  <p:oleObj name="Equation" r:id="rId17" imgW="342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267281" y="1627048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0995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5145E220-6B72-4D28-B13C-1559349BC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83518"/>
            <a:ext cx="64164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1911404-5C25-4FC5-9C71-206159C61A8D}"/>
              </a:ext>
            </a:extLst>
          </p:cNvPr>
          <p:cNvGrpSpPr/>
          <p:nvPr/>
        </p:nvGrpSpPr>
        <p:grpSpPr>
          <a:xfrm>
            <a:off x="1259632" y="346075"/>
            <a:ext cx="1131143" cy="736600"/>
            <a:chOff x="1259632" y="346075"/>
            <a:chExt cx="1131143" cy="736600"/>
          </a:xfrm>
        </p:grpSpPr>
        <p:sp>
          <p:nvSpPr>
            <p:cNvPr id="4" name="Text Box 2">
              <a:extLst>
                <a:ext uri="{FF2B5EF4-FFF2-40B4-BE49-F238E27FC236}">
                  <a16:creationId xmlns:a16="http://schemas.microsoft.com/office/drawing/2014/main" id="{ABD6E163-2164-4EA8-AB89-E99594874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632" y="486212"/>
              <a:ext cx="45096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令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C6B311CB-A59B-4EFD-8FDF-D79F08B8DE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1970883"/>
                </p:ext>
              </p:extLst>
            </p:nvPr>
          </p:nvGraphicFramePr>
          <p:xfrm>
            <a:off x="1641475" y="346075"/>
            <a:ext cx="7493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8" name="Equation" r:id="rId3" imgW="749160" imgH="736560" progId="Equation.DSMT4">
                    <p:embed/>
                  </p:oleObj>
                </mc:Choice>
                <mc:Fallback>
                  <p:oleObj name="Equation" r:id="rId3" imgW="74916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41475" y="346075"/>
                          <a:ext cx="7493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957CA13-F084-418D-9B04-D03E06DBAA55}"/>
              </a:ext>
            </a:extLst>
          </p:cNvPr>
          <p:cNvGrpSpPr/>
          <p:nvPr/>
        </p:nvGrpSpPr>
        <p:grpSpPr>
          <a:xfrm>
            <a:off x="2370996" y="346050"/>
            <a:ext cx="3814372" cy="844446"/>
            <a:chOff x="2370996" y="346050"/>
            <a:chExt cx="3814372" cy="844446"/>
          </a:xfrm>
        </p:grpSpPr>
        <p:sp>
          <p:nvSpPr>
            <p:cNvPr id="6" name="Text Box 2">
              <a:extLst>
                <a:ext uri="{FF2B5EF4-FFF2-40B4-BE49-F238E27FC236}">
                  <a16:creationId xmlns:a16="http://schemas.microsoft.com/office/drawing/2014/main" id="{EDD7A921-D253-4DB6-97C1-69654E757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0996" y="483517"/>
              <a:ext cx="97686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则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0F6D7EB8-3E17-410F-9B49-C61EBFF836B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9535897"/>
                </p:ext>
              </p:extLst>
            </p:nvPr>
          </p:nvGraphicFramePr>
          <p:xfrm>
            <a:off x="2859430" y="346050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9" name="Equation" r:id="rId5" imgW="1676160" imgH="812520" progId="Equation.DSMT4">
                    <p:embed/>
                  </p:oleObj>
                </mc:Choice>
                <mc:Fallback>
                  <p:oleObj name="Equation" r:id="rId5" imgW="167616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59430" y="346050"/>
                          <a:ext cx="16764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81BAD29D-69C9-4779-82CA-A37B0803FE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1154498"/>
                </p:ext>
              </p:extLst>
            </p:nvPr>
          </p:nvGraphicFramePr>
          <p:xfrm>
            <a:off x="4635968" y="377696"/>
            <a:ext cx="1549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0" name="Equation" r:id="rId7" imgW="1549080" imgH="812520" progId="Equation.DSMT4">
                    <p:embed/>
                  </p:oleObj>
                </mc:Choice>
                <mc:Fallback>
                  <p:oleObj name="Equation" r:id="rId7" imgW="1549080" imgH="81252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0F6D7EB8-3E17-410F-9B49-C61EBFF836B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35968" y="377696"/>
                          <a:ext cx="15494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5240ECB9-94AD-4A16-89E9-6162E09AFCB9}"/>
              </a:ext>
            </a:extLst>
          </p:cNvPr>
          <p:cNvGrpSpPr/>
          <p:nvPr/>
        </p:nvGrpSpPr>
        <p:grpSpPr>
          <a:xfrm>
            <a:off x="6084168" y="483517"/>
            <a:ext cx="2592288" cy="461665"/>
            <a:chOff x="6084168" y="483517"/>
            <a:chExt cx="2592288" cy="461665"/>
          </a:xfrm>
        </p:grpSpPr>
        <p:sp>
          <p:nvSpPr>
            <p:cNvPr id="9" name="Text Box 2">
              <a:extLst>
                <a:ext uri="{FF2B5EF4-FFF2-40B4-BE49-F238E27FC236}">
                  <a16:creationId xmlns:a16="http://schemas.microsoft.com/office/drawing/2014/main" id="{A498C19B-9401-4977-8AAB-0586F0293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168" y="483517"/>
              <a:ext cx="25922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在点     某</a:t>
              </a: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去心</a:t>
              </a:r>
              <a:endParaRPr kumimoji="1" lang="en-US" altLang="zh-CN" sz="2400" b="1" dirty="0">
                <a:solidFill>
                  <a:srgbClr val="FF0000"/>
                </a:solidFill>
                <a:latin typeface="+mn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BE7D502-275D-45AB-A09B-5F6772A07D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9783737"/>
                </p:ext>
              </p:extLst>
            </p:nvPr>
          </p:nvGraphicFramePr>
          <p:xfrm>
            <a:off x="6827708" y="57464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1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27708" y="57464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0EC2A59-26AC-4D6E-9363-EA4C705C79B9}"/>
              </a:ext>
            </a:extLst>
          </p:cNvPr>
          <p:cNvGrpSpPr/>
          <p:nvPr/>
        </p:nvGrpSpPr>
        <p:grpSpPr>
          <a:xfrm>
            <a:off x="323084" y="1297338"/>
            <a:ext cx="5862284" cy="750705"/>
            <a:chOff x="323084" y="1297338"/>
            <a:chExt cx="5862284" cy="750705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C3C50D98-FE8C-4D32-ABA3-A7FEC88B4E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5230428"/>
                </p:ext>
              </p:extLst>
            </p:nvPr>
          </p:nvGraphicFramePr>
          <p:xfrm>
            <a:off x="323084" y="1488230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2" name="Equation" r:id="rId11" imgW="215640" imgH="279360" progId="Equation.DSMT4">
                    <p:embed/>
                  </p:oleObj>
                </mc:Choice>
                <mc:Fallback>
                  <p:oleObj name="Equation" r:id="rId11" imgW="215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3084" y="1488230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F6E65261-802E-4F6D-ACEE-024863284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984" y="1373538"/>
              <a:ext cx="95243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+mn-ea"/>
                </a:rPr>
                <a:t>邻域</a:t>
              </a:r>
              <a:endParaRPr kumimoji="1" lang="en-US" altLang="zh-CN" sz="2400" b="1" dirty="0">
                <a:solidFill>
                  <a:srgbClr val="FF0000"/>
                </a:solidFill>
                <a:latin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B1721F8A-3093-4EA4-9279-BECD53761D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5155294"/>
                </p:ext>
              </p:extLst>
            </p:nvPr>
          </p:nvGraphicFramePr>
          <p:xfrm>
            <a:off x="1280776" y="1297338"/>
            <a:ext cx="9144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3" name="Equation" r:id="rId13" imgW="914400" imgH="545760" progId="Equation.DSMT4">
                    <p:embed/>
                  </p:oleObj>
                </mc:Choice>
                <mc:Fallback>
                  <p:oleObj name="Equation" r:id="rId13" imgW="9144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80776" y="1297338"/>
                          <a:ext cx="9144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id="{A5AA381E-942F-409D-BE0F-D85CA2024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175" y="1435807"/>
              <a:ext cx="353526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内有定义且可导，其中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9E7A71AC-B2EF-4D34-A4B0-6750665C20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16609"/>
                </p:ext>
              </p:extLst>
            </p:nvPr>
          </p:nvGraphicFramePr>
          <p:xfrm>
            <a:off x="5334468" y="1324143"/>
            <a:ext cx="8509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4" name="Equation" r:id="rId15" imgW="850680" imgH="723600" progId="Equation.DSMT4">
                    <p:embed/>
                  </p:oleObj>
                </mc:Choice>
                <mc:Fallback>
                  <p:oleObj name="Equation" r:id="rId15" imgW="85068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34468" y="1324143"/>
                          <a:ext cx="8509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DD3262D-1ED8-4E27-9FFE-240C99D73934}"/>
              </a:ext>
            </a:extLst>
          </p:cNvPr>
          <p:cNvGrpSpPr/>
          <p:nvPr/>
        </p:nvGrpSpPr>
        <p:grpSpPr>
          <a:xfrm>
            <a:off x="6307177" y="1397097"/>
            <a:ext cx="2592288" cy="461665"/>
            <a:chOff x="6307177" y="1397097"/>
            <a:chExt cx="2592288" cy="461665"/>
          </a:xfrm>
        </p:grpSpPr>
        <p:sp>
          <p:nvSpPr>
            <p:cNvPr id="16" name="Text Box 2">
              <a:extLst>
                <a:ext uri="{FF2B5EF4-FFF2-40B4-BE49-F238E27FC236}">
                  <a16:creationId xmlns:a16="http://schemas.microsoft.com/office/drawing/2014/main" id="{F5708719-1808-45F6-A4FA-C6FBC1F33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7177" y="1397097"/>
              <a:ext cx="25922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补充定义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0D13ACA-BD79-4A32-9573-95D3557EE9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1539538"/>
                </p:ext>
              </p:extLst>
            </p:nvPr>
          </p:nvGraphicFramePr>
          <p:xfrm>
            <a:off x="7665216" y="1492303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5" name="Equation" r:id="rId17" imgW="1155600" imgH="342720" progId="Equation.DSMT4">
                    <p:embed/>
                  </p:oleObj>
                </mc:Choice>
                <mc:Fallback>
                  <p:oleObj name="Equation" r:id="rId17" imgW="1155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665216" y="1492303"/>
                          <a:ext cx="1155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F897F57-916E-40C6-95CB-165ABE5E41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925001"/>
              </p:ext>
            </p:extLst>
          </p:nvPr>
        </p:nvGraphicFramePr>
        <p:xfrm>
          <a:off x="254224" y="2246744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6" name="Equation" r:id="rId19" imgW="1143000" imgH="342720" progId="Equation.DSMT4">
                  <p:embed/>
                </p:oleObj>
              </mc:Choice>
              <mc:Fallback>
                <p:oleObj name="Equation" r:id="rId1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4224" y="2246744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F8BF8130-3B91-4667-B017-925A98B0757A}"/>
              </a:ext>
            </a:extLst>
          </p:cNvPr>
          <p:cNvGrpSpPr/>
          <p:nvPr/>
        </p:nvGrpSpPr>
        <p:grpSpPr>
          <a:xfrm>
            <a:off x="1487470" y="2122617"/>
            <a:ext cx="4697898" cy="461665"/>
            <a:chOff x="1487470" y="2122617"/>
            <a:chExt cx="4697898" cy="461665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46A0B3A-325B-412E-880E-959A75EFB720}"/>
                </a:ext>
              </a:extLst>
            </p:cNvPr>
            <p:cNvGrpSpPr/>
            <p:nvPr/>
          </p:nvGrpSpPr>
          <p:grpSpPr>
            <a:xfrm>
              <a:off x="1487470" y="2122617"/>
              <a:ext cx="4697898" cy="461665"/>
              <a:chOff x="1487470" y="2122617"/>
              <a:chExt cx="4697898" cy="461665"/>
            </a:xfrm>
          </p:grpSpPr>
          <p:sp>
            <p:nvSpPr>
              <p:cNvPr id="20" name="Text Box 2">
                <a:extLst>
                  <a:ext uri="{FF2B5EF4-FFF2-40B4-BE49-F238E27FC236}">
                    <a16:creationId xmlns:a16="http://schemas.microsoft.com/office/drawing/2014/main" id="{4406CF17-216E-45B1-B011-E5995C0F3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7470" y="2122617"/>
                <a:ext cx="4697898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</a:rPr>
                  <a:t>从而         在       内连续</a:t>
                </a:r>
                <a:r>
                  <a:rPr kumimoji="1" lang="en-US" altLang="zh-CN" sz="2400" b="1" dirty="0">
                    <a:latin typeface="+mn-ea"/>
                  </a:rPr>
                  <a:t>.</a:t>
                </a:r>
              </a:p>
            </p:txBody>
          </p:sp>
          <p:graphicFrame>
            <p:nvGraphicFramePr>
              <p:cNvPr id="21" name="对象 20">
                <a:extLst>
                  <a:ext uri="{FF2B5EF4-FFF2-40B4-BE49-F238E27FC236}">
                    <a16:creationId xmlns:a16="http://schemas.microsoft.com/office/drawing/2014/main" id="{A247C937-9F19-4194-B188-4980AFC8D7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369892"/>
                  </p:ext>
                </p:extLst>
              </p:nvPr>
            </p:nvGraphicFramePr>
            <p:xfrm>
              <a:off x="2249830" y="2216647"/>
              <a:ext cx="12192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17" name="Equation" r:id="rId21" imgW="1218960" imgH="342720" progId="Equation.DSMT4">
                      <p:embed/>
                    </p:oleObj>
                  </mc:Choice>
                  <mc:Fallback>
                    <p:oleObj name="Equation" r:id="rId21" imgW="1218960" imgH="342720" progId="Equation.DSMT4">
                      <p:embed/>
                      <p:pic>
                        <p:nvPicPr>
                          <p:cNvPr id="3" name="对象 2">
                            <a:extLst>
                              <a:ext uri="{FF2B5EF4-FFF2-40B4-BE49-F238E27FC236}">
                                <a16:creationId xmlns:a16="http://schemas.microsoft.com/office/drawing/2014/main" id="{46DA3993-8D55-4843-8B62-2897BA4D5A8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249830" y="2216647"/>
                            <a:ext cx="12192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1479D48A-40D8-4F12-A3F0-A1A9044ACF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1429045"/>
                </p:ext>
              </p:extLst>
            </p:nvPr>
          </p:nvGraphicFramePr>
          <p:xfrm>
            <a:off x="3962806" y="2216647"/>
            <a:ext cx="889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18" name="Equation" r:id="rId23" imgW="888840" imgH="342720" progId="Equation.DSMT4">
                    <p:embed/>
                  </p:oleObj>
                </mc:Choice>
                <mc:Fallback>
                  <p:oleObj name="Equation" r:id="rId23" imgW="888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962806" y="2216647"/>
                          <a:ext cx="889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2">
            <a:extLst>
              <a:ext uri="{FF2B5EF4-FFF2-40B4-BE49-F238E27FC236}">
                <a16:creationId xmlns:a16="http://schemas.microsoft.com/office/drawing/2014/main" id="{55B87E6D-BFBB-46EE-B041-289CF2731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496" y="2124200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从而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3ABC51AC-F988-42B1-BD5A-BEB05F3C61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761654"/>
              </p:ext>
            </p:extLst>
          </p:nvPr>
        </p:nvGraphicFramePr>
        <p:xfrm>
          <a:off x="2249830" y="2701695"/>
          <a:ext cx="2679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9" name="Equation" r:id="rId25" imgW="2679480" imgH="787320" progId="Equation.DSMT4">
                  <p:embed/>
                </p:oleObj>
              </mc:Choice>
              <mc:Fallback>
                <p:oleObj name="Equation" r:id="rId25" imgW="26794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49830" y="2701695"/>
                        <a:ext cx="2679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">
            <a:extLst>
              <a:ext uri="{FF2B5EF4-FFF2-40B4-BE49-F238E27FC236}">
                <a16:creationId xmlns:a16="http://schemas.microsoft.com/office/drawing/2014/main" id="{C2D541BF-6AB9-4F06-B4F7-D7685F8BA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74" y="3877765"/>
            <a:ext cx="18006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由定理</a:t>
            </a:r>
            <a:r>
              <a:rPr kumimoji="1" lang="en-US" altLang="zh-CN" sz="2400" b="1" dirty="0">
                <a:latin typeface="+mn-ea"/>
              </a:rPr>
              <a:t>1</a:t>
            </a:r>
            <a:r>
              <a:rPr kumimoji="1" lang="zh-CN" altLang="en-US" sz="2400" b="1" dirty="0">
                <a:latin typeface="+mn-ea"/>
              </a:rPr>
              <a:t>知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4E35722-9D94-41D9-8274-197CFB0ED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956741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0" name="Equation" r:id="rId27" imgW="914400" imgH="306720" progId="Equation.DSMT4">
                  <p:embed/>
                </p:oleObj>
              </mc:Choice>
              <mc:Fallback>
                <p:oleObj name="Equation" r:id="rId27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AB89CD75-4C6C-46B6-B059-32CF783FC7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73384"/>
              </p:ext>
            </p:extLst>
          </p:nvPr>
        </p:nvGraphicFramePr>
        <p:xfrm>
          <a:off x="1821096" y="3714898"/>
          <a:ext cx="535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1" name="Equation" r:id="rId29" imgW="5359320" imgH="787320" progId="Equation.DSMT4">
                  <p:embed/>
                </p:oleObj>
              </mc:Choice>
              <mc:Fallback>
                <p:oleObj name="Equation" r:id="rId29" imgW="5359320" imgH="7873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3ABC51AC-F988-42B1-BD5A-BEB05F3C61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821096" y="3714898"/>
                        <a:ext cx="5359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911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  <p:bldP spid="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13330" y="647978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7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494479"/>
              </p:ext>
            </p:extLst>
          </p:nvPr>
        </p:nvGraphicFramePr>
        <p:xfrm>
          <a:off x="2525930" y="150552"/>
          <a:ext cx="2247840" cy="1447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6" name="Equation" r:id="rId3" imgW="2247840" imgH="1447560" progId="Equation.DSMT4">
                  <p:embed/>
                </p:oleObj>
              </mc:Choice>
              <mc:Fallback>
                <p:oleObj name="Equation" r:id="rId3" imgW="2247840" imgH="14475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930" y="150552"/>
                        <a:ext cx="2247840" cy="1447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77A47A3-3B4F-417A-9E00-5C9DB0F3F5A0}"/>
              </a:ext>
            </a:extLst>
          </p:cNvPr>
          <p:cNvGrpSpPr/>
          <p:nvPr/>
        </p:nvGrpSpPr>
        <p:grpSpPr>
          <a:xfrm>
            <a:off x="915184" y="1922681"/>
            <a:ext cx="7764288" cy="730250"/>
            <a:chOff x="899592" y="2890984"/>
            <a:chExt cx="7764288" cy="730250"/>
          </a:xfrm>
        </p:grpSpPr>
        <p:sp>
          <p:nvSpPr>
            <p:cNvPr id="16" name="文本框 15"/>
            <p:cNvSpPr txBox="1"/>
            <p:nvPr/>
          </p:nvSpPr>
          <p:spPr>
            <a:xfrm>
              <a:off x="899592" y="3025277"/>
              <a:ext cx="77642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当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</a:t>
              </a:r>
              <a:r>
                <a:rPr lang="zh-CN" altLang="en-US" sz="2400" b="1" dirty="0">
                  <a:latin typeface="+mn-ea"/>
                </a:rPr>
                <a:t>     时，这是未定式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由洛必达法则得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4931717"/>
                </p:ext>
              </p:extLst>
            </p:nvPr>
          </p:nvGraphicFramePr>
          <p:xfrm>
            <a:off x="2063750" y="3164622"/>
            <a:ext cx="100965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7" name="Equation" r:id="rId5" imgW="1015920" imgH="228600" progId="Equation.DSMT4">
                    <p:embed/>
                  </p:oleObj>
                </mc:Choice>
                <mc:Fallback>
                  <p:oleObj name="Equation" r:id="rId5" imgW="1015920" imgH="228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3750" y="3164622"/>
                          <a:ext cx="1009650" cy="228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581937"/>
                </p:ext>
              </p:extLst>
            </p:nvPr>
          </p:nvGraphicFramePr>
          <p:xfrm>
            <a:off x="5351512" y="2890984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8" name="Equation" r:id="rId7" imgW="228600" imgH="736560" progId="Equation.DSMT4">
                    <p:embed/>
                  </p:oleObj>
                </mc:Choice>
                <mc:Fallback>
                  <p:oleObj name="Equation" r:id="rId7" imgW="228600" imgH="73656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1512" y="2890984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805315"/>
              </p:ext>
            </p:extLst>
          </p:nvPr>
        </p:nvGraphicFramePr>
        <p:xfrm>
          <a:off x="1722155" y="2714769"/>
          <a:ext cx="205422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9" name="Equation" r:id="rId9" imgW="2044440" imgH="1447560" progId="Equation.DSMT4">
                  <p:embed/>
                </p:oleObj>
              </mc:Choice>
              <mc:Fallback>
                <p:oleObj name="Equation" r:id="rId9" imgW="2044440" imgH="14475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155" y="2714769"/>
                        <a:ext cx="2054225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915184" y="2035495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109807"/>
              </p:ext>
            </p:extLst>
          </p:nvPr>
        </p:nvGraphicFramePr>
        <p:xfrm>
          <a:off x="5867141" y="2989330"/>
          <a:ext cx="152876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0" name="Equation" r:id="rId11" imgW="1523880" imgH="774360" progId="Equation.DSMT4">
                  <p:embed/>
                </p:oleObj>
              </mc:Choice>
              <mc:Fallback>
                <p:oleObj name="Equation" r:id="rId11" imgW="1523880" imgH="77436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141" y="2989330"/>
                        <a:ext cx="152876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996151"/>
              </p:ext>
            </p:extLst>
          </p:nvPr>
        </p:nvGraphicFramePr>
        <p:xfrm>
          <a:off x="3840698" y="2696908"/>
          <a:ext cx="186055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1" name="Equation" r:id="rId13" imgW="1854000" imgH="1447560" progId="Equation.DSMT4">
                  <p:embed/>
                </p:oleObj>
              </mc:Choice>
              <mc:Fallback>
                <p:oleObj name="Equation" r:id="rId13" imgW="1854000" imgH="144756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698" y="2696908"/>
                        <a:ext cx="186055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42436"/>
              </p:ext>
            </p:extLst>
          </p:nvPr>
        </p:nvGraphicFramePr>
        <p:xfrm>
          <a:off x="7395904" y="3290833"/>
          <a:ext cx="520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Equation" r:id="rId15" imgW="520560" imgH="279360" progId="Equation.DSMT4">
                  <p:embed/>
                </p:oleObj>
              </mc:Choice>
              <mc:Fallback>
                <p:oleObj name="Equation" r:id="rId15" imgW="520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95904" y="3290833"/>
                        <a:ext cx="520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848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C0ACEA6-7599-40B3-AFC7-ECE3BBD23C25}"/>
              </a:ext>
            </a:extLst>
          </p:cNvPr>
          <p:cNvGrpSpPr/>
          <p:nvPr/>
        </p:nvGrpSpPr>
        <p:grpSpPr>
          <a:xfrm>
            <a:off x="679881" y="81660"/>
            <a:ext cx="4680520" cy="717550"/>
            <a:chOff x="895590" y="409575"/>
            <a:chExt cx="4680520" cy="717550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B7BAB3F-5418-491B-8B1B-514F8D947437}"/>
                </a:ext>
              </a:extLst>
            </p:cNvPr>
            <p:cNvSpPr txBox="1"/>
            <p:nvPr/>
          </p:nvSpPr>
          <p:spPr>
            <a:xfrm>
              <a:off x="895590" y="537612"/>
              <a:ext cx="468052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二、未定式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4AFCB83C-33DF-46C4-9EAB-12B383A218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7439369"/>
                </p:ext>
              </p:extLst>
            </p:nvPr>
          </p:nvGraphicFramePr>
          <p:xfrm>
            <a:off x="2875049" y="409575"/>
            <a:ext cx="309563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0" name="Equation" r:id="rId3" imgW="304560" imgH="723600" progId="Equation.DSMT4">
                    <p:embed/>
                  </p:oleObj>
                </mc:Choice>
                <mc:Fallback>
                  <p:oleObj name="Equation" r:id="rId3" imgW="304560" imgH="723600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5049" y="409575"/>
                          <a:ext cx="309563" cy="717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2E831ED-F368-4DA9-8C28-DA93E7D5EDFD}"/>
              </a:ext>
            </a:extLst>
          </p:cNvPr>
          <p:cNvGrpSpPr/>
          <p:nvPr/>
        </p:nvGrpSpPr>
        <p:grpSpPr>
          <a:xfrm>
            <a:off x="679881" y="927247"/>
            <a:ext cx="4978273" cy="464480"/>
            <a:chOff x="767424" y="1203598"/>
            <a:chExt cx="4978273" cy="46448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DB3932-7CDC-4A87-85B5-BEB52098C98A}"/>
                </a:ext>
              </a:extLst>
            </p:cNvPr>
            <p:cNvSpPr txBox="1"/>
            <p:nvPr/>
          </p:nvSpPr>
          <p:spPr>
            <a:xfrm>
              <a:off x="767424" y="1206413"/>
              <a:ext cx="49782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   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设函数         满足条件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A4A89CF-E190-44FA-B528-C479068904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4093433"/>
                </p:ext>
              </p:extLst>
            </p:nvPr>
          </p:nvGraphicFramePr>
          <p:xfrm>
            <a:off x="2836284" y="1303270"/>
            <a:ext cx="14605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1" name="Equation" r:id="rId5" imgW="1460160" imgH="342720" progId="Equation.DSMT4">
                    <p:embed/>
                  </p:oleObj>
                </mc:Choice>
                <mc:Fallback>
                  <p:oleObj name="Equation" r:id="rId5" imgW="1460160" imgH="34272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6284" y="1303270"/>
                          <a:ext cx="14605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B0F80AE-6BB5-4FB4-827A-C6C9CC0F2638}"/>
                </a:ext>
              </a:extLst>
            </p:cNvPr>
            <p:cNvSpPr txBox="1"/>
            <p:nvPr/>
          </p:nvSpPr>
          <p:spPr>
            <a:xfrm>
              <a:off x="767424" y="1203598"/>
              <a:ext cx="12584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定理</a:t>
              </a:r>
              <a:r>
                <a:rPr lang="en-US" altLang="zh-CN" sz="2400" b="1" dirty="0">
                  <a:solidFill>
                    <a:srgbClr val="0064FF"/>
                  </a:solidFill>
                  <a:latin typeface="宋体" panose="02010600030101010101" pitchFamily="2" charset="-122"/>
                </a:rPr>
                <a:t>3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75E262C-BEFE-4853-8ECB-2BF182A081B9}"/>
              </a:ext>
            </a:extLst>
          </p:cNvPr>
          <p:cNvGrpSpPr/>
          <p:nvPr/>
        </p:nvGrpSpPr>
        <p:grpSpPr>
          <a:xfrm>
            <a:off x="666973" y="1493399"/>
            <a:ext cx="4737110" cy="525775"/>
            <a:chOff x="754516" y="1769750"/>
            <a:chExt cx="4737110" cy="525775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51E3D69-58B9-4515-B5D4-8A7B00F4C959}"/>
                </a:ext>
              </a:extLst>
            </p:cNvPr>
            <p:cNvSpPr txBox="1"/>
            <p:nvPr/>
          </p:nvSpPr>
          <p:spPr>
            <a:xfrm>
              <a:off x="754516" y="1769750"/>
              <a:ext cx="4737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                         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820257A-2E7E-4BDA-80F4-DF34178801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8790832"/>
                </p:ext>
              </p:extLst>
            </p:nvPr>
          </p:nvGraphicFramePr>
          <p:xfrm>
            <a:off x="1209675" y="1806575"/>
            <a:ext cx="3898900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2" name="Equation" r:id="rId7" imgW="3898800" imgH="495000" progId="Equation.DSMT4">
                    <p:embed/>
                  </p:oleObj>
                </mc:Choice>
                <mc:Fallback>
                  <p:oleObj name="Equation" r:id="rId7" imgW="3898800" imgH="495000" progId="Equation.DSMT4">
                    <p:embed/>
                    <p:pic>
                      <p:nvPicPr>
                        <p:cNvPr id="15" name="对象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9675" y="1806575"/>
                          <a:ext cx="3898900" cy="4889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3F29D98-1816-47BD-BFD6-F9A706893BB7}"/>
              </a:ext>
            </a:extLst>
          </p:cNvPr>
          <p:cNvGrpSpPr/>
          <p:nvPr/>
        </p:nvGrpSpPr>
        <p:grpSpPr>
          <a:xfrm>
            <a:off x="380002" y="2155784"/>
            <a:ext cx="5450244" cy="461665"/>
            <a:chOff x="467545" y="2432135"/>
            <a:chExt cx="5450244" cy="461665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C890A44-0616-451B-8FE8-505F85D47F9C}"/>
                </a:ext>
              </a:extLst>
            </p:cNvPr>
            <p:cNvSpPr txBox="1"/>
            <p:nvPr/>
          </p:nvSpPr>
          <p:spPr>
            <a:xfrm>
              <a:off x="467545" y="2432135"/>
              <a:ext cx="54502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2)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在区间         内可导且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E620107C-00E9-4E24-828B-BE6ACA90CA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1937432"/>
                </p:ext>
              </p:extLst>
            </p:nvPr>
          </p:nvGraphicFramePr>
          <p:xfrm>
            <a:off x="2304120" y="2497014"/>
            <a:ext cx="647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3" name="Equation" r:id="rId9" imgW="647640" imgH="342720" progId="Equation.DSMT4">
                    <p:embed/>
                  </p:oleObj>
                </mc:Choice>
                <mc:Fallback>
                  <p:oleObj name="Equation" r:id="rId9" imgW="647640" imgH="34272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111808F2-FF71-4813-97B9-1E003A80F7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304120" y="2497014"/>
                          <a:ext cx="647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0AE34EFF-4825-4AE4-910B-212F14F901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1617665"/>
                </p:ext>
              </p:extLst>
            </p:nvPr>
          </p:nvGraphicFramePr>
          <p:xfrm>
            <a:off x="4296784" y="2449265"/>
            <a:ext cx="1193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4" name="Equation" r:id="rId11" imgW="1193760" imgH="355320" progId="Equation.DSMT4">
                    <p:embed/>
                  </p:oleObj>
                </mc:Choice>
                <mc:Fallback>
                  <p:oleObj name="Equation" r:id="rId11" imgW="11937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296784" y="2449265"/>
                          <a:ext cx="1193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64DB2E9-3F44-412B-9BB4-6E57FB304839}"/>
              </a:ext>
            </a:extLst>
          </p:cNvPr>
          <p:cNvGrpSpPr/>
          <p:nvPr/>
        </p:nvGrpSpPr>
        <p:grpSpPr>
          <a:xfrm>
            <a:off x="679881" y="2682749"/>
            <a:ext cx="5150364" cy="787400"/>
            <a:chOff x="927709" y="3039617"/>
            <a:chExt cx="5150364" cy="78740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2FB06C1-9D95-4B2F-A2DD-9E945DE08E12}"/>
                </a:ext>
              </a:extLst>
            </p:cNvPr>
            <p:cNvSpPr txBox="1"/>
            <p:nvPr/>
          </p:nvSpPr>
          <p:spPr>
            <a:xfrm>
              <a:off x="927709" y="3145357"/>
              <a:ext cx="51503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     存在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或为正无穷大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).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851C4075-6A3A-4464-8200-B3D27A96FF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2293123"/>
                </p:ext>
              </p:extLst>
            </p:nvPr>
          </p:nvGraphicFramePr>
          <p:xfrm>
            <a:off x="1476323" y="3039617"/>
            <a:ext cx="122555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5" name="Equation" r:id="rId13" imgW="1231560" imgH="787320" progId="Equation.DSMT4">
                    <p:embed/>
                  </p:oleObj>
                </mc:Choice>
                <mc:Fallback>
                  <p:oleObj name="Equation" r:id="rId13" imgW="1231560" imgH="787320" progId="Equation.DSMT4">
                    <p:embed/>
                    <p:pic>
                      <p:nvPicPr>
                        <p:cNvPr id="33" name="对象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323" y="3039617"/>
                          <a:ext cx="122555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68F454B-9036-45C9-9F49-C1C5B436E48D}"/>
              </a:ext>
            </a:extLst>
          </p:cNvPr>
          <p:cNvGrpSpPr/>
          <p:nvPr/>
        </p:nvGrpSpPr>
        <p:grpSpPr>
          <a:xfrm>
            <a:off x="625083" y="3660736"/>
            <a:ext cx="6379653" cy="787400"/>
            <a:chOff x="494976" y="3953673"/>
            <a:chExt cx="6379653" cy="78740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2EEE1B6-02B5-4D35-B796-EC9967D51321}"/>
                </a:ext>
              </a:extLst>
            </p:cNvPr>
            <p:cNvSpPr txBox="1"/>
            <p:nvPr/>
          </p:nvSpPr>
          <p:spPr>
            <a:xfrm>
              <a:off x="494976" y="4116540"/>
              <a:ext cx="63796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则                                          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或为正无穷大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3EA31E11-C65C-424D-827F-7401BB32B2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4405269"/>
                </p:ext>
              </p:extLst>
            </p:nvPr>
          </p:nvGraphicFramePr>
          <p:xfrm>
            <a:off x="1568746" y="3953673"/>
            <a:ext cx="267335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06" name="Equation" r:id="rId15" imgW="2679480" imgH="787320" progId="Equation.DSMT4">
                    <p:embed/>
                  </p:oleObj>
                </mc:Choice>
                <mc:Fallback>
                  <p:oleObj name="Equation" r:id="rId15" imgW="2679480" imgH="787320" progId="Equation.DSMT4">
                    <p:embed/>
                    <p:pic>
                      <p:nvPicPr>
                        <p:cNvPr id="35" name="对象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746" y="3953673"/>
                          <a:ext cx="2673350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8759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Rectangle 3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A50A7F9-F01E-4248-91AA-8C2FA6526E6B}"/>
              </a:ext>
            </a:extLst>
          </p:cNvPr>
          <p:cNvSpPr txBox="1"/>
          <p:nvPr/>
        </p:nvSpPr>
        <p:spPr>
          <a:xfrm>
            <a:off x="539552" y="555526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4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D9EB288-A287-4594-A91F-F398CFA0178C}"/>
              </a:ext>
            </a:extLst>
          </p:cNvPr>
          <p:cNvGrpSpPr/>
          <p:nvPr/>
        </p:nvGrpSpPr>
        <p:grpSpPr>
          <a:xfrm>
            <a:off x="1115616" y="392658"/>
            <a:ext cx="2264023" cy="787400"/>
            <a:chOff x="1115616" y="392658"/>
            <a:chExt cx="2264023" cy="78740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2B2791C-BF5F-44B0-9435-0ECCD0F4ED49}"/>
                </a:ext>
              </a:extLst>
            </p:cNvPr>
            <p:cNvSpPr txBox="1"/>
            <p:nvPr/>
          </p:nvSpPr>
          <p:spPr>
            <a:xfrm>
              <a:off x="1115616" y="555526"/>
              <a:ext cx="648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令</a:t>
              </a: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482B1BC1-03C3-4593-9A00-53DFB4DCF0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9158992"/>
                </p:ext>
              </p:extLst>
            </p:nvPr>
          </p:nvGraphicFramePr>
          <p:xfrm>
            <a:off x="1547664" y="392658"/>
            <a:ext cx="1831975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4" name="Equation" r:id="rId4" imgW="1841400" imgH="787320" progId="Equation.DSMT4">
                    <p:embed/>
                  </p:oleObj>
                </mc:Choice>
                <mc:Fallback>
                  <p:oleObj name="Equation" r:id="rId4" imgW="1841400" imgH="787320" progId="Equation.DSMT4">
                    <p:embed/>
                    <p:pic>
                      <p:nvPicPr>
                        <p:cNvPr id="22" name="对象 21">
                          <a:extLst>
                            <a:ext uri="{FF2B5EF4-FFF2-40B4-BE49-F238E27FC236}">
                              <a16:creationId xmlns:a16="http://schemas.microsoft.com/office/drawing/2014/main" id="{851C4075-6A3A-4464-8200-B3D27A96FF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392658"/>
                          <a:ext cx="1831975" cy="787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520DBE35-65E0-4641-A7EA-522FBDAD71A5}"/>
              </a:ext>
            </a:extLst>
          </p:cNvPr>
          <p:cNvGrpSpPr/>
          <p:nvPr/>
        </p:nvGrpSpPr>
        <p:grpSpPr>
          <a:xfrm>
            <a:off x="539552" y="1180058"/>
            <a:ext cx="3090017" cy="461665"/>
            <a:chOff x="539552" y="1180058"/>
            <a:chExt cx="3090017" cy="461665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1ECCE41-353B-4C1C-BBFE-7DB31880B24E}"/>
                </a:ext>
              </a:extLst>
            </p:cNvPr>
            <p:cNvSpPr txBox="1"/>
            <p:nvPr/>
          </p:nvSpPr>
          <p:spPr>
            <a:xfrm>
              <a:off x="539552" y="1180058"/>
              <a:ext cx="30900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(1)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为有限数情形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.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5184EB73-B397-425D-B359-9868FCE0BA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770599"/>
                </p:ext>
              </p:extLst>
            </p:nvPr>
          </p:nvGraphicFramePr>
          <p:xfrm>
            <a:off x="1047924" y="1277540"/>
            <a:ext cx="2794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5" name="Equation" r:id="rId6" imgW="279360" imgH="266400" progId="Equation.DSMT4">
                    <p:embed/>
                  </p:oleObj>
                </mc:Choice>
                <mc:Fallback>
                  <p:oleObj name="Equation" r:id="rId6" imgW="27936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47924" y="1277540"/>
                          <a:ext cx="2794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D83E92C-35F9-4788-A5A3-AA1C462A6FF1}"/>
              </a:ext>
            </a:extLst>
          </p:cNvPr>
          <p:cNvGrpSpPr/>
          <p:nvPr/>
        </p:nvGrpSpPr>
        <p:grpSpPr>
          <a:xfrm>
            <a:off x="4860032" y="813915"/>
            <a:ext cx="3600400" cy="463625"/>
            <a:chOff x="4788024" y="1253142"/>
            <a:chExt cx="3600400" cy="463625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FD1EFB5-E057-4F6F-9E98-44DA27BF72F0}"/>
                </a:ext>
              </a:extLst>
            </p:cNvPr>
            <p:cNvCxnSpPr/>
            <p:nvPr/>
          </p:nvCxnSpPr>
          <p:spPr>
            <a:xfrm>
              <a:off x="4788024" y="1419622"/>
              <a:ext cx="36004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65417D43-DC4D-4A30-980C-F284DE6E41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6194954"/>
                </p:ext>
              </p:extLst>
            </p:nvPr>
          </p:nvGraphicFramePr>
          <p:xfrm>
            <a:off x="5869136" y="1263973"/>
            <a:ext cx="13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6" name="Equation" r:id="rId8" imgW="139680" imgH="342720" progId="Equation.DSMT4">
                    <p:embed/>
                  </p:oleObj>
                </mc:Choice>
                <mc:Fallback>
                  <p:oleObj name="Equation" r:id="rId8" imgW="139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869136" y="1263973"/>
                          <a:ext cx="13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B1EA872B-0AEA-4ED1-B0E5-833F128CFF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5901827"/>
                </p:ext>
              </p:extLst>
            </p:nvPr>
          </p:nvGraphicFramePr>
          <p:xfrm>
            <a:off x="7308304" y="1253142"/>
            <a:ext cx="13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7" name="Equation" r:id="rId10" imgW="139680" imgH="342720" progId="Equation.DSMT4">
                    <p:embed/>
                  </p:oleObj>
                </mc:Choice>
                <mc:Fallback>
                  <p:oleObj name="Equation" r:id="rId10" imgW="139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308304" y="1253142"/>
                          <a:ext cx="13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5E5F38C6-915C-4E8B-BA6F-9CDECCF0CF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4985087"/>
                </p:ext>
              </p:extLst>
            </p:nvPr>
          </p:nvGraphicFramePr>
          <p:xfrm>
            <a:off x="5687268" y="145122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8" name="Equation" r:id="rId12" imgW="177480" imgH="190440" progId="Equation.DSMT4">
                    <p:embed/>
                  </p:oleObj>
                </mc:Choice>
                <mc:Fallback>
                  <p:oleObj name="Equation" r:id="rId12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687268" y="145122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AF3A069E-0657-4365-BE53-ACAF13DE35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9500111"/>
                </p:ext>
              </p:extLst>
            </p:nvPr>
          </p:nvGraphicFramePr>
          <p:xfrm>
            <a:off x="7308304" y="1526267"/>
            <a:ext cx="1524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49" name="Equation" r:id="rId14" imgW="152280" imgH="190440" progId="Equation.DSMT4">
                    <p:embed/>
                  </p:oleObj>
                </mc:Choice>
                <mc:Fallback>
                  <p:oleObj name="Equation" r:id="rId14" imgW="1522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308304" y="1526267"/>
                          <a:ext cx="1524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FF24500-2930-4977-AE0B-27F2CC3DD7DF}"/>
              </a:ext>
            </a:extLst>
          </p:cNvPr>
          <p:cNvGrpSpPr/>
          <p:nvPr/>
        </p:nvGrpSpPr>
        <p:grpSpPr>
          <a:xfrm>
            <a:off x="539552" y="1703997"/>
            <a:ext cx="8136904" cy="461665"/>
            <a:chOff x="539552" y="1703997"/>
            <a:chExt cx="8136904" cy="461665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01735A0-4B97-42D8-B896-3AA4B7A2D500}"/>
                </a:ext>
              </a:extLst>
            </p:cNvPr>
            <p:cNvSpPr txBox="1"/>
            <p:nvPr/>
          </p:nvSpPr>
          <p:spPr>
            <a:xfrm>
              <a:off x="539552" y="1703997"/>
              <a:ext cx="81369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由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极限定义，对                     当           时，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726A3153-80BA-425C-9A48-8EEBE6E0AD8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4089955"/>
                </p:ext>
              </p:extLst>
            </p:nvPr>
          </p:nvGraphicFramePr>
          <p:xfrm>
            <a:off x="2827868" y="1792813"/>
            <a:ext cx="3111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0" name="Equation" r:id="rId16" imgW="3111480" imgH="342720" progId="Equation.DSMT4">
                    <p:embed/>
                  </p:oleObj>
                </mc:Choice>
                <mc:Fallback>
                  <p:oleObj name="Equation" r:id="rId16" imgW="31114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827868" y="1792813"/>
                          <a:ext cx="31115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ED9F467A-41CD-4B98-BF64-6F84F6975E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3513548"/>
                </p:ext>
              </p:extLst>
            </p:nvPr>
          </p:nvGraphicFramePr>
          <p:xfrm>
            <a:off x="6372200" y="1819756"/>
            <a:ext cx="1562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1" name="Equation" r:id="rId18" imgW="1562040" imgH="342720" progId="Equation.DSMT4">
                    <p:embed/>
                  </p:oleObj>
                </mc:Choice>
                <mc:Fallback>
                  <p:oleObj name="Equation" r:id="rId18" imgW="15620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372200" y="1819756"/>
                          <a:ext cx="1562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E5F1163-2175-49F1-A5D6-AD074CB5F438}"/>
              </a:ext>
            </a:extLst>
          </p:cNvPr>
          <p:cNvGrpSpPr/>
          <p:nvPr/>
        </p:nvGrpSpPr>
        <p:grpSpPr>
          <a:xfrm>
            <a:off x="6618138" y="820771"/>
            <a:ext cx="546100" cy="564497"/>
            <a:chOff x="6607442" y="773488"/>
            <a:chExt cx="546100" cy="564497"/>
          </a:xfrm>
        </p:grpSpPr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9AEF95D0-3610-490D-8D5F-68ECCFA722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9114359"/>
                </p:ext>
              </p:extLst>
            </p:nvPr>
          </p:nvGraphicFramePr>
          <p:xfrm>
            <a:off x="6607442" y="1083985"/>
            <a:ext cx="546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2" name="Equation" r:id="rId20" imgW="545760" imgH="253800" progId="Equation.DSMT4">
                    <p:embed/>
                  </p:oleObj>
                </mc:Choice>
                <mc:Fallback>
                  <p:oleObj name="Equation" r:id="rId20" imgW="5457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607442" y="1083985"/>
                          <a:ext cx="546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8980F850-B896-4690-8FFE-7F9DA2900A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0304927"/>
                </p:ext>
              </p:extLst>
            </p:nvPr>
          </p:nvGraphicFramePr>
          <p:xfrm>
            <a:off x="6873489" y="773488"/>
            <a:ext cx="13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3" name="Equation" r:id="rId22" imgW="139680" imgH="342720" progId="Equation.DSMT4">
                    <p:embed/>
                  </p:oleObj>
                </mc:Choice>
                <mc:Fallback>
                  <p:oleObj name="Equation" r:id="rId22" imgW="139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873489" y="773488"/>
                          <a:ext cx="13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19132EE1-7120-4498-93A1-4309F9349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408052"/>
              </p:ext>
            </p:extLst>
          </p:nvPr>
        </p:nvGraphicFramePr>
        <p:xfrm>
          <a:off x="3131840" y="2281044"/>
          <a:ext cx="1943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4" name="Equation" r:id="rId24" imgW="1942920" imgH="863280" progId="Equation.DSMT4">
                  <p:embed/>
                </p:oleObj>
              </mc:Choice>
              <mc:Fallback>
                <p:oleObj name="Equation" r:id="rId24" imgW="194292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131840" y="2281044"/>
                        <a:ext cx="19431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>
            <a:extLst>
              <a:ext uri="{FF2B5EF4-FFF2-40B4-BE49-F238E27FC236}">
                <a16:creationId xmlns:a16="http://schemas.microsoft.com/office/drawing/2014/main" id="{BBD0B29A-EC42-4B59-A225-B9E3328A70A4}"/>
              </a:ext>
            </a:extLst>
          </p:cNvPr>
          <p:cNvGrpSpPr/>
          <p:nvPr/>
        </p:nvGrpSpPr>
        <p:grpSpPr>
          <a:xfrm>
            <a:off x="679252" y="3144644"/>
            <a:ext cx="1567061" cy="461665"/>
            <a:chOff x="679252" y="3144644"/>
            <a:chExt cx="1567061" cy="461665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EE6D690E-94B2-43BF-9C32-B79ED2D6B6D7}"/>
                </a:ext>
              </a:extLst>
            </p:cNvPr>
            <p:cNvSpPr txBox="1"/>
            <p:nvPr/>
          </p:nvSpPr>
          <p:spPr>
            <a:xfrm>
              <a:off x="679252" y="3144644"/>
              <a:ext cx="6480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令</a:t>
              </a:r>
            </a:p>
          </p:txBody>
        </p:sp>
        <p:graphicFrame>
          <p:nvGraphicFramePr>
            <p:cNvPr id="59" name="对象 58">
              <a:extLst>
                <a:ext uri="{FF2B5EF4-FFF2-40B4-BE49-F238E27FC236}">
                  <a16:creationId xmlns:a16="http://schemas.microsoft.com/office/drawing/2014/main" id="{6AA61887-0BA0-4977-A14E-1BD86EB36B7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1958704"/>
                </p:ext>
              </p:extLst>
            </p:nvPr>
          </p:nvGraphicFramePr>
          <p:xfrm>
            <a:off x="1077913" y="3248025"/>
            <a:ext cx="1168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5" name="Equation" r:id="rId26" imgW="1168200" imgH="330120" progId="Equation.DSMT4">
                    <p:embed/>
                  </p:oleObj>
                </mc:Choice>
                <mc:Fallback>
                  <p:oleObj name="Equation" r:id="rId26" imgW="1168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077913" y="3248025"/>
                          <a:ext cx="1168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6B6F5D61-8BB6-49BB-AB4D-E76E45258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162815"/>
              </p:ext>
            </p:extLst>
          </p:nvPr>
        </p:nvGraphicFramePr>
        <p:xfrm>
          <a:off x="6827688" y="572283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6" name="Equation" r:id="rId28" imgW="190440" imgH="279360" progId="Equation.DSMT4">
                  <p:embed/>
                </p:oleObj>
              </mc:Choice>
              <mc:Fallback>
                <p:oleObj name="Equation" r:id="rId28" imgW="190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827688" y="572283"/>
                        <a:ext cx="190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组合 63">
            <a:extLst>
              <a:ext uri="{FF2B5EF4-FFF2-40B4-BE49-F238E27FC236}">
                <a16:creationId xmlns:a16="http://schemas.microsoft.com/office/drawing/2014/main" id="{A47B2D97-DDAF-4AAE-AC08-6149A419931B}"/>
              </a:ext>
            </a:extLst>
          </p:cNvPr>
          <p:cNvGrpSpPr/>
          <p:nvPr/>
        </p:nvGrpSpPr>
        <p:grpSpPr>
          <a:xfrm>
            <a:off x="2246312" y="3144644"/>
            <a:ext cx="2278852" cy="461665"/>
            <a:chOff x="2246312" y="3144644"/>
            <a:chExt cx="2278852" cy="461665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C1937AFB-C160-473E-AF2E-67CB8F075463}"/>
                </a:ext>
              </a:extLst>
            </p:cNvPr>
            <p:cNvSpPr txBox="1"/>
            <p:nvPr/>
          </p:nvSpPr>
          <p:spPr>
            <a:xfrm>
              <a:off x="2246312" y="3144644"/>
              <a:ext cx="11333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对任意</a:t>
              </a:r>
            </a:p>
          </p:txBody>
        </p:sp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E030AF5D-95CF-4403-AE02-A93C8D0DF3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3783440"/>
                </p:ext>
              </p:extLst>
            </p:nvPr>
          </p:nvGraphicFramePr>
          <p:xfrm>
            <a:off x="3344064" y="3235325"/>
            <a:ext cx="1181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7" name="Equation" r:id="rId30" imgW="1180800" imgH="342720" progId="Equation.DSMT4">
                    <p:embed/>
                  </p:oleObj>
                </mc:Choice>
                <mc:Fallback>
                  <p:oleObj name="Equation" r:id="rId30" imgW="1180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3344064" y="3235325"/>
                          <a:ext cx="1181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5D6A8791-4A89-4698-8D46-DDA860782BF8}"/>
              </a:ext>
            </a:extLst>
          </p:cNvPr>
          <p:cNvGrpSpPr/>
          <p:nvPr/>
        </p:nvGrpSpPr>
        <p:grpSpPr>
          <a:xfrm>
            <a:off x="6421201" y="822101"/>
            <a:ext cx="177800" cy="504175"/>
            <a:chOff x="6421201" y="822101"/>
            <a:chExt cx="177800" cy="504175"/>
          </a:xfrm>
        </p:grpSpPr>
        <p:graphicFrame>
          <p:nvGraphicFramePr>
            <p:cNvPr id="65" name="对象 64">
              <a:extLst>
                <a:ext uri="{FF2B5EF4-FFF2-40B4-BE49-F238E27FC236}">
                  <a16:creationId xmlns:a16="http://schemas.microsoft.com/office/drawing/2014/main" id="{FDF1777D-06DC-4CB6-B31C-8CCCA85292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4930228"/>
                </p:ext>
              </p:extLst>
            </p:nvPr>
          </p:nvGraphicFramePr>
          <p:xfrm>
            <a:off x="6452211" y="822101"/>
            <a:ext cx="13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8" name="Equation" r:id="rId32" imgW="139680" imgH="342720" progId="Equation.DSMT4">
                    <p:embed/>
                  </p:oleObj>
                </mc:Choice>
                <mc:Fallback>
                  <p:oleObj name="Equation" r:id="rId32" imgW="139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6452211" y="822101"/>
                          <a:ext cx="13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79275FEE-8068-49F1-8996-AEE8D69562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5570033"/>
                </p:ext>
              </p:extLst>
            </p:nvPr>
          </p:nvGraphicFramePr>
          <p:xfrm>
            <a:off x="6421201" y="1135776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9" name="Equation" r:id="rId34" imgW="177480" imgH="190440" progId="Equation.DSMT4">
                    <p:embed/>
                  </p:oleObj>
                </mc:Choice>
                <mc:Fallback>
                  <p:oleObj name="Equation" r:id="rId34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6421201" y="1135776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F228FDA7-958F-4CBB-9653-C7942948A2F1}"/>
              </a:ext>
            </a:extLst>
          </p:cNvPr>
          <p:cNvGrpSpPr/>
          <p:nvPr/>
        </p:nvGrpSpPr>
        <p:grpSpPr>
          <a:xfrm>
            <a:off x="4440910" y="3138979"/>
            <a:ext cx="4572000" cy="461665"/>
            <a:chOff x="4440910" y="3138979"/>
            <a:chExt cx="4572000" cy="461665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8FF4C942-3597-4E1C-9F9C-77ABB7DAAB79}"/>
                </a:ext>
              </a:extLst>
            </p:cNvPr>
            <p:cNvSpPr txBox="1"/>
            <p:nvPr/>
          </p:nvSpPr>
          <p:spPr>
            <a:xfrm>
              <a:off x="4440910" y="3138979"/>
              <a:ext cx="457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在区间    上应用柯西中值定理</a:t>
              </a:r>
            </a:p>
          </p:txBody>
        </p:sp>
        <p:graphicFrame>
          <p:nvGraphicFramePr>
            <p:cNvPr id="69" name="对象 68">
              <a:extLst>
                <a:ext uri="{FF2B5EF4-FFF2-40B4-BE49-F238E27FC236}">
                  <a16:creationId xmlns:a16="http://schemas.microsoft.com/office/drawing/2014/main" id="{E10B1D13-AE17-4763-9EF2-CA6777478B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6363774"/>
                </p:ext>
              </p:extLst>
            </p:nvPr>
          </p:nvGraphicFramePr>
          <p:xfrm>
            <a:off x="5468102" y="3224277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60" name="Equation" r:id="rId36" imgW="622080" imgH="330120" progId="Equation.DSMT4">
                    <p:embed/>
                  </p:oleObj>
                </mc:Choice>
                <mc:Fallback>
                  <p:oleObj name="Equation" r:id="rId36" imgW="6220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5468102" y="3224277"/>
                          <a:ext cx="622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7F96FF7E-C3E1-4538-AEE7-D79433697DC1}"/>
              </a:ext>
            </a:extLst>
          </p:cNvPr>
          <p:cNvSpPr txBox="1"/>
          <p:nvPr/>
        </p:nvSpPr>
        <p:spPr>
          <a:xfrm>
            <a:off x="679252" y="4005028"/>
            <a:ext cx="6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得</a:t>
            </a:r>
          </a:p>
        </p:txBody>
      </p:sp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A4B851D0-7990-4226-9506-244090077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725700"/>
              </p:ext>
            </p:extLst>
          </p:nvPr>
        </p:nvGraphicFramePr>
        <p:xfrm>
          <a:off x="1549710" y="3833307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" name="Equation" r:id="rId38" imgW="2641320" imgH="787320" progId="Equation.DSMT4">
                  <p:embed/>
                </p:oleObj>
              </mc:Choice>
              <mc:Fallback>
                <p:oleObj name="Equation" r:id="rId38" imgW="26413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49710" y="3833307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49AAF2B7-4032-4A57-BB9D-656A4FBDE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368506"/>
              </p:ext>
            </p:extLst>
          </p:nvPr>
        </p:nvGraphicFramePr>
        <p:xfrm>
          <a:off x="5004552" y="4123793"/>
          <a:ext cx="217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2" name="Equation" r:id="rId40" imgW="2171520" imgH="342720" progId="Equation.DSMT4">
                  <p:embed/>
                </p:oleObj>
              </mc:Choice>
              <mc:Fallback>
                <p:oleObj name="Equation" r:id="rId40" imgW="2171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5004552" y="4123793"/>
                        <a:ext cx="217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210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667555A5-B765-4006-AA2B-6279797896C9}"/>
              </a:ext>
            </a:extLst>
          </p:cNvPr>
          <p:cNvGrpSpPr/>
          <p:nvPr/>
        </p:nvGrpSpPr>
        <p:grpSpPr>
          <a:xfrm>
            <a:off x="4860032" y="572283"/>
            <a:ext cx="3600400" cy="812985"/>
            <a:chOff x="4860032" y="572283"/>
            <a:chExt cx="3600400" cy="812985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23175D58-E86E-408E-8FDE-33F7AC6FC671}"/>
                </a:ext>
              </a:extLst>
            </p:cNvPr>
            <p:cNvGrpSpPr/>
            <p:nvPr/>
          </p:nvGrpSpPr>
          <p:grpSpPr>
            <a:xfrm>
              <a:off x="4860032" y="813915"/>
              <a:ext cx="3600400" cy="463625"/>
              <a:chOff x="4788024" y="1253142"/>
              <a:chExt cx="3600400" cy="463625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851EA58F-DD28-4163-8922-DFE8C0CA61FF}"/>
                  </a:ext>
                </a:extLst>
              </p:cNvPr>
              <p:cNvCxnSpPr/>
              <p:nvPr/>
            </p:nvCxnSpPr>
            <p:spPr>
              <a:xfrm>
                <a:off x="4788024" y="1419622"/>
                <a:ext cx="36004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" name="对象 3">
                <a:extLst>
                  <a:ext uri="{FF2B5EF4-FFF2-40B4-BE49-F238E27FC236}">
                    <a16:creationId xmlns:a16="http://schemas.microsoft.com/office/drawing/2014/main" id="{28E89417-22DE-4799-962A-17E26773C45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25451764"/>
                  </p:ext>
                </p:extLst>
              </p:nvPr>
            </p:nvGraphicFramePr>
            <p:xfrm>
              <a:off x="5869136" y="1263973"/>
              <a:ext cx="139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2" name="Equation" r:id="rId3" imgW="139680" imgH="342720" progId="Equation.DSMT4">
                      <p:embed/>
                    </p:oleObj>
                  </mc:Choice>
                  <mc:Fallback>
                    <p:oleObj name="Equation" r:id="rId3" imgW="139680" imgH="342720" progId="Equation.DSMT4">
                      <p:embed/>
                      <p:pic>
                        <p:nvPicPr>
                          <p:cNvPr id="42" name="对象 41">
                            <a:extLst>
                              <a:ext uri="{FF2B5EF4-FFF2-40B4-BE49-F238E27FC236}">
                                <a16:creationId xmlns:a16="http://schemas.microsoft.com/office/drawing/2014/main" id="{65417D43-DC4D-4A30-980C-F284DE6E410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869136" y="1263973"/>
                            <a:ext cx="1397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extLst>
                  <a:ext uri="{FF2B5EF4-FFF2-40B4-BE49-F238E27FC236}">
                    <a16:creationId xmlns:a16="http://schemas.microsoft.com/office/drawing/2014/main" id="{EF249639-DDA3-42BE-A865-A6CAEA9B64C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5286279"/>
                  </p:ext>
                </p:extLst>
              </p:nvPr>
            </p:nvGraphicFramePr>
            <p:xfrm>
              <a:off x="7308304" y="1253142"/>
              <a:ext cx="139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3" name="Equation" r:id="rId5" imgW="139680" imgH="342720" progId="Equation.DSMT4">
                      <p:embed/>
                    </p:oleObj>
                  </mc:Choice>
                  <mc:Fallback>
                    <p:oleObj name="Equation" r:id="rId5" imgW="139680" imgH="342720" progId="Equation.DSMT4">
                      <p:embed/>
                      <p:pic>
                        <p:nvPicPr>
                          <p:cNvPr id="43" name="对象 42">
                            <a:extLst>
                              <a:ext uri="{FF2B5EF4-FFF2-40B4-BE49-F238E27FC236}">
                                <a16:creationId xmlns:a16="http://schemas.microsoft.com/office/drawing/2014/main" id="{B1EA872B-0AEA-4ED1-B0E5-833F128CFF5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308304" y="1253142"/>
                            <a:ext cx="1397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B309003B-096E-4745-BE6B-077BC3F52CA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3861161"/>
                  </p:ext>
                </p:extLst>
              </p:nvPr>
            </p:nvGraphicFramePr>
            <p:xfrm>
              <a:off x="5687268" y="1451223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4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44" name="对象 43">
                            <a:extLst>
                              <a:ext uri="{FF2B5EF4-FFF2-40B4-BE49-F238E27FC236}">
                                <a16:creationId xmlns:a16="http://schemas.microsoft.com/office/drawing/2014/main" id="{5E5F38C6-915C-4E8B-BA6F-9CDECCF0CFC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687268" y="1451223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6E6C950B-43BF-43EB-B1C9-FD476BF2325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56735240"/>
                  </p:ext>
                </p:extLst>
              </p:nvPr>
            </p:nvGraphicFramePr>
            <p:xfrm>
              <a:off x="7308304" y="1526267"/>
              <a:ext cx="152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5" name="Equation" r:id="rId9" imgW="152280" imgH="190440" progId="Equation.DSMT4">
                      <p:embed/>
                    </p:oleObj>
                  </mc:Choice>
                  <mc:Fallback>
                    <p:oleObj name="Equation" r:id="rId9" imgW="152280" imgH="190440" progId="Equation.DSMT4">
                      <p:embed/>
                      <p:pic>
                        <p:nvPicPr>
                          <p:cNvPr id="45" name="对象 44">
                            <a:extLst>
                              <a:ext uri="{FF2B5EF4-FFF2-40B4-BE49-F238E27FC236}">
                                <a16:creationId xmlns:a16="http://schemas.microsoft.com/office/drawing/2014/main" id="{AF3A069E-0657-4365-BE53-ACAF13DE35E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308304" y="1526267"/>
                            <a:ext cx="152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559E2AF-7437-45F1-A3CD-130AB00262A1}"/>
                </a:ext>
              </a:extLst>
            </p:cNvPr>
            <p:cNvGrpSpPr/>
            <p:nvPr/>
          </p:nvGrpSpPr>
          <p:grpSpPr>
            <a:xfrm>
              <a:off x="6618138" y="829523"/>
              <a:ext cx="546100" cy="555745"/>
              <a:chOff x="6607442" y="782240"/>
              <a:chExt cx="546100" cy="555745"/>
            </a:xfrm>
          </p:grpSpPr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279B9F4A-CD07-4ED3-A9DF-A36FD1E027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79108541"/>
                  </p:ext>
                </p:extLst>
              </p:nvPr>
            </p:nvGraphicFramePr>
            <p:xfrm>
              <a:off x="6607442" y="1083985"/>
              <a:ext cx="546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6" name="Equation" r:id="rId11" imgW="545760" imgH="253800" progId="Equation.DSMT4">
                      <p:embed/>
                    </p:oleObj>
                  </mc:Choice>
                  <mc:Fallback>
                    <p:oleObj name="Equation" r:id="rId11" imgW="545760" imgH="253800" progId="Equation.DSMT4">
                      <p:embed/>
                      <p:pic>
                        <p:nvPicPr>
                          <p:cNvPr id="50" name="对象 49">
                            <a:extLst>
                              <a:ext uri="{FF2B5EF4-FFF2-40B4-BE49-F238E27FC236}">
                                <a16:creationId xmlns:a16="http://schemas.microsoft.com/office/drawing/2014/main" id="{9AEF95D0-3610-490D-8D5F-68ECCFA722F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607442" y="1083985"/>
                            <a:ext cx="546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76D8132C-F6BA-4A0A-B871-5B09B7D25F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9482326"/>
                  </p:ext>
                </p:extLst>
              </p:nvPr>
            </p:nvGraphicFramePr>
            <p:xfrm>
              <a:off x="6880492" y="782240"/>
              <a:ext cx="1270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7" name="Equation" r:id="rId13" imgW="126720" imgH="304560" progId="Equation.DSMT4">
                      <p:embed/>
                    </p:oleObj>
                  </mc:Choice>
                  <mc:Fallback>
                    <p:oleObj name="Equation" r:id="rId13" imgW="126720" imgH="304560" progId="Equation.DSMT4">
                      <p:embed/>
                      <p:pic>
                        <p:nvPicPr>
                          <p:cNvPr id="51" name="对象 50">
                            <a:extLst>
                              <a:ext uri="{FF2B5EF4-FFF2-40B4-BE49-F238E27FC236}">
                                <a16:creationId xmlns:a16="http://schemas.microsoft.com/office/drawing/2014/main" id="{8980F850-B896-4690-8FFE-7F9DA2900A9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880492" y="782240"/>
                            <a:ext cx="1270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1C173AA-C620-4A69-A9AF-BF32C2A6F3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8553696"/>
                </p:ext>
              </p:extLst>
            </p:nvPr>
          </p:nvGraphicFramePr>
          <p:xfrm>
            <a:off x="6827688" y="57228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" name="Equation" r:id="rId15" imgW="190440" imgH="279360" progId="Equation.DSMT4">
                    <p:embed/>
                  </p:oleObj>
                </mc:Choice>
                <mc:Fallback>
                  <p:oleObj name="Equation" r:id="rId15" imgW="190440" imgH="279360" progId="Equation.DSMT4">
                    <p:embed/>
                    <p:pic>
                      <p:nvPicPr>
                        <p:cNvPr id="61" name="对象 60">
                          <a:extLst>
                            <a:ext uri="{FF2B5EF4-FFF2-40B4-BE49-F238E27FC236}">
                              <a16:creationId xmlns:a16="http://schemas.microsoft.com/office/drawing/2014/main" id="{6B6F5D61-8BB6-49BB-AB4D-E76E45258B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827688" y="572283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1213221-E1E5-4C94-ACA7-BCB63D92E21C}"/>
                </a:ext>
              </a:extLst>
            </p:cNvPr>
            <p:cNvGrpSpPr/>
            <p:nvPr/>
          </p:nvGrpSpPr>
          <p:grpSpPr>
            <a:xfrm>
              <a:off x="6421201" y="822101"/>
              <a:ext cx="177800" cy="504175"/>
              <a:chOff x="6421201" y="822101"/>
              <a:chExt cx="177800" cy="504175"/>
            </a:xfrm>
          </p:grpSpPr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2EE713FC-3BB0-4CF3-B1DE-141D19140C1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1376902"/>
                  </p:ext>
                </p:extLst>
              </p:nvPr>
            </p:nvGraphicFramePr>
            <p:xfrm>
              <a:off x="6452211" y="822101"/>
              <a:ext cx="139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9" name="Equation" r:id="rId17" imgW="139680" imgH="342720" progId="Equation.DSMT4">
                      <p:embed/>
                    </p:oleObj>
                  </mc:Choice>
                  <mc:Fallback>
                    <p:oleObj name="Equation" r:id="rId17" imgW="139680" imgH="342720" progId="Equation.DSMT4">
                      <p:embed/>
                      <p:pic>
                        <p:nvPicPr>
                          <p:cNvPr id="65" name="对象 64">
                            <a:extLst>
                              <a:ext uri="{FF2B5EF4-FFF2-40B4-BE49-F238E27FC236}">
                                <a16:creationId xmlns:a16="http://schemas.microsoft.com/office/drawing/2014/main" id="{FDF1777D-06DC-4CB6-B31C-8CCCA85292E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452211" y="822101"/>
                            <a:ext cx="1397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527D75E7-DED9-4AFE-9EB8-9FF422EEEBF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7406501"/>
                  </p:ext>
                </p:extLst>
              </p:nvPr>
            </p:nvGraphicFramePr>
            <p:xfrm>
              <a:off x="6421201" y="113577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30" name="Equation" r:id="rId19" imgW="177480" imgH="190440" progId="Equation.DSMT4">
                      <p:embed/>
                    </p:oleObj>
                  </mc:Choice>
                  <mc:Fallback>
                    <p:oleObj name="Equation" r:id="rId19" imgW="177480" imgH="190440" progId="Equation.DSMT4">
                      <p:embed/>
                      <p:pic>
                        <p:nvPicPr>
                          <p:cNvPr id="66" name="对象 65">
                            <a:extLst>
                              <a:ext uri="{FF2B5EF4-FFF2-40B4-BE49-F238E27FC236}">
                                <a16:creationId xmlns:a16="http://schemas.microsoft.com/office/drawing/2014/main" id="{79275FEE-8068-49F1-8996-AEE8D695627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421201" y="1135776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E92C370-1651-45A0-840A-01F6642B21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556605"/>
              </p:ext>
            </p:extLst>
          </p:nvPr>
        </p:nvGraphicFramePr>
        <p:xfrm>
          <a:off x="742950" y="484188"/>
          <a:ext cx="165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1" name="Equation" r:id="rId21" imgW="1650960" imgH="736560" progId="Equation.DSMT4">
                  <p:embed/>
                </p:oleObj>
              </mc:Choice>
              <mc:Fallback>
                <p:oleObj name="Equation" r:id="rId21" imgW="165096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73DA468-F7A1-4000-AE1C-AC0677EA33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2950" y="484188"/>
                        <a:ext cx="1651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B7B881C-9D07-43DB-A081-B0AE4F64D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823238"/>
              </p:ext>
            </p:extLst>
          </p:nvPr>
        </p:nvGraphicFramePr>
        <p:xfrm>
          <a:off x="2627784" y="700088"/>
          <a:ext cx="977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2" name="Equation" r:id="rId23" imgW="977760" imgH="304560" progId="Equation.DSMT4">
                  <p:embed/>
                </p:oleObj>
              </mc:Choice>
              <mc:Fallback>
                <p:oleObj name="Equation" r:id="rId23" imgW="977760" imgH="304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8CCD8D8-5C8B-40BA-BE8F-7690E029FC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27784" y="700088"/>
                        <a:ext cx="9779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BBE2E0C-FDF6-431D-8EE8-328EEC70EF2F}"/>
              </a:ext>
            </a:extLst>
          </p:cNvPr>
          <p:cNvCxnSpPr>
            <a:cxnSpLocks/>
          </p:cNvCxnSpPr>
          <p:nvPr/>
        </p:nvCxnSpPr>
        <p:spPr>
          <a:xfrm>
            <a:off x="0" y="1385268"/>
            <a:ext cx="9144000" cy="0"/>
          </a:xfrm>
          <a:prstGeom prst="line">
            <a:avLst/>
          </a:prstGeom>
          <a:ln w="19050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D3FD66A-0FCE-4407-BE94-19AD9BDDBA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258334"/>
              </p:ext>
            </p:extLst>
          </p:nvPr>
        </p:nvGraphicFramePr>
        <p:xfrm>
          <a:off x="1360156" y="1481656"/>
          <a:ext cx="2641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3" name="Equation" r:id="rId25" imgW="2641320" imgH="787320" progId="Equation.DSMT4">
                  <p:embed/>
                </p:oleObj>
              </mc:Choice>
              <mc:Fallback>
                <p:oleObj name="Equation" r:id="rId25" imgW="2641320" imgH="78732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A4B851D0-7990-4226-9506-244090077B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60156" y="1481656"/>
                        <a:ext cx="2641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CAA8750-FCE1-4508-BD0D-E6F59067C5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573479"/>
              </p:ext>
            </p:extLst>
          </p:nvPr>
        </p:nvGraphicFramePr>
        <p:xfrm>
          <a:off x="4814998" y="1772142"/>
          <a:ext cx="217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4" name="Equation" r:id="rId27" imgW="2171520" imgH="342720" progId="Equation.DSMT4">
                  <p:embed/>
                </p:oleObj>
              </mc:Choice>
              <mc:Fallback>
                <p:oleObj name="Equation" r:id="rId27" imgW="2171520" imgH="34272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49AAF2B7-4032-4A57-BB9D-656A4FBDE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814998" y="1772142"/>
                        <a:ext cx="217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CA7012C6-561D-4B55-8296-418DC9D70816}"/>
              </a:ext>
            </a:extLst>
          </p:cNvPr>
          <p:cNvSpPr txBox="1"/>
          <p:nvPr/>
        </p:nvSpPr>
        <p:spPr>
          <a:xfrm>
            <a:off x="485225" y="2750511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因此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827BE0F8-1D31-4E88-BFE8-2BFF38738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8308302"/>
              </p:ext>
            </p:extLst>
          </p:nvPr>
        </p:nvGraphicFramePr>
        <p:xfrm>
          <a:off x="1654894" y="2549543"/>
          <a:ext cx="43561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5" name="Equation" r:id="rId29" imgW="4356000" imgH="863280" progId="Equation.DSMT4">
                  <p:embed/>
                </p:oleObj>
              </mc:Choice>
              <mc:Fallback>
                <p:oleObj name="Equation" r:id="rId29" imgW="43560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654894" y="2549543"/>
                        <a:ext cx="43561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02DA4DDB-3CF0-4C30-9397-0375B036009B}"/>
              </a:ext>
            </a:extLst>
          </p:cNvPr>
          <p:cNvGrpSpPr/>
          <p:nvPr/>
        </p:nvGrpSpPr>
        <p:grpSpPr>
          <a:xfrm>
            <a:off x="396960" y="3462797"/>
            <a:ext cx="2043998" cy="461665"/>
            <a:chOff x="396960" y="3462797"/>
            <a:chExt cx="2043998" cy="46166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037329C-37C9-4CA9-8692-A20AEDA4B68F}"/>
                </a:ext>
              </a:extLst>
            </p:cNvPr>
            <p:cNvSpPr txBox="1"/>
            <p:nvPr/>
          </p:nvSpPr>
          <p:spPr>
            <a:xfrm>
              <a:off x="396960" y="3462797"/>
              <a:ext cx="20439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又     时，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EE557358-AFB0-4A77-8500-E36E7B97B7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8204629"/>
                </p:ext>
              </p:extLst>
            </p:nvPr>
          </p:nvGraphicFramePr>
          <p:xfrm>
            <a:off x="908278" y="355392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6" name="Equation" r:id="rId31" imgW="647640" imgH="279360" progId="Equation.DSMT4">
                    <p:embed/>
                  </p:oleObj>
                </mc:Choice>
                <mc:Fallback>
                  <p:oleObj name="Equation" r:id="rId31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908278" y="355392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F2FA72F-56DD-4105-9485-E242EA7905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612309"/>
              </p:ext>
            </p:extLst>
          </p:nvPr>
        </p:nvGraphicFramePr>
        <p:xfrm>
          <a:off x="1267960" y="3899258"/>
          <a:ext cx="7226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7" name="Equation" r:id="rId33" imgW="7226280" imgH="863280" progId="Equation.DSMT4">
                  <p:embed/>
                </p:oleObj>
              </mc:Choice>
              <mc:Fallback>
                <p:oleObj name="Equation" r:id="rId33" imgW="722628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267960" y="3899258"/>
                        <a:ext cx="7226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668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A788DB8-9170-48D6-8D93-19F609F23115}"/>
              </a:ext>
            </a:extLst>
          </p:cNvPr>
          <p:cNvGrpSpPr/>
          <p:nvPr/>
        </p:nvGrpSpPr>
        <p:grpSpPr>
          <a:xfrm>
            <a:off x="4847134" y="110221"/>
            <a:ext cx="3600400" cy="788963"/>
            <a:chOff x="4860032" y="572283"/>
            <a:chExt cx="3600400" cy="7889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6C00C6A-F332-4969-86E1-9CDA9ED2D056}"/>
                </a:ext>
              </a:extLst>
            </p:cNvPr>
            <p:cNvGrpSpPr/>
            <p:nvPr/>
          </p:nvGrpSpPr>
          <p:grpSpPr>
            <a:xfrm>
              <a:off x="4860032" y="813915"/>
              <a:ext cx="3600400" cy="463625"/>
              <a:chOff x="4788024" y="1253142"/>
              <a:chExt cx="3600400" cy="463625"/>
            </a:xfrm>
          </p:grpSpPr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671544CD-D373-4493-A2E2-052926BD38A1}"/>
                  </a:ext>
                </a:extLst>
              </p:cNvPr>
              <p:cNvCxnSpPr/>
              <p:nvPr/>
            </p:nvCxnSpPr>
            <p:spPr>
              <a:xfrm>
                <a:off x="4788024" y="1419622"/>
                <a:ext cx="36004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835D4414-BC56-4E83-A6BB-59A47407B3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2831479"/>
                  </p:ext>
                </p:extLst>
              </p:nvPr>
            </p:nvGraphicFramePr>
            <p:xfrm>
              <a:off x="5869136" y="1263973"/>
              <a:ext cx="139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0" name="Equation" r:id="rId3" imgW="139680" imgH="342720" progId="Equation.DSMT4">
                      <p:embed/>
                    </p:oleObj>
                  </mc:Choice>
                  <mc:Fallback>
                    <p:oleObj name="Equation" r:id="rId3" imgW="139680" imgH="342720" progId="Equation.DSMT4">
                      <p:embed/>
                      <p:pic>
                        <p:nvPicPr>
                          <p:cNvPr id="4" name="对象 3">
                            <a:extLst>
                              <a:ext uri="{FF2B5EF4-FFF2-40B4-BE49-F238E27FC236}">
                                <a16:creationId xmlns:a16="http://schemas.microsoft.com/office/drawing/2014/main" id="{28E89417-22DE-4799-962A-17E26773C45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869136" y="1263973"/>
                            <a:ext cx="1397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对象 12">
                <a:extLst>
                  <a:ext uri="{FF2B5EF4-FFF2-40B4-BE49-F238E27FC236}">
                    <a16:creationId xmlns:a16="http://schemas.microsoft.com/office/drawing/2014/main" id="{5C6D5A3C-E3EC-4DE7-980A-89890DE5C3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51907160"/>
                  </p:ext>
                </p:extLst>
              </p:nvPr>
            </p:nvGraphicFramePr>
            <p:xfrm>
              <a:off x="7308304" y="1253142"/>
              <a:ext cx="1397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1" name="Equation" r:id="rId5" imgW="139680" imgH="342720" progId="Equation.DSMT4">
                      <p:embed/>
                    </p:oleObj>
                  </mc:Choice>
                  <mc:Fallback>
                    <p:oleObj name="Equation" r:id="rId5" imgW="139680" imgH="342720" progId="Equation.DSMT4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EF249639-DDA3-42BE-A865-A6CAEA9B64C0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308304" y="1253142"/>
                            <a:ext cx="1397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DB77B892-67EE-479E-B350-6E4DCF4C01A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0887098"/>
                  </p:ext>
                </p:extLst>
              </p:nvPr>
            </p:nvGraphicFramePr>
            <p:xfrm>
              <a:off x="5687268" y="1451223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2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B309003B-096E-4745-BE6B-077BC3F52CA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687268" y="1451223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48518A42-B094-461C-9C9B-78D94117F93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7299744"/>
                  </p:ext>
                </p:extLst>
              </p:nvPr>
            </p:nvGraphicFramePr>
            <p:xfrm>
              <a:off x="7308304" y="1526267"/>
              <a:ext cx="1524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3" name="Equation" r:id="rId9" imgW="152280" imgH="190440" progId="Equation.DSMT4">
                      <p:embed/>
                    </p:oleObj>
                  </mc:Choice>
                  <mc:Fallback>
                    <p:oleObj name="Equation" r:id="rId9" imgW="152280" imgH="190440" progId="Equation.DSMT4">
                      <p:embed/>
                      <p:pic>
                        <p:nvPicPr>
                          <p:cNvPr id="7" name="对象 6">
                            <a:extLst>
                              <a:ext uri="{FF2B5EF4-FFF2-40B4-BE49-F238E27FC236}">
                                <a16:creationId xmlns:a16="http://schemas.microsoft.com/office/drawing/2014/main" id="{6E6C950B-43BF-43EB-B1C9-FD476BF2325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7308304" y="1526267"/>
                            <a:ext cx="1524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44472E0-1244-42F9-A37F-06B4E8A4F432}"/>
                </a:ext>
              </a:extLst>
            </p:cNvPr>
            <p:cNvGrpSpPr/>
            <p:nvPr/>
          </p:nvGrpSpPr>
          <p:grpSpPr>
            <a:xfrm>
              <a:off x="6764198" y="829523"/>
              <a:ext cx="546100" cy="531723"/>
              <a:chOff x="6753502" y="782240"/>
              <a:chExt cx="546100" cy="531723"/>
            </a:xfrm>
          </p:grpSpPr>
          <p:graphicFrame>
            <p:nvGraphicFramePr>
              <p:cNvPr id="9" name="对象 8">
                <a:extLst>
                  <a:ext uri="{FF2B5EF4-FFF2-40B4-BE49-F238E27FC236}">
                    <a16:creationId xmlns:a16="http://schemas.microsoft.com/office/drawing/2014/main" id="{BFE78BC6-B2E9-46A5-8304-177E02B684B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2484479"/>
                  </p:ext>
                </p:extLst>
              </p:nvPr>
            </p:nvGraphicFramePr>
            <p:xfrm>
              <a:off x="6753502" y="1059963"/>
              <a:ext cx="546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4" name="Equation" r:id="rId11" imgW="545760" imgH="253800" progId="Equation.DSMT4">
                      <p:embed/>
                    </p:oleObj>
                  </mc:Choice>
                  <mc:Fallback>
                    <p:oleObj name="Equation" r:id="rId11" imgW="545760" imgH="25380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279B9F4A-CD07-4ED3-A9DF-A36FD1E0278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753502" y="1059963"/>
                            <a:ext cx="546100" cy="2540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2DF50EB5-4FC5-4E2C-B460-200D513B0E4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18501612"/>
                  </p:ext>
                </p:extLst>
              </p:nvPr>
            </p:nvGraphicFramePr>
            <p:xfrm>
              <a:off x="6880492" y="782240"/>
              <a:ext cx="127000" cy="304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5" name="Equation" r:id="rId13" imgW="126720" imgH="304560" progId="Equation.DSMT4">
                      <p:embed/>
                    </p:oleObj>
                  </mc:Choice>
                  <mc:Fallback>
                    <p:oleObj name="Equation" r:id="rId13" imgW="126720" imgH="30456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76D8132C-F6BA-4A0A-B871-5B09B7D25F5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880492" y="782240"/>
                            <a:ext cx="127000" cy="304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8F0C784-DB3E-48DB-A446-3500C01B3C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841529"/>
                </p:ext>
              </p:extLst>
            </p:nvPr>
          </p:nvGraphicFramePr>
          <p:xfrm>
            <a:off x="6827688" y="57228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86" name="Equation" r:id="rId15" imgW="190440" imgH="279360" progId="Equation.DSMT4">
                    <p:embed/>
                  </p:oleObj>
                </mc:Choice>
                <mc:Fallback>
                  <p:oleObj name="Equation" r:id="rId15" imgW="19044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31C173AA-C620-4A69-A9AF-BF32C2A6F3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827688" y="572283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C9F9BCD-AEC8-416F-ACCC-CD7B1D648C9D}"/>
                </a:ext>
              </a:extLst>
            </p:cNvPr>
            <p:cNvGrpSpPr/>
            <p:nvPr/>
          </p:nvGrpSpPr>
          <p:grpSpPr>
            <a:xfrm>
              <a:off x="6488113" y="920750"/>
              <a:ext cx="183923" cy="414130"/>
              <a:chOff x="6488113" y="920750"/>
              <a:chExt cx="183923" cy="414130"/>
            </a:xfrm>
          </p:grpSpPr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6C580A22-9152-407E-9E34-45CD0A9AFB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63393882"/>
                  </p:ext>
                </p:extLst>
              </p:nvPr>
            </p:nvGraphicFramePr>
            <p:xfrm>
              <a:off x="6488113" y="920750"/>
              <a:ext cx="127000" cy="152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7" name="Equation" r:id="rId17" imgW="126720" imgH="152280" progId="Equation.DSMT4">
                      <p:embed/>
                    </p:oleObj>
                  </mc:Choice>
                  <mc:Fallback>
                    <p:oleObj name="Equation" r:id="rId17" imgW="126720" imgH="152280" progId="Equation.DSMT4">
                      <p:embed/>
                      <p:pic>
                        <p:nvPicPr>
                          <p:cNvPr id="13" name="对象 12">
                            <a:extLst>
                              <a:ext uri="{FF2B5EF4-FFF2-40B4-BE49-F238E27FC236}">
                                <a16:creationId xmlns:a16="http://schemas.microsoft.com/office/drawing/2014/main" id="{2EE713FC-3BB0-4CF3-B1DE-141D19140C1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488113" y="920750"/>
                            <a:ext cx="127000" cy="1524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DB423DD6-D190-4DB3-85E4-27847A624A9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8683182"/>
                  </p:ext>
                </p:extLst>
              </p:nvPr>
            </p:nvGraphicFramePr>
            <p:xfrm>
              <a:off x="6494236" y="1144380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88" name="Equation" r:id="rId19" imgW="177480" imgH="190440" progId="Equation.DSMT4">
                      <p:embed/>
                    </p:oleObj>
                  </mc:Choice>
                  <mc:Fallback>
                    <p:oleObj name="Equation" r:id="rId19" imgW="177480" imgH="190440" progId="Equation.DSMT4">
                      <p:embed/>
                      <p:pic>
                        <p:nvPicPr>
                          <p:cNvPr id="14" name="对象 13">
                            <a:extLst>
                              <a:ext uri="{FF2B5EF4-FFF2-40B4-BE49-F238E27FC236}">
                                <a16:creationId xmlns:a16="http://schemas.microsoft.com/office/drawing/2014/main" id="{527D75E7-DED9-4AFE-9EB8-9FF422EEEBF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6494236" y="1144380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D091C99C-5794-4EC9-84E1-ACC65D92CB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813095"/>
              </p:ext>
            </p:extLst>
          </p:nvPr>
        </p:nvGraphicFramePr>
        <p:xfrm>
          <a:off x="730052" y="22126"/>
          <a:ext cx="165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9" name="Equation" r:id="rId21" imgW="1650960" imgH="736560" progId="Equation.DSMT4">
                  <p:embed/>
                </p:oleObj>
              </mc:Choice>
              <mc:Fallback>
                <p:oleObj name="Equation" r:id="rId21" imgW="165096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E92C370-1651-45A0-840A-01F6642B21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0052" y="22126"/>
                        <a:ext cx="1651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08694AD-1087-4A45-A290-9B4B29DCD8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675254"/>
              </p:ext>
            </p:extLst>
          </p:nvPr>
        </p:nvGraphicFramePr>
        <p:xfrm>
          <a:off x="2943332" y="259821"/>
          <a:ext cx="977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0" name="Equation" r:id="rId23" imgW="977760" imgH="304560" progId="Equation.DSMT4">
                  <p:embed/>
                </p:oleObj>
              </mc:Choice>
              <mc:Fallback>
                <p:oleObj name="Equation" r:id="rId23" imgW="977760" imgH="3045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B7B881C-9D07-43DB-A081-B0AE4F64DF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43332" y="259821"/>
                        <a:ext cx="9779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D8F8852-574F-48D6-9521-2379D625DBD1}"/>
              </a:ext>
            </a:extLst>
          </p:cNvPr>
          <p:cNvCxnSpPr>
            <a:cxnSpLocks/>
          </p:cNvCxnSpPr>
          <p:nvPr/>
        </p:nvCxnSpPr>
        <p:spPr>
          <a:xfrm>
            <a:off x="-12898" y="1821656"/>
            <a:ext cx="9144000" cy="0"/>
          </a:xfrm>
          <a:prstGeom prst="line">
            <a:avLst/>
          </a:prstGeom>
          <a:ln w="19050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B54DBBA-5E11-4E34-A78C-C7D3A003A9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068960"/>
              </p:ext>
            </p:extLst>
          </p:nvPr>
        </p:nvGraphicFramePr>
        <p:xfrm>
          <a:off x="608078" y="2042768"/>
          <a:ext cx="608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1" name="Equation" r:id="rId25" imgW="6083280" imgH="736560" progId="Equation.DSMT4">
                  <p:embed/>
                </p:oleObj>
              </mc:Choice>
              <mc:Fallback>
                <p:oleObj name="Equation" r:id="rId25" imgW="6083280" imgH="73656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6F2FA72F-56DD-4105-9485-E242EA7905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08078" y="2042768"/>
                        <a:ext cx="6083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42A46BD-45A4-42C9-964D-48E763BD0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539399"/>
              </p:ext>
            </p:extLst>
          </p:nvPr>
        </p:nvGraphicFramePr>
        <p:xfrm>
          <a:off x="604640" y="884138"/>
          <a:ext cx="364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2" name="Equation" r:id="rId27" imgW="3644640" imgH="736560" progId="Equation.DSMT4">
                  <p:embed/>
                </p:oleObj>
              </mc:Choice>
              <mc:Fallback>
                <p:oleObj name="Equation" r:id="rId27" imgW="3644640" imgH="7365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827BE0F8-1D31-4E88-BFE8-2BFF387387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4640" y="884138"/>
                        <a:ext cx="364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A4BD7EE-CEA7-49F4-B33C-763FC5906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1355038"/>
              </p:ext>
            </p:extLst>
          </p:nvPr>
        </p:nvGraphicFramePr>
        <p:xfrm>
          <a:off x="6954565" y="2283178"/>
          <a:ext cx="5969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3" name="Equation" r:id="rId29" imgW="596880" imgH="253800" progId="Equation.DSMT4">
                  <p:embed/>
                </p:oleObj>
              </mc:Choice>
              <mc:Fallback>
                <p:oleObj name="Equation" r:id="rId29" imgW="596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954565" y="2283178"/>
                        <a:ext cx="5969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C8372E65-47F2-4ADE-90A8-B82BE1F8BE5F}"/>
              </a:ext>
            </a:extLst>
          </p:cNvPr>
          <p:cNvGrpSpPr/>
          <p:nvPr/>
        </p:nvGrpSpPr>
        <p:grpSpPr>
          <a:xfrm>
            <a:off x="467906" y="3006590"/>
            <a:ext cx="2211317" cy="544569"/>
            <a:chOff x="467544" y="3289897"/>
            <a:chExt cx="2211317" cy="544569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40F892E-3F81-4D5B-8812-C19E66AC92B1}"/>
                </a:ext>
              </a:extLst>
            </p:cNvPr>
            <p:cNvSpPr txBox="1"/>
            <p:nvPr/>
          </p:nvSpPr>
          <p:spPr>
            <a:xfrm>
              <a:off x="467544" y="3289897"/>
              <a:ext cx="864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又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771467E8-2A4B-4F4E-B229-6D19E7E2C3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28604"/>
                </p:ext>
              </p:extLst>
            </p:nvPr>
          </p:nvGraphicFramePr>
          <p:xfrm>
            <a:off x="811961" y="3339166"/>
            <a:ext cx="18669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94" name="Equation" r:id="rId31" imgW="1866600" imgH="495000" progId="Equation.DSMT4">
                    <p:embed/>
                  </p:oleObj>
                </mc:Choice>
                <mc:Fallback>
                  <p:oleObj name="Equation" r:id="rId31" imgW="186660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811961" y="3339166"/>
                          <a:ext cx="18669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7AA236F-3C17-4700-AC4C-A69B62FA7834}"/>
              </a:ext>
            </a:extLst>
          </p:cNvPr>
          <p:cNvGrpSpPr/>
          <p:nvPr/>
        </p:nvGrpSpPr>
        <p:grpSpPr>
          <a:xfrm>
            <a:off x="2648798" y="2985848"/>
            <a:ext cx="2426665" cy="461665"/>
            <a:chOff x="2581083" y="3289896"/>
            <a:chExt cx="2426665" cy="461665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4DCA5FF-9FF9-4B44-B614-6E2FBAAC3555}"/>
                </a:ext>
              </a:extLst>
            </p:cNvPr>
            <p:cNvSpPr txBox="1"/>
            <p:nvPr/>
          </p:nvSpPr>
          <p:spPr>
            <a:xfrm>
              <a:off x="2581083" y="3289896"/>
              <a:ext cx="24266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故存在正数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46E19F78-F0BB-4D2D-BA90-E2B5E1FE63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433859"/>
                </p:ext>
              </p:extLst>
            </p:nvPr>
          </p:nvGraphicFramePr>
          <p:xfrm>
            <a:off x="4245748" y="3397728"/>
            <a:ext cx="762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95" name="Equation" r:id="rId33" imgW="761760" imgH="330120" progId="Equation.DSMT4">
                    <p:embed/>
                  </p:oleObj>
                </mc:Choice>
                <mc:Fallback>
                  <p:oleObj name="Equation" r:id="rId33" imgW="7617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245748" y="3397728"/>
                          <a:ext cx="762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A1F823D-8BEB-40DA-9A8A-51B8BD7946F2}"/>
              </a:ext>
            </a:extLst>
          </p:cNvPr>
          <p:cNvGrpSpPr/>
          <p:nvPr/>
        </p:nvGrpSpPr>
        <p:grpSpPr>
          <a:xfrm>
            <a:off x="6045808" y="369108"/>
            <a:ext cx="406400" cy="515030"/>
            <a:chOff x="6115050" y="808945"/>
            <a:chExt cx="406400" cy="515030"/>
          </a:xfrm>
        </p:grpSpPr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D333554E-B8B8-4CC1-9274-119D7D86BD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6025354"/>
                </p:ext>
              </p:extLst>
            </p:nvPr>
          </p:nvGraphicFramePr>
          <p:xfrm>
            <a:off x="6303346" y="808945"/>
            <a:ext cx="139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96" name="Equation" r:id="rId35" imgW="139680" imgH="342720" progId="Equation.DSMT4">
                    <p:embed/>
                  </p:oleObj>
                </mc:Choice>
                <mc:Fallback>
                  <p:oleObj name="Equation" r:id="rId35" imgW="139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6303346" y="808945"/>
                          <a:ext cx="139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3DE6E232-76DB-4FCD-9707-7C34153B55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163015"/>
                </p:ext>
              </p:extLst>
            </p:nvPr>
          </p:nvGraphicFramePr>
          <p:xfrm>
            <a:off x="6115050" y="1133475"/>
            <a:ext cx="4064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97" name="Equation" r:id="rId37" imgW="406080" imgH="190440" progId="Equation.DSMT4">
                    <p:embed/>
                  </p:oleObj>
                </mc:Choice>
                <mc:Fallback>
                  <p:oleObj name="Equation" r:id="rId37" imgW="4060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6115050" y="1133475"/>
                          <a:ext cx="4064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AEF67D2-B143-4FFA-B7FB-C42381D4A0F2}"/>
              </a:ext>
            </a:extLst>
          </p:cNvPr>
          <p:cNvGrpSpPr/>
          <p:nvPr/>
        </p:nvGrpSpPr>
        <p:grpSpPr>
          <a:xfrm>
            <a:off x="5142363" y="3006590"/>
            <a:ext cx="2665704" cy="461665"/>
            <a:chOff x="5074648" y="3310638"/>
            <a:chExt cx="2665704" cy="461665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FEA8B188-3BFB-4278-9445-975A91F02D2F}"/>
                </a:ext>
              </a:extLst>
            </p:cNvPr>
            <p:cNvSpPr txBox="1"/>
            <p:nvPr/>
          </p:nvSpPr>
          <p:spPr>
            <a:xfrm>
              <a:off x="5074648" y="3310638"/>
              <a:ext cx="2665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当           时，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AD2AD8EB-1431-4E33-819F-DCB007DAA8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0334663"/>
                </p:ext>
              </p:extLst>
            </p:nvPr>
          </p:nvGraphicFramePr>
          <p:xfrm>
            <a:off x="5474506" y="3397728"/>
            <a:ext cx="1574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98" name="Equation" r:id="rId39" imgW="1574640" imgH="342720" progId="Equation.DSMT4">
                    <p:embed/>
                  </p:oleObj>
                </mc:Choice>
                <mc:Fallback>
                  <p:oleObj name="Equation" r:id="rId39" imgW="15746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5474506" y="3397728"/>
                          <a:ext cx="1574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DA2A2FFC-16E0-4CE0-99B0-EAFC522DD4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848171"/>
              </p:ext>
            </p:extLst>
          </p:nvPr>
        </p:nvGraphicFramePr>
        <p:xfrm>
          <a:off x="1381430" y="3908932"/>
          <a:ext cx="1574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99" name="Equation" r:id="rId41" imgW="1574640" imgH="863280" progId="Equation.DSMT4">
                  <p:embed/>
                </p:oleObj>
              </mc:Choice>
              <mc:Fallback>
                <p:oleObj name="Equation" r:id="rId41" imgW="15746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381430" y="3908932"/>
                        <a:ext cx="15748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D417AFA9-2741-4F28-88C7-E65046BC8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009553"/>
              </p:ext>
            </p:extLst>
          </p:nvPr>
        </p:nvGraphicFramePr>
        <p:xfrm>
          <a:off x="3705225" y="3983038"/>
          <a:ext cx="166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0" name="Equation" r:id="rId43" imgW="1663560" imgH="736560" progId="Equation.DSMT4">
                  <p:embed/>
                </p:oleObj>
              </mc:Choice>
              <mc:Fallback>
                <p:oleObj name="Equation" r:id="rId43" imgW="1663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705225" y="3983038"/>
                        <a:ext cx="1663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8FA8E76C-4939-4FB5-ADB1-05AADE956C39}"/>
              </a:ext>
            </a:extLst>
          </p:cNvPr>
          <p:cNvGrpSpPr/>
          <p:nvPr/>
        </p:nvGrpSpPr>
        <p:grpSpPr>
          <a:xfrm>
            <a:off x="3745342" y="3484681"/>
            <a:ext cx="1623583" cy="920173"/>
            <a:chOff x="3745342" y="3484681"/>
            <a:chExt cx="1623583" cy="920173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53A8F62-CD4B-4442-8D46-0D0321DE7EDC}"/>
                </a:ext>
              </a:extLst>
            </p:cNvPr>
            <p:cNvSpPr/>
            <p:nvPr/>
          </p:nvSpPr>
          <p:spPr>
            <a:xfrm>
              <a:off x="3745342" y="3900798"/>
              <a:ext cx="1623583" cy="504056"/>
            </a:xfrm>
            <a:prstGeom prst="ellipse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DE165649-90B1-45F4-8227-6523886E0E29}"/>
                </a:ext>
              </a:extLst>
            </p:cNvPr>
            <p:cNvSpPr/>
            <p:nvPr/>
          </p:nvSpPr>
          <p:spPr>
            <a:xfrm>
              <a:off x="4572000" y="3484681"/>
              <a:ext cx="762001" cy="40011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常数</a:t>
              </a:r>
              <a:endPara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74F5930E-1122-427A-B787-06F2192DF5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610721"/>
              </p:ext>
            </p:extLst>
          </p:nvPr>
        </p:nvGraphicFramePr>
        <p:xfrm>
          <a:off x="5482185" y="4015567"/>
          <a:ext cx="495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01" name="Equation" r:id="rId45" imgW="495000" imgH="609480" progId="Equation.DSMT4">
                  <p:embed/>
                </p:oleObj>
              </mc:Choice>
              <mc:Fallback>
                <p:oleObj name="Equation" r:id="rId45" imgW="4950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482185" y="4015567"/>
                        <a:ext cx="4953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50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AADA3D6-AF3B-4021-B51B-9D46ABD9C091}"/>
              </a:ext>
            </a:extLst>
          </p:cNvPr>
          <p:cNvSpPr txBox="1"/>
          <p:nvPr/>
        </p:nvSpPr>
        <p:spPr>
          <a:xfrm>
            <a:off x="467544" y="900509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于是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9E6D3C9-033A-465B-BE9E-BA4C865B26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637558"/>
              </p:ext>
            </p:extLst>
          </p:nvPr>
        </p:nvGraphicFramePr>
        <p:xfrm>
          <a:off x="1331640" y="699542"/>
          <a:ext cx="7112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name="Equation" r:id="rId3" imgW="7111800" imgH="863280" progId="Equation.DSMT4">
                  <p:embed/>
                </p:oleObj>
              </mc:Choice>
              <mc:Fallback>
                <p:oleObj name="Equation" r:id="rId3" imgW="71118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699542"/>
                        <a:ext cx="71120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A786EC5-6216-4847-9B61-8499B10EAC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046735"/>
              </p:ext>
            </p:extLst>
          </p:nvPr>
        </p:nvGraphicFramePr>
        <p:xfrm>
          <a:off x="2627784" y="1650136"/>
          <a:ext cx="147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3" name="Equation" r:id="rId5" imgW="1473120" imgH="723600" progId="Equation.DSMT4">
                  <p:embed/>
                </p:oleObj>
              </mc:Choice>
              <mc:Fallback>
                <p:oleObj name="Equation" r:id="rId5" imgW="14731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784" y="1650136"/>
                        <a:ext cx="1473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DFA9B8E-2E55-4AF9-A333-1E8063BFFFE9}"/>
              </a:ext>
            </a:extLst>
          </p:cNvPr>
          <p:cNvSpPr txBox="1"/>
          <p:nvPr/>
        </p:nvSpPr>
        <p:spPr>
          <a:xfrm>
            <a:off x="467544" y="2791458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由极限定义得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6632D3D-8ED4-4BC1-AB23-85E77AD33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707180"/>
              </p:ext>
            </p:extLst>
          </p:nvPr>
        </p:nvGraphicFramePr>
        <p:xfrm>
          <a:off x="3236640" y="2715766"/>
          <a:ext cx="3302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4" name="Equation" r:id="rId7" imgW="3301920" imgH="787320" progId="Equation.DSMT4">
                  <p:embed/>
                </p:oleObj>
              </mc:Choice>
              <mc:Fallback>
                <p:oleObj name="Equation" r:id="rId7" imgW="3301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6640" y="2715766"/>
                        <a:ext cx="3302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E79C6B2D-3CE7-48FB-9192-96791CF143DA}"/>
              </a:ext>
            </a:extLst>
          </p:cNvPr>
          <p:cNvGrpSpPr/>
          <p:nvPr/>
        </p:nvGrpSpPr>
        <p:grpSpPr>
          <a:xfrm>
            <a:off x="683568" y="3781326"/>
            <a:ext cx="6071096" cy="558870"/>
            <a:chOff x="683568" y="3781326"/>
            <a:chExt cx="6071096" cy="55887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98BA178-73DD-4E0C-BF46-C866668D1368}"/>
                </a:ext>
              </a:extLst>
            </p:cNvPr>
            <p:cNvSpPr txBox="1"/>
            <p:nvPr/>
          </p:nvSpPr>
          <p:spPr>
            <a:xfrm>
              <a:off x="683568" y="3781326"/>
              <a:ext cx="6071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注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证明没用到             这个条件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.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B8AA075D-3432-4AAE-B17B-34ABA51A19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8490928"/>
                </p:ext>
              </p:extLst>
            </p:nvPr>
          </p:nvGraphicFramePr>
          <p:xfrm>
            <a:off x="2811066" y="3844896"/>
            <a:ext cx="1816100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65" name="Equation" r:id="rId9" imgW="1815840" imgH="495000" progId="Equation.DSMT4">
                    <p:embed/>
                  </p:oleObj>
                </mc:Choice>
                <mc:Fallback>
                  <p:oleObj name="Equation" r:id="rId9" imgW="1815840" imgH="495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811066" y="3844896"/>
                          <a:ext cx="1816100" cy="495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2524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AFD3CFE-B74B-494C-9DA3-A9B7C38A979C}"/>
              </a:ext>
            </a:extLst>
          </p:cNvPr>
          <p:cNvSpPr txBox="1"/>
          <p:nvPr/>
        </p:nvSpPr>
        <p:spPr>
          <a:xfrm>
            <a:off x="611560" y="483518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情形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0AED00C-AF71-41F5-86D0-365C4F9B3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8546900"/>
              </p:ext>
            </p:extLst>
          </p:nvPr>
        </p:nvGraphicFramePr>
        <p:xfrm>
          <a:off x="1115616" y="581000"/>
          <a:ext cx="977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0" name="Equation" r:id="rId3" imgW="977760" imgH="266400" progId="Equation.DSMT4">
                  <p:embed/>
                </p:oleObj>
              </mc:Choice>
              <mc:Fallback>
                <p:oleObj name="Equation" r:id="rId3" imgW="977760" imgH="2664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184EB73-B397-425D-B359-9868FCE0BA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581000"/>
                        <a:ext cx="9779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FED6DE1-2AC9-4073-9BA8-EA1854495A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38970"/>
              </p:ext>
            </p:extLst>
          </p:nvPr>
        </p:nvGraphicFramePr>
        <p:xfrm>
          <a:off x="3657600" y="411510"/>
          <a:ext cx="375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1" name="Equation" r:id="rId5" imgW="3759120" imgH="787320" progId="Equation.DSMT4">
                  <p:embed/>
                </p:oleObj>
              </mc:Choice>
              <mc:Fallback>
                <p:oleObj name="Equation" r:id="rId5" imgW="37591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7600" y="411510"/>
                        <a:ext cx="3759200" cy="7874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451AA008-3DEB-4C13-A66B-475DB363370F}"/>
              </a:ext>
            </a:extLst>
          </p:cNvPr>
          <p:cNvGrpSpPr/>
          <p:nvPr/>
        </p:nvGrpSpPr>
        <p:grpSpPr>
          <a:xfrm>
            <a:off x="683568" y="1563638"/>
            <a:ext cx="4738952" cy="461665"/>
            <a:chOff x="683568" y="1563638"/>
            <a:chExt cx="4738952" cy="46166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B440CE0-A843-4465-9683-3BBBC1A316D2}"/>
                </a:ext>
              </a:extLst>
            </p:cNvPr>
            <p:cNvSpPr txBox="1"/>
            <p:nvPr/>
          </p:nvSpPr>
          <p:spPr>
            <a:xfrm>
              <a:off x="683568" y="1563638"/>
              <a:ext cx="46085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显然在点  的某右邻域内，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7D1EF7F-1C51-4755-B988-44F1D47BB8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4096636"/>
                </p:ext>
              </p:extLst>
            </p:nvPr>
          </p:nvGraphicFramePr>
          <p:xfrm>
            <a:off x="2018184" y="1733496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2" name="Equation" r:id="rId7" imgW="203040" imgH="203040" progId="Equation.DSMT4">
                    <p:embed/>
                  </p:oleObj>
                </mc:Choice>
                <mc:Fallback>
                  <p:oleObj name="Equation" r:id="rId7" imgW="2030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18184" y="1733496"/>
                          <a:ext cx="203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FCCDE92A-364F-4E65-A764-CF098EC84E7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1678564"/>
                </p:ext>
              </p:extLst>
            </p:nvPr>
          </p:nvGraphicFramePr>
          <p:xfrm>
            <a:off x="4203320" y="1635286"/>
            <a:ext cx="1219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23" name="Equation" r:id="rId9" imgW="1218960" imgH="355320" progId="Equation.DSMT4">
                    <p:embed/>
                  </p:oleObj>
                </mc:Choice>
                <mc:Fallback>
                  <p:oleObj name="Equation" r:id="rId9" imgW="121896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03320" y="1635286"/>
                          <a:ext cx="1219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67571DE-E778-4A97-87B9-8D0E7D6DDA8D}"/>
              </a:ext>
            </a:extLst>
          </p:cNvPr>
          <p:cNvSpPr txBox="1"/>
          <p:nvPr/>
        </p:nvSpPr>
        <p:spPr>
          <a:xfrm>
            <a:off x="5533822" y="1546965"/>
            <a:ext cx="534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故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B5F61F4-C38A-422C-9BCE-76CFA1D39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402752"/>
              </p:ext>
            </p:extLst>
          </p:nvPr>
        </p:nvGraphicFramePr>
        <p:xfrm>
          <a:off x="6391366" y="1419386"/>
          <a:ext cx="1765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4" name="Equation" r:id="rId11" imgW="1765080" imgH="787320" progId="Equation.DSMT4">
                  <p:embed/>
                </p:oleObj>
              </mc:Choice>
              <mc:Fallback>
                <p:oleObj name="Equation" r:id="rId11" imgW="17650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91366" y="1419386"/>
                        <a:ext cx="1765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99E1D26D-21AA-45A2-8B7B-634047A3414F}"/>
              </a:ext>
            </a:extLst>
          </p:cNvPr>
          <p:cNvSpPr txBox="1"/>
          <p:nvPr/>
        </p:nvSpPr>
        <p:spPr>
          <a:xfrm>
            <a:off x="612280" y="2616489"/>
            <a:ext cx="2735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于是由情形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D82AFC3C-87FD-4C07-A737-370995576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11001"/>
              </p:ext>
            </p:extLst>
          </p:nvPr>
        </p:nvGraphicFramePr>
        <p:xfrm>
          <a:off x="3821546" y="2453621"/>
          <a:ext cx="1689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5" name="Equation" r:id="rId13" imgW="1688760" imgH="787320" progId="Equation.DSMT4">
                  <p:embed/>
                </p:oleObj>
              </mc:Choice>
              <mc:Fallback>
                <p:oleObj name="Equation" r:id="rId13" imgW="16887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21546" y="2453621"/>
                        <a:ext cx="1689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56A0923F-8360-47D6-A84C-B5AC9C8E45A4}"/>
              </a:ext>
            </a:extLst>
          </p:cNvPr>
          <p:cNvSpPr txBox="1"/>
          <p:nvPr/>
        </p:nvSpPr>
        <p:spPr>
          <a:xfrm>
            <a:off x="612280" y="3465776"/>
            <a:ext cx="2663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所以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18FE86D-5282-4CC9-93B8-BABE145391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697404"/>
              </p:ext>
            </p:extLst>
          </p:nvPr>
        </p:nvGraphicFramePr>
        <p:xfrm>
          <a:off x="1604566" y="3302908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6" name="Equation" r:id="rId15" imgW="1917360" imgH="787320" progId="Equation.DSMT4">
                  <p:embed/>
                </p:oleObj>
              </mc:Choice>
              <mc:Fallback>
                <p:oleObj name="Equation" r:id="rId15" imgW="19173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04566" y="3302908"/>
                        <a:ext cx="1917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89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CB13458-5EC1-4077-9EB2-A05254A33EB6}"/>
              </a:ext>
            </a:extLst>
          </p:cNvPr>
          <p:cNvGrpSpPr/>
          <p:nvPr/>
        </p:nvGrpSpPr>
        <p:grpSpPr>
          <a:xfrm>
            <a:off x="755576" y="633895"/>
            <a:ext cx="8064896" cy="461665"/>
            <a:chOff x="755576" y="633895"/>
            <a:chExt cx="8064896" cy="461665"/>
          </a:xfrm>
        </p:grpSpPr>
        <p:sp>
          <p:nvSpPr>
            <p:cNvPr id="3" name="文本框 2"/>
            <p:cNvSpPr txBox="1"/>
            <p:nvPr/>
          </p:nvSpPr>
          <p:spPr>
            <a:xfrm>
              <a:off x="755576" y="633895"/>
              <a:ext cx="8064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对于             以及                    时，</a:t>
              </a: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8029309"/>
                </p:ext>
              </p:extLst>
            </p:nvPr>
          </p:nvGraphicFramePr>
          <p:xfrm>
            <a:off x="2130425" y="655638"/>
            <a:ext cx="18796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6" name="Equation" r:id="rId3" imgW="1879560" imgH="406080" progId="Equation.DSMT4">
                    <p:embed/>
                  </p:oleObj>
                </mc:Choice>
                <mc:Fallback>
                  <p:oleObj name="Equation" r:id="rId3" imgW="1879560" imgH="406080" progId="Equation.DSMT4">
                    <p:embed/>
                    <p:pic>
                      <p:nvPicPr>
                        <p:cNvPr id="5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0425" y="655638"/>
                          <a:ext cx="187960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689151"/>
                </p:ext>
              </p:extLst>
            </p:nvPr>
          </p:nvGraphicFramePr>
          <p:xfrm>
            <a:off x="4730750" y="763588"/>
            <a:ext cx="30099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7" name="Equation" r:id="rId5" imgW="3009600" imgH="279360" progId="Equation.DSMT4">
                    <p:embed/>
                  </p:oleObj>
                </mc:Choice>
                <mc:Fallback>
                  <p:oleObj name="Equation" r:id="rId5" imgW="3009600" imgH="27936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750" y="763588"/>
                          <a:ext cx="3009900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8149BB7-AC34-425F-8B3E-1945C161CDB6}"/>
              </a:ext>
            </a:extLst>
          </p:cNvPr>
          <p:cNvGrpSpPr/>
          <p:nvPr/>
        </p:nvGrpSpPr>
        <p:grpSpPr>
          <a:xfrm>
            <a:off x="117664" y="1117775"/>
            <a:ext cx="7980312" cy="717550"/>
            <a:chOff x="117664" y="1117775"/>
            <a:chExt cx="7980312" cy="717550"/>
          </a:xfrm>
        </p:grpSpPr>
        <p:sp>
          <p:nvSpPr>
            <p:cNvPr id="6" name="文本框 5"/>
            <p:cNvSpPr txBox="1"/>
            <p:nvPr/>
          </p:nvSpPr>
          <p:spPr>
            <a:xfrm>
              <a:off x="117664" y="1267789"/>
              <a:ext cx="79803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未定式  有相应结论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36364018"/>
                </p:ext>
              </p:extLst>
            </p:nvPr>
          </p:nvGraphicFramePr>
          <p:xfrm>
            <a:off x="1152139" y="1117775"/>
            <a:ext cx="311150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8" name="Equation" r:id="rId7" imgW="304560" imgH="723600" progId="Equation.DSMT4">
                    <p:embed/>
                  </p:oleObj>
                </mc:Choice>
                <mc:Fallback>
                  <p:oleObj name="Equation" r:id="rId7" imgW="304560" imgH="723600" progId="Equation.DSMT4">
                    <p:embed/>
                    <p:pic>
                      <p:nvPicPr>
                        <p:cNvPr id="36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139" y="1117775"/>
                          <a:ext cx="311150" cy="717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文本框 8"/>
          <p:cNvSpPr txBox="1"/>
          <p:nvPr/>
        </p:nvSpPr>
        <p:spPr>
          <a:xfrm>
            <a:off x="899592" y="1975540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8 </a:t>
            </a:r>
            <a:r>
              <a:rPr lang="zh-CN" altLang="en-US" sz="2400" b="1" dirty="0">
                <a:latin typeface="+mn-ea"/>
              </a:rPr>
              <a:t>求极限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485495"/>
              </p:ext>
            </p:extLst>
          </p:nvPr>
        </p:nvGraphicFramePr>
        <p:xfrm>
          <a:off x="2603046" y="1876425"/>
          <a:ext cx="15811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9" name="Equation" r:id="rId9" imgW="1574640" imgH="736560" progId="Equation.DSMT4">
                  <p:embed/>
                </p:oleObj>
              </mc:Choice>
              <mc:Fallback>
                <p:oleObj name="Equation" r:id="rId9" imgW="1574640" imgH="7365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046" y="1876425"/>
                        <a:ext cx="158115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65CF28-D90F-4784-83BB-47E0E3333F3F}"/>
              </a:ext>
            </a:extLst>
          </p:cNvPr>
          <p:cNvGrpSpPr/>
          <p:nvPr/>
        </p:nvGrpSpPr>
        <p:grpSpPr>
          <a:xfrm>
            <a:off x="899592" y="2619986"/>
            <a:ext cx="7764288" cy="717550"/>
            <a:chOff x="899592" y="2619986"/>
            <a:chExt cx="7764288" cy="717550"/>
          </a:xfrm>
        </p:grpSpPr>
        <p:sp>
          <p:nvSpPr>
            <p:cNvPr id="12" name="文本框 11"/>
            <p:cNvSpPr txBox="1"/>
            <p:nvPr/>
          </p:nvSpPr>
          <p:spPr>
            <a:xfrm>
              <a:off x="899592" y="2755403"/>
              <a:ext cx="77642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这是未定式 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由洛必达法则得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9531029"/>
                </p:ext>
              </p:extLst>
            </p:nvPr>
          </p:nvGraphicFramePr>
          <p:xfrm>
            <a:off x="3217740" y="2619986"/>
            <a:ext cx="311150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50" name="Equation" r:id="rId11" imgW="304560" imgH="723600" progId="Equation.DSMT4">
                    <p:embed/>
                  </p:oleObj>
                </mc:Choice>
                <mc:Fallback>
                  <p:oleObj name="Equation" r:id="rId11" imgW="304560" imgH="72360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7740" y="2619986"/>
                          <a:ext cx="311150" cy="717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77362"/>
              </p:ext>
            </p:extLst>
          </p:nvPr>
        </p:nvGraphicFramePr>
        <p:xfrm>
          <a:off x="1652314" y="3685777"/>
          <a:ext cx="1411287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1" name="Equation" r:id="rId13" imgW="1409400" imgH="736560" progId="Equation.DSMT4">
                  <p:embed/>
                </p:oleObj>
              </mc:Choice>
              <mc:Fallback>
                <p:oleObj name="Equation" r:id="rId13" imgW="1409400" imgH="736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314" y="3685777"/>
                        <a:ext cx="1411287" cy="73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899592" y="627591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注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99592" y="2729457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858574"/>
              </p:ext>
            </p:extLst>
          </p:nvPr>
        </p:nvGraphicFramePr>
        <p:xfrm>
          <a:off x="4563310" y="3639575"/>
          <a:ext cx="296227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2" name="Equation" r:id="rId15" imgW="2958840" imgH="812520" progId="Equation.DSMT4">
                  <p:embed/>
                </p:oleObj>
              </mc:Choice>
              <mc:Fallback>
                <p:oleObj name="Equation" r:id="rId15" imgW="2958840" imgH="81252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3310" y="3639575"/>
                        <a:ext cx="2962275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595919"/>
              </p:ext>
            </p:extLst>
          </p:nvPr>
        </p:nvGraphicFramePr>
        <p:xfrm>
          <a:off x="3048000" y="3328988"/>
          <a:ext cx="1538288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3" name="Equation" r:id="rId17" imgW="1536480" imgH="1447560" progId="Equation.DSMT4">
                  <p:embed/>
                </p:oleObj>
              </mc:Choice>
              <mc:Fallback>
                <p:oleObj name="Equation" r:id="rId17" imgW="1536480" imgH="144756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328988"/>
                        <a:ext cx="1538288" cy="145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053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9171" y="52314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9 </a:t>
            </a:r>
            <a:r>
              <a:rPr lang="zh-CN" altLang="en-US" sz="2400" b="1" dirty="0">
                <a:latin typeface="+mn-ea"/>
              </a:rPr>
              <a:t>求极限        （  为正整数）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2E5B718-A4F5-47FC-8D65-211524FC2480}"/>
              </a:ext>
            </a:extLst>
          </p:cNvPr>
          <p:cNvGrpSpPr/>
          <p:nvPr/>
        </p:nvGrpSpPr>
        <p:grpSpPr>
          <a:xfrm>
            <a:off x="467544" y="1133316"/>
            <a:ext cx="7764288" cy="717550"/>
            <a:chOff x="467544" y="1133316"/>
            <a:chExt cx="7764288" cy="717550"/>
          </a:xfrm>
        </p:grpSpPr>
        <p:sp>
          <p:nvSpPr>
            <p:cNvPr id="4" name="文本框 3"/>
            <p:cNvSpPr txBox="1"/>
            <p:nvPr/>
          </p:nvSpPr>
          <p:spPr>
            <a:xfrm>
              <a:off x="467544" y="1287204"/>
              <a:ext cx="77642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这是未定式   </a:t>
              </a:r>
              <a:r>
                <a:rPr lang="en-US" altLang="zh-CN" sz="2400" b="1" dirty="0">
                  <a:latin typeface="+mn-ea"/>
                </a:rPr>
                <a:t>.</a:t>
              </a:r>
              <a:r>
                <a:rPr lang="zh-CN" altLang="en-US" sz="2400" b="1" dirty="0">
                  <a:latin typeface="+mn-ea"/>
                </a:rPr>
                <a:t>由洛必达法则得</a:t>
              </a: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22220866"/>
                </p:ext>
              </p:extLst>
            </p:nvPr>
          </p:nvGraphicFramePr>
          <p:xfrm>
            <a:off x="2820690" y="1133316"/>
            <a:ext cx="311150" cy="717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1" name="Equation" r:id="rId4" imgW="304560" imgH="723600" progId="Equation.DSMT4">
                    <p:embed/>
                  </p:oleObj>
                </mc:Choice>
                <mc:Fallback>
                  <p:oleObj name="Equation" r:id="rId4" imgW="304560" imgH="72360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690" y="1133316"/>
                          <a:ext cx="311150" cy="717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9626199"/>
              </p:ext>
            </p:extLst>
          </p:nvPr>
        </p:nvGraphicFramePr>
        <p:xfrm>
          <a:off x="2311263" y="406361"/>
          <a:ext cx="1060451" cy="73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2" name="Equation" r:id="rId6" imgW="1054080" imgH="736560" progId="Equation.DSMT4">
                  <p:embed/>
                </p:oleObj>
              </mc:Choice>
              <mc:Fallback>
                <p:oleObj name="Equation" r:id="rId6" imgW="1054080" imgH="7365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263" y="406361"/>
                        <a:ext cx="1060451" cy="7302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212113"/>
              </p:ext>
            </p:extLst>
          </p:nvPr>
        </p:nvGraphicFramePr>
        <p:xfrm>
          <a:off x="3684421" y="651020"/>
          <a:ext cx="19526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3" name="Equation" r:id="rId8" imgW="190440" imgH="203040" progId="Equation.DSMT4">
                  <p:embed/>
                </p:oleObj>
              </mc:Choice>
              <mc:Fallback>
                <p:oleObj name="Equation" r:id="rId8" imgW="190440" imgH="2030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421" y="651020"/>
                        <a:ext cx="195263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425546"/>
              </p:ext>
            </p:extLst>
          </p:nvPr>
        </p:nvGraphicFramePr>
        <p:xfrm>
          <a:off x="1633175" y="1915051"/>
          <a:ext cx="105251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4" name="Equation" r:id="rId10" imgW="1054080" imgH="736560" progId="Equation.DSMT4">
                  <p:embed/>
                </p:oleObj>
              </mc:Choice>
              <mc:Fallback>
                <p:oleObj name="Equation" r:id="rId10" imgW="1054080" imgH="736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175" y="1915051"/>
                        <a:ext cx="1052512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3B5C70F-5B51-45D4-ABD1-BA748B29811D}"/>
              </a:ext>
            </a:extLst>
          </p:cNvPr>
          <p:cNvGrpSpPr/>
          <p:nvPr/>
        </p:nvGrpSpPr>
        <p:grpSpPr>
          <a:xfrm>
            <a:off x="585540" y="2675580"/>
            <a:ext cx="6264696" cy="774700"/>
            <a:chOff x="387239" y="2647950"/>
            <a:chExt cx="6264696" cy="774700"/>
          </a:xfrm>
        </p:grpSpPr>
        <p:sp>
          <p:nvSpPr>
            <p:cNvPr id="15" name="文本框 14"/>
            <p:cNvSpPr txBox="1"/>
            <p:nvPr/>
          </p:nvSpPr>
          <p:spPr>
            <a:xfrm>
              <a:off x="387239" y="2818762"/>
              <a:ext cx="62646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10 </a:t>
              </a:r>
              <a:r>
                <a:rPr lang="zh-CN" altLang="en-US" sz="2400" b="1" dirty="0">
                  <a:latin typeface="+mn-ea"/>
                </a:rPr>
                <a:t>求极限        （ 为正整数，   ）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3769437"/>
                </p:ext>
              </p:extLst>
            </p:nvPr>
          </p:nvGraphicFramePr>
          <p:xfrm>
            <a:off x="2138363" y="2647950"/>
            <a:ext cx="100965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5" name="Equation" r:id="rId12" imgW="1002960" imgH="774360" progId="Equation.DSMT4">
                    <p:embed/>
                  </p:oleObj>
                </mc:Choice>
                <mc:Fallback>
                  <p:oleObj name="Equation" r:id="rId12" imgW="1002960" imgH="77436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8363" y="2647950"/>
                          <a:ext cx="1009650" cy="774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1883340"/>
                </p:ext>
              </p:extLst>
            </p:nvPr>
          </p:nvGraphicFramePr>
          <p:xfrm>
            <a:off x="3618439" y="2942702"/>
            <a:ext cx="195263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6" name="Equation" r:id="rId14" imgW="190440" imgH="203040" progId="Equation.DSMT4">
                    <p:embed/>
                  </p:oleObj>
                </mc:Choice>
                <mc:Fallback>
                  <p:oleObj name="Equation" r:id="rId14" imgW="190440" imgH="20304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8439" y="2942702"/>
                          <a:ext cx="195263" cy="2016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8086103"/>
                </p:ext>
              </p:extLst>
            </p:nvPr>
          </p:nvGraphicFramePr>
          <p:xfrm>
            <a:off x="5158445" y="2897730"/>
            <a:ext cx="687387" cy="276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57" name="Equation" r:id="rId16" imgW="672840" imgH="279360" progId="Equation.DSMT4">
                    <p:embed/>
                  </p:oleObj>
                </mc:Choice>
                <mc:Fallback>
                  <p:oleObj name="Equation" r:id="rId16" imgW="672840" imgH="27936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8445" y="2897730"/>
                          <a:ext cx="687387" cy="276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5"/>
          <p:cNvSpPr txBox="1"/>
          <p:nvPr/>
        </p:nvSpPr>
        <p:spPr>
          <a:xfrm>
            <a:off x="529171" y="3496942"/>
            <a:ext cx="586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   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5629851"/>
              </p:ext>
            </p:extLst>
          </p:nvPr>
        </p:nvGraphicFramePr>
        <p:xfrm>
          <a:off x="1077516" y="3496942"/>
          <a:ext cx="1003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8" name="Equation" r:id="rId18" imgW="1002960" imgH="774360" progId="Equation.DSMT4">
                  <p:embed/>
                </p:oleObj>
              </mc:Choice>
              <mc:Fallback>
                <p:oleObj name="Equation" r:id="rId18" imgW="1002960" imgH="774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516" y="3496942"/>
                        <a:ext cx="10033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583686"/>
              </p:ext>
            </p:extLst>
          </p:nvPr>
        </p:nvGraphicFramePr>
        <p:xfrm>
          <a:off x="4242320" y="1958197"/>
          <a:ext cx="18018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59" name="Equation" r:id="rId20" imgW="1803240" imgH="736560" progId="Equation.DSMT4">
                  <p:embed/>
                </p:oleObj>
              </mc:Choice>
              <mc:Fallback>
                <p:oleObj name="Equation" r:id="rId20" imgW="1803240" imgH="73656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320" y="1958197"/>
                        <a:ext cx="1801813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441104"/>
              </p:ext>
            </p:extLst>
          </p:nvPr>
        </p:nvGraphicFramePr>
        <p:xfrm>
          <a:off x="2673350" y="1930400"/>
          <a:ext cx="15335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0" name="Equation" r:id="rId22" imgW="1536480" imgH="736560" progId="Equation.DSMT4">
                  <p:embed/>
                </p:oleObj>
              </mc:Choice>
              <mc:Fallback>
                <p:oleObj name="Equation" r:id="rId22" imgW="1536480" imgH="73656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1930400"/>
                        <a:ext cx="1533525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7196682"/>
              </p:ext>
            </p:extLst>
          </p:nvPr>
        </p:nvGraphicFramePr>
        <p:xfrm>
          <a:off x="5738813" y="3546475"/>
          <a:ext cx="2222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1" name="Equation" r:id="rId24" imgW="2222280" imgH="736560" progId="Equation.DSMT4">
                  <p:embed/>
                </p:oleObj>
              </mc:Choice>
              <mc:Fallback>
                <p:oleObj name="Equation" r:id="rId24" imgW="2222280" imgH="73656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8813" y="3546475"/>
                        <a:ext cx="2222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503000"/>
              </p:ext>
            </p:extLst>
          </p:nvPr>
        </p:nvGraphicFramePr>
        <p:xfrm>
          <a:off x="3511550" y="3508375"/>
          <a:ext cx="2324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2" name="Equation" r:id="rId26" imgW="2323800" imgH="774360" progId="Equation.DSMT4">
                  <p:embed/>
                </p:oleObj>
              </mc:Choice>
              <mc:Fallback>
                <p:oleObj name="Equation" r:id="rId26" imgW="2323800" imgH="77436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3508375"/>
                        <a:ext cx="23241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600745" y="3683421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46782" y="1277127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83161"/>
              </p:ext>
            </p:extLst>
          </p:nvPr>
        </p:nvGraphicFramePr>
        <p:xfrm>
          <a:off x="7956376" y="3775546"/>
          <a:ext cx="571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3" name="Equation" r:id="rId28" imgW="571320" imgH="279360" progId="Equation.DSMT4">
                  <p:embed/>
                </p:oleObj>
              </mc:Choice>
              <mc:Fallback>
                <p:oleObj name="Equation" r:id="rId28" imgW="5713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956376" y="3775546"/>
                        <a:ext cx="571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200059"/>
              </p:ext>
            </p:extLst>
          </p:nvPr>
        </p:nvGraphicFramePr>
        <p:xfrm>
          <a:off x="1619672" y="4292947"/>
          <a:ext cx="3111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4" name="Equation" r:id="rId30" imgW="304560" imgH="723600" progId="Equation.DSMT4">
                  <p:embed/>
                </p:oleObj>
              </mc:Choice>
              <mc:Fallback>
                <p:oleObj name="Equation" r:id="rId30" imgW="3045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4292947"/>
                        <a:ext cx="3111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017698"/>
              </p:ext>
            </p:extLst>
          </p:nvPr>
        </p:nvGraphicFramePr>
        <p:xfrm>
          <a:off x="2915816" y="4299942"/>
          <a:ext cx="3111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5" name="Equation" r:id="rId31" imgW="304560" imgH="723600" progId="Equation.DSMT4">
                  <p:embed/>
                </p:oleObj>
              </mc:Choice>
              <mc:Fallback>
                <p:oleObj name="Equation" r:id="rId31" imgW="3045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4299942"/>
                        <a:ext cx="3111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2799963"/>
              </p:ext>
            </p:extLst>
          </p:nvPr>
        </p:nvGraphicFramePr>
        <p:xfrm>
          <a:off x="4716016" y="4299942"/>
          <a:ext cx="3111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6" name="Equation" r:id="rId32" imgW="304560" imgH="723600" progId="Equation.DSMT4">
                  <p:embed/>
                </p:oleObj>
              </mc:Choice>
              <mc:Fallback>
                <p:oleObj name="Equation" r:id="rId32" imgW="30456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4299942"/>
                        <a:ext cx="3111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974526"/>
              </p:ext>
            </p:extLst>
          </p:nvPr>
        </p:nvGraphicFramePr>
        <p:xfrm>
          <a:off x="2014538" y="3492500"/>
          <a:ext cx="1536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67" name="Equation" r:id="rId33" imgW="1536480" imgH="774360" progId="Equation.DSMT4">
                  <p:embed/>
                </p:oleObj>
              </mc:Choice>
              <mc:Fallback>
                <p:oleObj name="Equation" r:id="rId33" imgW="1536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014538" y="3492500"/>
                        <a:ext cx="1536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629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CA9EC300-32B3-4CB8-A5A7-FA7A2922F039}"/>
              </a:ext>
            </a:extLst>
          </p:cNvPr>
          <p:cNvGrpSpPr/>
          <p:nvPr/>
        </p:nvGrpSpPr>
        <p:grpSpPr>
          <a:xfrm>
            <a:off x="2123728" y="1568862"/>
            <a:ext cx="5108400" cy="3334464"/>
            <a:chOff x="3235859" y="678336"/>
            <a:chExt cx="5108400" cy="3334464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D289C7EE-683A-46C4-A4C8-11060A8B52E0}"/>
                </a:ext>
              </a:extLst>
            </p:cNvPr>
            <p:cNvSpPr/>
            <p:nvPr/>
          </p:nvSpPr>
          <p:spPr>
            <a:xfrm>
              <a:off x="3942429" y="956931"/>
              <a:ext cx="1125416" cy="1922585"/>
            </a:xfrm>
            <a:custGeom>
              <a:avLst/>
              <a:gdLst>
                <a:gd name="connsiteX0" fmla="*/ 0 w 1125416"/>
                <a:gd name="connsiteY0" fmla="*/ 1922585 h 1922585"/>
                <a:gd name="connsiteX1" fmla="*/ 726831 w 1125416"/>
                <a:gd name="connsiteY1" fmla="*/ 1488831 h 1922585"/>
                <a:gd name="connsiteX2" fmla="*/ 1125416 w 1125416"/>
                <a:gd name="connsiteY2" fmla="*/ 0 h 192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16" h="1922585">
                  <a:moveTo>
                    <a:pt x="0" y="1922585"/>
                  </a:moveTo>
                  <a:cubicBezTo>
                    <a:pt x="269631" y="1865923"/>
                    <a:pt x="539262" y="1809262"/>
                    <a:pt x="726831" y="1488831"/>
                  </a:cubicBezTo>
                  <a:cubicBezTo>
                    <a:pt x="914400" y="1168400"/>
                    <a:pt x="1019908" y="584200"/>
                    <a:pt x="1125416" y="0"/>
                  </a:cubicBezTo>
                </a:path>
              </a:pathLst>
            </a:custGeom>
            <a:noFill/>
            <a:ln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74D33926-BEB1-4D11-AF17-628C591B12B4}"/>
                </a:ext>
              </a:extLst>
            </p:cNvPr>
            <p:cNvSpPr/>
            <p:nvPr/>
          </p:nvSpPr>
          <p:spPr>
            <a:xfrm>
              <a:off x="4584440" y="921900"/>
              <a:ext cx="1324707" cy="2344616"/>
            </a:xfrm>
            <a:custGeom>
              <a:avLst/>
              <a:gdLst>
                <a:gd name="connsiteX0" fmla="*/ 0 w 1324707"/>
                <a:gd name="connsiteY0" fmla="*/ 2344616 h 2344616"/>
                <a:gd name="connsiteX1" fmla="*/ 597876 w 1324707"/>
                <a:gd name="connsiteY1" fmla="*/ 1934308 h 2344616"/>
                <a:gd name="connsiteX2" fmla="*/ 1324707 w 1324707"/>
                <a:gd name="connsiteY2" fmla="*/ 0 h 2344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24707" h="2344616">
                  <a:moveTo>
                    <a:pt x="0" y="2344616"/>
                  </a:moveTo>
                  <a:cubicBezTo>
                    <a:pt x="188546" y="2334846"/>
                    <a:pt x="377092" y="2325077"/>
                    <a:pt x="597876" y="1934308"/>
                  </a:cubicBezTo>
                  <a:cubicBezTo>
                    <a:pt x="818660" y="1543539"/>
                    <a:pt x="1071683" y="771769"/>
                    <a:pt x="1324707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DD2681AA-7540-450E-899C-971894A3DE4F}"/>
                </a:ext>
              </a:extLst>
            </p:cNvPr>
            <p:cNvGrpSpPr/>
            <p:nvPr/>
          </p:nvGrpSpPr>
          <p:grpSpPr>
            <a:xfrm>
              <a:off x="3235859" y="678336"/>
              <a:ext cx="5108400" cy="3334464"/>
              <a:chOff x="5059863" y="857775"/>
              <a:chExt cx="5108400" cy="3334464"/>
            </a:xfrm>
          </p:grpSpPr>
          <p:graphicFrame>
            <p:nvGraphicFramePr>
              <p:cNvPr id="5" name="Object 24">
                <a:extLst>
                  <a:ext uri="{FF2B5EF4-FFF2-40B4-BE49-F238E27FC236}">
                    <a16:creationId xmlns:a16="http://schemas.microsoft.com/office/drawing/2014/main" id="{C84C6AE7-5341-4650-9592-BE1694CAE3A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86579" y="3539078"/>
              <a:ext cx="1143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3" name="Equation" r:id="rId3" imgW="114120" imgH="228600" progId="Equation.DSMT4">
                      <p:embed/>
                    </p:oleObj>
                  </mc:Choice>
                  <mc:Fallback>
                    <p:oleObj name="Equation" r:id="rId3" imgW="114120" imgH="228600" progId="Equation.DSMT4">
                      <p:embed/>
                      <p:pic>
                        <p:nvPicPr>
                          <p:cNvPr id="5" name="Object 24">
                            <a:extLst>
                              <a:ext uri="{FF2B5EF4-FFF2-40B4-BE49-F238E27FC236}">
                                <a16:creationId xmlns:a16="http://schemas.microsoft.com/office/drawing/2014/main" id="{C84C6AE7-5341-4650-9592-BE1694CAE3A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86579" y="3539078"/>
                            <a:ext cx="114300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A242FD33-FC3E-4236-8AAA-6410B6B458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59863" y="857775"/>
                <a:ext cx="5108400" cy="3334464"/>
                <a:chOff x="4476401" y="2194533"/>
                <a:chExt cx="5803675" cy="3974033"/>
              </a:xfrm>
            </p:grpSpPr>
            <p:graphicFrame>
              <p:nvGraphicFramePr>
                <p:cNvPr id="13" name="Object 21">
                  <a:extLst>
                    <a:ext uri="{FF2B5EF4-FFF2-40B4-BE49-F238E27FC236}">
                      <a16:creationId xmlns:a16="http://schemas.microsoft.com/office/drawing/2014/main" id="{A9B7F779-BE22-47C9-8AEA-F87CA8926C6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29314877"/>
                    </p:ext>
                  </p:extLst>
                </p:nvPr>
              </p:nvGraphicFramePr>
              <p:xfrm>
                <a:off x="9974899" y="5373052"/>
                <a:ext cx="201636" cy="2269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04" name="Equation" r:id="rId5" imgW="177480" imgH="190440" progId="Equation.DSMT4">
                        <p:embed/>
                      </p:oleObj>
                    </mc:Choice>
                    <mc:Fallback>
                      <p:oleObj name="Equation" r:id="rId5" imgW="177480" imgH="190440" progId="Equation.DSMT4">
                        <p:embed/>
                        <p:pic>
                          <p:nvPicPr>
                            <p:cNvPr id="13" name="Object 21">
                              <a:extLst>
                                <a:ext uri="{FF2B5EF4-FFF2-40B4-BE49-F238E27FC236}">
                                  <a16:creationId xmlns:a16="http://schemas.microsoft.com/office/drawing/2014/main" id="{A9B7F779-BE22-47C9-8AEA-F87CA8926C6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grayscl/>
                              <a:biLevel thresh="50000"/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974899" y="5373052"/>
                              <a:ext cx="201636" cy="2269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" name="Line 22">
                  <a:extLst>
                    <a:ext uri="{FF2B5EF4-FFF2-40B4-BE49-F238E27FC236}">
                      <a16:creationId xmlns:a16="http://schemas.microsoft.com/office/drawing/2014/main" id="{4045C7E4-EAB2-4CB6-96D6-6B20A15B71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76401" y="5294313"/>
                  <a:ext cx="5803675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Line 23">
                  <a:extLst>
                    <a:ext uri="{FF2B5EF4-FFF2-40B4-BE49-F238E27FC236}">
                      <a16:creationId xmlns:a16="http://schemas.microsoft.com/office/drawing/2014/main" id="{EEE63ECE-DCFA-4A2D-B742-6474FB29EB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008527" y="2194533"/>
                  <a:ext cx="4005" cy="397403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6" name="Object 26">
                  <a:extLst>
                    <a:ext uri="{FF2B5EF4-FFF2-40B4-BE49-F238E27FC236}">
                      <a16:creationId xmlns:a16="http://schemas.microsoft.com/office/drawing/2014/main" id="{A7CA816B-4D21-47CB-9BA5-AC4A70F271C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47770788"/>
                    </p:ext>
                  </p:extLst>
                </p:nvPr>
              </p:nvGraphicFramePr>
              <p:xfrm>
                <a:off x="5729473" y="2248080"/>
                <a:ext cx="216360" cy="2874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05" name="Equation" r:id="rId7" imgW="190440" imgH="241200" progId="Equation.DSMT4">
                        <p:embed/>
                      </p:oleObj>
                    </mc:Choice>
                    <mc:Fallback>
                      <p:oleObj name="Equation" r:id="rId7" imgW="190440" imgH="241200" progId="Equation.DSMT4">
                        <p:embed/>
                        <p:pic>
                          <p:nvPicPr>
                            <p:cNvPr id="16" name="Object 26">
                              <a:extLst>
                                <a:ext uri="{FF2B5EF4-FFF2-40B4-BE49-F238E27FC236}">
                                  <a16:creationId xmlns:a16="http://schemas.microsoft.com/office/drawing/2014/main" id="{A7CA816B-4D21-47CB-9BA5-AC4A70F271C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29473" y="2248080"/>
                              <a:ext cx="216360" cy="2874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27">
                  <a:extLst>
                    <a:ext uri="{FF2B5EF4-FFF2-40B4-BE49-F238E27FC236}">
                      <a16:creationId xmlns:a16="http://schemas.microsoft.com/office/drawing/2014/main" id="{30B75AD9-6F2A-48A2-BE12-8557506F7C6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27911879"/>
                    </p:ext>
                  </p:extLst>
                </p:nvPr>
              </p:nvGraphicFramePr>
              <p:xfrm>
                <a:off x="5729473" y="5350377"/>
                <a:ext cx="259713" cy="2874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06" name="Equation" r:id="rId9" imgW="228600" imgH="241200" progId="Equation.DSMT4">
                        <p:embed/>
                      </p:oleObj>
                    </mc:Choice>
                    <mc:Fallback>
                      <p:oleObj name="Equation" r:id="rId9" imgW="228600" imgH="241200" progId="Equation.DSMT4">
                        <p:embed/>
                        <p:pic>
                          <p:nvPicPr>
                            <p:cNvPr id="17" name="Object 27">
                              <a:extLst>
                                <a:ext uri="{FF2B5EF4-FFF2-40B4-BE49-F238E27FC236}">
                                  <a16:creationId xmlns:a16="http://schemas.microsoft.com/office/drawing/2014/main" id="{30B75AD9-6F2A-48A2-BE12-8557506F7C6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729473" y="5350377"/>
                              <a:ext cx="259713" cy="28746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10" name="Object 24">
                <a:extLst>
                  <a:ext uri="{FF2B5EF4-FFF2-40B4-BE49-F238E27FC236}">
                    <a16:creationId xmlns:a16="http://schemas.microsoft.com/office/drawing/2014/main" id="{7CC053F7-F7EC-4E71-BB80-0BEC223619C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1867" y="1863777"/>
              <a:ext cx="14986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07" name="Equation" r:id="rId11" imgW="1498320" imgH="342720" progId="Equation.DSMT4">
                      <p:embed/>
                    </p:oleObj>
                  </mc:Choice>
                  <mc:Fallback>
                    <p:oleObj name="Equation" r:id="rId11" imgW="1498320" imgH="342720" progId="Equation.DSMT4">
                      <p:embed/>
                      <p:pic>
                        <p:nvPicPr>
                          <p:cNvPr id="10" name="Object 24">
                            <a:extLst>
                              <a:ext uri="{FF2B5EF4-FFF2-40B4-BE49-F238E27FC236}">
                                <a16:creationId xmlns:a16="http://schemas.microsoft.com/office/drawing/2014/main" id="{7CC053F7-F7EC-4E71-BB80-0BEC223619C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81867" y="1863777"/>
                            <a:ext cx="1498600" cy="3429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7D5430B2-3963-4251-A38D-D2E6EF1CD8E6}"/>
                </a:ext>
              </a:extLst>
            </p:cNvPr>
            <p:cNvSpPr/>
            <p:nvPr/>
          </p:nvSpPr>
          <p:spPr>
            <a:xfrm rot="16200000" flipV="1">
              <a:off x="5462918" y="2332170"/>
              <a:ext cx="1125416" cy="1922585"/>
            </a:xfrm>
            <a:custGeom>
              <a:avLst/>
              <a:gdLst>
                <a:gd name="connsiteX0" fmla="*/ 0 w 1125416"/>
                <a:gd name="connsiteY0" fmla="*/ 1922585 h 1922585"/>
                <a:gd name="connsiteX1" fmla="*/ 726831 w 1125416"/>
                <a:gd name="connsiteY1" fmla="*/ 1488831 h 1922585"/>
                <a:gd name="connsiteX2" fmla="*/ 1125416 w 1125416"/>
                <a:gd name="connsiteY2" fmla="*/ 0 h 1922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5416" h="1922585">
                  <a:moveTo>
                    <a:pt x="0" y="1922585"/>
                  </a:moveTo>
                  <a:cubicBezTo>
                    <a:pt x="269631" y="1865923"/>
                    <a:pt x="539262" y="1809262"/>
                    <a:pt x="726831" y="1488831"/>
                  </a:cubicBezTo>
                  <a:cubicBezTo>
                    <a:pt x="914400" y="1168400"/>
                    <a:pt x="1019908" y="584200"/>
                    <a:pt x="1125416" y="0"/>
                  </a:cubicBezTo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84A8F6D1-0644-42DC-9B27-88D0BB082C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76384" y="2897607"/>
            <a:ext cx="1816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8" name="Equation" r:id="rId13" imgW="1815840" imgH="330120" progId="Equation.DSMT4">
                    <p:embed/>
                  </p:oleObj>
                </mc:Choice>
                <mc:Fallback>
                  <p:oleObj name="Equation" r:id="rId13" imgW="1815840" imgH="330120" progId="Equation.DSMT4">
                    <p:embed/>
                    <p:pic>
                      <p:nvPicPr>
                        <p:cNvPr id="20" name="Object 24">
                          <a:extLst>
                            <a:ext uri="{FF2B5EF4-FFF2-40B4-BE49-F238E27FC236}">
                              <a16:creationId xmlns:a16="http://schemas.microsoft.com/office/drawing/2014/main" id="{84A8F6D1-0644-42DC-9B27-88D0BB082C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6384" y="2897607"/>
                          <a:ext cx="18161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4">
              <a:extLst>
                <a:ext uri="{FF2B5EF4-FFF2-40B4-BE49-F238E27FC236}">
                  <a16:creationId xmlns:a16="http://schemas.microsoft.com/office/drawing/2014/main" id="{E720F8EF-AC3E-4F87-9A51-9C548F4827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8200" y="1397000"/>
            <a:ext cx="151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9" name="Equation" r:id="rId15" imgW="1511280" imgH="342720" progId="Equation.DSMT4">
                    <p:embed/>
                  </p:oleObj>
                </mc:Choice>
                <mc:Fallback>
                  <p:oleObj name="Equation" r:id="rId15" imgW="1511280" imgH="34272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E720F8EF-AC3E-4F87-9A51-9C548F4827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200" y="1397000"/>
                          <a:ext cx="15113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0E66CB3A-899C-4A52-8E1C-6733A767F1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2246" y="2355726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0" name="Equation" r:id="rId17" imgW="114120" imgH="228600" progId="Equation.DSMT4">
                    <p:embed/>
                  </p:oleObj>
                </mc:Choice>
                <mc:Fallback>
                  <p:oleObj name="Equation" r:id="rId17" imgW="114120" imgH="228600" progId="Equation.DSMT4">
                    <p:embed/>
                    <p:pic>
                      <p:nvPicPr>
                        <p:cNvPr id="22" name="Object 24">
                          <a:extLst>
                            <a:ext uri="{FF2B5EF4-FFF2-40B4-BE49-F238E27FC236}">
                              <a16:creationId xmlns:a16="http://schemas.microsoft.com/office/drawing/2014/main" id="{0E66CB3A-899C-4A52-8E1C-6733A767F1E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2246" y="2355726"/>
                          <a:ext cx="1143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C6A744DA-5264-485C-8D77-9AE6E5C17841}"/>
              </a:ext>
            </a:extLst>
          </p:cNvPr>
          <p:cNvSpPr txBox="1"/>
          <p:nvPr/>
        </p:nvSpPr>
        <p:spPr>
          <a:xfrm>
            <a:off x="323528" y="339318"/>
            <a:ext cx="848963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上面两例表明，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对数函数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幂函数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zh-CN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指数函数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925165-54DB-4235-A43F-8C0CA942313E}"/>
              </a:ext>
            </a:extLst>
          </p:cNvPr>
          <p:cNvSpPr txBox="1"/>
          <p:nvPr/>
        </p:nvSpPr>
        <p:spPr>
          <a:xfrm>
            <a:off x="179511" y="1029965"/>
            <a:ext cx="8705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时都趋于无穷大，但是后者比前者趋于无穷大的速度要快得多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78A4E311-6164-4B90-AEAD-4C19231DF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926522"/>
              </p:ext>
            </p:extLst>
          </p:nvPr>
        </p:nvGraphicFramePr>
        <p:xfrm>
          <a:off x="7787962" y="539797"/>
          <a:ext cx="10223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1" name="Equation" r:id="rId19" imgW="1028520" imgH="253800" progId="Equation.DSMT4">
                  <p:embed/>
                </p:oleObj>
              </mc:Choice>
              <mc:Fallback>
                <p:oleObj name="Equation" r:id="rId19" imgW="1028520" imgH="25380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067ABF06-C913-4C68-A9D7-4C3EDE712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7962" y="539797"/>
                        <a:ext cx="102235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316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2148" y="481741"/>
            <a:ext cx="4680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三、其它类型的未定式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B5DC57-B9F1-4B57-AAC3-2214FE5905E4}"/>
              </a:ext>
            </a:extLst>
          </p:cNvPr>
          <p:cNvGrpSpPr/>
          <p:nvPr/>
        </p:nvGrpSpPr>
        <p:grpSpPr>
          <a:xfrm>
            <a:off x="395536" y="1298333"/>
            <a:ext cx="7142166" cy="733937"/>
            <a:chOff x="353817" y="1180588"/>
            <a:chExt cx="8455714" cy="7339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268743A-E730-4F9F-9B8C-ABD90BDE7966}"/>
                </a:ext>
              </a:extLst>
            </p:cNvPr>
            <p:cNvSpPr txBox="1"/>
            <p:nvPr/>
          </p:nvSpPr>
          <p:spPr>
            <a:xfrm>
              <a:off x="353817" y="1354568"/>
              <a:ext cx="8455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基本型未定式       </a:t>
              </a:r>
              <a:r>
                <a:rPr lang="en-US" altLang="zh-CN" sz="2400" b="1" dirty="0">
                  <a:solidFill>
                    <a:srgbClr val="0064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zh-CN" altLang="en-US" sz="24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7798685"/>
                </p:ext>
              </p:extLst>
            </p:nvPr>
          </p:nvGraphicFramePr>
          <p:xfrm>
            <a:off x="5089915" y="1180588"/>
            <a:ext cx="309563" cy="719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7" name="Equation" r:id="rId3" imgW="304560" imgH="723600" progId="Equation.DSMT4">
                    <p:embed/>
                  </p:oleObj>
                </mc:Choice>
                <mc:Fallback>
                  <p:oleObj name="Equation" r:id="rId3" imgW="304560" imgH="723600" progId="Equation.DSMT4">
                    <p:embed/>
                    <p:pic>
                      <p:nvPicPr>
                        <p:cNvPr id="8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9915" y="1180588"/>
                          <a:ext cx="309563" cy="7191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2429"/>
                </p:ext>
              </p:extLst>
            </p:nvPr>
          </p:nvGraphicFramePr>
          <p:xfrm>
            <a:off x="3721606" y="1184275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8" name="Equation" r:id="rId5" imgW="228600" imgH="736560" progId="Equation.DSMT4">
                    <p:embed/>
                  </p:oleObj>
                </mc:Choice>
                <mc:Fallback>
                  <p:oleObj name="Equation" r:id="rId5" imgW="228600" imgH="736560" progId="Equation.DSMT4">
                    <p:embed/>
                    <p:pic>
                      <p:nvPicPr>
                        <p:cNvPr id="13" name="对象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1606" y="1184275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5231693" y="181623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68743A-E730-4F9F-9B8C-ABD90BDE7966}"/>
              </a:ext>
            </a:extLst>
          </p:cNvPr>
          <p:cNvSpPr txBox="1"/>
          <p:nvPr/>
        </p:nvSpPr>
        <p:spPr>
          <a:xfrm>
            <a:off x="303620" y="2486072"/>
            <a:ext cx="7663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其它型未定式                   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zh-CN" altLang="en-US" sz="24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E8AB7FF-F7D8-481C-8D80-B2A843EE2294}"/>
              </a:ext>
            </a:extLst>
          </p:cNvPr>
          <p:cNvGrpSpPr/>
          <p:nvPr/>
        </p:nvGrpSpPr>
        <p:grpSpPr>
          <a:xfrm>
            <a:off x="2789688" y="2510885"/>
            <a:ext cx="3735388" cy="412038"/>
            <a:chOff x="2800350" y="3031869"/>
            <a:chExt cx="3735388" cy="412038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6578267"/>
                </p:ext>
              </p:extLst>
            </p:nvPr>
          </p:nvGraphicFramePr>
          <p:xfrm>
            <a:off x="2800350" y="3084513"/>
            <a:ext cx="622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9" name="Equation" r:id="rId7" imgW="622080" imgH="330120" progId="Equation.DSMT4">
                    <p:embed/>
                  </p:oleObj>
                </mc:Choice>
                <mc:Fallback>
                  <p:oleObj name="Equation" r:id="rId7" imgW="622080" imgH="33012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0350" y="3084513"/>
                          <a:ext cx="62230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433"/>
                </p:ext>
              </p:extLst>
            </p:nvPr>
          </p:nvGraphicFramePr>
          <p:xfrm>
            <a:off x="3729004" y="3137783"/>
            <a:ext cx="812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0" name="Equation" r:id="rId9" imgW="812520" imgH="266400" progId="Equation.DSMT4">
                    <p:embed/>
                  </p:oleObj>
                </mc:Choice>
                <mc:Fallback>
                  <p:oleObj name="Equation" r:id="rId9" imgW="812520" imgH="2664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9004" y="3137783"/>
                          <a:ext cx="8128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7512467"/>
                </p:ext>
              </p:extLst>
            </p:nvPr>
          </p:nvGraphicFramePr>
          <p:xfrm>
            <a:off x="4848158" y="3031869"/>
            <a:ext cx="3175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1" name="Equation" r:id="rId11" imgW="368280" imgH="393480" progId="Equation.DSMT4">
                    <p:embed/>
                  </p:oleObj>
                </mc:Choice>
                <mc:Fallback>
                  <p:oleObj name="Equation" r:id="rId11" imgW="368280" imgH="3934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158" y="3031869"/>
                          <a:ext cx="317500" cy="393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1665669"/>
                </p:ext>
              </p:extLst>
            </p:nvPr>
          </p:nvGraphicFramePr>
          <p:xfrm>
            <a:off x="5513682" y="3058144"/>
            <a:ext cx="330200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2" name="Equation" r:id="rId13" imgW="380880" imgH="393480" progId="Equation.DSMT4">
                    <p:embed/>
                  </p:oleObj>
                </mc:Choice>
                <mc:Fallback>
                  <p:oleObj name="Equation" r:id="rId13" imgW="380880" imgH="3934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3682" y="3058144"/>
                          <a:ext cx="330200" cy="3857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3862135"/>
                </p:ext>
              </p:extLst>
            </p:nvPr>
          </p:nvGraphicFramePr>
          <p:xfrm>
            <a:off x="6162675" y="3041650"/>
            <a:ext cx="373063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3" name="Equation" r:id="rId15" imgW="431640" imgH="342720" progId="Equation.DSMT4">
                    <p:embed/>
                  </p:oleObj>
                </mc:Choice>
                <mc:Fallback>
                  <p:oleObj name="Equation" r:id="rId15" imgW="431640" imgH="34272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2675" y="3041650"/>
                          <a:ext cx="373063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箭头: 下 6">
            <a:extLst>
              <a:ext uri="{FF2B5EF4-FFF2-40B4-BE49-F238E27FC236}">
                <a16:creationId xmlns:a16="http://schemas.microsoft.com/office/drawing/2014/main" id="{CA714D0F-A49A-4834-A76D-2142C53D58AB}"/>
              </a:ext>
            </a:extLst>
          </p:cNvPr>
          <p:cNvSpPr/>
          <p:nvPr/>
        </p:nvSpPr>
        <p:spPr>
          <a:xfrm>
            <a:off x="3995936" y="2947737"/>
            <a:ext cx="288032" cy="669838"/>
          </a:xfrm>
          <a:prstGeom prst="downArrow">
            <a:avLst/>
          </a:prstGeom>
          <a:solidFill>
            <a:srgbClr val="0064FF"/>
          </a:solidFill>
          <a:ln w="9525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8298878-21BC-42EF-A89E-A475BAAA9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973322"/>
              </p:ext>
            </p:extLst>
          </p:nvPr>
        </p:nvGraphicFramePr>
        <p:xfrm>
          <a:off x="3433246" y="3689799"/>
          <a:ext cx="1930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4" name="Equation" r:id="rId5" imgW="228600" imgH="736560" progId="Equation.DSMT4">
                  <p:embed/>
                </p:oleObj>
              </mc:Choice>
              <mc:Fallback>
                <p:oleObj name="Equation" r:id="rId5" imgW="228600" imgH="736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246" y="3689799"/>
                        <a:ext cx="193088" cy="730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C7BF286-A368-4B30-B43D-48950102F8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178095"/>
              </p:ext>
            </p:extLst>
          </p:nvPr>
        </p:nvGraphicFramePr>
        <p:xfrm>
          <a:off x="4395908" y="3681959"/>
          <a:ext cx="261474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5" name="Equation" r:id="rId3" imgW="304560" imgH="723600" progId="Equation.DSMT4">
                  <p:embed/>
                </p:oleObj>
              </mc:Choice>
              <mc:Fallback>
                <p:oleObj name="Equation" r:id="rId3" imgW="304560" imgH="7236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908" y="3681959"/>
                        <a:ext cx="261474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5CAE3AE2-5EC9-4B29-97F8-C9B2C7588A68}"/>
              </a:ext>
            </a:extLst>
          </p:cNvPr>
          <p:cNvSpPr txBox="1"/>
          <p:nvPr/>
        </p:nvSpPr>
        <p:spPr>
          <a:xfrm>
            <a:off x="4395908" y="3033182"/>
            <a:ext cx="96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转化       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9445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3568" y="518453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11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266014"/>
              </p:ext>
            </p:extLst>
          </p:nvPr>
        </p:nvGraphicFramePr>
        <p:xfrm>
          <a:off x="2555776" y="429277"/>
          <a:ext cx="21145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9" name="Equation" r:id="rId3" imgW="2120760" imgH="736560" progId="Equation.DSMT4">
                  <p:embed/>
                </p:oleObj>
              </mc:Choice>
              <mc:Fallback>
                <p:oleObj name="Equation" r:id="rId3" imgW="2120760" imgH="7365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29277"/>
                        <a:ext cx="211455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829525"/>
              </p:ext>
            </p:extLst>
          </p:nvPr>
        </p:nvGraphicFramePr>
        <p:xfrm>
          <a:off x="1403648" y="2082189"/>
          <a:ext cx="197167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0" name="Equation" r:id="rId5" imgW="1968480" imgH="736560" progId="Equation.DSMT4">
                  <p:embed/>
                </p:oleObj>
              </mc:Choice>
              <mc:Fallback>
                <p:oleObj name="Equation" r:id="rId5" imgW="1968480" imgH="736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082189"/>
                        <a:ext cx="1971675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705540"/>
              </p:ext>
            </p:extLst>
          </p:nvPr>
        </p:nvGraphicFramePr>
        <p:xfrm>
          <a:off x="3275856" y="3113659"/>
          <a:ext cx="21590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1" name="Equation" r:id="rId7" imgW="2171520" imgH="736560" progId="Equation.DSMT4">
                  <p:embed/>
                </p:oleObj>
              </mc:Choice>
              <mc:Fallback>
                <p:oleObj name="Equation" r:id="rId7" imgW="2171520" imgH="736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113659"/>
                        <a:ext cx="21590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6350"/>
              </p:ext>
            </p:extLst>
          </p:nvPr>
        </p:nvGraphicFramePr>
        <p:xfrm>
          <a:off x="3382102" y="2067694"/>
          <a:ext cx="21748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2" name="Equation" r:id="rId9" imgW="2171520" imgH="787320" progId="Equation.DSMT4">
                  <p:embed/>
                </p:oleObj>
              </mc:Choice>
              <mc:Fallback>
                <p:oleObj name="Equation" r:id="rId9" imgW="2171520" imgH="78732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102" y="2067694"/>
                        <a:ext cx="217487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86443"/>
              </p:ext>
            </p:extLst>
          </p:nvPr>
        </p:nvGraphicFramePr>
        <p:xfrm>
          <a:off x="1117600" y="3076575"/>
          <a:ext cx="2124075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3" name="Equation" r:id="rId11" imgW="2120760" imgH="1104840" progId="Equation.DSMT4">
                  <p:embed/>
                </p:oleObj>
              </mc:Choice>
              <mc:Fallback>
                <p:oleObj name="Equation" r:id="rId11" imgW="2120760" imgH="11048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3076575"/>
                        <a:ext cx="2124075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276349"/>
              </p:ext>
            </p:extLst>
          </p:nvPr>
        </p:nvGraphicFramePr>
        <p:xfrm>
          <a:off x="1251091" y="4156907"/>
          <a:ext cx="1616075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4" name="Equation" r:id="rId13" imgW="1625400" imgH="736560" progId="Equation.DSMT4">
                  <p:embed/>
                </p:oleObj>
              </mc:Choice>
              <mc:Fallback>
                <p:oleObj name="Equation" r:id="rId13" imgW="1625400" imgH="73656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091" y="4156907"/>
                        <a:ext cx="1616075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54018" y="1356102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698A752-2E57-43D7-950D-D4A5C1AFA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412179"/>
              </p:ext>
            </p:extLst>
          </p:nvPr>
        </p:nvGraphicFramePr>
        <p:xfrm>
          <a:off x="3015662" y="4173102"/>
          <a:ext cx="644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5" name="Equation" r:id="rId15" imgW="647640" imgH="723600" progId="Equation.DSMT4">
                  <p:embed/>
                </p:oleObj>
              </mc:Choice>
              <mc:Fallback>
                <p:oleObj name="Equation" r:id="rId15" imgW="647640" imgH="7236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5662" y="4173102"/>
                        <a:ext cx="644525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256460"/>
              </p:ext>
            </p:extLst>
          </p:nvPr>
        </p:nvGraphicFramePr>
        <p:xfrm>
          <a:off x="5745254" y="3179232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6" name="Equation" r:id="rId17" imgW="228600" imgH="736560" progId="Equation.DSMT4">
                  <p:embed/>
                </p:oleObj>
              </mc:Choice>
              <mc:Fallback>
                <p:oleObj name="Equation" r:id="rId17" imgW="228600" imgH="736560" progId="Equation.DSMT4">
                  <p:embed/>
                  <p:pic>
                    <p:nvPicPr>
                      <p:cNvPr id="0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254" y="3179232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755587"/>
              </p:ext>
            </p:extLst>
          </p:nvPr>
        </p:nvGraphicFramePr>
        <p:xfrm>
          <a:off x="5769509" y="2078008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7" name="Equation" r:id="rId19" imgW="228600" imgH="736560" progId="Equation.DSMT4">
                  <p:embed/>
                </p:oleObj>
              </mc:Choice>
              <mc:Fallback>
                <p:oleObj name="Equation" r:id="rId19" imgW="2286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9509" y="2078008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248DA4DA-2851-4A7B-9E74-6DD5FC474D4B}"/>
              </a:ext>
            </a:extLst>
          </p:cNvPr>
          <p:cNvSpPr txBox="1"/>
          <p:nvPr/>
        </p:nvSpPr>
        <p:spPr>
          <a:xfrm>
            <a:off x="3169570" y="1952728"/>
            <a:ext cx="634343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通分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D356C61-D173-4BBC-9892-1AB05E729BC5}"/>
              </a:ext>
            </a:extLst>
          </p:cNvPr>
          <p:cNvGrpSpPr/>
          <p:nvPr/>
        </p:nvGrpSpPr>
        <p:grpSpPr>
          <a:xfrm>
            <a:off x="683568" y="1358784"/>
            <a:ext cx="7764288" cy="461665"/>
            <a:chOff x="683568" y="1358784"/>
            <a:chExt cx="7764288" cy="461665"/>
          </a:xfrm>
        </p:grpSpPr>
        <p:sp>
          <p:nvSpPr>
            <p:cNvPr id="8" name="文本框 7"/>
            <p:cNvSpPr txBox="1"/>
            <p:nvPr/>
          </p:nvSpPr>
          <p:spPr>
            <a:xfrm>
              <a:off x="683568" y="1358784"/>
              <a:ext cx="77642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这是未定式      ，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通分</a:t>
              </a:r>
              <a:r>
                <a:rPr lang="zh-CN" altLang="en-US" sz="2400" b="1" dirty="0">
                  <a:latin typeface="+mn-ea"/>
                </a:rPr>
                <a:t>后使用洛必达法则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3EAB23C8-AC69-48C3-8338-C76A481B3A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9145104"/>
                </p:ext>
              </p:extLst>
            </p:nvPr>
          </p:nvGraphicFramePr>
          <p:xfrm>
            <a:off x="3059832" y="1509216"/>
            <a:ext cx="725488" cy="198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78" name="Equation" r:id="rId20" imgW="736560" imgH="203040" progId="Equation.DSMT4">
                    <p:embed/>
                  </p:oleObj>
                </mc:Choice>
                <mc:Fallback>
                  <p:oleObj name="Equation" r:id="rId20" imgW="736560" imgH="20304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1509216"/>
                          <a:ext cx="725488" cy="198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11EABF5E-CD2D-4D6A-B577-E6229408D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500454"/>
              </p:ext>
            </p:extLst>
          </p:nvPr>
        </p:nvGraphicFramePr>
        <p:xfrm>
          <a:off x="4721063" y="695183"/>
          <a:ext cx="725488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9" name="Equation" r:id="rId22" imgW="736560" imgH="203040" progId="Equation.DSMT4">
                  <p:embed/>
                </p:oleObj>
              </mc:Choice>
              <mc:Fallback>
                <p:oleObj name="Equation" r:id="rId22" imgW="736560" imgH="2030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3EAB23C8-AC69-48C3-8338-C76A481B3A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063" y="695183"/>
                        <a:ext cx="725488" cy="198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364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83568" y="518453"/>
            <a:ext cx="62646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12 </a:t>
            </a:r>
            <a:r>
              <a:rPr lang="zh-CN" altLang="en-US" sz="2400" b="1" dirty="0">
                <a:latin typeface="+mn-ea"/>
              </a:rPr>
              <a:t>求极限           （ 为正整数）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  <a:p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3642933"/>
              </p:ext>
            </p:extLst>
          </p:nvPr>
        </p:nvGraphicFramePr>
        <p:xfrm>
          <a:off x="2454424" y="538857"/>
          <a:ext cx="160813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3" name="Equation" r:id="rId3" imgW="1396800" imgH="533160" progId="Equation.DSMT4">
                  <p:embed/>
                </p:oleObj>
              </mc:Choice>
              <mc:Fallback>
                <p:oleObj name="Equation" r:id="rId3" imgW="1396800" imgH="533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424" y="538857"/>
                        <a:ext cx="1608137" cy="538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6251433"/>
              </p:ext>
            </p:extLst>
          </p:nvPr>
        </p:nvGraphicFramePr>
        <p:xfrm>
          <a:off x="4376737" y="678566"/>
          <a:ext cx="19526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4" name="Equation" r:id="rId5" imgW="190440" imgH="203040" progId="Equation.DSMT4">
                  <p:embed/>
                </p:oleObj>
              </mc:Choice>
              <mc:Fallback>
                <p:oleObj name="Equation" r:id="rId5" imgW="190440" imgH="203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737" y="678566"/>
                        <a:ext cx="195263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D49295F9-7B0F-4CFF-AD61-8F57A0D161EB}"/>
              </a:ext>
            </a:extLst>
          </p:cNvPr>
          <p:cNvGrpSpPr/>
          <p:nvPr/>
        </p:nvGrpSpPr>
        <p:grpSpPr>
          <a:xfrm>
            <a:off x="683568" y="1274174"/>
            <a:ext cx="7920880" cy="604838"/>
            <a:chOff x="683568" y="1274174"/>
            <a:chExt cx="7920880" cy="604838"/>
          </a:xfrm>
        </p:grpSpPr>
        <p:sp>
          <p:nvSpPr>
            <p:cNvPr id="8" name="文本框 7"/>
            <p:cNvSpPr txBox="1"/>
            <p:nvPr/>
          </p:nvSpPr>
          <p:spPr>
            <a:xfrm>
              <a:off x="683568" y="1358784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这是未定式    ，可先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转化</a:t>
              </a:r>
              <a:r>
                <a:rPr lang="zh-CN" altLang="en-US" sz="2400" b="1" dirty="0">
                  <a:latin typeface="+mn-ea"/>
                </a:rPr>
                <a:t>为  型再计算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b="1" dirty="0">
                <a:latin typeface="+mn-ea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9677335"/>
                </p:ext>
              </p:extLst>
            </p:nvPr>
          </p:nvGraphicFramePr>
          <p:xfrm>
            <a:off x="2987824" y="1475038"/>
            <a:ext cx="541338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5" name="Equation" r:id="rId7" imgW="545760" imgH="279360" progId="Equation.DSMT4">
                    <p:embed/>
                  </p:oleObj>
                </mc:Choice>
                <mc:Fallback>
                  <p:oleObj name="Equation" r:id="rId7" imgW="545760" imgH="279360" progId="Equation.DSMT4">
                    <p:embed/>
                    <p:pic>
                      <p:nvPicPr>
                        <p:cNvPr id="12" name="对象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824" y="1475038"/>
                          <a:ext cx="541338" cy="284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5306270"/>
                </p:ext>
              </p:extLst>
            </p:nvPr>
          </p:nvGraphicFramePr>
          <p:xfrm>
            <a:off x="5436096" y="1274174"/>
            <a:ext cx="271462" cy="604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6" name="Equation" r:id="rId9" imgW="266400" imgH="609480" progId="Equation.DSMT4">
                    <p:embed/>
                  </p:oleObj>
                </mc:Choice>
                <mc:Fallback>
                  <p:oleObj name="Equation" r:id="rId9" imgW="266400" imgH="609480" progId="Equation.DSMT4">
                    <p:embed/>
                    <p:pic>
                      <p:nvPicPr>
                        <p:cNvPr id="9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6096" y="1274174"/>
                          <a:ext cx="271462" cy="6048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183964"/>
              </p:ext>
            </p:extLst>
          </p:nvPr>
        </p:nvGraphicFramePr>
        <p:xfrm>
          <a:off x="3107383" y="2267198"/>
          <a:ext cx="1244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7" name="Equation" r:id="rId11" imgW="1244520" imgH="736560" progId="Equation.DSMT4">
                  <p:embed/>
                </p:oleObj>
              </mc:Choice>
              <mc:Fallback>
                <p:oleObj name="Equation" r:id="rId11" imgW="1244520" imgH="736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383" y="2267198"/>
                        <a:ext cx="1244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754537" y="1337831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167743"/>
              </p:ext>
            </p:extLst>
          </p:nvPr>
        </p:nvGraphicFramePr>
        <p:xfrm>
          <a:off x="1691680" y="2413517"/>
          <a:ext cx="1397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8" name="Equation" r:id="rId13" imgW="1396800" imgH="533160" progId="Equation.DSMT4">
                  <p:embed/>
                </p:oleObj>
              </mc:Choice>
              <mc:Fallback>
                <p:oleObj name="Equation" r:id="rId13" imgW="1396800" imgH="53316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2413517"/>
                        <a:ext cx="1397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599898"/>
              </p:ext>
            </p:extLst>
          </p:nvPr>
        </p:nvGraphicFramePr>
        <p:xfrm>
          <a:off x="6078489" y="2215631"/>
          <a:ext cx="1905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99" name="Equation" r:id="rId15" imgW="1904760" imgH="774360" progId="Equation.DSMT4">
                  <p:embed/>
                </p:oleObj>
              </mc:Choice>
              <mc:Fallback>
                <p:oleObj name="Equation" r:id="rId15" imgW="1904760" imgH="77436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8489" y="2215631"/>
                        <a:ext cx="19050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0627066"/>
              </p:ext>
            </p:extLst>
          </p:nvPr>
        </p:nvGraphicFramePr>
        <p:xfrm>
          <a:off x="4325938" y="1916113"/>
          <a:ext cx="1778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0" name="Equation" r:id="rId17" imgW="1777680" imgH="1079280" progId="Equation.DSMT4">
                  <p:embed/>
                </p:oleObj>
              </mc:Choice>
              <mc:Fallback>
                <p:oleObj name="Equation" r:id="rId17" imgW="1777680" imgH="107928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938" y="1916113"/>
                        <a:ext cx="17780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915798"/>
              </p:ext>
            </p:extLst>
          </p:nvPr>
        </p:nvGraphicFramePr>
        <p:xfrm>
          <a:off x="2267744" y="3079675"/>
          <a:ext cx="541338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Equation" r:id="rId19" imgW="545760" imgH="279360" progId="Equation.DSMT4">
                  <p:embed/>
                </p:oleObj>
              </mc:Choice>
              <mc:Fallback>
                <p:oleObj name="Equation" r:id="rId19" imgW="5457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079675"/>
                        <a:ext cx="541338" cy="284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305331"/>
              </p:ext>
            </p:extLst>
          </p:nvPr>
        </p:nvGraphicFramePr>
        <p:xfrm>
          <a:off x="3851920" y="2975024"/>
          <a:ext cx="2714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Equation" r:id="rId20" imgW="266400" imgH="609480" progId="Equation.DSMT4">
                  <p:embed/>
                </p:oleObj>
              </mc:Choice>
              <mc:Fallback>
                <p:oleObj name="Equation" r:id="rId20" imgW="26640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975024"/>
                        <a:ext cx="271462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CD4E6892-0F71-45FD-A96D-C9789D972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604648"/>
              </p:ext>
            </p:extLst>
          </p:nvPr>
        </p:nvGraphicFramePr>
        <p:xfrm>
          <a:off x="6448094" y="682709"/>
          <a:ext cx="541338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" name="Equation" r:id="rId7" imgW="545760" imgH="279360" progId="Equation.DSMT4">
                  <p:embed/>
                </p:oleObj>
              </mc:Choice>
              <mc:Fallback>
                <p:oleObj name="Equation" r:id="rId7" imgW="545760" imgH="27936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094" y="682709"/>
                        <a:ext cx="541338" cy="284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589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3568" y="518453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13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331599"/>
              </p:ext>
            </p:extLst>
          </p:nvPr>
        </p:nvGraphicFramePr>
        <p:xfrm>
          <a:off x="2466975" y="538163"/>
          <a:ext cx="1200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5" name="Equation" r:id="rId3" imgW="1193760" imgH="533160" progId="Equation.DSMT4">
                  <p:embed/>
                </p:oleObj>
              </mc:Choice>
              <mc:Fallback>
                <p:oleObj name="Equation" r:id="rId3" imgW="1193760" imgH="5331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538163"/>
                        <a:ext cx="12001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1259632" y="1205393"/>
            <a:ext cx="2304256" cy="461665"/>
            <a:chOff x="1259632" y="1356924"/>
            <a:chExt cx="2304256" cy="461665"/>
          </a:xfrm>
        </p:grpSpPr>
        <p:sp>
          <p:nvSpPr>
            <p:cNvPr id="4" name="文本框 3"/>
            <p:cNvSpPr txBox="1"/>
            <p:nvPr/>
          </p:nvSpPr>
          <p:spPr>
            <a:xfrm>
              <a:off x="1259632" y="1356924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这是未定式  ，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7058174"/>
                </p:ext>
              </p:extLst>
            </p:nvPr>
          </p:nvGraphicFramePr>
          <p:xfrm>
            <a:off x="2915816" y="1421341"/>
            <a:ext cx="28416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36" name="Equation" r:id="rId5" imgW="279360" imgH="342720" progId="Equation.DSMT4">
                    <p:embed/>
                  </p:oleObj>
                </mc:Choice>
                <mc:Fallback>
                  <p:oleObj name="Equation" r:id="rId5" imgW="279360" imgH="342720" progId="Equation.DSMT4">
                    <p:embed/>
                    <p:pic>
                      <p:nvPicPr>
                        <p:cNvPr id="20" name="对象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1421341"/>
                          <a:ext cx="284162" cy="3365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6727189"/>
              </p:ext>
            </p:extLst>
          </p:nvPr>
        </p:nvGraphicFramePr>
        <p:xfrm>
          <a:off x="3745148" y="1954304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7" name="Equation" r:id="rId7" imgW="1384200" imgH="736560" progId="Equation.DSMT4">
                  <p:embed/>
                </p:oleObj>
              </mc:Choice>
              <mc:Fallback>
                <p:oleObj name="Equation" r:id="rId7" imgW="1384200" imgH="7365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5148" y="1954304"/>
                        <a:ext cx="1384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180003" y="3851245"/>
            <a:ext cx="4860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所以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964557"/>
              </p:ext>
            </p:extLst>
          </p:nvPr>
        </p:nvGraphicFramePr>
        <p:xfrm>
          <a:off x="4533249" y="3878942"/>
          <a:ext cx="10747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8" name="Equation" r:id="rId9" imgW="1079280" imgH="342720" progId="Equation.DSMT4">
                  <p:embed/>
                </p:oleObj>
              </mc:Choice>
              <mc:Fallback>
                <p:oleObj name="Equation" r:id="rId9" imgW="1079280" imgH="34272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249" y="3878942"/>
                        <a:ext cx="1074738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673373" y="1205393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991063"/>
              </p:ext>
            </p:extLst>
          </p:nvPr>
        </p:nvGraphicFramePr>
        <p:xfrm>
          <a:off x="865485" y="2155700"/>
          <a:ext cx="29098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9" name="Equation" r:id="rId11" imgW="2908080" imgH="495000" progId="Equation.DSMT4">
                  <p:embed/>
                </p:oleObj>
              </mc:Choice>
              <mc:Fallback>
                <p:oleObj name="Equation" r:id="rId11" imgW="2908080" imgH="4950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485" y="2155700"/>
                        <a:ext cx="2909887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623859"/>
              </p:ext>
            </p:extLst>
          </p:nvPr>
        </p:nvGraphicFramePr>
        <p:xfrm>
          <a:off x="5148064" y="1594835"/>
          <a:ext cx="24018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0" name="Equation" r:id="rId13" imgW="2400120" imgH="1079280" progId="Equation.DSMT4">
                  <p:embed/>
                </p:oleObj>
              </mc:Choice>
              <mc:Fallback>
                <p:oleObj name="Equation" r:id="rId13" imgW="2400120" imgH="107928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1594835"/>
                        <a:ext cx="2401887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765560"/>
              </p:ext>
            </p:extLst>
          </p:nvPr>
        </p:nvGraphicFramePr>
        <p:xfrm>
          <a:off x="2281728" y="3845629"/>
          <a:ext cx="2276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1" name="Equation" r:id="rId15" imgW="2286000" imgH="533160" progId="Equation.DSMT4">
                  <p:embed/>
                </p:oleObj>
              </mc:Choice>
              <mc:Fallback>
                <p:oleObj name="Equation" r:id="rId15" imgW="2286000" imgH="53316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728" y="3845629"/>
                        <a:ext cx="227647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9252737"/>
              </p:ext>
            </p:extLst>
          </p:nvPr>
        </p:nvGraphicFramePr>
        <p:xfrm>
          <a:off x="2987787" y="2690904"/>
          <a:ext cx="541337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2" name="Equation" r:id="rId17" imgW="545760" imgH="279360" progId="Equation.DSMT4">
                  <p:embed/>
                </p:oleObj>
              </mc:Choice>
              <mc:Fallback>
                <p:oleObj name="Equation" r:id="rId17" imgW="545760" imgH="27936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787" y="2690904"/>
                        <a:ext cx="541337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74615"/>
              </p:ext>
            </p:extLst>
          </p:nvPr>
        </p:nvGraphicFramePr>
        <p:xfrm>
          <a:off x="4625813" y="2662130"/>
          <a:ext cx="27146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3" name="Equation" r:id="rId19" imgW="266400" imgH="609480" progId="Equation.DSMT4">
                  <p:embed/>
                </p:oleObj>
              </mc:Choice>
              <mc:Fallback>
                <p:oleObj name="Equation" r:id="rId19" imgW="266400" imgH="60948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813" y="2662130"/>
                        <a:ext cx="271463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425069"/>
              </p:ext>
            </p:extLst>
          </p:nvPr>
        </p:nvGraphicFramePr>
        <p:xfrm>
          <a:off x="4123995" y="3192543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4" name="Equation" r:id="rId21" imgW="482400" imgH="279360" progId="Equation.DSMT4">
                  <p:embed/>
                </p:oleObj>
              </mc:Choice>
              <mc:Fallback>
                <p:oleObj name="Equation" r:id="rId21" imgW="482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123995" y="3192543"/>
                        <a:ext cx="48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90889"/>
              </p:ext>
            </p:extLst>
          </p:nvPr>
        </p:nvGraphicFramePr>
        <p:xfrm>
          <a:off x="1773238" y="2963863"/>
          <a:ext cx="228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45" name="Equation" r:id="rId23" imgW="2286000" imgH="736560" progId="Equation.DSMT4">
                  <p:embed/>
                </p:oleObj>
              </mc:Choice>
              <mc:Fallback>
                <p:oleObj name="Equation" r:id="rId23" imgW="2286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73238" y="2963863"/>
                        <a:ext cx="2286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5220072" y="1205393"/>
            <a:ext cx="3672408" cy="461665"/>
            <a:chOff x="5220072" y="1347614"/>
            <a:chExt cx="3672408" cy="461665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9444891"/>
                </p:ext>
              </p:extLst>
            </p:nvPr>
          </p:nvGraphicFramePr>
          <p:xfrm>
            <a:off x="6606803" y="1455695"/>
            <a:ext cx="1925637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6" name="Equation" r:id="rId25" imgW="1930320" imgH="342720" progId="Equation.DSMT4">
                    <p:embed/>
                  </p:oleObj>
                </mc:Choice>
                <mc:Fallback>
                  <p:oleObj name="Equation" r:id="rId25" imgW="1930320" imgH="34272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6803" y="1455695"/>
                          <a:ext cx="1925637" cy="338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3"/>
            <p:cNvSpPr txBox="1"/>
            <p:nvPr/>
          </p:nvSpPr>
          <p:spPr>
            <a:xfrm>
              <a:off x="5220072" y="1347614"/>
              <a:ext cx="367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取对数</a:t>
              </a:r>
              <a:r>
                <a:rPr lang="zh-CN" altLang="en-US" sz="2400" b="1" dirty="0">
                  <a:latin typeface="+mn-ea"/>
                </a:rPr>
                <a:t>得　　　　　　</a:t>
              </a:r>
              <a:r>
                <a:rPr lang="zh-CN" alt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　，</a:t>
              </a:r>
              <a:endParaRPr lang="zh-CN" altLang="en-US" sz="2400" b="1" dirty="0">
                <a:latin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479751" y="1203598"/>
            <a:ext cx="1836712" cy="465254"/>
            <a:chOff x="3479751" y="1386416"/>
            <a:chExt cx="1836712" cy="465254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0921366"/>
                </p:ext>
              </p:extLst>
            </p:nvPr>
          </p:nvGraphicFramePr>
          <p:xfrm>
            <a:off x="3923928" y="1386416"/>
            <a:ext cx="1008063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7" name="Equation" r:id="rId27" imgW="1002960" imgH="406080" progId="Equation.DSMT4">
                    <p:embed/>
                  </p:oleObj>
                </mc:Choice>
                <mc:Fallback>
                  <p:oleObj name="Equation" r:id="rId27" imgW="1002960" imgH="4060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928" y="1386416"/>
                          <a:ext cx="1008063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3"/>
            <p:cNvSpPr txBox="1"/>
            <p:nvPr/>
          </p:nvSpPr>
          <p:spPr>
            <a:xfrm>
              <a:off x="3479751" y="1390005"/>
              <a:ext cx="18367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　     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274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3568" y="518453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14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9512" y="1991813"/>
            <a:ext cx="776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               ，由洛必达法则可得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-95944" y="4215557"/>
            <a:ext cx="5388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所以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566061"/>
              </p:ext>
            </p:extLst>
          </p:nvPr>
        </p:nvGraphicFramePr>
        <p:xfrm>
          <a:off x="2470150" y="363538"/>
          <a:ext cx="2011363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2" name="Equation" r:id="rId3" imgW="2019240" imgH="749160" progId="Equation.DSMT4">
                  <p:embed/>
                </p:oleObj>
              </mc:Choice>
              <mc:Fallback>
                <p:oleObj name="Equation" r:id="rId3" imgW="201924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363538"/>
                        <a:ext cx="2011363" cy="738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1D8F3D4-66D3-4C4A-9393-122EF42B4399}"/>
              </a:ext>
            </a:extLst>
          </p:cNvPr>
          <p:cNvGrpSpPr/>
          <p:nvPr/>
        </p:nvGrpSpPr>
        <p:grpSpPr>
          <a:xfrm>
            <a:off x="683568" y="1131590"/>
            <a:ext cx="7920880" cy="633029"/>
            <a:chOff x="683568" y="1131590"/>
            <a:chExt cx="7920880" cy="633029"/>
          </a:xfrm>
        </p:grpSpPr>
        <p:sp>
          <p:nvSpPr>
            <p:cNvPr id="4" name="文本框 3"/>
            <p:cNvSpPr txBox="1"/>
            <p:nvPr/>
          </p:nvSpPr>
          <p:spPr>
            <a:xfrm>
              <a:off x="683568" y="1302954"/>
              <a:ext cx="7920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这是未定式  ，令            ，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</a:rPr>
                <a:t>取对数</a:t>
              </a:r>
              <a:r>
                <a:rPr lang="zh-CN" altLang="en-US" sz="2400" b="1" dirty="0">
                  <a:latin typeface="+mn-ea"/>
                </a:rPr>
                <a:t>得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5516156"/>
                </p:ext>
              </p:extLst>
            </p:nvPr>
          </p:nvGraphicFramePr>
          <p:xfrm>
            <a:off x="2990106" y="1347614"/>
            <a:ext cx="2857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33" name="Equation" r:id="rId5" imgW="279360" imgH="330120" progId="Equation.DSMT4">
                    <p:embed/>
                  </p:oleObj>
                </mc:Choice>
                <mc:Fallback>
                  <p:oleObj name="Equation" r:id="rId5" imgW="27936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0106" y="1347614"/>
                          <a:ext cx="2857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400926"/>
                </p:ext>
              </p:extLst>
            </p:nvPr>
          </p:nvGraphicFramePr>
          <p:xfrm>
            <a:off x="3851920" y="1131590"/>
            <a:ext cx="1860550" cy="622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34" name="Equation" r:id="rId7" imgW="1866600" imgH="622080" progId="Equation.DSMT4">
                    <p:embed/>
                  </p:oleObj>
                </mc:Choice>
                <mc:Fallback>
                  <p:oleObj name="Equation" r:id="rId7" imgW="186660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1920" y="1131590"/>
                          <a:ext cx="1860550" cy="622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701276"/>
              </p:ext>
            </p:extLst>
          </p:nvPr>
        </p:nvGraphicFramePr>
        <p:xfrm>
          <a:off x="343446" y="1909510"/>
          <a:ext cx="25273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5" name="Equation" r:id="rId9" imgW="2527200" imgH="736560" progId="Equation.DSMT4">
                  <p:embed/>
                </p:oleObj>
              </mc:Choice>
              <mc:Fallback>
                <p:oleObj name="Equation" r:id="rId9" imgW="25272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446" y="1909510"/>
                        <a:ext cx="25273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07917"/>
              </p:ext>
            </p:extLst>
          </p:nvPr>
        </p:nvGraphicFramePr>
        <p:xfrm>
          <a:off x="1773238" y="2713038"/>
          <a:ext cx="3187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6" name="Equation" r:id="rId11" imgW="3187440" imgH="736560" progId="Equation.DSMT4">
                  <p:embed/>
                </p:oleObj>
              </mc:Choice>
              <mc:Fallback>
                <p:oleObj name="Equation" r:id="rId11" imgW="318744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2713038"/>
                        <a:ext cx="31877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550290"/>
              </p:ext>
            </p:extLst>
          </p:nvPr>
        </p:nvGraphicFramePr>
        <p:xfrm>
          <a:off x="990260" y="3993803"/>
          <a:ext cx="18415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7" name="Equation" r:id="rId13" imgW="1841400" imgH="749160" progId="Equation.DSMT4">
                  <p:embed/>
                </p:oleObj>
              </mc:Choice>
              <mc:Fallback>
                <p:oleObj name="Equation" r:id="rId13" imgW="184140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260" y="3993803"/>
                        <a:ext cx="1841500" cy="738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683568" y="1279045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327409"/>
              </p:ext>
            </p:extLst>
          </p:nvPr>
        </p:nvGraphicFramePr>
        <p:xfrm>
          <a:off x="5075238" y="2662238"/>
          <a:ext cx="2349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8" name="Equation" r:id="rId15" imgW="2349360" imgH="787320" progId="Equation.DSMT4">
                  <p:embed/>
                </p:oleObj>
              </mc:Choice>
              <mc:Fallback>
                <p:oleObj name="Equation" r:id="rId15" imgW="23493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2662238"/>
                        <a:ext cx="2349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771881"/>
              </p:ext>
            </p:extLst>
          </p:nvPr>
        </p:nvGraphicFramePr>
        <p:xfrm>
          <a:off x="7424738" y="2941638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9" name="Equation" r:id="rId17" imgW="711000" imgH="228600" progId="Equation.DSMT4">
                  <p:embed/>
                </p:oleObj>
              </mc:Choice>
              <mc:Fallback>
                <p:oleObj name="Equation" r:id="rId17" imgW="711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2941638"/>
                        <a:ext cx="71120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588359"/>
              </p:ext>
            </p:extLst>
          </p:nvPr>
        </p:nvGraphicFramePr>
        <p:xfrm>
          <a:off x="2797175" y="4186128"/>
          <a:ext cx="20574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0" name="Equation" r:id="rId19" imgW="2057400" imgH="533160" progId="Equation.DSMT4">
                  <p:embed/>
                </p:oleObj>
              </mc:Choice>
              <mc:Fallback>
                <p:oleObj name="Equation" r:id="rId19" imgW="20574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4186128"/>
                        <a:ext cx="2057400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858195"/>
              </p:ext>
            </p:extLst>
          </p:nvPr>
        </p:nvGraphicFramePr>
        <p:xfrm>
          <a:off x="4061656" y="3435846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1" name="Equation" r:id="rId21" imgW="228600" imgH="736560" progId="Equation.DSMT4">
                  <p:embed/>
                </p:oleObj>
              </mc:Choice>
              <mc:Fallback>
                <p:oleObj name="Equation" r:id="rId21" imgW="228600" imgH="73656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1656" y="3435846"/>
                        <a:ext cx="228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C65674D5-D743-4D77-9A93-E50F7961D70A}"/>
              </a:ext>
            </a:extLst>
          </p:cNvPr>
          <p:cNvSpPr txBox="1"/>
          <p:nvPr/>
        </p:nvSpPr>
        <p:spPr>
          <a:xfrm>
            <a:off x="5302623" y="3937798"/>
            <a:ext cx="2725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64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也可不用洛必达法则</a:t>
            </a:r>
            <a:endParaRPr lang="zh-CN" altLang="en-US" sz="20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51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9" grpId="0"/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3568" y="518453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15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9512" y="1991813"/>
            <a:ext cx="776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                       ，由洛必达法则可得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-158427" y="4414341"/>
            <a:ext cx="5214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所以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246760"/>
              </p:ext>
            </p:extLst>
          </p:nvPr>
        </p:nvGraphicFramePr>
        <p:xfrm>
          <a:off x="378656" y="1894696"/>
          <a:ext cx="36830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4" name="Equation" r:id="rId3" imgW="3682800" imgH="736560" progId="Equation.DSMT4">
                  <p:embed/>
                </p:oleObj>
              </mc:Choice>
              <mc:Fallback>
                <p:oleObj name="Equation" r:id="rId3" imgW="3682800" imgH="73656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56" y="1894696"/>
                        <a:ext cx="36830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7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80112" y="1309557"/>
            <a:ext cx="2617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取对数</a:t>
            </a:r>
            <a:r>
              <a:rPr lang="zh-CN" altLang="en-US" sz="2400" b="1" dirty="0">
                <a:latin typeface="+mn-ea"/>
              </a:rPr>
              <a:t>得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289824"/>
              </p:ext>
            </p:extLst>
          </p:nvPr>
        </p:nvGraphicFramePr>
        <p:xfrm>
          <a:off x="2811463" y="369888"/>
          <a:ext cx="132715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5" name="Equation" r:id="rId5" imgW="1333440" imgH="736560" progId="Equation.DSMT4">
                  <p:embed/>
                </p:oleObj>
              </mc:Choice>
              <mc:Fallback>
                <p:oleObj name="Equation" r:id="rId5" imgW="1333440" imgH="7365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369888"/>
                        <a:ext cx="1327150" cy="725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34745"/>
              </p:ext>
            </p:extLst>
          </p:nvPr>
        </p:nvGraphicFramePr>
        <p:xfrm>
          <a:off x="179512" y="3053792"/>
          <a:ext cx="3136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6" name="Equation" r:id="rId7" imgW="3136680" imgH="495000" progId="Equation.DSMT4">
                  <p:embed/>
                </p:oleObj>
              </mc:Choice>
              <mc:Fallback>
                <p:oleObj name="Equation" r:id="rId7" imgW="3136680" imgH="495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053792"/>
                        <a:ext cx="31369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700042"/>
              </p:ext>
            </p:extLst>
          </p:nvPr>
        </p:nvGraphicFramePr>
        <p:xfrm>
          <a:off x="3414960" y="2845792"/>
          <a:ext cx="158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" name="Equation" r:id="rId9" imgW="1587240" imgH="736560" progId="Equation.DSMT4">
                  <p:embed/>
                </p:oleObj>
              </mc:Choice>
              <mc:Fallback>
                <p:oleObj name="Equation" r:id="rId9" imgW="1587240" imgH="73656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4960" y="2845792"/>
                        <a:ext cx="15875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9782595"/>
              </p:ext>
            </p:extLst>
          </p:nvPr>
        </p:nvGraphicFramePr>
        <p:xfrm>
          <a:off x="5057775" y="2487613"/>
          <a:ext cx="19939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8" name="Equation" r:id="rId11" imgW="1993680" imgH="1079280" progId="Equation.DSMT4">
                  <p:embed/>
                </p:oleObj>
              </mc:Choice>
              <mc:Fallback>
                <p:oleObj name="Equation" r:id="rId11" imgW="1993680" imgH="107928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75" y="2487613"/>
                        <a:ext cx="19939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78408"/>
              </p:ext>
            </p:extLst>
          </p:nvPr>
        </p:nvGraphicFramePr>
        <p:xfrm>
          <a:off x="7093396" y="2807692"/>
          <a:ext cx="1943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9" name="Equation" r:id="rId13" imgW="1942920" imgH="774360" progId="Equation.DSMT4">
                  <p:embed/>
                </p:oleObj>
              </mc:Choice>
              <mc:Fallback>
                <p:oleObj name="Equation" r:id="rId13" imgW="1942920" imgH="77436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3396" y="2807692"/>
                        <a:ext cx="19431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460081"/>
              </p:ext>
            </p:extLst>
          </p:nvPr>
        </p:nvGraphicFramePr>
        <p:xfrm>
          <a:off x="1096963" y="4300538"/>
          <a:ext cx="2516187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0" name="Equation" r:id="rId15" imgW="2527200" imgH="736560" progId="Equation.DSMT4">
                  <p:embed/>
                </p:oleObj>
              </mc:Choice>
              <mc:Fallback>
                <p:oleObj name="Equation" r:id="rId15" imgW="2527200" imgH="736560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4300538"/>
                        <a:ext cx="2516187" cy="725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142553"/>
              </p:ext>
            </p:extLst>
          </p:nvPr>
        </p:nvGraphicFramePr>
        <p:xfrm>
          <a:off x="3473450" y="4498975"/>
          <a:ext cx="1023938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1" name="Equation" r:id="rId17" imgW="1028520" imgH="342720" progId="Equation.DSMT4">
                  <p:embed/>
                </p:oleObj>
              </mc:Choice>
              <mc:Fallback>
                <p:oleObj name="Equation" r:id="rId17" imgW="1028520" imgH="34272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4498975"/>
                        <a:ext cx="1023938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693740" y="1307393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904035"/>
              </p:ext>
            </p:extLst>
          </p:nvPr>
        </p:nvGraphicFramePr>
        <p:xfrm>
          <a:off x="4483224" y="3654400"/>
          <a:ext cx="3048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2" name="Equation" r:id="rId19" imgW="304560" imgH="723600" progId="Equation.DSMT4">
                  <p:embed/>
                </p:oleObj>
              </mc:Choice>
              <mc:Fallback>
                <p:oleObj name="Equation" r:id="rId19" imgW="304560" imgH="72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224" y="3654400"/>
                        <a:ext cx="3048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60501"/>
              </p:ext>
            </p:extLst>
          </p:nvPr>
        </p:nvGraphicFramePr>
        <p:xfrm>
          <a:off x="2446486" y="3870424"/>
          <a:ext cx="541338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3" name="Equation" r:id="rId21" imgW="545863" imgH="279279" progId="Equation.DSMT4">
                  <p:embed/>
                </p:oleObj>
              </mc:Choice>
              <mc:Fallback>
                <p:oleObj name="Equation" r:id="rId21" imgW="545863" imgH="279279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486" y="3870424"/>
                        <a:ext cx="541338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291705" y="1309557"/>
            <a:ext cx="2560215" cy="461665"/>
            <a:chOff x="1291705" y="1309557"/>
            <a:chExt cx="2560215" cy="461665"/>
          </a:xfrm>
        </p:grpSpPr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04261"/>
                </p:ext>
              </p:extLst>
            </p:nvPr>
          </p:nvGraphicFramePr>
          <p:xfrm>
            <a:off x="2987824" y="1375289"/>
            <a:ext cx="3619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4" name="Equation" r:id="rId23" imgW="355320" imgH="330120" progId="Equation.DSMT4">
                    <p:embed/>
                  </p:oleObj>
                </mc:Choice>
                <mc:Fallback>
                  <p:oleObj name="Equation" r:id="rId23" imgW="355320" imgH="33012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824" y="1375289"/>
                          <a:ext cx="3619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文本框 3"/>
            <p:cNvSpPr txBox="1"/>
            <p:nvPr/>
          </p:nvSpPr>
          <p:spPr>
            <a:xfrm>
              <a:off x="1291705" y="1309557"/>
              <a:ext cx="2560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这是未定式   ，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615705" y="1172089"/>
            <a:ext cx="2180431" cy="736600"/>
            <a:chOff x="3615705" y="1172089"/>
            <a:chExt cx="2180431" cy="736600"/>
          </a:xfrm>
        </p:grpSpPr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3963433"/>
                </p:ext>
              </p:extLst>
            </p:nvPr>
          </p:nvGraphicFramePr>
          <p:xfrm>
            <a:off x="4005039" y="1172089"/>
            <a:ext cx="1277937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85" name="Equation" r:id="rId25" imgW="1282680" imgH="736560" progId="Equation.DSMT4">
                    <p:embed/>
                  </p:oleObj>
                </mc:Choice>
                <mc:Fallback>
                  <p:oleObj name="Equation" r:id="rId25" imgW="1282680" imgH="736560" progId="Equation.DSMT4">
                    <p:embed/>
                    <p:pic>
                      <p:nvPicPr>
                        <p:cNvPr id="22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5039" y="1172089"/>
                          <a:ext cx="1277937" cy="736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文本框 3"/>
            <p:cNvSpPr txBox="1"/>
            <p:nvPr/>
          </p:nvSpPr>
          <p:spPr>
            <a:xfrm>
              <a:off x="3615705" y="1309557"/>
              <a:ext cx="21804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令         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204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4" grpId="0"/>
      <p:bldP spid="3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81380" y="411510"/>
            <a:ext cx="7723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四、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使用洛必达法则注意事项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9428" y="184509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16 </a:t>
            </a:r>
            <a:r>
              <a:rPr lang="zh-CN" altLang="en-US" sz="2400" b="1" dirty="0">
                <a:latin typeface="+mn-ea"/>
              </a:rPr>
              <a:t>求极限  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239780"/>
              </p:ext>
            </p:extLst>
          </p:nvPr>
        </p:nvGraphicFramePr>
        <p:xfrm>
          <a:off x="2743958" y="1618765"/>
          <a:ext cx="1693862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4" name="Equation" r:id="rId3" imgW="1688760" imgH="838080" progId="Equation.DSMT4">
                  <p:embed/>
                </p:oleObj>
              </mc:Choice>
              <mc:Fallback>
                <p:oleObj name="Equation" r:id="rId3" imgW="1688760" imgH="8380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958" y="1618765"/>
                        <a:ext cx="1693862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016806"/>
              </p:ext>
            </p:extLst>
          </p:nvPr>
        </p:nvGraphicFramePr>
        <p:xfrm>
          <a:off x="1576388" y="2260600"/>
          <a:ext cx="33813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5" name="Equation" r:id="rId5" imgW="3377880" imgH="1168200" progId="Equation.DSMT4">
                  <p:embed/>
                </p:oleObj>
              </mc:Choice>
              <mc:Fallback>
                <p:oleObj name="Equation" r:id="rId5" imgW="3377880" imgH="1168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260600"/>
                        <a:ext cx="3381375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7268743A-E730-4F9F-9B8C-ABD90BDE7966}"/>
              </a:ext>
            </a:extLst>
          </p:cNvPr>
          <p:cNvSpPr txBox="1"/>
          <p:nvPr/>
        </p:nvSpPr>
        <p:spPr>
          <a:xfrm>
            <a:off x="179512" y="3466326"/>
            <a:ext cx="7753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显然，用洛必达法则无法计算该极限．但实际上，易知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58478"/>
              </p:ext>
            </p:extLst>
          </p:nvPr>
        </p:nvGraphicFramePr>
        <p:xfrm>
          <a:off x="2395538" y="4037806"/>
          <a:ext cx="15097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6" name="Equation" r:id="rId7" imgW="1511280" imgH="838080" progId="Equation.DSMT4">
                  <p:embed/>
                </p:oleObj>
              </mc:Choice>
              <mc:Fallback>
                <p:oleObj name="Equation" r:id="rId7" imgW="1511280" imgH="8380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538" y="4037806"/>
                        <a:ext cx="150971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970561" y="2859782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466105"/>
              </p:ext>
            </p:extLst>
          </p:nvPr>
        </p:nvGraphicFramePr>
        <p:xfrm>
          <a:off x="6643688" y="2535238"/>
          <a:ext cx="183038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7" name="Equation" r:id="rId9" imgW="1828800" imgH="838080" progId="Equation.DSMT4">
                  <p:embed/>
                </p:oleObj>
              </mc:Choice>
              <mc:Fallback>
                <p:oleObj name="Equation" r:id="rId9" imgW="1828800" imgH="83808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688" y="2535238"/>
                        <a:ext cx="1830387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680279"/>
              </p:ext>
            </p:extLst>
          </p:nvPr>
        </p:nvGraphicFramePr>
        <p:xfrm>
          <a:off x="4945979" y="2656476"/>
          <a:ext cx="17414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8" name="Equation" r:id="rId11" imgW="1739880" imgH="812520" progId="Equation.DSMT4">
                  <p:embed/>
                </p:oleObj>
              </mc:Choice>
              <mc:Fallback>
                <p:oleObj name="Equation" r:id="rId11" imgW="1739880" imgH="81252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979" y="2656476"/>
                        <a:ext cx="1741487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079642"/>
              </p:ext>
            </p:extLst>
          </p:nvPr>
        </p:nvGraphicFramePr>
        <p:xfrm>
          <a:off x="3923928" y="4081874"/>
          <a:ext cx="22955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9" name="Equation" r:id="rId13" imgW="2298600" imgH="825480" progId="Equation.DSMT4">
                  <p:embed/>
                </p:oleObj>
              </mc:Choice>
              <mc:Fallback>
                <p:oleObj name="Equation" r:id="rId13" imgW="2298600" imgH="82548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4081874"/>
                        <a:ext cx="2295525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E8574312-81FE-46DA-89AA-913D80AE8912}"/>
              </a:ext>
            </a:extLst>
          </p:cNvPr>
          <p:cNvSpPr txBox="1"/>
          <p:nvPr/>
        </p:nvSpPr>
        <p:spPr>
          <a:xfrm>
            <a:off x="739438" y="1070531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1.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洛必达法则并非万能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911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1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936897" y="654724"/>
            <a:ext cx="3456384" cy="1073150"/>
            <a:chOff x="899592" y="843558"/>
            <a:chExt cx="3456384" cy="1073150"/>
          </a:xfrm>
        </p:grpSpPr>
        <p:sp>
          <p:nvSpPr>
            <p:cNvPr id="3" name="文本框 2"/>
            <p:cNvSpPr txBox="1"/>
            <p:nvPr/>
          </p:nvSpPr>
          <p:spPr>
            <a:xfrm>
              <a:off x="899592" y="1305287"/>
              <a:ext cx="19442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</a:rPr>
                <a:t>17 </a:t>
              </a:r>
              <a:r>
                <a:rPr lang="zh-CN" altLang="en-US" sz="2400" b="1" dirty="0">
                  <a:latin typeface="+mn-ea"/>
                </a:rPr>
                <a:t>求极限</a:t>
              </a:r>
              <a:endParaRPr lang="en-US" altLang="zh-CN" sz="2800" b="1" dirty="0">
                <a:solidFill>
                  <a:srgbClr val="0064FF"/>
                </a:solidFill>
                <a:latin typeface="+mn-ea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5347724"/>
                </p:ext>
              </p:extLst>
            </p:nvPr>
          </p:nvGraphicFramePr>
          <p:xfrm>
            <a:off x="2736726" y="843558"/>
            <a:ext cx="1619250" cy="1073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4" name="Equation" r:id="rId3" imgW="1625400" imgH="1079280" progId="Equation.DSMT4">
                    <p:embed/>
                  </p:oleObj>
                </mc:Choice>
                <mc:Fallback>
                  <p:oleObj name="Equation" r:id="rId3" imgW="1625400" imgH="1079280" progId="Equation.DSMT4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726" y="843558"/>
                          <a:ext cx="1619250" cy="1073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5D0C030-8B57-448F-82B1-CCEF8145D89C}"/>
              </a:ext>
            </a:extLst>
          </p:cNvPr>
          <p:cNvGrpSpPr/>
          <p:nvPr/>
        </p:nvGrpSpPr>
        <p:grpSpPr>
          <a:xfrm>
            <a:off x="936897" y="1796682"/>
            <a:ext cx="5904656" cy="730250"/>
            <a:chOff x="899592" y="1400175"/>
            <a:chExt cx="5904656" cy="730250"/>
          </a:xfrm>
        </p:grpSpPr>
        <p:sp>
          <p:nvSpPr>
            <p:cNvPr id="4" name="文本框 3"/>
            <p:cNvSpPr txBox="1"/>
            <p:nvPr/>
          </p:nvSpPr>
          <p:spPr>
            <a:xfrm>
              <a:off x="899592" y="1540576"/>
              <a:ext cx="59046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    </a:t>
              </a:r>
              <a:r>
                <a:rPr lang="zh-CN" altLang="en-US" sz="2400" b="1" dirty="0">
                  <a:latin typeface="+mn-ea"/>
                </a:rPr>
                <a:t>这是未定式  ，若用洛必达法则，得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2159215"/>
                </p:ext>
              </p:extLst>
            </p:nvPr>
          </p:nvGraphicFramePr>
          <p:xfrm>
            <a:off x="3203575" y="1400175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55" name="Equation" r:id="rId5" imgW="228600" imgH="736560" progId="Equation.DSMT4">
                    <p:embed/>
                  </p:oleObj>
                </mc:Choice>
                <mc:Fallback>
                  <p:oleObj name="Equation" r:id="rId5" imgW="228600" imgH="736560" progId="Equation.DSMT4">
                    <p:embed/>
                    <p:pic>
                      <p:nvPicPr>
                        <p:cNvPr id="1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3575" y="1400175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110776"/>
              </p:ext>
            </p:extLst>
          </p:nvPr>
        </p:nvGraphicFramePr>
        <p:xfrm>
          <a:off x="1577180" y="2432129"/>
          <a:ext cx="53467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6" name="Equation" r:id="rId7" imgW="5346360" imgH="1168200" progId="Equation.DSMT4">
                  <p:embed/>
                </p:oleObj>
              </mc:Choice>
              <mc:Fallback>
                <p:oleObj name="Equation" r:id="rId7" imgW="5346360" imgH="1168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180" y="2432129"/>
                        <a:ext cx="53467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181015"/>
              </p:ext>
            </p:extLst>
          </p:nvPr>
        </p:nvGraphicFramePr>
        <p:xfrm>
          <a:off x="3007518" y="3744718"/>
          <a:ext cx="27940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7" name="Equation" r:id="rId9" imgW="2793960" imgH="1079280" progId="Equation.DSMT4">
                  <p:embed/>
                </p:oleObj>
              </mc:Choice>
              <mc:Fallback>
                <p:oleObj name="Equation" r:id="rId9" imgW="2793960" imgH="107928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518" y="3744718"/>
                        <a:ext cx="279400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936897" y="1964684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3" name="文本框 13">
            <a:extLst>
              <a:ext uri="{FF2B5EF4-FFF2-40B4-BE49-F238E27FC236}">
                <a16:creationId xmlns:a16="http://schemas.microsoft.com/office/drawing/2014/main" id="{489FE9BE-44AC-40AC-855B-D6B50042AA5A}"/>
              </a:ext>
            </a:extLst>
          </p:cNvPr>
          <p:cNvSpPr txBox="1"/>
          <p:nvPr/>
        </p:nvSpPr>
        <p:spPr>
          <a:xfrm>
            <a:off x="792881" y="267494"/>
            <a:ext cx="554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洛必达法则的条件是充分非必要的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549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99592" y="1540576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等号右边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极限不存在</a:t>
            </a:r>
            <a:r>
              <a:rPr lang="zh-CN" altLang="en-US" sz="2400" b="1" dirty="0">
                <a:latin typeface="+mn-ea"/>
              </a:rPr>
              <a:t>，这说明洛必达法则的第三个条件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2810" y="2157168"/>
            <a:ext cx="87116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不满足，所以本题不能使用洛必达法则</a:t>
            </a:r>
            <a:r>
              <a:rPr lang="en-US" altLang="zh-CN" sz="2400" b="1" dirty="0">
                <a:latin typeface="+mn-ea"/>
              </a:rPr>
              <a:t>. </a:t>
            </a:r>
            <a:r>
              <a:rPr lang="zh-CN" altLang="en-US" sz="2400" b="1" dirty="0">
                <a:latin typeface="+mn-ea"/>
              </a:rPr>
              <a:t>实际上，易知</a:t>
            </a:r>
          </a:p>
          <a:p>
            <a:endParaRPr lang="zh-CN" altLang="en-US" sz="2400" b="1" dirty="0">
              <a:latin typeface="+mn-ea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946851"/>
              </p:ext>
            </p:extLst>
          </p:nvPr>
        </p:nvGraphicFramePr>
        <p:xfrm>
          <a:off x="1043608" y="2600325"/>
          <a:ext cx="1449387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8" name="Equation" r:id="rId3" imgW="1447560" imgH="1079280" progId="Equation.DSMT4">
                  <p:embed/>
                </p:oleObj>
              </mc:Choice>
              <mc:Fallback>
                <p:oleObj name="Equation" r:id="rId3" imgW="1447560" imgH="107928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600325"/>
                        <a:ext cx="1449387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88169" y="3867894"/>
            <a:ext cx="8567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  上面两例说明洛必达法则对有些极限问题并不适用，所以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23528" y="4443958"/>
            <a:ext cx="8567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洛必达法则并非万能</a:t>
            </a:r>
            <a:r>
              <a:rPr lang="en-US" altLang="zh-CN" sz="2400" b="1" dirty="0">
                <a:latin typeface="+mn-ea"/>
              </a:rPr>
              <a:t>.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969593"/>
              </p:ext>
            </p:extLst>
          </p:nvPr>
        </p:nvGraphicFramePr>
        <p:xfrm>
          <a:off x="2501988" y="2956158"/>
          <a:ext cx="22383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99" name="Equation" r:id="rId5" imgW="2234880" imgH="736560" progId="Equation.DSMT4">
                  <p:embed/>
                </p:oleObj>
              </mc:Choice>
              <mc:Fallback>
                <p:oleObj name="Equation" r:id="rId5" imgW="2234880" imgH="73656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88" y="2956158"/>
                        <a:ext cx="2238375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068027"/>
              </p:ext>
            </p:extLst>
          </p:nvPr>
        </p:nvGraphicFramePr>
        <p:xfrm>
          <a:off x="7620892" y="3211676"/>
          <a:ext cx="12715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0" name="Equation" r:id="rId7" imgW="1269720" imgH="279360" progId="Equation.DSMT4">
                  <p:embed/>
                </p:oleObj>
              </mc:Choice>
              <mc:Fallback>
                <p:oleObj name="Equation" r:id="rId7" imgW="1269720" imgH="27936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892" y="3211676"/>
                        <a:ext cx="127158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C3A44C5-E6CB-48FD-B406-9B48542A2482}"/>
              </a:ext>
            </a:extLst>
          </p:cNvPr>
          <p:cNvCxnSpPr/>
          <p:nvPr/>
        </p:nvCxnSpPr>
        <p:spPr>
          <a:xfrm>
            <a:off x="539552" y="1491630"/>
            <a:ext cx="813690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0F61E42-D258-4DE1-B1EE-F843F3BC8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812582"/>
              </p:ext>
            </p:extLst>
          </p:nvPr>
        </p:nvGraphicFramePr>
        <p:xfrm>
          <a:off x="4740363" y="2972936"/>
          <a:ext cx="2925762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01" name="Equation" r:id="rId9" imgW="2920680" imgH="736560" progId="Equation.DSMT4">
                  <p:embed/>
                </p:oleObj>
              </mc:Choice>
              <mc:Fallback>
                <p:oleObj name="Equation" r:id="rId9" imgW="2920680" imgH="7365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363" y="2972936"/>
                        <a:ext cx="2925762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331640" y="130034"/>
            <a:ext cx="4389462" cy="1079500"/>
            <a:chOff x="1046634" y="340122"/>
            <a:chExt cx="4389462" cy="1079500"/>
          </a:xfrm>
        </p:grpSpPr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322923"/>
                </p:ext>
              </p:extLst>
            </p:nvPr>
          </p:nvGraphicFramePr>
          <p:xfrm>
            <a:off x="2642096" y="340122"/>
            <a:ext cx="2794000" cy="1079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2" name="Equation" r:id="rId11" imgW="2793960" imgH="1079280" progId="Equation.DSMT4">
                    <p:embed/>
                  </p:oleObj>
                </mc:Choice>
                <mc:Fallback>
                  <p:oleObj name="Equation" r:id="rId11" imgW="2793960" imgH="1079280" progId="Equation.DSMT4">
                    <p:embed/>
                    <p:pic>
                      <p:nvPicPr>
                        <p:cNvPr id="0" name="对象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2096" y="340122"/>
                          <a:ext cx="2794000" cy="1079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4889573"/>
                </p:ext>
              </p:extLst>
            </p:nvPr>
          </p:nvGraphicFramePr>
          <p:xfrm>
            <a:off x="1046634" y="346075"/>
            <a:ext cx="1581150" cy="1073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03" name="Equation" r:id="rId13" imgW="1587240" imgH="1079280" progId="Equation.DSMT4">
                    <p:embed/>
                  </p:oleObj>
                </mc:Choice>
                <mc:Fallback>
                  <p:oleObj name="Equation" r:id="rId13" imgW="1587240" imgH="1079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6634" y="346075"/>
                          <a:ext cx="1581150" cy="1073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7972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9592" y="1246675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18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197570"/>
              </p:ext>
            </p:extLst>
          </p:nvPr>
        </p:nvGraphicFramePr>
        <p:xfrm>
          <a:off x="2743448" y="1087248"/>
          <a:ext cx="22606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8" name="Equation" r:id="rId3" imgW="2260440" imgH="812520" progId="Equation.DSMT4">
                  <p:embed/>
                </p:oleObj>
              </mc:Choice>
              <mc:Fallback>
                <p:oleObj name="Equation" r:id="rId3" imgW="2260440" imgH="8125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448" y="1087248"/>
                        <a:ext cx="2260600" cy="80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9DAE211-E619-43CA-A68D-B10D6AFB92E1}"/>
              </a:ext>
            </a:extLst>
          </p:cNvPr>
          <p:cNvGrpSpPr/>
          <p:nvPr/>
        </p:nvGrpSpPr>
        <p:grpSpPr>
          <a:xfrm>
            <a:off x="899592" y="2139702"/>
            <a:ext cx="8244408" cy="730250"/>
            <a:chOff x="899592" y="2139702"/>
            <a:chExt cx="8244408" cy="730250"/>
          </a:xfrm>
        </p:grpSpPr>
        <p:sp>
          <p:nvSpPr>
            <p:cNvPr id="4" name="文本框 3"/>
            <p:cNvSpPr txBox="1"/>
            <p:nvPr/>
          </p:nvSpPr>
          <p:spPr>
            <a:xfrm>
              <a:off x="899592" y="2273753"/>
              <a:ext cx="824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    这是未定式     ，因为            </a:t>
              </a:r>
              <a:r>
                <a:rPr lang="zh-CN" altLang="en-US" sz="2400" b="1" dirty="0">
                  <a:solidFill>
                    <a:srgbClr val="0064FF"/>
                  </a:solidFill>
                  <a:latin typeface="+mn-ea"/>
                </a:rPr>
                <a:t>通分</a:t>
              </a:r>
              <a:r>
                <a:rPr lang="zh-CN" altLang="en-US" sz="2400" b="1" dirty="0">
                  <a:latin typeface="+mn-ea"/>
                </a:rPr>
                <a:t>后</a:t>
              </a: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9790979"/>
                </p:ext>
              </p:extLst>
            </p:nvPr>
          </p:nvGraphicFramePr>
          <p:xfrm>
            <a:off x="3198440" y="2438922"/>
            <a:ext cx="725488" cy="198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9" name="Equation" r:id="rId5" imgW="736560" imgH="203040" progId="Equation.DSMT4">
                    <p:embed/>
                  </p:oleObj>
                </mc:Choice>
                <mc:Fallback>
                  <p:oleObj name="Equation" r:id="rId5" imgW="736560" imgH="203040" progId="Equation.DSMT4">
                    <p:embed/>
                    <p:pic>
                      <p:nvPicPr>
                        <p:cNvPr id="11" name="对象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440" y="2438922"/>
                          <a:ext cx="725488" cy="198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0464217"/>
                </p:ext>
              </p:extLst>
            </p:nvPr>
          </p:nvGraphicFramePr>
          <p:xfrm>
            <a:off x="4860032" y="2139702"/>
            <a:ext cx="1744662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0" name="Equation" r:id="rId7" imgW="1752480" imgH="736560" progId="Equation.DSMT4">
                    <p:embed/>
                  </p:oleObj>
                </mc:Choice>
                <mc:Fallback>
                  <p:oleObj name="Equation" r:id="rId7" imgW="1752480" imgH="73656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032" y="2139702"/>
                          <a:ext cx="1744662" cy="730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6E733AA-7F79-41B6-AFC3-763EFFC68C26}"/>
              </a:ext>
            </a:extLst>
          </p:cNvPr>
          <p:cNvGrpSpPr/>
          <p:nvPr/>
        </p:nvGrpSpPr>
        <p:grpSpPr>
          <a:xfrm>
            <a:off x="166197" y="3289300"/>
            <a:ext cx="8244408" cy="730250"/>
            <a:chOff x="179512" y="3217713"/>
            <a:chExt cx="8244408" cy="730250"/>
          </a:xfrm>
        </p:grpSpPr>
        <p:sp>
          <p:nvSpPr>
            <p:cNvPr id="11" name="文本框 10"/>
            <p:cNvSpPr txBox="1"/>
            <p:nvPr/>
          </p:nvSpPr>
          <p:spPr>
            <a:xfrm>
              <a:off x="179512" y="3334644"/>
              <a:ext cx="8244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化为未定式  ，直接运用洛必达法则会有</a:t>
              </a: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2205107"/>
                </p:ext>
              </p:extLst>
            </p:nvPr>
          </p:nvGraphicFramePr>
          <p:xfrm>
            <a:off x="1835765" y="3217713"/>
            <a:ext cx="228600" cy="730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1" name="Equation" r:id="rId9" imgW="228600" imgH="736560" progId="Equation.DSMT4">
                    <p:embed/>
                  </p:oleObj>
                </mc:Choice>
                <mc:Fallback>
                  <p:oleObj name="Equation" r:id="rId9" imgW="228600" imgH="736560" progId="Equation.DSMT4">
                    <p:embed/>
                    <p:pic>
                      <p:nvPicPr>
                        <p:cNvPr id="7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765" y="3217713"/>
                          <a:ext cx="228600" cy="7302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6828" y="2267922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9FE9BE-44AC-40AC-855B-D6B50042AA5A}"/>
              </a:ext>
            </a:extLst>
          </p:cNvPr>
          <p:cNvSpPr txBox="1"/>
          <p:nvPr/>
        </p:nvSpPr>
        <p:spPr>
          <a:xfrm>
            <a:off x="755576" y="456328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洛必达法则使用时注意与其他方法结合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646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031837"/>
              </p:ext>
            </p:extLst>
          </p:nvPr>
        </p:nvGraphicFramePr>
        <p:xfrm>
          <a:off x="3707904" y="703284"/>
          <a:ext cx="2362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1" name="Equation" r:id="rId3" imgW="2361960" imgH="888840" progId="Equation.DSMT4">
                  <p:embed/>
                </p:oleObj>
              </mc:Choice>
              <mc:Fallback>
                <p:oleObj name="Equation" r:id="rId3" imgW="2361960" imgH="8888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703284"/>
                        <a:ext cx="2362200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850296"/>
              </p:ext>
            </p:extLst>
          </p:nvPr>
        </p:nvGraphicFramePr>
        <p:xfrm>
          <a:off x="1168028" y="2301106"/>
          <a:ext cx="2755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2" name="Equation" r:id="rId5" imgW="2755800" imgH="774360" progId="Equation.DSMT4">
                  <p:embed/>
                </p:oleObj>
              </mc:Choice>
              <mc:Fallback>
                <p:oleObj name="Equation" r:id="rId5" imgW="2755800" imgH="77436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028" y="2301106"/>
                        <a:ext cx="27559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806657"/>
              </p:ext>
            </p:extLst>
          </p:nvPr>
        </p:nvGraphicFramePr>
        <p:xfrm>
          <a:off x="1071563" y="3716338"/>
          <a:ext cx="6286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3" name="Equation" r:id="rId7" imgW="6286320" imgH="799920" progId="Equation.DSMT4">
                  <p:embed/>
                </p:oleObj>
              </mc:Choice>
              <mc:Fallback>
                <p:oleObj name="Equation" r:id="rId7" imgW="6286320" imgH="79992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716338"/>
                        <a:ext cx="62865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34736"/>
              </p:ext>
            </p:extLst>
          </p:nvPr>
        </p:nvGraphicFramePr>
        <p:xfrm>
          <a:off x="1409080" y="822846"/>
          <a:ext cx="2082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4" name="Equation" r:id="rId9" imgW="2082600" imgH="812520" progId="Equation.DSMT4">
                  <p:embed/>
                </p:oleObj>
              </mc:Choice>
              <mc:Fallback>
                <p:oleObj name="Equation" r:id="rId9" imgW="2082600" imgH="81252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080" y="822846"/>
                        <a:ext cx="20828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云形 7"/>
          <p:cNvSpPr/>
          <p:nvPr/>
        </p:nvSpPr>
        <p:spPr>
          <a:xfrm>
            <a:off x="7154367" y="3560261"/>
            <a:ext cx="2016224" cy="936104"/>
          </a:xfrm>
          <a:prstGeom prst="cloud">
            <a:avLst/>
          </a:prstGeom>
          <a:solidFill>
            <a:srgbClr val="FFFF00"/>
          </a:solidFill>
          <a:ln w="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复杂！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601563"/>
              </p:ext>
            </p:extLst>
          </p:nvPr>
        </p:nvGraphicFramePr>
        <p:xfrm>
          <a:off x="4306888" y="2346325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5" name="Equation" r:id="rId11" imgW="228600" imgH="736560" progId="Equation.DSMT4">
                  <p:embed/>
                </p:oleObj>
              </mc:Choice>
              <mc:Fallback>
                <p:oleObj name="Equation" r:id="rId11" imgW="22860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888" y="2346325"/>
                        <a:ext cx="228600" cy="730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593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999747"/>
              </p:ext>
            </p:extLst>
          </p:nvPr>
        </p:nvGraphicFramePr>
        <p:xfrm>
          <a:off x="2411760" y="1723693"/>
          <a:ext cx="4470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2" name="Equation" r:id="rId3" imgW="4470120" imgH="787320" progId="Equation.DSMT4">
                  <p:embed/>
                </p:oleObj>
              </mc:Choice>
              <mc:Fallback>
                <p:oleObj name="Equation" r:id="rId3" imgW="4470120" imgH="7873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1723693"/>
                        <a:ext cx="44704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145331"/>
              </p:ext>
            </p:extLst>
          </p:nvPr>
        </p:nvGraphicFramePr>
        <p:xfrm>
          <a:off x="2411760" y="2719388"/>
          <a:ext cx="464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3" name="Equation" r:id="rId5" imgW="4647960" imgH="736560" progId="Equation.DSMT4">
                  <p:embed/>
                </p:oleObj>
              </mc:Choice>
              <mc:Fallback>
                <p:oleObj name="Equation" r:id="rId5" imgW="4647960" imgH="736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719388"/>
                        <a:ext cx="46482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5285727"/>
              </p:ext>
            </p:extLst>
          </p:nvPr>
        </p:nvGraphicFramePr>
        <p:xfrm>
          <a:off x="2404906" y="3707219"/>
          <a:ext cx="40767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4" name="Equation" r:id="rId7" imgW="4076640" imgH="736560" progId="Equation.DSMT4">
                  <p:embed/>
                </p:oleObj>
              </mc:Choice>
              <mc:Fallback>
                <p:oleObj name="Equation" r:id="rId7" imgW="4076640" imgH="736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4906" y="3707219"/>
                        <a:ext cx="40767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070316"/>
              </p:ext>
            </p:extLst>
          </p:nvPr>
        </p:nvGraphicFramePr>
        <p:xfrm>
          <a:off x="-3388" y="564961"/>
          <a:ext cx="238760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5" name="Equation" r:id="rId9" imgW="2387520" imgH="812520" progId="Equation.DSMT4">
                  <p:embed/>
                </p:oleObj>
              </mc:Choice>
              <mc:Fallback>
                <p:oleObj name="Equation" r:id="rId9" imgW="2387520" imgH="81252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388" y="564961"/>
                        <a:ext cx="2387600" cy="81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7545536" y="1475200"/>
            <a:ext cx="1296144" cy="432048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656585"/>
              </p:ext>
            </p:extLst>
          </p:nvPr>
        </p:nvGraphicFramePr>
        <p:xfrm>
          <a:off x="7646065" y="1560647"/>
          <a:ext cx="1046162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6" name="Equation" r:id="rId11" imgW="1041120" imgH="279360" progId="Equation.DSMT4">
                  <p:embed/>
                </p:oleObj>
              </mc:Choice>
              <mc:Fallback>
                <p:oleObj name="Equation" r:id="rId11" imgW="1041120" imgH="2793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065" y="1560647"/>
                        <a:ext cx="1046162" cy="27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>
            <a:cxnSpLocks/>
            <a:stCxn id="10" idx="1"/>
          </p:cNvCxnSpPr>
          <p:nvPr/>
        </p:nvCxnSpPr>
        <p:spPr>
          <a:xfrm flipH="1" flipV="1">
            <a:off x="6897464" y="1347616"/>
            <a:ext cx="648072" cy="3436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318470"/>
              </p:ext>
            </p:extLst>
          </p:nvPr>
        </p:nvGraphicFramePr>
        <p:xfrm>
          <a:off x="2373416" y="550994"/>
          <a:ext cx="23622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7" name="Equation" r:id="rId13" imgW="2361960" imgH="888840" progId="Equation.DSMT4">
                  <p:embed/>
                </p:oleObj>
              </mc:Choice>
              <mc:Fallback>
                <p:oleObj name="Equation" r:id="rId13" imgW="2361960" imgH="8888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416" y="550994"/>
                        <a:ext cx="23622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075068"/>
              </p:ext>
            </p:extLst>
          </p:nvPr>
        </p:nvGraphicFramePr>
        <p:xfrm>
          <a:off x="4714875" y="569913"/>
          <a:ext cx="2781300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8" name="Equation" r:id="rId15" imgW="2781000" imgH="774360" progId="Equation.DSMT4">
                  <p:embed/>
                </p:oleObj>
              </mc:Choice>
              <mc:Fallback>
                <p:oleObj name="Equation" r:id="rId15" imgW="2781000" imgH="77436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569913"/>
                        <a:ext cx="2781300" cy="779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912378"/>
              </p:ext>
            </p:extLst>
          </p:nvPr>
        </p:nvGraphicFramePr>
        <p:xfrm>
          <a:off x="6481606" y="3713708"/>
          <a:ext cx="22352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9" name="Equation" r:id="rId17" imgW="2234880" imgH="736560" progId="Equation.DSMT4">
                  <p:embed/>
                </p:oleObj>
              </mc:Choice>
              <mc:Fallback>
                <p:oleObj name="Equation" r:id="rId17" imgW="2234880" imgH="73656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606" y="3713708"/>
                        <a:ext cx="22352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EEE065B6-8B36-413F-BD03-D92D19C45481}"/>
              </a:ext>
            </a:extLst>
          </p:cNvPr>
          <p:cNvGrpSpPr/>
          <p:nvPr/>
        </p:nvGrpSpPr>
        <p:grpSpPr>
          <a:xfrm>
            <a:off x="7491392" y="2219261"/>
            <a:ext cx="1334718" cy="360866"/>
            <a:chOff x="7491392" y="2219261"/>
            <a:chExt cx="1334718" cy="432048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F24B491D-CBF7-4207-B816-4924689EC7D5}"/>
                </a:ext>
              </a:extLst>
            </p:cNvPr>
            <p:cNvSpPr/>
            <p:nvPr/>
          </p:nvSpPr>
          <p:spPr>
            <a:xfrm>
              <a:off x="7529966" y="2219261"/>
              <a:ext cx="1296144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BB51C07-E916-4D57-9A21-1EE491078A26}"/>
                </a:ext>
              </a:extLst>
            </p:cNvPr>
            <p:cNvSpPr/>
            <p:nvPr/>
          </p:nvSpPr>
          <p:spPr>
            <a:xfrm>
              <a:off x="7491392" y="2254785"/>
              <a:ext cx="12186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洛必达法则</a:t>
              </a:r>
              <a:endPara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838953D-9635-40ED-A3F1-7F45ED661311}"/>
              </a:ext>
            </a:extLst>
          </p:cNvPr>
          <p:cNvCxnSpPr>
            <a:cxnSpLocks/>
          </p:cNvCxnSpPr>
          <p:nvPr/>
        </p:nvCxnSpPr>
        <p:spPr>
          <a:xfrm flipH="1">
            <a:off x="6813908" y="2468535"/>
            <a:ext cx="710420" cy="26027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817EE0-E670-40D5-91EE-5A8BB48F075E}"/>
              </a:ext>
            </a:extLst>
          </p:cNvPr>
          <p:cNvSpPr/>
          <p:nvPr/>
        </p:nvSpPr>
        <p:spPr>
          <a:xfrm>
            <a:off x="706744" y="2920304"/>
            <a:ext cx="1422146" cy="334767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分离非零因子</a:t>
            </a:r>
            <a:endParaRPr lang="zh-CN" altLang="en-US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297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4E68FF6-6567-406F-90CF-9005C47A5482}"/>
              </a:ext>
            </a:extLst>
          </p:cNvPr>
          <p:cNvSpPr txBox="1"/>
          <p:nvPr/>
        </p:nvSpPr>
        <p:spPr>
          <a:xfrm>
            <a:off x="683568" y="493639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19 </a:t>
            </a:r>
            <a:r>
              <a:rPr lang="zh-CN" altLang="en-US" sz="2400" b="1" dirty="0">
                <a:latin typeface="+mn-ea"/>
              </a:rPr>
              <a:t>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12B807B-F556-4929-A0B4-E3AE97667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484086"/>
              </p:ext>
            </p:extLst>
          </p:nvPr>
        </p:nvGraphicFramePr>
        <p:xfrm>
          <a:off x="2555776" y="339502"/>
          <a:ext cx="14605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0" name="Equation" r:id="rId3" imgW="1460160" imgH="774360" progId="Equation.DSMT4">
                  <p:embed/>
                </p:oleObj>
              </mc:Choice>
              <mc:Fallback>
                <p:oleObj name="Equation" r:id="rId3" imgW="1460160" imgH="77436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39502"/>
                        <a:ext cx="1460500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1DC39F2-BE7B-4F09-AA5D-64AB306D9F9A}"/>
              </a:ext>
            </a:extLst>
          </p:cNvPr>
          <p:cNvSpPr txBox="1"/>
          <p:nvPr/>
        </p:nvSpPr>
        <p:spPr>
          <a:xfrm>
            <a:off x="683568" y="1645294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539A1BB-B119-4D59-9833-ADBFC5BB3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529588"/>
              </p:ext>
            </p:extLst>
          </p:nvPr>
        </p:nvGraphicFramePr>
        <p:xfrm>
          <a:off x="1259632" y="1131590"/>
          <a:ext cx="2882900" cy="148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1" name="Equation" r:id="rId5" imgW="2882880" imgH="1498320" progId="Equation.DSMT4">
                  <p:embed/>
                </p:oleObj>
              </mc:Choice>
              <mc:Fallback>
                <p:oleObj name="Equation" r:id="rId5" imgW="2882880" imgH="1498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12B807B-F556-4929-A0B4-E3AE97667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131590"/>
                        <a:ext cx="2882900" cy="1489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EF07F6A-F5C2-41FF-967C-996CC4A7DD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758116"/>
              </p:ext>
            </p:extLst>
          </p:nvPr>
        </p:nvGraphicFramePr>
        <p:xfrm>
          <a:off x="4227513" y="1479550"/>
          <a:ext cx="20066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2" name="Equation" r:id="rId7" imgW="2006280" imgH="799920" progId="Equation.DSMT4">
                  <p:embed/>
                </p:oleObj>
              </mc:Choice>
              <mc:Fallback>
                <p:oleObj name="Equation" r:id="rId7" imgW="2006280" imgH="7999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539A1BB-B119-4D59-9833-ADBFC5BB3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513" y="1479550"/>
                        <a:ext cx="2006600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33EBB14-393B-4BCC-906F-8F57966A46EF}"/>
              </a:ext>
            </a:extLst>
          </p:cNvPr>
          <p:cNvSpPr txBox="1"/>
          <p:nvPr/>
        </p:nvSpPr>
        <p:spPr>
          <a:xfrm>
            <a:off x="883928" y="2732158"/>
            <a:ext cx="6264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由数列与函数极限的关系得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558E394-68A1-4AA4-A730-5F19F7CE8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464532"/>
              </p:ext>
            </p:extLst>
          </p:nvPr>
        </p:nvGraphicFramePr>
        <p:xfrm>
          <a:off x="2126816" y="3507854"/>
          <a:ext cx="33782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3" name="Equation" r:id="rId9" imgW="3377880" imgH="774360" progId="Equation.DSMT4">
                  <p:embed/>
                </p:oleObj>
              </mc:Choice>
              <mc:Fallback>
                <p:oleObj name="Equation" r:id="rId9" imgW="3377880" imgH="7743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12B807B-F556-4929-A0B4-E3AE97667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816" y="3507854"/>
                        <a:ext cx="3378200" cy="769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79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0218A-7074-4D11-95C9-14225F37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D8A959F-B169-4C47-AAB3-619503E71868}"/>
              </a:ext>
            </a:extLst>
          </p:cNvPr>
          <p:cNvSpPr txBox="1"/>
          <p:nvPr/>
        </p:nvSpPr>
        <p:spPr>
          <a:xfrm>
            <a:off x="683568" y="644591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20 </a:t>
            </a:r>
            <a:r>
              <a:rPr lang="zh-CN" altLang="en-US" sz="2400" b="1" dirty="0">
                <a:latin typeface="+mn-ea"/>
              </a:rPr>
              <a:t>设                   且                   存在</a:t>
            </a:r>
            <a:r>
              <a:rPr lang="en-US" altLang="zh-CN" sz="2400" b="1" dirty="0">
                <a:latin typeface="+mn-ea"/>
              </a:rPr>
              <a:t>.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C5FC63-3994-401F-9564-9E476163E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7962409"/>
              </p:ext>
            </p:extLst>
          </p:nvPr>
        </p:nvGraphicFramePr>
        <p:xfrm>
          <a:off x="1905000" y="301916"/>
          <a:ext cx="2667000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9" name="Equation" r:id="rId3" imgW="2666880" imgH="1244520" progId="Equation.DSMT4">
                  <p:embed/>
                </p:oleObj>
              </mc:Choice>
              <mc:Fallback>
                <p:oleObj name="Equation" r:id="rId3" imgW="2666880" imgH="12445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12B807B-F556-4929-A0B4-E3AE97667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1916"/>
                        <a:ext cx="2667000" cy="1236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7102210-98F3-4678-AE6E-149CE1EC6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661122"/>
              </p:ext>
            </p:extLst>
          </p:nvPr>
        </p:nvGraphicFramePr>
        <p:xfrm>
          <a:off x="5076056" y="698416"/>
          <a:ext cx="28321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0" name="Equation" r:id="rId5" imgW="2831760" imgH="355320" progId="Equation.DSMT4">
                  <p:embed/>
                </p:oleObj>
              </mc:Choice>
              <mc:Fallback>
                <p:oleObj name="Equation" r:id="rId5" imgW="283176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3C5FC63-3994-401F-9564-9E476163E9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698416"/>
                        <a:ext cx="2832100" cy="354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7EE510D-64A8-42F7-9517-A68CAB8D9104}"/>
              </a:ext>
            </a:extLst>
          </p:cNvPr>
          <p:cNvSpPr txBox="1"/>
          <p:nvPr/>
        </p:nvSpPr>
        <p:spPr>
          <a:xfrm>
            <a:off x="-108520" y="1538578"/>
            <a:ext cx="2160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n-ea"/>
              </a:rPr>
              <a:t>  试求              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64C8947-56C7-470C-A081-31C2693DEC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9982"/>
              </p:ext>
            </p:extLst>
          </p:nvPr>
        </p:nvGraphicFramePr>
        <p:xfrm>
          <a:off x="949573" y="1592404"/>
          <a:ext cx="7366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1" name="Equation" r:id="rId7" imgW="736560" imgH="355320" progId="Equation.DSMT4">
                  <p:embed/>
                </p:oleObj>
              </mc:Choice>
              <mc:Fallback>
                <p:oleObj name="Equation" r:id="rId7" imgW="736560" imgH="3553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7102210-98F3-4678-AE6E-149CE1EC62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573" y="1592404"/>
                        <a:ext cx="736600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0893197-D847-4EE3-BC4D-D4C820743A0B}"/>
              </a:ext>
            </a:extLst>
          </p:cNvPr>
          <p:cNvSpPr txBox="1"/>
          <p:nvPr/>
        </p:nvSpPr>
        <p:spPr>
          <a:xfrm>
            <a:off x="683568" y="2082825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B0EC07D-859E-48C1-ABEC-5478D91E5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956701"/>
              </p:ext>
            </p:extLst>
          </p:nvPr>
        </p:nvGraphicFramePr>
        <p:xfrm>
          <a:off x="1317873" y="2191916"/>
          <a:ext cx="8636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2" name="Equation" r:id="rId9" imgW="863280" imgH="355320" progId="Equation.DSMT4">
                  <p:embed/>
                </p:oleObj>
              </mc:Choice>
              <mc:Fallback>
                <p:oleObj name="Equation" r:id="rId9" imgW="86328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64C8947-56C7-470C-A081-31C2693DEC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873" y="2191916"/>
                        <a:ext cx="863600" cy="35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597F492-A178-4335-9A98-A03E6FE225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209378"/>
              </p:ext>
            </p:extLst>
          </p:nvPr>
        </p:nvGraphicFramePr>
        <p:xfrm>
          <a:off x="2273832" y="1946944"/>
          <a:ext cx="33147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3" name="Equation" r:id="rId11" imgW="3314520" imgH="736560" progId="Equation.DSMT4">
                  <p:embed/>
                </p:oleObj>
              </mc:Choice>
              <mc:Fallback>
                <p:oleObj name="Equation" r:id="rId11" imgW="331452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B0EC07D-859E-48C1-ABEC-5478D91E5C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832" y="1946944"/>
                        <a:ext cx="33147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4B13D37-5DB4-4086-A055-582598A7AC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3094925"/>
              </p:ext>
            </p:extLst>
          </p:nvPr>
        </p:nvGraphicFramePr>
        <p:xfrm>
          <a:off x="5618163" y="1946275"/>
          <a:ext cx="15240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4" name="Equation" r:id="rId13" imgW="1523880" imgH="736560" progId="Equation.DSMT4">
                  <p:embed/>
                </p:oleObj>
              </mc:Choice>
              <mc:Fallback>
                <p:oleObj name="Equation" r:id="rId13" imgW="152388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597F492-A178-4335-9A98-A03E6FE22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3" y="1946275"/>
                        <a:ext cx="15240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099ECB4-43DA-49A8-A72D-D6370B814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384897"/>
              </p:ext>
            </p:extLst>
          </p:nvPr>
        </p:nvGraphicFramePr>
        <p:xfrm>
          <a:off x="4847456" y="2543622"/>
          <a:ext cx="228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5" name="Equation" r:id="rId15" imgW="228600" imgH="736560" progId="Equation.DSMT4">
                  <p:embed/>
                </p:oleObj>
              </mc:Choice>
              <mc:Fallback>
                <p:oleObj name="Equation" r:id="rId15" imgW="228600" imgH="73656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456" y="2543622"/>
                        <a:ext cx="228600" cy="730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9F064A4-8643-4275-8175-0FADC5880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248472"/>
              </p:ext>
            </p:extLst>
          </p:nvPr>
        </p:nvGraphicFramePr>
        <p:xfrm>
          <a:off x="1999382" y="3350493"/>
          <a:ext cx="25146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6" name="Equation" r:id="rId17" imgW="2514600" imgH="736560" progId="Equation.DSMT4">
                  <p:embed/>
                </p:oleObj>
              </mc:Choice>
              <mc:Fallback>
                <p:oleObj name="Equation" r:id="rId17" imgW="251460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4B13D37-5DB4-4086-A055-582598A7AC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382" y="3350493"/>
                        <a:ext cx="25146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561CB6F9-8C59-4B90-9000-17F2BC264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05955"/>
              </p:ext>
            </p:extLst>
          </p:nvPr>
        </p:nvGraphicFramePr>
        <p:xfrm>
          <a:off x="4589636" y="3357349"/>
          <a:ext cx="1206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47" name="Equation" r:id="rId19" imgW="1206360" imgH="723600" progId="Equation.DSMT4">
                  <p:embed/>
                </p:oleObj>
              </mc:Choice>
              <mc:Fallback>
                <p:oleObj name="Equation" r:id="rId19" imgW="1206360" imgH="723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59F064A4-8643-4275-8175-0FADC5880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9636" y="3357349"/>
                        <a:ext cx="120650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8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3143852-38F0-4759-A176-0B71FD5EE929}"/>
              </a:ext>
            </a:extLst>
          </p:cNvPr>
          <p:cNvSpPr txBox="1"/>
          <p:nvPr/>
        </p:nvSpPr>
        <p:spPr>
          <a:xfrm>
            <a:off x="683568" y="493639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21 </a:t>
            </a:r>
            <a:r>
              <a:rPr lang="zh-CN" altLang="en-US" sz="2400" b="1" dirty="0">
                <a:latin typeface="+mn-ea"/>
              </a:rPr>
              <a:t>设      存在，求极限</a:t>
            </a:r>
            <a:endParaRPr lang="en-US" altLang="zh-CN" sz="2800" b="1" dirty="0">
              <a:solidFill>
                <a:srgbClr val="0064FF"/>
              </a:solidFill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8CB7BF-668E-416E-AA3B-81FD48A41E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628853"/>
              </p:ext>
            </p:extLst>
          </p:nvPr>
        </p:nvGraphicFramePr>
        <p:xfrm>
          <a:off x="1835696" y="575892"/>
          <a:ext cx="8382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6" name="Equation" r:id="rId3" imgW="838080" imgH="380880" progId="Equation.DSMT4">
                  <p:embed/>
                </p:oleObj>
              </mc:Choice>
              <mc:Fallback>
                <p:oleObj name="Equation" r:id="rId3" imgW="838080" imgH="380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12B807B-F556-4929-A0B4-E3AE97667F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75892"/>
                        <a:ext cx="838200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150628C-5475-4DFB-B32D-254386D390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799236"/>
              </p:ext>
            </p:extLst>
          </p:nvPr>
        </p:nvGraphicFramePr>
        <p:xfrm>
          <a:off x="4644008" y="398885"/>
          <a:ext cx="42418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7" name="Equation" r:id="rId5" imgW="4241520" imgH="736560" progId="Equation.DSMT4">
                  <p:embed/>
                </p:oleObj>
              </mc:Choice>
              <mc:Fallback>
                <p:oleObj name="Equation" r:id="rId5" imgW="424152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F8CB7BF-668E-416E-AA3B-81FD48A41E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98885"/>
                        <a:ext cx="42418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9B6FBCB-AA19-4691-BBD4-72CDB8C00BC8}"/>
              </a:ext>
            </a:extLst>
          </p:cNvPr>
          <p:cNvSpPr txBox="1"/>
          <p:nvPr/>
        </p:nvSpPr>
        <p:spPr>
          <a:xfrm>
            <a:off x="672643" y="1254795"/>
            <a:ext cx="505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解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1342E53-900D-4478-9AA2-E18E8ACEA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092806"/>
              </p:ext>
            </p:extLst>
          </p:nvPr>
        </p:nvGraphicFramePr>
        <p:xfrm>
          <a:off x="1370013" y="1131590"/>
          <a:ext cx="41656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8" name="Equation" r:id="rId7" imgW="4165560" imgH="736560" progId="Equation.DSMT4">
                  <p:embed/>
                </p:oleObj>
              </mc:Choice>
              <mc:Fallback>
                <p:oleObj name="Equation" r:id="rId7" imgW="41655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3150628C-5475-4DFB-B32D-254386D39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013" y="1131590"/>
                        <a:ext cx="41656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7421CA6-CDA0-401A-BDCC-1CF2125474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228998"/>
              </p:ext>
            </p:extLst>
          </p:nvPr>
        </p:nvGraphicFramePr>
        <p:xfrm>
          <a:off x="935969" y="2015951"/>
          <a:ext cx="35433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9" name="Equation" r:id="rId9" imgW="3543120" imgH="736560" progId="Equation.DSMT4">
                  <p:embed/>
                </p:oleObj>
              </mc:Choice>
              <mc:Fallback>
                <p:oleObj name="Equation" r:id="rId9" imgW="354312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1342E53-900D-4478-9AA2-E18E8ACEA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969" y="2015951"/>
                        <a:ext cx="354330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18F4B6A-3897-4BEB-9A26-6D9CA84120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999156"/>
              </p:ext>
            </p:extLst>
          </p:nvPr>
        </p:nvGraphicFramePr>
        <p:xfrm>
          <a:off x="971600" y="2900312"/>
          <a:ext cx="60071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0" name="Equation" r:id="rId11" imgW="6006960" imgH="812520" progId="Equation.DSMT4">
                  <p:embed/>
                </p:oleObj>
              </mc:Choice>
              <mc:Fallback>
                <p:oleObj name="Equation" r:id="rId11" imgW="6006960" imgH="812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7421CA6-CDA0-401A-BDCC-1CF2125474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900312"/>
                        <a:ext cx="6007100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9E31E5F-34EF-48A6-96D0-633BE8D81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150678"/>
              </p:ext>
            </p:extLst>
          </p:nvPr>
        </p:nvGraphicFramePr>
        <p:xfrm>
          <a:off x="935969" y="3860873"/>
          <a:ext cx="28194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1" name="Equation" r:id="rId13" imgW="2819160" imgH="723600" progId="Equation.DSMT4">
                  <p:embed/>
                </p:oleObj>
              </mc:Choice>
              <mc:Fallback>
                <p:oleObj name="Equation" r:id="rId13" imgW="2819160" imgH="7236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18F4B6A-3897-4BEB-9A26-6D9CA84120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969" y="3860873"/>
                        <a:ext cx="281940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259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0A2DFA-8B28-4575-8766-392D3E6F0BFE}"/>
              </a:ext>
            </a:extLst>
          </p:cNvPr>
          <p:cNvSpPr txBox="1"/>
          <p:nvPr/>
        </p:nvSpPr>
        <p:spPr>
          <a:xfrm>
            <a:off x="2195736" y="1779662"/>
            <a:ext cx="405587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五、广义洛必达法则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1830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090D04-C295-46F8-A55E-B954498BA529}"/>
              </a:ext>
            </a:extLst>
          </p:cNvPr>
          <p:cNvGrpSpPr/>
          <p:nvPr/>
        </p:nvGrpSpPr>
        <p:grpSpPr>
          <a:xfrm>
            <a:off x="978707" y="923753"/>
            <a:ext cx="3887553" cy="461665"/>
            <a:chOff x="917118" y="1178799"/>
            <a:chExt cx="3887553" cy="46166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60DBB86-F7D0-4405-B97A-6E38C3C12CDE}"/>
                </a:ext>
              </a:extLst>
            </p:cNvPr>
            <p:cNvSpPr txBox="1"/>
            <p:nvPr/>
          </p:nvSpPr>
          <p:spPr>
            <a:xfrm>
              <a:off x="917118" y="1178799"/>
              <a:ext cx="38875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设函数         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满足条件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7F92432-FDF8-4FC0-8D88-40AB6F18E6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7298351"/>
                </p:ext>
              </p:extLst>
            </p:nvPr>
          </p:nvGraphicFramePr>
          <p:xfrm>
            <a:off x="1921474" y="1290951"/>
            <a:ext cx="14605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6" name="Equation" r:id="rId3" imgW="1460160" imgH="342720" progId="Equation.DSMT4">
                    <p:embed/>
                  </p:oleObj>
                </mc:Choice>
                <mc:Fallback>
                  <p:oleObj name="Equation" r:id="rId3" imgW="1460160" imgH="34272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0696316D-45CE-4F88-AFD0-5380067D2F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1474" y="1290951"/>
                          <a:ext cx="14605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60D8D1D3-5023-4AF5-95B7-119B9B433835}"/>
              </a:ext>
            </a:extLst>
          </p:cNvPr>
          <p:cNvSpPr txBox="1"/>
          <p:nvPr/>
        </p:nvSpPr>
        <p:spPr>
          <a:xfrm>
            <a:off x="943878" y="288375"/>
            <a:ext cx="4770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4    </a:t>
            </a: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</a:rPr>
              <a:t>型未定式洛必达法则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4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897B457-A1F2-4BBD-85D8-2B32AE453F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43133"/>
              </p:ext>
            </p:extLst>
          </p:nvPr>
        </p:nvGraphicFramePr>
        <p:xfrm>
          <a:off x="1087894" y="2203082"/>
          <a:ext cx="3479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7" name="Equation" r:id="rId5" imgW="3479760" imgH="495000" progId="Equation.DSMT4">
                  <p:embed/>
                </p:oleObj>
              </mc:Choice>
              <mc:Fallback>
                <p:oleObj name="Equation" r:id="rId5" imgW="3479760" imgH="4950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000BCA19-4C8A-46D5-A0CE-F4380478A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7894" y="2203082"/>
                        <a:ext cx="34798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BC9A67FC-CB42-4E78-B518-EB131D92D1EA}"/>
              </a:ext>
            </a:extLst>
          </p:cNvPr>
          <p:cNvGrpSpPr/>
          <p:nvPr/>
        </p:nvGrpSpPr>
        <p:grpSpPr>
          <a:xfrm>
            <a:off x="710328" y="1567704"/>
            <a:ext cx="4806980" cy="461665"/>
            <a:chOff x="582440" y="1702603"/>
            <a:chExt cx="4806980" cy="4616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C386B55-BC11-4440-B860-6D468F2750A8}"/>
                </a:ext>
              </a:extLst>
            </p:cNvPr>
            <p:cNvSpPr txBox="1"/>
            <p:nvPr/>
          </p:nvSpPr>
          <p:spPr>
            <a:xfrm>
              <a:off x="582440" y="1702603"/>
              <a:ext cx="41378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在区间                内可导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41485542-1676-43BB-BD49-39211197F3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0004491"/>
                </p:ext>
              </p:extLst>
            </p:nvPr>
          </p:nvGraphicFramePr>
          <p:xfrm>
            <a:off x="2542972" y="1767567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8" name="Equation" r:id="rId7" imgW="1091880" imgH="342720" progId="Equation.DSMT4">
                    <p:embed/>
                  </p:oleObj>
                </mc:Choice>
                <mc:Fallback>
                  <p:oleObj name="Equation" r:id="rId7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42972" y="1767567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88367C2-065F-4F62-9CEB-5355FCEC72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9162161"/>
                </p:ext>
              </p:extLst>
            </p:nvPr>
          </p:nvGraphicFramePr>
          <p:xfrm>
            <a:off x="4703620" y="1818446"/>
            <a:ext cx="685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89" name="Equation" r:id="rId9" imgW="685800" imgH="279360" progId="Equation.DSMT4">
                    <p:embed/>
                  </p:oleObj>
                </mc:Choice>
                <mc:Fallback>
                  <p:oleObj name="Equation" r:id="rId9" imgW="6858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703620" y="1818446"/>
                          <a:ext cx="685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A002C2C-00FB-4955-8742-A90741ED3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882331"/>
              </p:ext>
            </p:extLst>
          </p:nvPr>
        </p:nvGraphicFramePr>
        <p:xfrm>
          <a:off x="1982009" y="176153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0" name="Equation" r:id="rId11" imgW="304560" imgH="723600" progId="Equation.DSMT4">
                  <p:embed/>
                </p:oleObj>
              </mc:Choice>
              <mc:Fallback>
                <p:oleObj name="Equation" r:id="rId11" imgW="304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82009" y="176153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C42AC54-5DA3-4450-8768-4C6ACC7079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501179"/>
              </p:ext>
            </p:extLst>
          </p:nvPr>
        </p:nvGraphicFramePr>
        <p:xfrm>
          <a:off x="1087894" y="2693912"/>
          <a:ext cx="22113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91" name="Equation" r:id="rId13" imgW="2222280" imgH="787320" progId="Equation.DSMT4">
                  <p:embed/>
                </p:oleObj>
              </mc:Choice>
              <mc:Fallback>
                <p:oleObj name="Equation" r:id="rId13" imgW="2222280" imgH="7873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851C4075-6A3A-4464-8200-B3D27A96FF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894" y="2693912"/>
                        <a:ext cx="2211387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754808D8-80EC-4482-8230-0920865D9C8B}"/>
              </a:ext>
            </a:extLst>
          </p:cNvPr>
          <p:cNvGrpSpPr/>
          <p:nvPr/>
        </p:nvGrpSpPr>
        <p:grpSpPr>
          <a:xfrm>
            <a:off x="3455394" y="2803026"/>
            <a:ext cx="3393140" cy="461665"/>
            <a:chOff x="3428634" y="2969550"/>
            <a:chExt cx="3393140" cy="461665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BB8D5A6-E57A-4DB6-99D1-820048313E3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6764309"/>
                </p:ext>
              </p:extLst>
            </p:nvPr>
          </p:nvGraphicFramePr>
          <p:xfrm>
            <a:off x="3428634" y="3045533"/>
            <a:ext cx="342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92" name="Equation" r:id="rId15" imgW="342720" imgH="342720" progId="Equation.DSMT4">
                    <p:embed/>
                  </p:oleObj>
                </mc:Choice>
                <mc:Fallback>
                  <p:oleObj name="Equation" r:id="rId15" imgW="3427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28634" y="3045533"/>
                          <a:ext cx="342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1EFDF42-4062-429A-BF6C-0A0FA0693AD1}"/>
                </a:ext>
              </a:extLst>
            </p:cNvPr>
            <p:cNvSpPr/>
            <p:nvPr/>
          </p:nvSpPr>
          <p:spPr>
            <a:xfrm>
              <a:off x="3723166" y="2969550"/>
              <a:ext cx="30986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为有限数或无穷大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86F3A67-2FE4-4317-A734-63CA53FD57F6}"/>
              </a:ext>
            </a:extLst>
          </p:cNvPr>
          <p:cNvGrpSpPr/>
          <p:nvPr/>
        </p:nvGrpSpPr>
        <p:grpSpPr>
          <a:xfrm>
            <a:off x="943878" y="3481913"/>
            <a:ext cx="2364879" cy="787400"/>
            <a:chOff x="917118" y="3648437"/>
            <a:chExt cx="2364879" cy="7874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37E1D99-3DAA-4BDA-880D-158B961B5F50}"/>
                </a:ext>
              </a:extLst>
            </p:cNvPr>
            <p:cNvSpPr/>
            <p:nvPr/>
          </p:nvSpPr>
          <p:spPr>
            <a:xfrm>
              <a:off x="917118" y="3795770"/>
              <a:ext cx="8465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54F991B-3A52-4D73-8B26-95246D35CC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1760657"/>
                </p:ext>
              </p:extLst>
            </p:nvPr>
          </p:nvGraphicFramePr>
          <p:xfrm>
            <a:off x="1554797" y="3648437"/>
            <a:ext cx="17272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93" name="Equation" r:id="rId17" imgW="1726920" imgH="787320" progId="Equation.DSMT4">
                    <p:embed/>
                  </p:oleObj>
                </mc:Choice>
                <mc:Fallback>
                  <p:oleObj name="Equation" r:id="rId17" imgW="172692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554797" y="3648437"/>
                          <a:ext cx="17272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1606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C8E7E94F-A7AF-4BC2-834E-D93F36EC6E37}"/>
              </a:ext>
            </a:extLst>
          </p:cNvPr>
          <p:cNvSpPr txBox="1"/>
          <p:nvPr/>
        </p:nvSpPr>
        <p:spPr>
          <a:xfrm>
            <a:off x="683568" y="644591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22 </a:t>
            </a:r>
            <a:r>
              <a:rPr lang="zh-CN" altLang="en-US" sz="2400" b="1" dirty="0">
                <a:latin typeface="+mn-ea"/>
              </a:rPr>
              <a:t>设    在     内可导，且           求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503B9ED-E4E5-46B4-940E-C9B843FE01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829942"/>
              </p:ext>
            </p:extLst>
          </p:nvPr>
        </p:nvGraphicFramePr>
        <p:xfrm>
          <a:off x="1835696" y="71116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7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71116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BB3705FC-A3F2-4AAB-BA93-EC950C39DA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982766"/>
              </p:ext>
            </p:extLst>
          </p:nvPr>
        </p:nvGraphicFramePr>
        <p:xfrm>
          <a:off x="2831467" y="763356"/>
          <a:ext cx="749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8" name="Equation" r:id="rId5" imgW="749160" imgH="342720" progId="Equation.DSMT4">
                  <p:embed/>
                </p:oleObj>
              </mc:Choice>
              <mc:Fallback>
                <p:oleObj name="Equation" r:id="rId5" imgW="749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31467" y="763356"/>
                        <a:ext cx="749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B342688-B5B1-4C22-BB42-BBEBBB174B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34667"/>
              </p:ext>
            </p:extLst>
          </p:nvPr>
        </p:nvGraphicFramePr>
        <p:xfrm>
          <a:off x="5148064" y="711166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09" name="Equation" r:id="rId7" imgW="1600200" imgH="482400" progId="Equation.DSMT4">
                  <p:embed/>
                </p:oleObj>
              </mc:Choice>
              <mc:Fallback>
                <p:oleObj name="Equation" r:id="rId7" imgW="16002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064" y="711166"/>
                        <a:ext cx="1600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E50C2CCD-A134-4478-8D2D-1D942CCE6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859586"/>
              </p:ext>
            </p:extLst>
          </p:nvPr>
        </p:nvGraphicFramePr>
        <p:xfrm>
          <a:off x="7121761" y="507123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0" name="Equation" r:id="rId9" imgW="1193760" imgH="736560" progId="Equation.DSMT4">
                  <p:embed/>
                </p:oleObj>
              </mc:Choice>
              <mc:Fallback>
                <p:oleObj name="Equation" r:id="rId9" imgW="1193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21761" y="507123"/>
                        <a:ext cx="119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46BB3CEB-E377-4522-BAC0-E76387CF1E53}"/>
              </a:ext>
            </a:extLst>
          </p:cNvPr>
          <p:cNvSpPr/>
          <p:nvPr/>
        </p:nvSpPr>
        <p:spPr>
          <a:xfrm>
            <a:off x="651992" y="1404292"/>
            <a:ext cx="846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412E97-F829-4E75-BDF1-D78BEB82A16F}"/>
              </a:ext>
            </a:extLst>
          </p:cNvPr>
          <p:cNvSpPr txBox="1"/>
          <p:nvPr/>
        </p:nvSpPr>
        <p:spPr>
          <a:xfrm>
            <a:off x="1620051" y="1404291"/>
            <a:ext cx="1675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</a:rPr>
              <a:t>型未定式</a:t>
            </a:r>
            <a:r>
              <a:rPr lang="en-US" altLang="zh-CN" sz="2400" b="1" dirty="0">
                <a:latin typeface="宋体" panose="02010600030101010101" pitchFamily="2" charset="-122"/>
              </a:rPr>
              <a:t>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F2E2DCA4-970A-43F2-B929-50C24FDE7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5387499"/>
              </p:ext>
            </p:extLst>
          </p:nvPr>
        </p:nvGraphicFramePr>
        <p:xfrm>
          <a:off x="1346162" y="1273174"/>
          <a:ext cx="30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1" name="Equation" r:id="rId11" imgW="304560" imgH="723600" progId="Equation.DSMT4">
                  <p:embed/>
                </p:oleObj>
              </mc:Choice>
              <mc:Fallback>
                <p:oleObj name="Equation" r:id="rId11" imgW="304560" imgH="723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A002C2C-00FB-4955-8742-A90741ED3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46162" y="1273174"/>
                        <a:ext cx="304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781275C0-8298-41F2-8966-1C16BD9FDF7E}"/>
              </a:ext>
            </a:extLst>
          </p:cNvPr>
          <p:cNvSpPr txBox="1"/>
          <p:nvPr/>
        </p:nvSpPr>
        <p:spPr>
          <a:xfrm>
            <a:off x="2987824" y="140429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由广义洛必达法则得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5B87D56-7B79-43C4-92E0-9E2B5824D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839824"/>
              </p:ext>
            </p:extLst>
          </p:nvPr>
        </p:nvGraphicFramePr>
        <p:xfrm>
          <a:off x="1259632" y="2184429"/>
          <a:ext cx="4279901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2" name="Equation" r:id="rId13" imgW="4279680" imgH="787320" progId="Equation.DSMT4">
                  <p:embed/>
                </p:oleObj>
              </mc:Choice>
              <mc:Fallback>
                <p:oleObj name="Equation" r:id="rId13" imgW="4279680" imgH="7873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E50C2CCD-A134-4478-8D2D-1D942CCE6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9632" y="2184429"/>
                        <a:ext cx="4279901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FA58F245-A760-4F25-85FF-3B9123EA47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563323"/>
              </p:ext>
            </p:extLst>
          </p:nvPr>
        </p:nvGraphicFramePr>
        <p:xfrm>
          <a:off x="2457995" y="3311125"/>
          <a:ext cx="3454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3" name="Equation" r:id="rId15" imgW="3454200" imgH="723600" progId="Equation.DSMT4">
                  <p:embed/>
                </p:oleObj>
              </mc:Choice>
              <mc:Fallback>
                <p:oleObj name="Equation" r:id="rId15" imgW="3454200" imgH="723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75B87D56-7B79-43C4-92E0-9E2B5824D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57995" y="3311125"/>
                        <a:ext cx="3454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494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01BCFB1-8D29-42B1-AD56-6611553692DE}"/>
              </a:ext>
            </a:extLst>
          </p:cNvPr>
          <p:cNvSpPr txBox="1"/>
          <p:nvPr/>
        </p:nvSpPr>
        <p:spPr>
          <a:xfrm>
            <a:off x="878480" y="604079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23 </a:t>
            </a:r>
            <a:r>
              <a:rPr lang="zh-CN" altLang="en-US" sz="2400" b="1" dirty="0">
                <a:latin typeface="+mn-ea"/>
              </a:rPr>
              <a:t>设    在      上可导，且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FB6DB6-8A5C-4F65-8FD1-CB6811AFB0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380962"/>
              </p:ext>
            </p:extLst>
          </p:nvPr>
        </p:nvGraphicFramePr>
        <p:xfrm>
          <a:off x="2030608" y="663461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0608" y="663461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85A146C-5B7F-4C42-A144-DC0E98028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15675"/>
              </p:ext>
            </p:extLst>
          </p:nvPr>
        </p:nvGraphicFramePr>
        <p:xfrm>
          <a:off x="2966712" y="663461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5" name="Equation" r:id="rId5" imgW="901440" imgH="342720" progId="Equation.DSMT4">
                  <p:embed/>
                </p:oleObj>
              </mc:Choice>
              <mc:Fallback>
                <p:oleObj name="Equation" r:id="rId5" imgW="901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66712" y="663461"/>
                        <a:ext cx="90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1E026B3-A210-4F8C-B094-6A1D15138A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898908"/>
              </p:ext>
            </p:extLst>
          </p:nvPr>
        </p:nvGraphicFramePr>
        <p:xfrm>
          <a:off x="5516163" y="670867"/>
          <a:ext cx="2806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6" name="Equation" r:id="rId7" imgW="2806560" imgH="482400" progId="Equation.DSMT4">
                  <p:embed/>
                </p:oleObj>
              </mc:Choice>
              <mc:Fallback>
                <p:oleObj name="Equation" r:id="rId7" imgW="28065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16163" y="670867"/>
                        <a:ext cx="28067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8F93C5F-749D-41BD-8FBB-2ED35961AE16}"/>
              </a:ext>
            </a:extLst>
          </p:cNvPr>
          <p:cNvSpPr/>
          <p:nvPr/>
        </p:nvSpPr>
        <p:spPr>
          <a:xfrm>
            <a:off x="323528" y="1275606"/>
            <a:ext cx="903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EDEBC1C-12AB-463C-9057-B74922FD39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5813910"/>
              </p:ext>
            </p:extLst>
          </p:nvPr>
        </p:nvGraphicFramePr>
        <p:xfrm>
          <a:off x="1226812" y="1275606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7" name="Equation" r:id="rId9" imgW="1739880" imgH="482400" progId="Equation.DSMT4">
                  <p:embed/>
                </p:oleObj>
              </mc:Choice>
              <mc:Fallback>
                <p:oleObj name="Equation" r:id="rId9" imgW="17398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26812" y="1275606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AB9517A-9678-43FE-84DC-7284157548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58069"/>
              </p:ext>
            </p:extLst>
          </p:nvPr>
        </p:nvGraphicFramePr>
        <p:xfrm>
          <a:off x="3058288" y="1241190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8" name="Equation" r:id="rId11" imgW="1739880" imgH="482400" progId="Equation.DSMT4">
                  <p:embed/>
                </p:oleObj>
              </mc:Choice>
              <mc:Fallback>
                <p:oleObj name="Equation" r:id="rId11" imgW="17398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58288" y="1241190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78F62B6-6E64-4EB8-A168-1744C1895897}"/>
              </a:ext>
            </a:extLst>
          </p:cNvPr>
          <p:cNvSpPr/>
          <p:nvPr/>
        </p:nvSpPr>
        <p:spPr>
          <a:xfrm>
            <a:off x="683568" y="2081103"/>
            <a:ext cx="903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>
              <a:solidFill>
                <a:srgbClr val="0064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97E81B8-1DDF-4036-9D85-BD5D610CC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421268"/>
              </p:ext>
            </p:extLst>
          </p:nvPr>
        </p:nvGraphicFramePr>
        <p:xfrm>
          <a:off x="1331640" y="1896512"/>
          <a:ext cx="30480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9" name="Equation" r:id="rId13" imgW="3047760" imgH="774360" progId="Equation.DSMT4">
                  <p:embed/>
                </p:oleObj>
              </mc:Choice>
              <mc:Fallback>
                <p:oleObj name="Equation" r:id="rId13" imgW="3047760" imgH="7743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EDEBC1C-12AB-463C-9057-B74922FD39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1640" y="1896512"/>
                        <a:ext cx="30480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6DF279FD-BFC8-4DD8-AC7F-3DE85ADB19FF}"/>
              </a:ext>
            </a:extLst>
          </p:cNvPr>
          <p:cNvSpPr/>
          <p:nvPr/>
        </p:nvSpPr>
        <p:spPr>
          <a:xfrm>
            <a:off x="323528" y="2994109"/>
            <a:ext cx="1969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广义洛必达法则</a:t>
            </a: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9A16156-D63F-48AC-8764-CD500CAA1B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105956"/>
              </p:ext>
            </p:extLst>
          </p:nvPr>
        </p:nvGraphicFramePr>
        <p:xfrm>
          <a:off x="2452688" y="2740025"/>
          <a:ext cx="3390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0" name="Equation" r:id="rId15" imgW="3390840" imgH="774360" progId="Equation.DSMT4">
                  <p:embed/>
                </p:oleObj>
              </mc:Choice>
              <mc:Fallback>
                <p:oleObj name="Equation" r:id="rId15" imgW="33908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52688" y="2740025"/>
                        <a:ext cx="3390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2E9A840E-3056-4E48-84A8-64F394F84F3A}"/>
              </a:ext>
            </a:extLst>
          </p:cNvPr>
          <p:cNvSpPr/>
          <p:nvPr/>
        </p:nvSpPr>
        <p:spPr>
          <a:xfrm>
            <a:off x="716388" y="3715574"/>
            <a:ext cx="9032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15531B6-CF36-492A-9DF6-4B919D1462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568699"/>
              </p:ext>
            </p:extLst>
          </p:nvPr>
        </p:nvGraphicFramePr>
        <p:xfrm>
          <a:off x="1619672" y="3715574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1" name="Equation" r:id="rId17" imgW="1739880" imgH="482400" progId="Equation.DSMT4">
                  <p:embed/>
                </p:oleObj>
              </mc:Choice>
              <mc:Fallback>
                <p:oleObj name="Equation" r:id="rId17" imgW="1739880" imgH="4824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EEDEBC1C-12AB-463C-9057-B74922FD39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9672" y="3715574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4F20D05-C65E-472A-81D5-317C9EC2CC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309437"/>
              </p:ext>
            </p:extLst>
          </p:nvPr>
        </p:nvGraphicFramePr>
        <p:xfrm>
          <a:off x="3451148" y="3681158"/>
          <a:ext cx="1739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2" name="Equation" r:id="rId18" imgW="1739880" imgH="482400" progId="Equation.DSMT4">
                  <p:embed/>
                </p:oleObj>
              </mc:Choice>
              <mc:Fallback>
                <p:oleObj name="Equation" r:id="rId18" imgW="1739880" imgH="4824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AB9517A-9678-43FE-84DC-7284157548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1148" y="3681158"/>
                        <a:ext cx="17399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DE0FDDBD-7D1F-43B9-9232-04B2B0BA0482}"/>
              </a:ext>
            </a:extLst>
          </p:cNvPr>
          <p:cNvGrpSpPr/>
          <p:nvPr/>
        </p:nvGrpSpPr>
        <p:grpSpPr>
          <a:xfrm>
            <a:off x="4996807" y="1807752"/>
            <a:ext cx="1949778" cy="723900"/>
            <a:chOff x="4996807" y="1807752"/>
            <a:chExt cx="1949778" cy="723900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ACC50F2-BAE6-4E89-95C8-701C3591612F}"/>
                </a:ext>
              </a:extLst>
            </p:cNvPr>
            <p:cNvSpPr txBox="1"/>
            <p:nvPr/>
          </p:nvSpPr>
          <p:spPr>
            <a:xfrm>
              <a:off x="5270696" y="1938869"/>
              <a:ext cx="16758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型未定式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F0768BA2-EB57-4E28-B14F-E84F8E0191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7923751"/>
                </p:ext>
              </p:extLst>
            </p:nvPr>
          </p:nvGraphicFramePr>
          <p:xfrm>
            <a:off x="4996807" y="1807752"/>
            <a:ext cx="304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53" name="Equation" r:id="rId19" imgW="304560" imgH="723600" progId="Equation.DSMT4">
                    <p:embed/>
                  </p:oleObj>
                </mc:Choice>
                <mc:Fallback>
                  <p:oleObj name="Equation" r:id="rId19" imgW="304560" imgH="7236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F2E2DCA4-970A-43F2-B929-50C24FDE70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996807" y="1807752"/>
                          <a:ext cx="304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1589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06038E4-1351-458B-BBD1-DE7DEC5A551D}"/>
              </a:ext>
            </a:extLst>
          </p:cNvPr>
          <p:cNvSpPr/>
          <p:nvPr/>
        </p:nvSpPr>
        <p:spPr>
          <a:xfrm>
            <a:off x="1010788" y="555526"/>
            <a:ext cx="82809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24  </a:t>
            </a:r>
            <a:r>
              <a:rPr lang="zh-CN" altLang="en-US" sz="2400" b="1" dirty="0">
                <a:latin typeface="+mn-ea"/>
              </a:rPr>
              <a:t>设函数     在     处有二阶导数，且     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endParaRPr lang="zh-CN" altLang="en-US" sz="2400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7132CF3-58DC-4F9B-B976-9E7DBAC83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12419"/>
              </p:ext>
            </p:extLst>
          </p:nvPr>
        </p:nvGraphicFramePr>
        <p:xfrm>
          <a:off x="3027012" y="614908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0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27012" y="614908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DE551A2-094C-4837-9C3C-CDC966F61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761609"/>
              </p:ext>
            </p:extLst>
          </p:nvPr>
        </p:nvGraphicFramePr>
        <p:xfrm>
          <a:off x="4035124" y="614908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1" name="Equation" r:id="rId5" imgW="736560" imgH="380880" progId="Equation.DSMT4">
                  <p:embed/>
                </p:oleObj>
              </mc:Choice>
              <mc:Fallback>
                <p:oleObj name="Equation" r:id="rId5" imgW="736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35124" y="614908"/>
                        <a:ext cx="73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3BF99C0-E8F4-4EB4-B525-FA4C41EF5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416097"/>
              </p:ext>
            </p:extLst>
          </p:nvPr>
        </p:nvGraphicFramePr>
        <p:xfrm>
          <a:off x="7415458" y="614908"/>
          <a:ext cx="1358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2" name="Equation" r:id="rId7" imgW="1358640" imgH="380880" progId="Equation.DSMT4">
                  <p:embed/>
                </p:oleObj>
              </mc:Choice>
              <mc:Fallback>
                <p:oleObj name="Equation" r:id="rId7" imgW="1358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15458" y="614908"/>
                        <a:ext cx="13589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9006587-2FF4-48AD-B4F6-C72F3124E9D8}"/>
              </a:ext>
            </a:extLst>
          </p:cNvPr>
          <p:cNvSpPr/>
          <p:nvPr/>
        </p:nvSpPr>
        <p:spPr>
          <a:xfrm>
            <a:off x="251520" y="1131590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证明：存在           使当                    时，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39D9F00-0B86-4F21-8CA0-F7229F721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060459"/>
              </p:ext>
            </p:extLst>
          </p:nvPr>
        </p:nvGraphicFramePr>
        <p:xfrm>
          <a:off x="1979712" y="1263055"/>
          <a:ext cx="749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3" name="Equation" r:id="rId9" imgW="749160" imgH="330120" progId="Equation.DSMT4">
                  <p:embed/>
                </p:oleObj>
              </mc:Choice>
              <mc:Fallback>
                <p:oleObj name="Equation" r:id="rId9" imgW="749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712" y="1263055"/>
                        <a:ext cx="749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7A17620-0227-4141-97B2-129DBA483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416380"/>
              </p:ext>
            </p:extLst>
          </p:nvPr>
        </p:nvGraphicFramePr>
        <p:xfrm>
          <a:off x="3491880" y="1221604"/>
          <a:ext cx="1371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4" name="Equation" r:id="rId11" imgW="1371600" imgH="330120" progId="Equation.DSMT4">
                  <p:embed/>
                </p:oleObj>
              </mc:Choice>
              <mc:Fallback>
                <p:oleObj name="Equation" r:id="rId11" imgW="1371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1880" y="1221604"/>
                        <a:ext cx="1371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B48778B-304C-4299-905D-558328912B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812529"/>
              </p:ext>
            </p:extLst>
          </p:nvPr>
        </p:nvGraphicFramePr>
        <p:xfrm>
          <a:off x="2267744" y="1836307"/>
          <a:ext cx="400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5" name="Equation" r:id="rId13" imgW="4000320" imgH="723600" progId="Equation.DSMT4">
                  <p:embed/>
                </p:oleObj>
              </mc:Choice>
              <mc:Fallback>
                <p:oleObj name="Equation" r:id="rId13" imgW="4000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67744" y="1836307"/>
                        <a:ext cx="4000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384963D4-1E1B-415D-B54F-7CE6DC358547}"/>
              </a:ext>
            </a:extLst>
          </p:cNvPr>
          <p:cNvSpPr/>
          <p:nvPr/>
        </p:nvSpPr>
        <p:spPr>
          <a:xfrm>
            <a:off x="1010788" y="294659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证</a:t>
            </a:r>
            <a:endParaRPr lang="zh-CN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A26882-139C-4614-A718-D2CFB03E9BEC}"/>
              </a:ext>
            </a:extLst>
          </p:cNvPr>
          <p:cNvSpPr/>
          <p:nvPr/>
        </p:nvSpPr>
        <p:spPr>
          <a:xfrm>
            <a:off x="1536151" y="2935639"/>
            <a:ext cx="20481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因为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9671DA3-2BE5-4A13-90EB-EB8562093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421872"/>
              </p:ext>
            </p:extLst>
          </p:nvPr>
        </p:nvGraphicFramePr>
        <p:xfrm>
          <a:off x="2511609" y="2798171"/>
          <a:ext cx="416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6" name="Equation" r:id="rId15" imgW="4165560" imgH="736560" progId="Equation.DSMT4">
                  <p:embed/>
                </p:oleObj>
              </mc:Choice>
              <mc:Fallback>
                <p:oleObj name="Equation" r:id="rId15" imgW="4165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11609" y="2798171"/>
                        <a:ext cx="416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B5AA1D4-C1AC-4C2A-8383-4A75302F6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297801"/>
              </p:ext>
            </p:extLst>
          </p:nvPr>
        </p:nvGraphicFramePr>
        <p:xfrm>
          <a:off x="2267744" y="3880445"/>
          <a:ext cx="3403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7" name="Equation" r:id="rId17" imgW="3403440" imgH="736560" progId="Equation.DSMT4">
                  <p:embed/>
                </p:oleObj>
              </mc:Choice>
              <mc:Fallback>
                <p:oleObj name="Equation" r:id="rId17" imgW="3403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267744" y="3880445"/>
                        <a:ext cx="3403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998D5270-2FB2-4BDF-A300-0FAB86775A3E}"/>
              </a:ext>
            </a:extLst>
          </p:cNvPr>
          <p:cNvSpPr/>
          <p:nvPr/>
        </p:nvSpPr>
        <p:spPr>
          <a:xfrm>
            <a:off x="755576" y="406407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洛必达法则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72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18939BB-0F6C-4240-B389-908542CF3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397799"/>
              </p:ext>
            </p:extLst>
          </p:nvPr>
        </p:nvGraphicFramePr>
        <p:xfrm>
          <a:off x="827584" y="411510"/>
          <a:ext cx="3403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2" name="Equation" r:id="rId3" imgW="3403440" imgH="736560" progId="Equation.DSMT4">
                  <p:embed/>
                </p:oleObj>
              </mc:Choice>
              <mc:Fallback>
                <p:oleObj name="Equation" r:id="rId3" imgW="3403440" imgH="7365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B5AA1D4-C1AC-4C2A-8383-4A75302F64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411510"/>
                        <a:ext cx="3403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D0CAFE7-626D-4209-8251-930BFCBF5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391413"/>
              </p:ext>
            </p:extLst>
          </p:nvPr>
        </p:nvGraphicFramePr>
        <p:xfrm>
          <a:off x="827088" y="1492250"/>
          <a:ext cx="6032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3" name="Equation" r:id="rId5" imgW="6032160" imgH="812520" progId="Equation.DSMT4">
                  <p:embed/>
                </p:oleObj>
              </mc:Choice>
              <mc:Fallback>
                <p:oleObj name="Equation" r:id="rId5" imgW="60321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7088" y="1492250"/>
                        <a:ext cx="6032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02F4E89-3207-474B-91C9-8CBE2E8921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212126"/>
              </p:ext>
            </p:extLst>
          </p:nvPr>
        </p:nvGraphicFramePr>
        <p:xfrm>
          <a:off x="850900" y="2419351"/>
          <a:ext cx="3721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4" name="Equation" r:id="rId7" imgW="3720960" imgH="723600" progId="Equation.DSMT4">
                  <p:embed/>
                </p:oleObj>
              </mc:Choice>
              <mc:Fallback>
                <p:oleObj name="Equation" r:id="rId7" imgW="3720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0900" y="2419351"/>
                        <a:ext cx="3721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65E782D-D26E-4B32-9FFA-85C192156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615492"/>
              </p:ext>
            </p:extLst>
          </p:nvPr>
        </p:nvGraphicFramePr>
        <p:xfrm>
          <a:off x="4702617" y="2650379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5" name="Equation" r:id="rId9" imgW="495000" imgH="330120" progId="Equation.DSMT4">
                  <p:embed/>
                </p:oleObj>
              </mc:Choice>
              <mc:Fallback>
                <p:oleObj name="Equation" r:id="rId9" imgW="495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02617" y="2650379"/>
                        <a:ext cx="495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2532AB4-DA9D-411C-911F-85D59E28387D}"/>
              </a:ext>
            </a:extLst>
          </p:cNvPr>
          <p:cNvSpPr/>
          <p:nvPr/>
        </p:nvSpPr>
        <p:spPr>
          <a:xfrm>
            <a:off x="827088" y="357986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C9AE46E-42AB-4C30-9112-AA6EC948A3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383926"/>
              </p:ext>
            </p:extLst>
          </p:nvPr>
        </p:nvGraphicFramePr>
        <p:xfrm>
          <a:off x="1630513" y="3416994"/>
          <a:ext cx="619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6" name="Equation" r:id="rId11" imgW="6197400" imgH="787320" progId="Equation.DSMT4">
                  <p:embed/>
                </p:oleObj>
              </mc:Choice>
              <mc:Fallback>
                <p:oleObj name="Equation" r:id="rId11" imgW="61974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30513" y="3416994"/>
                        <a:ext cx="6197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52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A2F880A-06FF-4206-95D5-FCD52402F0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900693"/>
              </p:ext>
            </p:extLst>
          </p:nvPr>
        </p:nvGraphicFramePr>
        <p:xfrm>
          <a:off x="1043608" y="627534"/>
          <a:ext cx="619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0" name="Equation" r:id="rId3" imgW="6197400" imgH="787320" progId="Equation.DSMT4">
                  <p:embed/>
                </p:oleObj>
              </mc:Choice>
              <mc:Fallback>
                <p:oleObj name="Equation" r:id="rId3" imgW="6197400" imgH="787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C9AE46E-42AB-4C30-9112-AA6EC948A3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608" y="627534"/>
                        <a:ext cx="6197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2C3902BF-FCF3-4B24-A7EE-F081828CB277}"/>
              </a:ext>
            </a:extLst>
          </p:cNvPr>
          <p:cNvGrpSpPr/>
          <p:nvPr/>
        </p:nvGrpSpPr>
        <p:grpSpPr>
          <a:xfrm>
            <a:off x="787318" y="1635125"/>
            <a:ext cx="7569364" cy="461666"/>
            <a:chOff x="803458" y="1707653"/>
            <a:chExt cx="7569364" cy="461666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3A0D4B8-8143-4B6C-9144-428909D88EA0}"/>
                </a:ext>
              </a:extLst>
            </p:cNvPr>
            <p:cNvSpPr/>
            <p:nvPr/>
          </p:nvSpPr>
          <p:spPr>
            <a:xfrm>
              <a:off x="803458" y="1707654"/>
              <a:ext cx="71529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由极限的局部保号性得</a:t>
              </a:r>
              <a:r>
                <a:rPr lang="en-US" altLang="zh-CN" sz="2400" b="1" dirty="0">
                  <a:latin typeface="+mn-ea"/>
                </a:rPr>
                <a:t>,</a:t>
              </a:r>
              <a:endParaRPr lang="zh-CN" altLang="en-US" sz="24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0C01E21-CCFA-46B6-A338-F9581A9C34AD}"/>
                </a:ext>
              </a:extLst>
            </p:cNvPr>
            <p:cNvGrpSpPr/>
            <p:nvPr/>
          </p:nvGrpSpPr>
          <p:grpSpPr>
            <a:xfrm>
              <a:off x="3980334" y="1707653"/>
              <a:ext cx="4392488" cy="461665"/>
              <a:chOff x="467544" y="2859782"/>
              <a:chExt cx="4392488" cy="461665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EAE0BA-5651-4178-B5F4-22B50786EA76}"/>
                  </a:ext>
                </a:extLst>
              </p:cNvPr>
              <p:cNvSpPr/>
              <p:nvPr/>
            </p:nvSpPr>
            <p:spPr>
              <a:xfrm>
                <a:off x="467544" y="2859782"/>
                <a:ext cx="439248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存在           使当                    时，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5EB9BA65-F56F-4BDF-9949-A5BE7FAC5B0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6676479"/>
                  </p:ext>
                </p:extLst>
              </p:nvPr>
            </p:nvGraphicFramePr>
            <p:xfrm>
              <a:off x="1172152" y="2938598"/>
              <a:ext cx="7493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81" name="Equation" r:id="rId5" imgW="749160" imgH="330120" progId="Equation.DSMT4">
                      <p:embed/>
                    </p:oleObj>
                  </mc:Choice>
                  <mc:Fallback>
                    <p:oleObj name="Equation" r:id="rId5" imgW="749160" imgH="33012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E39D9F00-0B86-4F21-8CA0-F7229F721CE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172152" y="2938598"/>
                            <a:ext cx="7493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6">
                <a:extLst>
                  <a:ext uri="{FF2B5EF4-FFF2-40B4-BE49-F238E27FC236}">
                    <a16:creationId xmlns:a16="http://schemas.microsoft.com/office/drawing/2014/main" id="{F9FF4CF1-351A-48DA-9835-35A348D1AF6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4761655"/>
                  </p:ext>
                </p:extLst>
              </p:nvPr>
            </p:nvGraphicFramePr>
            <p:xfrm>
              <a:off x="2626060" y="2938598"/>
              <a:ext cx="13716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82" name="Equation" r:id="rId7" imgW="1371600" imgH="330120" progId="Equation.DSMT4">
                      <p:embed/>
                    </p:oleObj>
                  </mc:Choice>
                  <mc:Fallback>
                    <p:oleObj name="Equation" r:id="rId7" imgW="1371600" imgH="330120" progId="Equation.DSMT4">
                      <p:embed/>
                      <p:pic>
                        <p:nvPicPr>
                          <p:cNvPr id="9" name="对象 8">
                            <a:extLst>
                              <a:ext uri="{FF2B5EF4-FFF2-40B4-BE49-F238E27FC236}">
                                <a16:creationId xmlns:a16="http://schemas.microsoft.com/office/drawing/2014/main" id="{27A17620-0227-4141-97B2-129DBA483AB4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626060" y="2938598"/>
                            <a:ext cx="13716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58B1CB-06E6-4375-8F1B-74DAF28D5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717900"/>
              </p:ext>
            </p:extLst>
          </p:nvPr>
        </p:nvGraphicFramePr>
        <p:xfrm>
          <a:off x="2211110" y="2338098"/>
          <a:ext cx="4597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3" name="Equation" r:id="rId9" imgW="4597200" imgH="787320" progId="Equation.DSMT4">
                  <p:embed/>
                </p:oleObj>
              </mc:Choice>
              <mc:Fallback>
                <p:oleObj name="Equation" r:id="rId9" imgW="45972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11110" y="2338098"/>
                        <a:ext cx="4597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DE706BC-10F0-471C-992E-2C52701F71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609555"/>
              </p:ext>
            </p:extLst>
          </p:nvPr>
        </p:nvGraphicFramePr>
        <p:xfrm>
          <a:off x="2182218" y="3369313"/>
          <a:ext cx="454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4" name="Equation" r:id="rId11" imgW="4546440" imgH="380880" progId="Equation.DSMT4">
                  <p:embed/>
                </p:oleObj>
              </mc:Choice>
              <mc:Fallback>
                <p:oleObj name="Equation" r:id="rId11" imgW="4546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82218" y="3369313"/>
                        <a:ext cx="4546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3D91329-0814-46B5-820E-87CE9BE2A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9529255"/>
              </p:ext>
            </p:extLst>
          </p:nvPr>
        </p:nvGraphicFramePr>
        <p:xfrm>
          <a:off x="2455268" y="4036070"/>
          <a:ext cx="4000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5" name="Equation" r:id="rId13" imgW="4000320" imgH="723600" progId="Equation.DSMT4">
                  <p:embed/>
                </p:oleObj>
              </mc:Choice>
              <mc:Fallback>
                <p:oleObj name="Equation" r:id="rId13" imgW="40003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55268" y="4036070"/>
                        <a:ext cx="4000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594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059832" y="1822846"/>
            <a:ext cx="432048" cy="676896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059832" y="3263006"/>
            <a:ext cx="432048" cy="676896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934043"/>
              </p:ext>
            </p:extLst>
          </p:nvPr>
        </p:nvGraphicFramePr>
        <p:xfrm>
          <a:off x="3131840" y="3285024"/>
          <a:ext cx="271462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3" name="Equation" r:id="rId4" imgW="266400" imgH="609480" progId="Equation.DSMT4">
                  <p:embed/>
                </p:oleObj>
              </mc:Choice>
              <mc:Fallback>
                <p:oleObj name="Equation" r:id="rId4" imgW="26640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285024"/>
                        <a:ext cx="271462" cy="604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308333"/>
              </p:ext>
            </p:extLst>
          </p:nvPr>
        </p:nvGraphicFramePr>
        <p:xfrm>
          <a:off x="3188102" y="1846336"/>
          <a:ext cx="2032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4" name="Equation" r:id="rId6" imgW="203040" imgH="609480" progId="Equation.DSMT4">
                  <p:embed/>
                </p:oleObj>
              </mc:Choice>
              <mc:Fallback>
                <p:oleObj name="Equation" r:id="rId6" imgW="2030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102" y="1846336"/>
                        <a:ext cx="203200" cy="6048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5076056" y="2715766"/>
            <a:ext cx="864096" cy="350988"/>
            <a:chOff x="5076056" y="2499742"/>
            <a:chExt cx="864096" cy="350988"/>
          </a:xfrm>
          <a:solidFill>
            <a:srgbClr val="FFFF00"/>
          </a:solidFill>
        </p:grpSpPr>
        <p:sp>
          <p:nvSpPr>
            <p:cNvPr id="17" name="矩形 16"/>
            <p:cNvSpPr/>
            <p:nvPr/>
          </p:nvSpPr>
          <p:spPr>
            <a:xfrm>
              <a:off x="5076056" y="2499742"/>
              <a:ext cx="864096" cy="350988"/>
            </a:xfrm>
            <a:prstGeom prst="rect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0333852"/>
                </p:ext>
              </p:extLst>
            </p:nvPr>
          </p:nvGraphicFramePr>
          <p:xfrm>
            <a:off x="5213270" y="2545139"/>
            <a:ext cx="541338" cy="284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5" name="Equation" r:id="rId8" imgW="545760" imgH="279360" progId="Equation.DSMT4">
                    <p:embed/>
                  </p:oleObj>
                </mc:Choice>
                <mc:Fallback>
                  <p:oleObj name="Equation" r:id="rId8" imgW="5457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3270" y="2545139"/>
                          <a:ext cx="541338" cy="284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665541" y="2715766"/>
            <a:ext cx="936104" cy="432048"/>
            <a:chOff x="683568" y="2499742"/>
            <a:chExt cx="936104" cy="432048"/>
          </a:xfrm>
          <a:solidFill>
            <a:srgbClr val="FFFF00"/>
          </a:solidFill>
        </p:grpSpPr>
        <p:sp>
          <p:nvSpPr>
            <p:cNvPr id="5" name="矩形 4"/>
            <p:cNvSpPr/>
            <p:nvPr/>
          </p:nvSpPr>
          <p:spPr>
            <a:xfrm>
              <a:off x="683568" y="2499742"/>
              <a:ext cx="936104" cy="432048"/>
            </a:xfrm>
            <a:prstGeom prst="rect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9317825"/>
                </p:ext>
              </p:extLst>
            </p:nvPr>
          </p:nvGraphicFramePr>
          <p:xfrm>
            <a:off x="788876" y="2614934"/>
            <a:ext cx="725488" cy="198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6" name="Equation" r:id="rId10" imgW="736560" imgH="203040" progId="Equation.DSMT4">
                    <p:embed/>
                  </p:oleObj>
                </mc:Choice>
                <mc:Fallback>
                  <p:oleObj name="Equation" r:id="rId10" imgW="7365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876" y="2614934"/>
                          <a:ext cx="725488" cy="198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317390"/>
              </p:ext>
            </p:extLst>
          </p:nvPr>
        </p:nvGraphicFramePr>
        <p:xfrm>
          <a:off x="7895257" y="2761163"/>
          <a:ext cx="360039" cy="36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7" name="Equation" r:id="rId12" imgW="279360" imgH="330120" progId="Equation.DSMT4">
                  <p:embed/>
                </p:oleObj>
              </mc:Choice>
              <mc:Fallback>
                <p:oleObj name="Equation" r:id="rId12" imgW="279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5257" y="2761163"/>
                        <a:ext cx="360039" cy="36875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7884368" y="1842959"/>
            <a:ext cx="360040" cy="368751"/>
            <a:chOff x="7884368" y="1626935"/>
            <a:chExt cx="360040" cy="368751"/>
          </a:xfrm>
          <a:solidFill>
            <a:srgbClr val="FFFF00"/>
          </a:solidFill>
        </p:grpSpPr>
        <p:sp>
          <p:nvSpPr>
            <p:cNvPr id="19" name="矩形 18"/>
            <p:cNvSpPr/>
            <p:nvPr/>
          </p:nvSpPr>
          <p:spPr>
            <a:xfrm>
              <a:off x="7884368" y="1626935"/>
              <a:ext cx="360040" cy="36875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1933774"/>
                </p:ext>
              </p:extLst>
            </p:nvPr>
          </p:nvGraphicFramePr>
          <p:xfrm>
            <a:off x="7960246" y="1659136"/>
            <a:ext cx="284162" cy="336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8" name="Equation" r:id="rId14" imgW="279360" imgH="342720" progId="Equation.DSMT4">
                    <p:embed/>
                  </p:oleObj>
                </mc:Choice>
                <mc:Fallback>
                  <p:oleObj name="Equation" r:id="rId14" imgW="27936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60246" y="1659136"/>
                          <a:ext cx="284162" cy="3365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7880498" y="3559662"/>
            <a:ext cx="363910" cy="380240"/>
            <a:chOff x="7880498" y="3343638"/>
            <a:chExt cx="363910" cy="380240"/>
          </a:xfrm>
          <a:solidFill>
            <a:srgbClr val="FFFF00"/>
          </a:solidFill>
        </p:grpSpPr>
        <p:sp>
          <p:nvSpPr>
            <p:cNvPr id="20" name="矩形 19"/>
            <p:cNvSpPr/>
            <p:nvPr/>
          </p:nvSpPr>
          <p:spPr>
            <a:xfrm>
              <a:off x="7884368" y="3355127"/>
              <a:ext cx="360040" cy="36875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3675077"/>
                </p:ext>
              </p:extLst>
            </p:nvPr>
          </p:nvGraphicFramePr>
          <p:xfrm>
            <a:off x="7880498" y="3343638"/>
            <a:ext cx="36195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19" name="Equation" r:id="rId16" imgW="355320" imgH="330120" progId="Equation.DSMT4">
                    <p:embed/>
                  </p:oleObj>
                </mc:Choice>
                <mc:Fallback>
                  <p:oleObj name="Equation" r:id="rId16" imgW="35532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0498" y="3343638"/>
                          <a:ext cx="361950" cy="330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2" name="直接连接符 21"/>
          <p:cNvCxnSpPr>
            <a:stCxn id="5" idx="3"/>
          </p:cNvCxnSpPr>
          <p:nvPr/>
        </p:nvCxnSpPr>
        <p:spPr>
          <a:xfrm flipV="1">
            <a:off x="1601645" y="2930177"/>
            <a:ext cx="1008112" cy="16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2578852" y="2230023"/>
            <a:ext cx="432048" cy="7195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cxnSpLocks/>
          </p:cNvCxnSpPr>
          <p:nvPr/>
        </p:nvCxnSpPr>
        <p:spPr>
          <a:xfrm>
            <a:off x="2609757" y="2949595"/>
            <a:ext cx="432048" cy="6518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694621" y="2470125"/>
            <a:ext cx="85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通分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679377" y="2965019"/>
            <a:ext cx="85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转化</a:t>
            </a:r>
            <a:endParaRPr lang="zh-CN" altLang="en-US" sz="2400" b="1" dirty="0">
              <a:latin typeface="+mn-ea"/>
            </a:endParaRPr>
          </a:p>
        </p:txBody>
      </p:sp>
      <p:cxnSp>
        <p:nvCxnSpPr>
          <p:cNvPr id="34" name="直接箭头连接符 33"/>
          <p:cNvCxnSpPr>
            <a:cxnSpLocks/>
          </p:cNvCxnSpPr>
          <p:nvPr/>
        </p:nvCxnSpPr>
        <p:spPr>
          <a:xfrm flipH="1" flipV="1">
            <a:off x="3473853" y="2161294"/>
            <a:ext cx="432048" cy="7688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cxnSpLocks/>
          </p:cNvCxnSpPr>
          <p:nvPr/>
        </p:nvCxnSpPr>
        <p:spPr>
          <a:xfrm flipH="1">
            <a:off x="3473853" y="2949595"/>
            <a:ext cx="430770" cy="6518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3926147" y="2499742"/>
            <a:ext cx="121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取倒数</a:t>
            </a:r>
            <a:endParaRPr lang="zh-CN" altLang="en-US" sz="2400" b="1" dirty="0">
              <a:latin typeface="+mn-ea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3904623" y="2930177"/>
            <a:ext cx="115340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4052370" y="2891260"/>
            <a:ext cx="85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转化</a:t>
            </a:r>
            <a:endParaRPr lang="zh-CN" altLang="en-US" sz="2400" b="1" dirty="0">
              <a:latin typeface="+mn-ea"/>
            </a:endParaRPr>
          </a:p>
        </p:txBody>
      </p:sp>
      <p:cxnSp>
        <p:nvCxnSpPr>
          <p:cNvPr id="45" name="直接连接符 44"/>
          <p:cNvCxnSpPr/>
          <p:nvPr/>
        </p:nvCxnSpPr>
        <p:spPr>
          <a:xfrm flipH="1">
            <a:off x="5922125" y="2930177"/>
            <a:ext cx="1224136" cy="0"/>
          </a:xfrm>
          <a:prstGeom prst="line">
            <a:avLst/>
          </a:prstGeom>
          <a:ln w="19050">
            <a:solidFill>
              <a:schemeClr val="tx1"/>
            </a:solidFill>
            <a:headEnd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7146261" y="2930177"/>
            <a:ext cx="7162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cxnSpLocks/>
          </p:cNvCxnSpPr>
          <p:nvPr/>
        </p:nvCxnSpPr>
        <p:spPr>
          <a:xfrm flipV="1">
            <a:off x="7146261" y="2027335"/>
            <a:ext cx="720080" cy="8748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cxnSpLocks/>
          </p:cNvCxnSpPr>
          <p:nvPr/>
        </p:nvCxnSpPr>
        <p:spPr>
          <a:xfrm>
            <a:off x="7146261" y="2930177"/>
            <a:ext cx="720080" cy="825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6150454" y="2931790"/>
            <a:ext cx="853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转化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024528" y="2470125"/>
            <a:ext cx="121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取对数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38" name="文本框 2"/>
          <p:cNvSpPr txBox="1"/>
          <p:nvPr/>
        </p:nvSpPr>
        <p:spPr>
          <a:xfrm>
            <a:off x="683568" y="681628"/>
            <a:ext cx="122413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小结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65938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61309-4360-414F-86F5-17225ECE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301F68-A168-4846-A042-67199A506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36296" y="1752724"/>
            <a:ext cx="1346619" cy="1638052"/>
          </a:xfrm>
          <a:prstGeom prst="rect">
            <a:avLst/>
          </a:prstGeom>
          <a:ln w="41275" cmpd="thickThin">
            <a:solidFill>
              <a:srgbClr val="0064FF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DB07967-02E0-459F-871B-4CD788B3B89F}"/>
              </a:ext>
            </a:extLst>
          </p:cNvPr>
          <p:cNvSpPr/>
          <p:nvPr/>
        </p:nvSpPr>
        <p:spPr>
          <a:xfrm>
            <a:off x="179512" y="411510"/>
            <a:ext cx="66247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纪尧姆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弗朗索瓦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安托万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洛必达侯爵 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Guillaume François Antoine, Marquis de 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l‘Hôpital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1661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年－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1704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日），又音译为罗必塔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L’Hôpital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法国数学家，伟大的数学思想传播者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0D6BAB-3DA3-4C09-9B72-01F4D6B75995}"/>
              </a:ext>
            </a:extLst>
          </p:cNvPr>
          <p:cNvSpPr/>
          <p:nvPr/>
        </p:nvSpPr>
        <p:spPr>
          <a:xfrm>
            <a:off x="226282" y="1334840"/>
            <a:ext cx="653119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1661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年洛必达出生于法国的贵族家庭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.1704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日卒于巴黎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他曾受袭侯爵衔，并在军队中担任骑兵军官，后来因为视力不佳而退出军队，转向学术方面加以研究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他早年就显露出数学才能，在他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岁时就解出帕斯卡的摆线难题，以后又解出约翰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伯努利向欧洲挑战“最速降曲线问题”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稍后他放弃了炮兵的职务，投入更多的时间在数学上，在瑞士数学家伯努利的门下学习微积分，并成为法国新解析的主要成员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洛必达的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无限小分析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》(1696)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一书是微积分学方面最早的教科书，在十八世纪时为一模范著作，书中创造一种算法（洛必达法则），用以寻找满足一定条件的两函数之商的极限，洛必达于前言中向莱布尼兹和伯努利致谢，特别是约翰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·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伯努利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洛必达逝世之后，伯努利发表声明该法则及许多的其它发现该归功于他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b="1" i="0" u="none" strike="noStrike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959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CC53F48F-72F2-4EF5-8589-7BFD0BF6C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34" y="771550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B92F4D82-8B27-43C2-A3C8-3CFD4E947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775" y="2110085"/>
            <a:ext cx="345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2. 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课本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P183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，习题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3-3.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52BF5A04-1CE6-4B8E-A9BB-058CC56C0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95" y="1404292"/>
            <a:ext cx="6341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练习册  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第三章第二节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099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4453</TotalTime>
  <Words>1685</Words>
  <Application>Microsoft Office PowerPoint</Application>
  <PresentationFormat>全屏显示(16:9)</PresentationFormat>
  <Paragraphs>286</Paragraphs>
  <Slides>68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2" baseType="lpstr">
      <vt:lpstr>等线</vt:lpstr>
      <vt:lpstr>华文楷体</vt:lpstr>
      <vt:lpstr>华文行楷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467</cp:revision>
  <dcterms:created xsi:type="dcterms:W3CDTF">2018-09-27T06:48:14Z</dcterms:created>
  <dcterms:modified xsi:type="dcterms:W3CDTF">2023-10-29T16:11:38Z</dcterms:modified>
</cp:coreProperties>
</file>