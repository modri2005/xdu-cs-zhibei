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366" r:id="rId2"/>
    <p:sldId id="367" r:id="rId3"/>
    <p:sldId id="414" r:id="rId4"/>
    <p:sldId id="368" r:id="rId5"/>
    <p:sldId id="369" r:id="rId6"/>
    <p:sldId id="370" r:id="rId7"/>
    <p:sldId id="371" r:id="rId8"/>
    <p:sldId id="412" r:id="rId9"/>
    <p:sldId id="373" r:id="rId10"/>
    <p:sldId id="375" r:id="rId11"/>
    <p:sldId id="376" r:id="rId12"/>
    <p:sldId id="422" r:id="rId13"/>
    <p:sldId id="377" r:id="rId14"/>
    <p:sldId id="378" r:id="rId15"/>
    <p:sldId id="379" r:id="rId16"/>
    <p:sldId id="380" r:id="rId17"/>
    <p:sldId id="381" r:id="rId18"/>
    <p:sldId id="382" r:id="rId19"/>
    <p:sldId id="383" r:id="rId20"/>
    <p:sldId id="384" r:id="rId21"/>
    <p:sldId id="385" r:id="rId22"/>
    <p:sldId id="386" r:id="rId23"/>
    <p:sldId id="389" r:id="rId24"/>
    <p:sldId id="390" r:id="rId25"/>
    <p:sldId id="425" r:id="rId26"/>
    <p:sldId id="391" r:id="rId27"/>
    <p:sldId id="392" r:id="rId28"/>
    <p:sldId id="387" r:id="rId29"/>
    <p:sldId id="388" r:id="rId30"/>
    <p:sldId id="393" r:id="rId31"/>
    <p:sldId id="394" r:id="rId32"/>
    <p:sldId id="395" r:id="rId33"/>
    <p:sldId id="396" r:id="rId34"/>
    <p:sldId id="399" r:id="rId35"/>
    <p:sldId id="407" r:id="rId36"/>
    <p:sldId id="406" r:id="rId37"/>
    <p:sldId id="401" r:id="rId38"/>
    <p:sldId id="319" r:id="rId39"/>
    <p:sldId id="325" r:id="rId40"/>
    <p:sldId id="408" r:id="rId41"/>
    <p:sldId id="409" r:id="rId42"/>
    <p:sldId id="410" r:id="rId43"/>
    <p:sldId id="411" r:id="rId44"/>
    <p:sldId id="416" r:id="rId45"/>
    <p:sldId id="423" r:id="rId46"/>
    <p:sldId id="424" r:id="rId47"/>
    <p:sldId id="418" r:id="rId48"/>
    <p:sldId id="419" r:id="rId49"/>
    <p:sldId id="426" r:id="rId50"/>
    <p:sldId id="431" r:id="rId51"/>
    <p:sldId id="299" r:id="rId52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FF"/>
    <a:srgbClr val="FF3300"/>
    <a:srgbClr val="00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29" autoAdjust="0"/>
    <p:restoredTop sz="87018" autoAdjust="0"/>
  </p:normalViewPr>
  <p:slideViewPr>
    <p:cSldViewPr>
      <p:cViewPr varScale="1">
        <p:scale>
          <a:sx n="126" d="100"/>
          <a:sy n="126" d="100"/>
        </p:scale>
        <p:origin x="360" y="120"/>
      </p:cViewPr>
      <p:guideLst>
        <p:guide orient="horz" pos="103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image" Target="../media/image12.wmf"/><Relationship Id="rId7" Type="http://schemas.openxmlformats.org/officeDocument/2006/relationships/image" Target="../media/image16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Relationship Id="rId9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image" Target="../media/image32.wmf"/><Relationship Id="rId3" Type="http://schemas.openxmlformats.org/officeDocument/2006/relationships/image" Target="../media/image22.wmf"/><Relationship Id="rId7" Type="http://schemas.openxmlformats.org/officeDocument/2006/relationships/image" Target="../media/image26.wmf"/><Relationship Id="rId12" Type="http://schemas.openxmlformats.org/officeDocument/2006/relationships/image" Target="../media/image31.wmf"/><Relationship Id="rId17" Type="http://schemas.openxmlformats.org/officeDocument/2006/relationships/image" Target="../media/image36.wmf"/><Relationship Id="rId2" Type="http://schemas.openxmlformats.org/officeDocument/2006/relationships/image" Target="../media/image21.wmf"/><Relationship Id="rId16" Type="http://schemas.openxmlformats.org/officeDocument/2006/relationships/image" Target="../media/image35.wmf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11" Type="http://schemas.openxmlformats.org/officeDocument/2006/relationships/image" Target="../media/image30.wmf"/><Relationship Id="rId5" Type="http://schemas.openxmlformats.org/officeDocument/2006/relationships/image" Target="../media/image24.wmf"/><Relationship Id="rId15" Type="http://schemas.openxmlformats.org/officeDocument/2006/relationships/image" Target="../media/image34.wmf"/><Relationship Id="rId10" Type="http://schemas.openxmlformats.org/officeDocument/2006/relationships/image" Target="../media/image29.wmf"/><Relationship Id="rId4" Type="http://schemas.openxmlformats.org/officeDocument/2006/relationships/image" Target="../media/image23.wmf"/><Relationship Id="rId9" Type="http://schemas.openxmlformats.org/officeDocument/2006/relationships/image" Target="../media/image28.wmf"/><Relationship Id="rId14" Type="http://schemas.openxmlformats.org/officeDocument/2006/relationships/image" Target="../media/image3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7" Type="http://schemas.openxmlformats.org/officeDocument/2006/relationships/image" Target="../media/image41.wmf"/><Relationship Id="rId2" Type="http://schemas.openxmlformats.org/officeDocument/2006/relationships/image" Target="../media/image1.wmf"/><Relationship Id="rId1" Type="http://schemas.openxmlformats.org/officeDocument/2006/relationships/image" Target="../media/image37.wmf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image" Target="../media/image44.wmf"/><Relationship Id="rId7" Type="http://schemas.openxmlformats.org/officeDocument/2006/relationships/image" Target="../media/image48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6" Type="http://schemas.openxmlformats.org/officeDocument/2006/relationships/image" Target="../media/image47.wmf"/><Relationship Id="rId11" Type="http://schemas.openxmlformats.org/officeDocument/2006/relationships/image" Target="../media/image51.wmf"/><Relationship Id="rId5" Type="http://schemas.openxmlformats.org/officeDocument/2006/relationships/image" Target="../media/image46.wmf"/><Relationship Id="rId10" Type="http://schemas.openxmlformats.org/officeDocument/2006/relationships/image" Target="../media/image1.wmf"/><Relationship Id="rId4" Type="http://schemas.openxmlformats.org/officeDocument/2006/relationships/image" Target="../media/image45.wmf"/><Relationship Id="rId9" Type="http://schemas.openxmlformats.org/officeDocument/2006/relationships/image" Target="../media/image50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image" Target="../media/image52.wmf"/><Relationship Id="rId7" Type="http://schemas.openxmlformats.org/officeDocument/2006/relationships/image" Target="../media/image56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55.wmf"/><Relationship Id="rId5" Type="http://schemas.openxmlformats.org/officeDocument/2006/relationships/image" Target="../media/image54.wmf"/><Relationship Id="rId4" Type="http://schemas.openxmlformats.org/officeDocument/2006/relationships/image" Target="../media/image53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image" Target="../media/image59.wmf"/><Relationship Id="rId7" Type="http://schemas.openxmlformats.org/officeDocument/2006/relationships/image" Target="../media/image62.wmf"/><Relationship Id="rId12" Type="http://schemas.openxmlformats.org/officeDocument/2006/relationships/image" Target="../media/image67.wmf"/><Relationship Id="rId2" Type="http://schemas.openxmlformats.org/officeDocument/2006/relationships/image" Target="../media/image2.wmf"/><Relationship Id="rId1" Type="http://schemas.openxmlformats.org/officeDocument/2006/relationships/image" Target="../media/image58.wmf"/><Relationship Id="rId6" Type="http://schemas.openxmlformats.org/officeDocument/2006/relationships/image" Target="../media/image61.wmf"/><Relationship Id="rId11" Type="http://schemas.openxmlformats.org/officeDocument/2006/relationships/image" Target="../media/image66.wmf"/><Relationship Id="rId5" Type="http://schemas.openxmlformats.org/officeDocument/2006/relationships/image" Target="../media/image60.wmf"/><Relationship Id="rId10" Type="http://schemas.openxmlformats.org/officeDocument/2006/relationships/image" Target="../media/image65.wmf"/><Relationship Id="rId4" Type="http://schemas.openxmlformats.org/officeDocument/2006/relationships/image" Target="../media/image1.wmf"/><Relationship Id="rId9" Type="http://schemas.openxmlformats.org/officeDocument/2006/relationships/image" Target="../media/image64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3" Type="http://schemas.openxmlformats.org/officeDocument/2006/relationships/image" Target="../media/image2.wmf"/><Relationship Id="rId7" Type="http://schemas.openxmlformats.org/officeDocument/2006/relationships/image" Target="../media/image71.wmf"/><Relationship Id="rId12" Type="http://schemas.openxmlformats.org/officeDocument/2006/relationships/image" Target="../media/image76.wmf"/><Relationship Id="rId2" Type="http://schemas.openxmlformats.org/officeDocument/2006/relationships/image" Target="../media/image62.wmf"/><Relationship Id="rId1" Type="http://schemas.openxmlformats.org/officeDocument/2006/relationships/image" Target="../media/image1.wmf"/><Relationship Id="rId6" Type="http://schemas.openxmlformats.org/officeDocument/2006/relationships/image" Target="../media/image70.wmf"/><Relationship Id="rId11" Type="http://schemas.openxmlformats.org/officeDocument/2006/relationships/image" Target="../media/image75.wmf"/><Relationship Id="rId5" Type="http://schemas.openxmlformats.org/officeDocument/2006/relationships/image" Target="../media/image69.wmf"/><Relationship Id="rId10" Type="http://schemas.openxmlformats.org/officeDocument/2006/relationships/image" Target="../media/image74.wmf"/><Relationship Id="rId4" Type="http://schemas.openxmlformats.org/officeDocument/2006/relationships/image" Target="../media/image68.wmf"/><Relationship Id="rId9" Type="http://schemas.openxmlformats.org/officeDocument/2006/relationships/image" Target="../media/image73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13" Type="http://schemas.openxmlformats.org/officeDocument/2006/relationships/image" Target="../media/image89.wmf"/><Relationship Id="rId18" Type="http://schemas.openxmlformats.org/officeDocument/2006/relationships/image" Target="../media/image94.wmf"/><Relationship Id="rId3" Type="http://schemas.openxmlformats.org/officeDocument/2006/relationships/image" Target="../media/image79.wmf"/><Relationship Id="rId21" Type="http://schemas.openxmlformats.org/officeDocument/2006/relationships/image" Target="../media/image97.wmf"/><Relationship Id="rId7" Type="http://schemas.openxmlformats.org/officeDocument/2006/relationships/image" Target="../media/image83.wmf"/><Relationship Id="rId12" Type="http://schemas.openxmlformats.org/officeDocument/2006/relationships/image" Target="../media/image88.wmf"/><Relationship Id="rId17" Type="http://schemas.openxmlformats.org/officeDocument/2006/relationships/image" Target="../media/image93.wmf"/><Relationship Id="rId2" Type="http://schemas.openxmlformats.org/officeDocument/2006/relationships/image" Target="../media/image78.wmf"/><Relationship Id="rId16" Type="http://schemas.openxmlformats.org/officeDocument/2006/relationships/image" Target="../media/image92.wmf"/><Relationship Id="rId20" Type="http://schemas.openxmlformats.org/officeDocument/2006/relationships/image" Target="../media/image96.wmf"/><Relationship Id="rId1" Type="http://schemas.openxmlformats.org/officeDocument/2006/relationships/image" Target="../media/image77.wmf"/><Relationship Id="rId6" Type="http://schemas.openxmlformats.org/officeDocument/2006/relationships/image" Target="../media/image82.wmf"/><Relationship Id="rId11" Type="http://schemas.openxmlformats.org/officeDocument/2006/relationships/image" Target="../media/image87.wmf"/><Relationship Id="rId5" Type="http://schemas.openxmlformats.org/officeDocument/2006/relationships/image" Target="../media/image81.wmf"/><Relationship Id="rId15" Type="http://schemas.openxmlformats.org/officeDocument/2006/relationships/image" Target="../media/image91.wmf"/><Relationship Id="rId10" Type="http://schemas.openxmlformats.org/officeDocument/2006/relationships/image" Target="../media/image86.wmf"/><Relationship Id="rId19" Type="http://schemas.openxmlformats.org/officeDocument/2006/relationships/image" Target="../media/image95.wmf"/><Relationship Id="rId4" Type="http://schemas.openxmlformats.org/officeDocument/2006/relationships/image" Target="../media/image80.wmf"/><Relationship Id="rId9" Type="http://schemas.openxmlformats.org/officeDocument/2006/relationships/image" Target="../media/image85.wmf"/><Relationship Id="rId14" Type="http://schemas.openxmlformats.org/officeDocument/2006/relationships/image" Target="../media/image90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wmf"/><Relationship Id="rId2" Type="http://schemas.openxmlformats.org/officeDocument/2006/relationships/image" Target="../media/image99.wmf"/><Relationship Id="rId1" Type="http://schemas.openxmlformats.org/officeDocument/2006/relationships/image" Target="../media/image98.wmf"/><Relationship Id="rId4" Type="http://schemas.openxmlformats.org/officeDocument/2006/relationships/image" Target="../media/image101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wmf"/><Relationship Id="rId2" Type="http://schemas.openxmlformats.org/officeDocument/2006/relationships/image" Target="../media/image1.wmf"/><Relationship Id="rId1" Type="http://schemas.openxmlformats.org/officeDocument/2006/relationships/image" Target="../media/image103.wmf"/><Relationship Id="rId4" Type="http://schemas.openxmlformats.org/officeDocument/2006/relationships/image" Target="../media/image105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wmf"/><Relationship Id="rId2" Type="http://schemas.openxmlformats.org/officeDocument/2006/relationships/image" Target="../media/image107.wmf"/><Relationship Id="rId1" Type="http://schemas.openxmlformats.org/officeDocument/2006/relationships/image" Target="../media/image106.wmf"/><Relationship Id="rId5" Type="http://schemas.openxmlformats.org/officeDocument/2006/relationships/image" Target="../media/image110.wmf"/><Relationship Id="rId4" Type="http://schemas.openxmlformats.org/officeDocument/2006/relationships/image" Target="../media/image109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wmf"/><Relationship Id="rId13" Type="http://schemas.openxmlformats.org/officeDocument/2006/relationships/image" Target="../media/image123.wmf"/><Relationship Id="rId3" Type="http://schemas.openxmlformats.org/officeDocument/2006/relationships/image" Target="../media/image113.wmf"/><Relationship Id="rId7" Type="http://schemas.openxmlformats.org/officeDocument/2006/relationships/image" Target="../media/image117.wmf"/><Relationship Id="rId12" Type="http://schemas.openxmlformats.org/officeDocument/2006/relationships/image" Target="../media/image122.wmf"/><Relationship Id="rId2" Type="http://schemas.openxmlformats.org/officeDocument/2006/relationships/image" Target="../media/image112.wmf"/><Relationship Id="rId16" Type="http://schemas.openxmlformats.org/officeDocument/2006/relationships/image" Target="../media/image126.wmf"/><Relationship Id="rId1" Type="http://schemas.openxmlformats.org/officeDocument/2006/relationships/image" Target="../media/image111.wmf"/><Relationship Id="rId6" Type="http://schemas.openxmlformats.org/officeDocument/2006/relationships/image" Target="../media/image116.wmf"/><Relationship Id="rId11" Type="http://schemas.openxmlformats.org/officeDocument/2006/relationships/image" Target="../media/image121.wmf"/><Relationship Id="rId5" Type="http://schemas.openxmlformats.org/officeDocument/2006/relationships/image" Target="../media/image115.wmf"/><Relationship Id="rId15" Type="http://schemas.openxmlformats.org/officeDocument/2006/relationships/image" Target="../media/image125.wmf"/><Relationship Id="rId10" Type="http://schemas.openxmlformats.org/officeDocument/2006/relationships/image" Target="../media/image120.wmf"/><Relationship Id="rId4" Type="http://schemas.openxmlformats.org/officeDocument/2006/relationships/image" Target="../media/image114.wmf"/><Relationship Id="rId9" Type="http://schemas.openxmlformats.org/officeDocument/2006/relationships/image" Target="../media/image119.wmf"/><Relationship Id="rId14" Type="http://schemas.openxmlformats.org/officeDocument/2006/relationships/image" Target="../media/image124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wmf"/><Relationship Id="rId7" Type="http://schemas.openxmlformats.org/officeDocument/2006/relationships/image" Target="../media/image2.wmf"/><Relationship Id="rId2" Type="http://schemas.openxmlformats.org/officeDocument/2006/relationships/image" Target="../media/image128.wmf"/><Relationship Id="rId1" Type="http://schemas.openxmlformats.org/officeDocument/2006/relationships/image" Target="../media/image127.wmf"/><Relationship Id="rId6" Type="http://schemas.openxmlformats.org/officeDocument/2006/relationships/image" Target="../media/image130.wmf"/><Relationship Id="rId5" Type="http://schemas.openxmlformats.org/officeDocument/2006/relationships/image" Target="../media/image62.wmf"/><Relationship Id="rId4" Type="http://schemas.openxmlformats.org/officeDocument/2006/relationships/image" Target="../media/image1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wmf"/><Relationship Id="rId2" Type="http://schemas.openxmlformats.org/officeDocument/2006/relationships/image" Target="../media/image2.wmf"/><Relationship Id="rId1" Type="http://schemas.openxmlformats.org/officeDocument/2006/relationships/image" Target="../media/image131.wmf"/><Relationship Id="rId5" Type="http://schemas.openxmlformats.org/officeDocument/2006/relationships/image" Target="../media/image134.wmf"/><Relationship Id="rId4" Type="http://schemas.openxmlformats.org/officeDocument/2006/relationships/image" Target="../media/image133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3" Type="http://schemas.openxmlformats.org/officeDocument/2006/relationships/image" Target="../media/image1.wmf"/><Relationship Id="rId7" Type="http://schemas.openxmlformats.org/officeDocument/2006/relationships/image" Target="../media/image138.wmf"/><Relationship Id="rId2" Type="http://schemas.openxmlformats.org/officeDocument/2006/relationships/image" Target="../media/image136.wmf"/><Relationship Id="rId1" Type="http://schemas.openxmlformats.org/officeDocument/2006/relationships/image" Target="../media/image135.wmf"/><Relationship Id="rId6" Type="http://schemas.openxmlformats.org/officeDocument/2006/relationships/image" Target="../media/image137.wmf"/><Relationship Id="rId5" Type="http://schemas.openxmlformats.org/officeDocument/2006/relationships/image" Target="../media/image133.wmf"/><Relationship Id="rId4" Type="http://schemas.openxmlformats.org/officeDocument/2006/relationships/image" Target="../media/image62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wmf"/><Relationship Id="rId3" Type="http://schemas.openxmlformats.org/officeDocument/2006/relationships/image" Target="../media/image62.wmf"/><Relationship Id="rId7" Type="http://schemas.openxmlformats.org/officeDocument/2006/relationships/image" Target="../media/image144.wmf"/><Relationship Id="rId2" Type="http://schemas.openxmlformats.org/officeDocument/2006/relationships/image" Target="../media/image1.wmf"/><Relationship Id="rId1" Type="http://schemas.openxmlformats.org/officeDocument/2006/relationships/image" Target="../media/image140.wmf"/><Relationship Id="rId6" Type="http://schemas.openxmlformats.org/officeDocument/2006/relationships/image" Target="../media/image143.wmf"/><Relationship Id="rId11" Type="http://schemas.openxmlformats.org/officeDocument/2006/relationships/image" Target="../media/image148.wmf"/><Relationship Id="rId5" Type="http://schemas.openxmlformats.org/officeDocument/2006/relationships/image" Target="../media/image142.wmf"/><Relationship Id="rId10" Type="http://schemas.openxmlformats.org/officeDocument/2006/relationships/image" Target="../media/image147.wmf"/><Relationship Id="rId4" Type="http://schemas.openxmlformats.org/officeDocument/2006/relationships/image" Target="../media/image141.wmf"/><Relationship Id="rId9" Type="http://schemas.openxmlformats.org/officeDocument/2006/relationships/image" Target="../media/image146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wmf"/><Relationship Id="rId3" Type="http://schemas.openxmlformats.org/officeDocument/2006/relationships/image" Target="../media/image150.wmf"/><Relationship Id="rId7" Type="http://schemas.openxmlformats.org/officeDocument/2006/relationships/image" Target="../media/image154.wmf"/><Relationship Id="rId2" Type="http://schemas.openxmlformats.org/officeDocument/2006/relationships/image" Target="../media/image107.wmf"/><Relationship Id="rId1" Type="http://schemas.openxmlformats.org/officeDocument/2006/relationships/image" Target="../media/image149.wmf"/><Relationship Id="rId6" Type="http://schemas.openxmlformats.org/officeDocument/2006/relationships/image" Target="../media/image153.wmf"/><Relationship Id="rId5" Type="http://schemas.openxmlformats.org/officeDocument/2006/relationships/image" Target="../media/image152.wmf"/><Relationship Id="rId4" Type="http://schemas.openxmlformats.org/officeDocument/2006/relationships/image" Target="../media/image151.wmf"/><Relationship Id="rId9" Type="http://schemas.openxmlformats.org/officeDocument/2006/relationships/image" Target="../media/image156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wmf"/><Relationship Id="rId13" Type="http://schemas.openxmlformats.org/officeDocument/2006/relationships/image" Target="../media/image169.wmf"/><Relationship Id="rId3" Type="http://schemas.openxmlformats.org/officeDocument/2006/relationships/image" Target="../media/image159.wmf"/><Relationship Id="rId7" Type="http://schemas.openxmlformats.org/officeDocument/2006/relationships/image" Target="../media/image163.wmf"/><Relationship Id="rId12" Type="http://schemas.openxmlformats.org/officeDocument/2006/relationships/image" Target="../media/image168.wmf"/><Relationship Id="rId2" Type="http://schemas.openxmlformats.org/officeDocument/2006/relationships/image" Target="../media/image158.wmf"/><Relationship Id="rId1" Type="http://schemas.openxmlformats.org/officeDocument/2006/relationships/image" Target="../media/image157.wmf"/><Relationship Id="rId6" Type="http://schemas.openxmlformats.org/officeDocument/2006/relationships/image" Target="../media/image162.wmf"/><Relationship Id="rId11" Type="http://schemas.openxmlformats.org/officeDocument/2006/relationships/image" Target="../media/image167.wmf"/><Relationship Id="rId5" Type="http://schemas.openxmlformats.org/officeDocument/2006/relationships/image" Target="../media/image161.wmf"/><Relationship Id="rId10" Type="http://schemas.openxmlformats.org/officeDocument/2006/relationships/image" Target="../media/image166.wmf"/><Relationship Id="rId4" Type="http://schemas.openxmlformats.org/officeDocument/2006/relationships/image" Target="../media/image160.wmf"/><Relationship Id="rId9" Type="http://schemas.openxmlformats.org/officeDocument/2006/relationships/image" Target="../media/image165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wmf"/><Relationship Id="rId7" Type="http://schemas.openxmlformats.org/officeDocument/2006/relationships/image" Target="../media/image17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2.wmf"/><Relationship Id="rId5" Type="http://schemas.openxmlformats.org/officeDocument/2006/relationships/image" Target="../media/image172.wmf"/><Relationship Id="rId4" Type="http://schemas.openxmlformats.org/officeDocument/2006/relationships/image" Target="../media/image171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wmf"/><Relationship Id="rId13" Type="http://schemas.openxmlformats.org/officeDocument/2006/relationships/image" Target="../media/image183.wmf"/><Relationship Id="rId3" Type="http://schemas.openxmlformats.org/officeDocument/2006/relationships/image" Target="../media/image174.wmf"/><Relationship Id="rId7" Type="http://schemas.openxmlformats.org/officeDocument/2006/relationships/image" Target="../media/image178.wmf"/><Relationship Id="rId12" Type="http://schemas.openxmlformats.org/officeDocument/2006/relationships/image" Target="../media/image2.wmf"/><Relationship Id="rId2" Type="http://schemas.openxmlformats.org/officeDocument/2006/relationships/image" Target="../media/image1.wmf"/><Relationship Id="rId16" Type="http://schemas.openxmlformats.org/officeDocument/2006/relationships/image" Target="../media/image186.wmf"/><Relationship Id="rId1" Type="http://schemas.openxmlformats.org/officeDocument/2006/relationships/image" Target="../media/image173.wmf"/><Relationship Id="rId6" Type="http://schemas.openxmlformats.org/officeDocument/2006/relationships/image" Target="../media/image177.wmf"/><Relationship Id="rId11" Type="http://schemas.openxmlformats.org/officeDocument/2006/relationships/image" Target="../media/image182.wmf"/><Relationship Id="rId5" Type="http://schemas.openxmlformats.org/officeDocument/2006/relationships/image" Target="../media/image176.wmf"/><Relationship Id="rId15" Type="http://schemas.openxmlformats.org/officeDocument/2006/relationships/image" Target="../media/image185.wmf"/><Relationship Id="rId10" Type="http://schemas.openxmlformats.org/officeDocument/2006/relationships/image" Target="../media/image181.wmf"/><Relationship Id="rId4" Type="http://schemas.openxmlformats.org/officeDocument/2006/relationships/image" Target="../media/image175.wmf"/><Relationship Id="rId9" Type="http://schemas.openxmlformats.org/officeDocument/2006/relationships/image" Target="../media/image180.wmf"/><Relationship Id="rId14" Type="http://schemas.openxmlformats.org/officeDocument/2006/relationships/image" Target="../media/image184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13" Type="http://schemas.openxmlformats.org/officeDocument/2006/relationships/image" Target="../media/image197.wmf"/><Relationship Id="rId3" Type="http://schemas.openxmlformats.org/officeDocument/2006/relationships/image" Target="../media/image188.wmf"/><Relationship Id="rId7" Type="http://schemas.openxmlformats.org/officeDocument/2006/relationships/image" Target="../media/image192.wmf"/><Relationship Id="rId12" Type="http://schemas.openxmlformats.org/officeDocument/2006/relationships/image" Target="../media/image196.wmf"/><Relationship Id="rId2" Type="http://schemas.openxmlformats.org/officeDocument/2006/relationships/image" Target="../media/image173.wmf"/><Relationship Id="rId1" Type="http://schemas.openxmlformats.org/officeDocument/2006/relationships/image" Target="../media/image187.wmf"/><Relationship Id="rId6" Type="http://schemas.openxmlformats.org/officeDocument/2006/relationships/image" Target="../media/image191.wmf"/><Relationship Id="rId11" Type="http://schemas.openxmlformats.org/officeDocument/2006/relationships/image" Target="../media/image195.wmf"/><Relationship Id="rId5" Type="http://schemas.openxmlformats.org/officeDocument/2006/relationships/image" Target="../media/image190.wmf"/><Relationship Id="rId10" Type="http://schemas.openxmlformats.org/officeDocument/2006/relationships/image" Target="../media/image194.wmf"/><Relationship Id="rId4" Type="http://schemas.openxmlformats.org/officeDocument/2006/relationships/image" Target="../media/image189.wmf"/><Relationship Id="rId9" Type="http://schemas.openxmlformats.org/officeDocument/2006/relationships/image" Target="../media/image193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wmf"/><Relationship Id="rId7" Type="http://schemas.openxmlformats.org/officeDocument/2006/relationships/image" Target="../media/image204.wmf"/><Relationship Id="rId2" Type="http://schemas.openxmlformats.org/officeDocument/2006/relationships/image" Target="../media/image199.wmf"/><Relationship Id="rId1" Type="http://schemas.openxmlformats.org/officeDocument/2006/relationships/image" Target="../media/image198.wmf"/><Relationship Id="rId6" Type="http://schemas.openxmlformats.org/officeDocument/2006/relationships/image" Target="../media/image203.wmf"/><Relationship Id="rId5" Type="http://schemas.openxmlformats.org/officeDocument/2006/relationships/image" Target="../media/image202.wmf"/><Relationship Id="rId4" Type="http://schemas.openxmlformats.org/officeDocument/2006/relationships/image" Target="../media/image201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wmf"/><Relationship Id="rId1" Type="http://schemas.openxmlformats.org/officeDocument/2006/relationships/image" Target="../media/image2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wmf"/><Relationship Id="rId13" Type="http://schemas.openxmlformats.org/officeDocument/2006/relationships/image" Target="../media/image216.wmf"/><Relationship Id="rId3" Type="http://schemas.openxmlformats.org/officeDocument/2006/relationships/image" Target="../media/image206.wmf"/><Relationship Id="rId7" Type="http://schemas.openxmlformats.org/officeDocument/2006/relationships/image" Target="../media/image210.wmf"/><Relationship Id="rId12" Type="http://schemas.openxmlformats.org/officeDocument/2006/relationships/image" Target="../media/image215.wmf"/><Relationship Id="rId2" Type="http://schemas.openxmlformats.org/officeDocument/2006/relationships/image" Target="../media/image1.wmf"/><Relationship Id="rId1" Type="http://schemas.openxmlformats.org/officeDocument/2006/relationships/image" Target="../media/image205.wmf"/><Relationship Id="rId6" Type="http://schemas.openxmlformats.org/officeDocument/2006/relationships/image" Target="../media/image209.wmf"/><Relationship Id="rId11" Type="http://schemas.openxmlformats.org/officeDocument/2006/relationships/image" Target="../media/image214.wmf"/><Relationship Id="rId5" Type="http://schemas.openxmlformats.org/officeDocument/2006/relationships/image" Target="../media/image208.wmf"/><Relationship Id="rId10" Type="http://schemas.openxmlformats.org/officeDocument/2006/relationships/image" Target="../media/image213.wmf"/><Relationship Id="rId4" Type="http://schemas.openxmlformats.org/officeDocument/2006/relationships/image" Target="../media/image207.wmf"/><Relationship Id="rId9" Type="http://schemas.openxmlformats.org/officeDocument/2006/relationships/image" Target="../media/image212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wmf"/><Relationship Id="rId13" Type="http://schemas.openxmlformats.org/officeDocument/2006/relationships/image" Target="../media/image210.wmf"/><Relationship Id="rId3" Type="http://schemas.openxmlformats.org/officeDocument/2006/relationships/image" Target="../media/image113.wmf"/><Relationship Id="rId7" Type="http://schemas.openxmlformats.org/officeDocument/2006/relationships/image" Target="../media/image218.wmf"/><Relationship Id="rId12" Type="http://schemas.openxmlformats.org/officeDocument/2006/relationships/image" Target="../media/image1.wmf"/><Relationship Id="rId2" Type="http://schemas.openxmlformats.org/officeDocument/2006/relationships/image" Target="../media/image112.wmf"/><Relationship Id="rId16" Type="http://schemas.openxmlformats.org/officeDocument/2006/relationships/image" Target="../media/image225.wmf"/><Relationship Id="rId1" Type="http://schemas.openxmlformats.org/officeDocument/2006/relationships/image" Target="../media/image111.wmf"/><Relationship Id="rId6" Type="http://schemas.openxmlformats.org/officeDocument/2006/relationships/image" Target="../media/image217.wmf"/><Relationship Id="rId11" Type="http://schemas.openxmlformats.org/officeDocument/2006/relationships/image" Target="../media/image222.wmf"/><Relationship Id="rId5" Type="http://schemas.openxmlformats.org/officeDocument/2006/relationships/image" Target="../media/image115.wmf"/><Relationship Id="rId15" Type="http://schemas.openxmlformats.org/officeDocument/2006/relationships/image" Target="../media/image224.wmf"/><Relationship Id="rId10" Type="http://schemas.openxmlformats.org/officeDocument/2006/relationships/image" Target="../media/image221.wmf"/><Relationship Id="rId4" Type="http://schemas.openxmlformats.org/officeDocument/2006/relationships/image" Target="../media/image114.wmf"/><Relationship Id="rId9" Type="http://schemas.openxmlformats.org/officeDocument/2006/relationships/image" Target="../media/image220.wmf"/><Relationship Id="rId14" Type="http://schemas.openxmlformats.org/officeDocument/2006/relationships/image" Target="../media/image223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8.wmf"/><Relationship Id="rId2" Type="http://schemas.openxmlformats.org/officeDocument/2006/relationships/image" Target="../media/image227.wmf"/><Relationship Id="rId1" Type="http://schemas.openxmlformats.org/officeDocument/2006/relationships/image" Target="../media/image226.wmf"/><Relationship Id="rId6" Type="http://schemas.openxmlformats.org/officeDocument/2006/relationships/image" Target="../media/image231.wmf"/><Relationship Id="rId5" Type="http://schemas.openxmlformats.org/officeDocument/2006/relationships/image" Target="../media/image230.wmf"/><Relationship Id="rId4" Type="http://schemas.openxmlformats.org/officeDocument/2006/relationships/image" Target="../media/image229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4.wmf"/><Relationship Id="rId2" Type="http://schemas.openxmlformats.org/officeDocument/2006/relationships/image" Target="../media/image233.wmf"/><Relationship Id="rId1" Type="http://schemas.openxmlformats.org/officeDocument/2006/relationships/image" Target="../media/image232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wmf"/><Relationship Id="rId3" Type="http://schemas.openxmlformats.org/officeDocument/2006/relationships/image" Target="../media/image236.wmf"/><Relationship Id="rId7" Type="http://schemas.openxmlformats.org/officeDocument/2006/relationships/image" Target="../media/image239.wmf"/><Relationship Id="rId2" Type="http://schemas.openxmlformats.org/officeDocument/2006/relationships/image" Target="../media/image235.wmf"/><Relationship Id="rId1" Type="http://schemas.openxmlformats.org/officeDocument/2006/relationships/image" Target="../media/image234.wmf"/><Relationship Id="rId6" Type="http://schemas.openxmlformats.org/officeDocument/2006/relationships/image" Target="../media/image238.wmf"/><Relationship Id="rId5" Type="http://schemas.openxmlformats.org/officeDocument/2006/relationships/image" Target="../media/image237.wmf"/><Relationship Id="rId4" Type="http://schemas.openxmlformats.org/officeDocument/2006/relationships/image" Target="../media/image232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wmf"/><Relationship Id="rId2" Type="http://schemas.openxmlformats.org/officeDocument/2006/relationships/image" Target="../media/image242.wmf"/><Relationship Id="rId1" Type="http://schemas.openxmlformats.org/officeDocument/2006/relationships/image" Target="../media/image241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1.wmf"/><Relationship Id="rId3" Type="http://schemas.openxmlformats.org/officeDocument/2006/relationships/image" Target="../media/image246.wmf"/><Relationship Id="rId7" Type="http://schemas.openxmlformats.org/officeDocument/2006/relationships/image" Target="../media/image250.wmf"/><Relationship Id="rId2" Type="http://schemas.openxmlformats.org/officeDocument/2006/relationships/image" Target="../media/image245.wmf"/><Relationship Id="rId1" Type="http://schemas.openxmlformats.org/officeDocument/2006/relationships/image" Target="../media/image244.wmf"/><Relationship Id="rId6" Type="http://schemas.openxmlformats.org/officeDocument/2006/relationships/image" Target="../media/image249.wmf"/><Relationship Id="rId11" Type="http://schemas.openxmlformats.org/officeDocument/2006/relationships/image" Target="../media/image254.wmf"/><Relationship Id="rId5" Type="http://schemas.openxmlformats.org/officeDocument/2006/relationships/image" Target="../media/image248.wmf"/><Relationship Id="rId10" Type="http://schemas.openxmlformats.org/officeDocument/2006/relationships/image" Target="../media/image253.wmf"/><Relationship Id="rId4" Type="http://schemas.openxmlformats.org/officeDocument/2006/relationships/image" Target="../media/image247.wmf"/><Relationship Id="rId9" Type="http://schemas.openxmlformats.org/officeDocument/2006/relationships/image" Target="../media/image252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wmf"/><Relationship Id="rId3" Type="http://schemas.openxmlformats.org/officeDocument/2006/relationships/image" Target="../media/image257.wmf"/><Relationship Id="rId7" Type="http://schemas.openxmlformats.org/officeDocument/2006/relationships/image" Target="../media/image261.wmf"/><Relationship Id="rId2" Type="http://schemas.openxmlformats.org/officeDocument/2006/relationships/image" Target="../media/image256.wmf"/><Relationship Id="rId1" Type="http://schemas.openxmlformats.org/officeDocument/2006/relationships/image" Target="../media/image255.wmf"/><Relationship Id="rId6" Type="http://schemas.openxmlformats.org/officeDocument/2006/relationships/image" Target="../media/image260.wmf"/><Relationship Id="rId11" Type="http://schemas.openxmlformats.org/officeDocument/2006/relationships/image" Target="../media/image265.wmf"/><Relationship Id="rId5" Type="http://schemas.openxmlformats.org/officeDocument/2006/relationships/image" Target="../media/image259.wmf"/><Relationship Id="rId10" Type="http://schemas.openxmlformats.org/officeDocument/2006/relationships/image" Target="../media/image264.wmf"/><Relationship Id="rId4" Type="http://schemas.openxmlformats.org/officeDocument/2006/relationships/image" Target="../media/image258.wmf"/><Relationship Id="rId9" Type="http://schemas.openxmlformats.org/officeDocument/2006/relationships/image" Target="../media/image263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5.wmf"/><Relationship Id="rId2" Type="http://schemas.openxmlformats.org/officeDocument/2006/relationships/image" Target="../media/image267.wmf"/><Relationship Id="rId1" Type="http://schemas.openxmlformats.org/officeDocument/2006/relationships/image" Target="../media/image266.wmf"/><Relationship Id="rId5" Type="http://schemas.openxmlformats.org/officeDocument/2006/relationships/image" Target="../media/image269.wmf"/><Relationship Id="rId4" Type="http://schemas.openxmlformats.org/officeDocument/2006/relationships/image" Target="../media/image268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2.wmf"/><Relationship Id="rId7" Type="http://schemas.openxmlformats.org/officeDocument/2006/relationships/image" Target="../media/image276.wmf"/><Relationship Id="rId2" Type="http://schemas.openxmlformats.org/officeDocument/2006/relationships/image" Target="../media/image271.wmf"/><Relationship Id="rId1" Type="http://schemas.openxmlformats.org/officeDocument/2006/relationships/image" Target="../media/image270.wmf"/><Relationship Id="rId6" Type="http://schemas.openxmlformats.org/officeDocument/2006/relationships/image" Target="../media/image275.wmf"/><Relationship Id="rId5" Type="http://schemas.openxmlformats.org/officeDocument/2006/relationships/image" Target="../media/image274.wmf"/><Relationship Id="rId4" Type="http://schemas.openxmlformats.org/officeDocument/2006/relationships/image" Target="../media/image273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8.wmf"/><Relationship Id="rId2" Type="http://schemas.openxmlformats.org/officeDocument/2006/relationships/image" Target="../media/image277.wmf"/><Relationship Id="rId1" Type="http://schemas.openxmlformats.org/officeDocument/2006/relationships/image" Target="../media/image270.wmf"/><Relationship Id="rId4" Type="http://schemas.openxmlformats.org/officeDocument/2006/relationships/image" Target="../media/image279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7.wmf"/><Relationship Id="rId13" Type="http://schemas.openxmlformats.org/officeDocument/2006/relationships/image" Target="../media/image292.wmf"/><Relationship Id="rId18" Type="http://schemas.openxmlformats.org/officeDocument/2006/relationships/image" Target="../media/image297.wmf"/><Relationship Id="rId3" Type="http://schemas.openxmlformats.org/officeDocument/2006/relationships/image" Target="../media/image282.wmf"/><Relationship Id="rId7" Type="http://schemas.openxmlformats.org/officeDocument/2006/relationships/image" Target="../media/image286.wmf"/><Relationship Id="rId12" Type="http://schemas.openxmlformats.org/officeDocument/2006/relationships/image" Target="../media/image291.wmf"/><Relationship Id="rId17" Type="http://schemas.openxmlformats.org/officeDocument/2006/relationships/image" Target="../media/image296.wmf"/><Relationship Id="rId2" Type="http://schemas.openxmlformats.org/officeDocument/2006/relationships/image" Target="../media/image281.wmf"/><Relationship Id="rId16" Type="http://schemas.openxmlformats.org/officeDocument/2006/relationships/image" Target="../media/image295.wmf"/><Relationship Id="rId1" Type="http://schemas.openxmlformats.org/officeDocument/2006/relationships/image" Target="../media/image280.wmf"/><Relationship Id="rId6" Type="http://schemas.openxmlformats.org/officeDocument/2006/relationships/image" Target="../media/image285.wmf"/><Relationship Id="rId11" Type="http://schemas.openxmlformats.org/officeDocument/2006/relationships/image" Target="../media/image290.wmf"/><Relationship Id="rId5" Type="http://schemas.openxmlformats.org/officeDocument/2006/relationships/image" Target="../media/image284.wmf"/><Relationship Id="rId15" Type="http://schemas.openxmlformats.org/officeDocument/2006/relationships/image" Target="../media/image294.wmf"/><Relationship Id="rId10" Type="http://schemas.openxmlformats.org/officeDocument/2006/relationships/image" Target="../media/image289.wmf"/><Relationship Id="rId4" Type="http://schemas.openxmlformats.org/officeDocument/2006/relationships/image" Target="../media/image283.wmf"/><Relationship Id="rId9" Type="http://schemas.openxmlformats.org/officeDocument/2006/relationships/image" Target="../media/image288.wmf"/><Relationship Id="rId14" Type="http://schemas.openxmlformats.org/officeDocument/2006/relationships/image" Target="../media/image293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5.wmf"/><Relationship Id="rId3" Type="http://schemas.openxmlformats.org/officeDocument/2006/relationships/image" Target="../media/image300.wmf"/><Relationship Id="rId7" Type="http://schemas.openxmlformats.org/officeDocument/2006/relationships/image" Target="../media/image304.wmf"/><Relationship Id="rId2" Type="http://schemas.openxmlformats.org/officeDocument/2006/relationships/image" Target="../media/image299.wmf"/><Relationship Id="rId1" Type="http://schemas.openxmlformats.org/officeDocument/2006/relationships/image" Target="../media/image298.wmf"/><Relationship Id="rId6" Type="http://schemas.openxmlformats.org/officeDocument/2006/relationships/image" Target="../media/image303.wmf"/><Relationship Id="rId11" Type="http://schemas.openxmlformats.org/officeDocument/2006/relationships/image" Target="../media/image308.wmf"/><Relationship Id="rId5" Type="http://schemas.openxmlformats.org/officeDocument/2006/relationships/image" Target="../media/image302.wmf"/><Relationship Id="rId10" Type="http://schemas.openxmlformats.org/officeDocument/2006/relationships/image" Target="../media/image307.wmf"/><Relationship Id="rId4" Type="http://schemas.openxmlformats.org/officeDocument/2006/relationships/image" Target="../media/image301.wmf"/><Relationship Id="rId9" Type="http://schemas.openxmlformats.org/officeDocument/2006/relationships/image" Target="../media/image306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6.wmf"/><Relationship Id="rId3" Type="http://schemas.openxmlformats.org/officeDocument/2006/relationships/image" Target="../media/image311.wmf"/><Relationship Id="rId7" Type="http://schemas.openxmlformats.org/officeDocument/2006/relationships/image" Target="../media/image315.wmf"/><Relationship Id="rId2" Type="http://schemas.openxmlformats.org/officeDocument/2006/relationships/image" Target="../media/image310.wmf"/><Relationship Id="rId1" Type="http://schemas.openxmlformats.org/officeDocument/2006/relationships/image" Target="../media/image309.wmf"/><Relationship Id="rId6" Type="http://schemas.openxmlformats.org/officeDocument/2006/relationships/image" Target="../media/image314.wmf"/><Relationship Id="rId5" Type="http://schemas.openxmlformats.org/officeDocument/2006/relationships/image" Target="../media/image313.wmf"/><Relationship Id="rId4" Type="http://schemas.openxmlformats.org/officeDocument/2006/relationships/image" Target="../media/image312.wmf"/><Relationship Id="rId9" Type="http://schemas.openxmlformats.org/officeDocument/2006/relationships/image" Target="../media/image317.wmf"/></Relationships>
</file>

<file path=ppt/drawings/_rels/vmlDrawing4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1.wmf"/><Relationship Id="rId3" Type="http://schemas.openxmlformats.org/officeDocument/2006/relationships/image" Target="../media/image311.wmf"/><Relationship Id="rId7" Type="http://schemas.openxmlformats.org/officeDocument/2006/relationships/image" Target="../media/image320.wmf"/><Relationship Id="rId2" Type="http://schemas.openxmlformats.org/officeDocument/2006/relationships/image" Target="../media/image310.wmf"/><Relationship Id="rId1" Type="http://schemas.openxmlformats.org/officeDocument/2006/relationships/image" Target="../media/image309.wmf"/><Relationship Id="rId6" Type="http://schemas.openxmlformats.org/officeDocument/2006/relationships/image" Target="../media/image319.wmf"/><Relationship Id="rId5" Type="http://schemas.openxmlformats.org/officeDocument/2006/relationships/image" Target="../media/image318.wmf"/><Relationship Id="rId10" Type="http://schemas.openxmlformats.org/officeDocument/2006/relationships/image" Target="../media/image323.wmf"/><Relationship Id="rId4" Type="http://schemas.openxmlformats.org/officeDocument/2006/relationships/image" Target="../media/image317.wmf"/><Relationship Id="rId9" Type="http://schemas.openxmlformats.org/officeDocument/2006/relationships/image" Target="../media/image322.wmf"/></Relationships>
</file>

<file path=ppt/drawings/_rels/vmlDrawing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1.wmf"/><Relationship Id="rId3" Type="http://schemas.openxmlformats.org/officeDocument/2006/relationships/image" Target="../media/image326.wmf"/><Relationship Id="rId7" Type="http://schemas.openxmlformats.org/officeDocument/2006/relationships/image" Target="../media/image330.wmf"/><Relationship Id="rId2" Type="http://schemas.openxmlformats.org/officeDocument/2006/relationships/image" Target="../media/image325.wmf"/><Relationship Id="rId1" Type="http://schemas.openxmlformats.org/officeDocument/2006/relationships/image" Target="../media/image324.wmf"/><Relationship Id="rId6" Type="http://schemas.openxmlformats.org/officeDocument/2006/relationships/image" Target="../media/image329.wmf"/><Relationship Id="rId5" Type="http://schemas.openxmlformats.org/officeDocument/2006/relationships/image" Target="../media/image328.wmf"/><Relationship Id="rId4" Type="http://schemas.openxmlformats.org/officeDocument/2006/relationships/image" Target="../media/image327.wmf"/><Relationship Id="rId9" Type="http://schemas.openxmlformats.org/officeDocument/2006/relationships/image" Target="../media/image332.wmf"/></Relationships>
</file>

<file path=ppt/drawings/_rels/vmlDrawing4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wmf"/><Relationship Id="rId13" Type="http://schemas.openxmlformats.org/officeDocument/2006/relationships/image" Target="../media/image345.wmf"/><Relationship Id="rId3" Type="http://schemas.openxmlformats.org/officeDocument/2006/relationships/image" Target="../media/image335.wmf"/><Relationship Id="rId7" Type="http://schemas.openxmlformats.org/officeDocument/2006/relationships/image" Target="../media/image339.wmf"/><Relationship Id="rId12" Type="http://schemas.openxmlformats.org/officeDocument/2006/relationships/image" Target="../media/image344.wmf"/><Relationship Id="rId2" Type="http://schemas.openxmlformats.org/officeDocument/2006/relationships/image" Target="../media/image334.wmf"/><Relationship Id="rId1" Type="http://schemas.openxmlformats.org/officeDocument/2006/relationships/image" Target="../media/image333.wmf"/><Relationship Id="rId6" Type="http://schemas.openxmlformats.org/officeDocument/2006/relationships/image" Target="../media/image338.wmf"/><Relationship Id="rId11" Type="http://schemas.openxmlformats.org/officeDocument/2006/relationships/image" Target="../media/image343.wmf"/><Relationship Id="rId5" Type="http://schemas.openxmlformats.org/officeDocument/2006/relationships/image" Target="../media/image337.wmf"/><Relationship Id="rId15" Type="http://schemas.openxmlformats.org/officeDocument/2006/relationships/image" Target="../media/image347.wmf"/><Relationship Id="rId10" Type="http://schemas.openxmlformats.org/officeDocument/2006/relationships/image" Target="../media/image342.wmf"/><Relationship Id="rId4" Type="http://schemas.openxmlformats.org/officeDocument/2006/relationships/image" Target="../media/image336.wmf"/><Relationship Id="rId9" Type="http://schemas.openxmlformats.org/officeDocument/2006/relationships/image" Target="../media/image341.wmf"/><Relationship Id="rId14" Type="http://schemas.openxmlformats.org/officeDocument/2006/relationships/image" Target="../media/image346.wmf"/></Relationships>
</file>

<file path=ppt/drawings/_rels/vmlDrawing4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5.wmf"/><Relationship Id="rId13" Type="http://schemas.openxmlformats.org/officeDocument/2006/relationships/image" Target="../media/image360.wmf"/><Relationship Id="rId3" Type="http://schemas.openxmlformats.org/officeDocument/2006/relationships/image" Target="../media/image350.wmf"/><Relationship Id="rId7" Type="http://schemas.openxmlformats.org/officeDocument/2006/relationships/image" Target="../media/image354.wmf"/><Relationship Id="rId12" Type="http://schemas.openxmlformats.org/officeDocument/2006/relationships/image" Target="../media/image359.wmf"/><Relationship Id="rId2" Type="http://schemas.openxmlformats.org/officeDocument/2006/relationships/image" Target="../media/image349.wmf"/><Relationship Id="rId16" Type="http://schemas.openxmlformats.org/officeDocument/2006/relationships/image" Target="../media/image363.wmf"/><Relationship Id="rId1" Type="http://schemas.openxmlformats.org/officeDocument/2006/relationships/image" Target="../media/image348.wmf"/><Relationship Id="rId6" Type="http://schemas.openxmlformats.org/officeDocument/2006/relationships/image" Target="../media/image353.wmf"/><Relationship Id="rId11" Type="http://schemas.openxmlformats.org/officeDocument/2006/relationships/image" Target="../media/image358.wmf"/><Relationship Id="rId5" Type="http://schemas.openxmlformats.org/officeDocument/2006/relationships/image" Target="../media/image352.wmf"/><Relationship Id="rId15" Type="http://schemas.openxmlformats.org/officeDocument/2006/relationships/image" Target="../media/image362.wmf"/><Relationship Id="rId10" Type="http://schemas.openxmlformats.org/officeDocument/2006/relationships/image" Target="../media/image357.wmf"/><Relationship Id="rId4" Type="http://schemas.openxmlformats.org/officeDocument/2006/relationships/image" Target="../media/image351.wmf"/><Relationship Id="rId9" Type="http://schemas.openxmlformats.org/officeDocument/2006/relationships/image" Target="../media/image356.wmf"/><Relationship Id="rId14" Type="http://schemas.openxmlformats.org/officeDocument/2006/relationships/image" Target="../media/image361.w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1.wmf"/><Relationship Id="rId13" Type="http://schemas.openxmlformats.org/officeDocument/2006/relationships/image" Target="../media/image376.wmf"/><Relationship Id="rId3" Type="http://schemas.openxmlformats.org/officeDocument/2006/relationships/image" Target="../media/image366.wmf"/><Relationship Id="rId7" Type="http://schemas.openxmlformats.org/officeDocument/2006/relationships/image" Target="../media/image370.wmf"/><Relationship Id="rId12" Type="http://schemas.openxmlformats.org/officeDocument/2006/relationships/image" Target="../media/image375.wmf"/><Relationship Id="rId2" Type="http://schemas.openxmlformats.org/officeDocument/2006/relationships/image" Target="../media/image365.wmf"/><Relationship Id="rId1" Type="http://schemas.openxmlformats.org/officeDocument/2006/relationships/image" Target="../media/image364.wmf"/><Relationship Id="rId6" Type="http://schemas.openxmlformats.org/officeDocument/2006/relationships/image" Target="../media/image369.wmf"/><Relationship Id="rId11" Type="http://schemas.openxmlformats.org/officeDocument/2006/relationships/image" Target="../media/image374.wmf"/><Relationship Id="rId5" Type="http://schemas.openxmlformats.org/officeDocument/2006/relationships/image" Target="../media/image368.wmf"/><Relationship Id="rId10" Type="http://schemas.openxmlformats.org/officeDocument/2006/relationships/image" Target="../media/image373.wmf"/><Relationship Id="rId4" Type="http://schemas.openxmlformats.org/officeDocument/2006/relationships/image" Target="../media/image367.wmf"/><Relationship Id="rId9" Type="http://schemas.openxmlformats.org/officeDocument/2006/relationships/image" Target="../media/image372.wmf"/></Relationships>
</file>

<file path=ppt/drawings/_rels/vmlDrawing4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4.wmf"/><Relationship Id="rId13" Type="http://schemas.openxmlformats.org/officeDocument/2006/relationships/image" Target="../media/image367.wmf"/><Relationship Id="rId18" Type="http://schemas.openxmlformats.org/officeDocument/2006/relationships/image" Target="../media/image372.wmf"/><Relationship Id="rId3" Type="http://schemas.openxmlformats.org/officeDocument/2006/relationships/image" Target="../media/image379.wmf"/><Relationship Id="rId7" Type="http://schemas.openxmlformats.org/officeDocument/2006/relationships/image" Target="../media/image383.wmf"/><Relationship Id="rId12" Type="http://schemas.openxmlformats.org/officeDocument/2006/relationships/image" Target="../media/image388.wmf"/><Relationship Id="rId17" Type="http://schemas.openxmlformats.org/officeDocument/2006/relationships/image" Target="../media/image371.wmf"/><Relationship Id="rId2" Type="http://schemas.openxmlformats.org/officeDocument/2006/relationships/image" Target="../media/image378.wmf"/><Relationship Id="rId16" Type="http://schemas.openxmlformats.org/officeDocument/2006/relationships/image" Target="../media/image370.wmf"/><Relationship Id="rId1" Type="http://schemas.openxmlformats.org/officeDocument/2006/relationships/image" Target="../media/image377.wmf"/><Relationship Id="rId6" Type="http://schemas.openxmlformats.org/officeDocument/2006/relationships/image" Target="../media/image382.wmf"/><Relationship Id="rId11" Type="http://schemas.openxmlformats.org/officeDocument/2006/relationships/image" Target="../media/image387.wmf"/><Relationship Id="rId5" Type="http://schemas.openxmlformats.org/officeDocument/2006/relationships/image" Target="../media/image381.wmf"/><Relationship Id="rId15" Type="http://schemas.openxmlformats.org/officeDocument/2006/relationships/image" Target="../media/image369.wmf"/><Relationship Id="rId10" Type="http://schemas.openxmlformats.org/officeDocument/2006/relationships/image" Target="../media/image386.wmf"/><Relationship Id="rId19" Type="http://schemas.openxmlformats.org/officeDocument/2006/relationships/image" Target="../media/image373.wmf"/><Relationship Id="rId4" Type="http://schemas.openxmlformats.org/officeDocument/2006/relationships/image" Target="../media/image380.wmf"/><Relationship Id="rId9" Type="http://schemas.openxmlformats.org/officeDocument/2006/relationships/image" Target="../media/image385.wmf"/><Relationship Id="rId14" Type="http://schemas.openxmlformats.org/officeDocument/2006/relationships/image" Target="../media/image368.wmf"/></Relationships>
</file>

<file path=ppt/drawings/_rels/vmlDrawing4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6.wmf"/><Relationship Id="rId13" Type="http://schemas.openxmlformats.org/officeDocument/2006/relationships/image" Target="../media/image401.wmf"/><Relationship Id="rId3" Type="http://schemas.openxmlformats.org/officeDocument/2006/relationships/image" Target="../media/image391.wmf"/><Relationship Id="rId7" Type="http://schemas.openxmlformats.org/officeDocument/2006/relationships/image" Target="../media/image395.wmf"/><Relationship Id="rId12" Type="http://schemas.openxmlformats.org/officeDocument/2006/relationships/image" Target="../media/image400.wmf"/><Relationship Id="rId2" Type="http://schemas.openxmlformats.org/officeDocument/2006/relationships/image" Target="../media/image390.wmf"/><Relationship Id="rId1" Type="http://schemas.openxmlformats.org/officeDocument/2006/relationships/image" Target="../media/image389.wmf"/><Relationship Id="rId6" Type="http://schemas.openxmlformats.org/officeDocument/2006/relationships/image" Target="../media/image394.wmf"/><Relationship Id="rId11" Type="http://schemas.openxmlformats.org/officeDocument/2006/relationships/image" Target="../media/image399.wmf"/><Relationship Id="rId5" Type="http://schemas.openxmlformats.org/officeDocument/2006/relationships/image" Target="../media/image393.wmf"/><Relationship Id="rId10" Type="http://schemas.openxmlformats.org/officeDocument/2006/relationships/image" Target="../media/image398.wmf"/><Relationship Id="rId4" Type="http://schemas.openxmlformats.org/officeDocument/2006/relationships/image" Target="../media/image392.wmf"/><Relationship Id="rId9" Type="http://schemas.openxmlformats.org/officeDocument/2006/relationships/image" Target="../media/image397.wmf"/><Relationship Id="rId14" Type="http://schemas.openxmlformats.org/officeDocument/2006/relationships/image" Target="../media/image402.wmf"/></Relationships>
</file>

<file path=ppt/drawings/_rels/vmlDrawing4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wmf"/><Relationship Id="rId13" Type="http://schemas.openxmlformats.org/officeDocument/2006/relationships/image" Target="../media/image415.wmf"/><Relationship Id="rId18" Type="http://schemas.openxmlformats.org/officeDocument/2006/relationships/image" Target="../media/image420.wmf"/><Relationship Id="rId3" Type="http://schemas.openxmlformats.org/officeDocument/2006/relationships/image" Target="../media/image405.wmf"/><Relationship Id="rId7" Type="http://schemas.openxmlformats.org/officeDocument/2006/relationships/image" Target="../media/image409.wmf"/><Relationship Id="rId12" Type="http://schemas.openxmlformats.org/officeDocument/2006/relationships/image" Target="../media/image414.wmf"/><Relationship Id="rId17" Type="http://schemas.openxmlformats.org/officeDocument/2006/relationships/image" Target="../media/image419.wmf"/><Relationship Id="rId2" Type="http://schemas.openxmlformats.org/officeDocument/2006/relationships/image" Target="../media/image404.wmf"/><Relationship Id="rId16" Type="http://schemas.openxmlformats.org/officeDocument/2006/relationships/image" Target="../media/image418.wmf"/><Relationship Id="rId20" Type="http://schemas.openxmlformats.org/officeDocument/2006/relationships/image" Target="../media/image422.wmf"/><Relationship Id="rId1" Type="http://schemas.openxmlformats.org/officeDocument/2006/relationships/image" Target="../media/image403.wmf"/><Relationship Id="rId6" Type="http://schemas.openxmlformats.org/officeDocument/2006/relationships/image" Target="../media/image408.wmf"/><Relationship Id="rId11" Type="http://schemas.openxmlformats.org/officeDocument/2006/relationships/image" Target="../media/image413.wmf"/><Relationship Id="rId5" Type="http://schemas.openxmlformats.org/officeDocument/2006/relationships/image" Target="../media/image407.wmf"/><Relationship Id="rId15" Type="http://schemas.openxmlformats.org/officeDocument/2006/relationships/image" Target="../media/image417.wmf"/><Relationship Id="rId10" Type="http://schemas.openxmlformats.org/officeDocument/2006/relationships/image" Target="../media/image412.wmf"/><Relationship Id="rId19" Type="http://schemas.openxmlformats.org/officeDocument/2006/relationships/image" Target="../media/image421.wmf"/><Relationship Id="rId4" Type="http://schemas.openxmlformats.org/officeDocument/2006/relationships/image" Target="../media/image406.wmf"/><Relationship Id="rId9" Type="http://schemas.openxmlformats.org/officeDocument/2006/relationships/image" Target="../media/image411.wmf"/><Relationship Id="rId14" Type="http://schemas.openxmlformats.org/officeDocument/2006/relationships/image" Target="../media/image416.wmf"/></Relationships>
</file>

<file path=ppt/drawings/_rels/vmlDrawing4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3.wmf"/><Relationship Id="rId13" Type="http://schemas.openxmlformats.org/officeDocument/2006/relationships/image" Target="../media/image424.wmf"/><Relationship Id="rId18" Type="http://schemas.openxmlformats.org/officeDocument/2006/relationships/image" Target="../media/image429.wmf"/><Relationship Id="rId3" Type="http://schemas.openxmlformats.org/officeDocument/2006/relationships/image" Target="../media/image408.wmf"/><Relationship Id="rId21" Type="http://schemas.openxmlformats.org/officeDocument/2006/relationships/image" Target="../media/image432.wmf"/><Relationship Id="rId7" Type="http://schemas.openxmlformats.org/officeDocument/2006/relationships/image" Target="../media/image412.wmf"/><Relationship Id="rId12" Type="http://schemas.openxmlformats.org/officeDocument/2006/relationships/image" Target="../media/image423.wmf"/><Relationship Id="rId17" Type="http://schemas.openxmlformats.org/officeDocument/2006/relationships/image" Target="../media/image428.wmf"/><Relationship Id="rId2" Type="http://schemas.openxmlformats.org/officeDocument/2006/relationships/image" Target="../media/image407.wmf"/><Relationship Id="rId16" Type="http://schemas.openxmlformats.org/officeDocument/2006/relationships/image" Target="../media/image427.wmf"/><Relationship Id="rId20" Type="http://schemas.openxmlformats.org/officeDocument/2006/relationships/image" Target="../media/image431.wmf"/><Relationship Id="rId1" Type="http://schemas.openxmlformats.org/officeDocument/2006/relationships/image" Target="../media/image422.wmf"/><Relationship Id="rId6" Type="http://schemas.openxmlformats.org/officeDocument/2006/relationships/image" Target="../media/image411.wmf"/><Relationship Id="rId11" Type="http://schemas.openxmlformats.org/officeDocument/2006/relationships/image" Target="../media/image416.wmf"/><Relationship Id="rId5" Type="http://schemas.openxmlformats.org/officeDocument/2006/relationships/image" Target="../media/image410.wmf"/><Relationship Id="rId15" Type="http://schemas.openxmlformats.org/officeDocument/2006/relationships/image" Target="../media/image426.wmf"/><Relationship Id="rId10" Type="http://schemas.openxmlformats.org/officeDocument/2006/relationships/image" Target="../media/image415.wmf"/><Relationship Id="rId19" Type="http://schemas.openxmlformats.org/officeDocument/2006/relationships/image" Target="../media/image430.wmf"/><Relationship Id="rId4" Type="http://schemas.openxmlformats.org/officeDocument/2006/relationships/image" Target="../media/image409.wmf"/><Relationship Id="rId9" Type="http://schemas.openxmlformats.org/officeDocument/2006/relationships/image" Target="../media/image414.wmf"/><Relationship Id="rId14" Type="http://schemas.openxmlformats.org/officeDocument/2006/relationships/image" Target="../media/image42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71D536-022D-4953-9DCA-A66EDA55C25B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FB46F2-5FEF-4237-BCB9-FDA2DE10CA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778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B46F2-5FEF-4237-BCB9-FDA2DE10CA1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023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B46F2-5FEF-4237-BCB9-FDA2DE10CA1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317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B46F2-5FEF-4237-BCB9-FDA2DE10CA1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163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42D57E-9747-45C1-A8E1-D76F1D0171A2}"/>
              </a:ext>
            </a:extLst>
          </p:cNvPr>
          <p:cNvSpPr txBox="1"/>
          <p:nvPr userDrawn="1"/>
        </p:nvSpPr>
        <p:spPr>
          <a:xfrm>
            <a:off x="4788024" y="-10423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数学与统计学院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标题 29">
            <a:extLst>
              <a:ext uri="{FF2B5EF4-FFF2-40B4-BE49-F238E27FC236}">
                <a16:creationId xmlns:a16="http://schemas.microsoft.com/office/drawing/2014/main" id="{8F9B2AD0-C102-499B-9155-8F6AE2715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8926" y="-16751"/>
            <a:ext cx="5891546" cy="27384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017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image" Target="../media/image5.wmf"/><Relationship Id="rId18" Type="http://schemas.openxmlformats.org/officeDocument/2006/relationships/oleObject" Target="../embeddings/oleObject9.bin"/><Relationship Id="rId3" Type="http://schemas.openxmlformats.org/officeDocument/2006/relationships/oleObject" Target="../embeddings/oleObject1.bin"/><Relationship Id="rId21" Type="http://schemas.openxmlformats.org/officeDocument/2006/relationships/image" Target="../media/image9.wmf"/><Relationship Id="rId7" Type="http://schemas.openxmlformats.org/officeDocument/2006/relationships/oleObject" Target="../embeddings/oleObject3.bin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7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15" Type="http://schemas.openxmlformats.org/officeDocument/2006/relationships/image" Target="../media/image6.w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8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oleObject" Target="../embeddings/oleObject7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oleObject" Target="../embeddings/oleObject16.bin"/><Relationship Id="rId18" Type="http://schemas.openxmlformats.org/officeDocument/2006/relationships/image" Target="../media/image17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4.wmf"/><Relationship Id="rId17" Type="http://schemas.openxmlformats.org/officeDocument/2006/relationships/oleObject" Target="../embeddings/oleObject18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6.wmf"/><Relationship Id="rId20" Type="http://schemas.openxmlformats.org/officeDocument/2006/relationships/image" Target="../media/image18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10" Type="http://schemas.openxmlformats.org/officeDocument/2006/relationships/image" Target="../media/image13.wmf"/><Relationship Id="rId19" Type="http://schemas.openxmlformats.org/officeDocument/2006/relationships/oleObject" Target="../embeddings/oleObject19.bin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15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19.wmf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7.bin"/><Relationship Id="rId18" Type="http://schemas.openxmlformats.org/officeDocument/2006/relationships/image" Target="../media/image27.wmf"/><Relationship Id="rId26" Type="http://schemas.openxmlformats.org/officeDocument/2006/relationships/image" Target="../media/image31.wmf"/><Relationship Id="rId3" Type="http://schemas.openxmlformats.org/officeDocument/2006/relationships/oleObject" Target="../embeddings/oleObject22.bin"/><Relationship Id="rId21" Type="http://schemas.openxmlformats.org/officeDocument/2006/relationships/oleObject" Target="../embeddings/oleObject31.bin"/><Relationship Id="rId34" Type="http://schemas.openxmlformats.org/officeDocument/2006/relationships/image" Target="../media/image35.wmf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24.wmf"/><Relationship Id="rId17" Type="http://schemas.openxmlformats.org/officeDocument/2006/relationships/oleObject" Target="../embeddings/oleObject29.bin"/><Relationship Id="rId25" Type="http://schemas.openxmlformats.org/officeDocument/2006/relationships/oleObject" Target="../embeddings/oleObject33.bin"/><Relationship Id="rId33" Type="http://schemas.openxmlformats.org/officeDocument/2006/relationships/oleObject" Target="../embeddings/oleObject37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6.wmf"/><Relationship Id="rId20" Type="http://schemas.openxmlformats.org/officeDocument/2006/relationships/image" Target="../media/image28.wmf"/><Relationship Id="rId29" Type="http://schemas.openxmlformats.org/officeDocument/2006/relationships/oleObject" Target="../embeddings/oleObject35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26.bin"/><Relationship Id="rId24" Type="http://schemas.openxmlformats.org/officeDocument/2006/relationships/image" Target="../media/image30.wmf"/><Relationship Id="rId32" Type="http://schemas.openxmlformats.org/officeDocument/2006/relationships/image" Target="../media/image34.wmf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8.bin"/><Relationship Id="rId23" Type="http://schemas.openxmlformats.org/officeDocument/2006/relationships/oleObject" Target="../embeddings/oleObject32.bin"/><Relationship Id="rId28" Type="http://schemas.openxmlformats.org/officeDocument/2006/relationships/image" Target="../media/image32.wmf"/><Relationship Id="rId36" Type="http://schemas.openxmlformats.org/officeDocument/2006/relationships/image" Target="../media/image36.wmf"/><Relationship Id="rId10" Type="http://schemas.openxmlformats.org/officeDocument/2006/relationships/image" Target="../media/image23.wmf"/><Relationship Id="rId19" Type="http://schemas.openxmlformats.org/officeDocument/2006/relationships/oleObject" Target="../embeddings/oleObject30.bin"/><Relationship Id="rId31" Type="http://schemas.openxmlformats.org/officeDocument/2006/relationships/oleObject" Target="../embeddings/oleObject36.bin"/><Relationship Id="rId4" Type="http://schemas.openxmlformats.org/officeDocument/2006/relationships/image" Target="../media/image20.w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25.wmf"/><Relationship Id="rId22" Type="http://schemas.openxmlformats.org/officeDocument/2006/relationships/image" Target="../media/image29.wmf"/><Relationship Id="rId27" Type="http://schemas.openxmlformats.org/officeDocument/2006/relationships/oleObject" Target="../embeddings/oleObject34.bin"/><Relationship Id="rId30" Type="http://schemas.openxmlformats.org/officeDocument/2006/relationships/image" Target="../media/image33.wmf"/><Relationship Id="rId35" Type="http://schemas.openxmlformats.org/officeDocument/2006/relationships/oleObject" Target="../embeddings/oleObject38.bin"/><Relationship Id="rId8" Type="http://schemas.openxmlformats.org/officeDocument/2006/relationships/image" Target="../media/image22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13" Type="http://schemas.openxmlformats.org/officeDocument/2006/relationships/oleObject" Target="../embeddings/oleObject44.bin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39.wmf"/><Relationship Id="rId17" Type="http://schemas.openxmlformats.org/officeDocument/2006/relationships/oleObject" Target="../embeddings/oleObject46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41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1.w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5" Type="http://schemas.openxmlformats.org/officeDocument/2006/relationships/oleObject" Target="../embeddings/oleObject45.bin"/><Relationship Id="rId10" Type="http://schemas.openxmlformats.org/officeDocument/2006/relationships/image" Target="../media/image38.wmf"/><Relationship Id="rId4" Type="http://schemas.openxmlformats.org/officeDocument/2006/relationships/image" Target="../media/image37.wmf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40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13" Type="http://schemas.openxmlformats.org/officeDocument/2006/relationships/image" Target="../media/image46.wmf"/><Relationship Id="rId18" Type="http://schemas.openxmlformats.org/officeDocument/2006/relationships/oleObject" Target="../embeddings/oleObject54.bin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50.wmf"/><Relationship Id="rId7" Type="http://schemas.openxmlformats.org/officeDocument/2006/relationships/image" Target="../media/image43.wmf"/><Relationship Id="rId12" Type="http://schemas.openxmlformats.org/officeDocument/2006/relationships/oleObject" Target="../embeddings/oleObject51.bin"/><Relationship Id="rId17" Type="http://schemas.openxmlformats.org/officeDocument/2006/relationships/image" Target="../media/image48.wmf"/><Relationship Id="rId25" Type="http://schemas.openxmlformats.org/officeDocument/2006/relationships/image" Target="../media/image51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53.bin"/><Relationship Id="rId20" Type="http://schemas.openxmlformats.org/officeDocument/2006/relationships/oleObject" Target="../embeddings/oleObject55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48.bin"/><Relationship Id="rId11" Type="http://schemas.openxmlformats.org/officeDocument/2006/relationships/image" Target="../media/image45.wmf"/><Relationship Id="rId24" Type="http://schemas.openxmlformats.org/officeDocument/2006/relationships/oleObject" Target="../embeddings/oleObject57.bin"/><Relationship Id="rId5" Type="http://schemas.openxmlformats.org/officeDocument/2006/relationships/image" Target="../media/image42.wmf"/><Relationship Id="rId15" Type="http://schemas.openxmlformats.org/officeDocument/2006/relationships/image" Target="../media/image47.wmf"/><Relationship Id="rId23" Type="http://schemas.openxmlformats.org/officeDocument/2006/relationships/image" Target="../media/image1.wmf"/><Relationship Id="rId10" Type="http://schemas.openxmlformats.org/officeDocument/2006/relationships/oleObject" Target="../embeddings/oleObject50.bin"/><Relationship Id="rId19" Type="http://schemas.openxmlformats.org/officeDocument/2006/relationships/image" Target="../media/image49.wmf"/><Relationship Id="rId4" Type="http://schemas.openxmlformats.org/officeDocument/2006/relationships/oleObject" Target="../embeddings/oleObject47.bin"/><Relationship Id="rId9" Type="http://schemas.openxmlformats.org/officeDocument/2006/relationships/image" Target="../media/image44.wmf"/><Relationship Id="rId14" Type="http://schemas.openxmlformats.org/officeDocument/2006/relationships/oleObject" Target="../embeddings/oleObject52.bin"/><Relationship Id="rId22" Type="http://schemas.openxmlformats.org/officeDocument/2006/relationships/oleObject" Target="../embeddings/oleObject56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13" Type="http://schemas.openxmlformats.org/officeDocument/2006/relationships/image" Target="../media/image54.wmf"/><Relationship Id="rId18" Type="http://schemas.openxmlformats.org/officeDocument/2006/relationships/oleObject" Target="../embeddings/oleObject66.bin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12" Type="http://schemas.openxmlformats.org/officeDocument/2006/relationships/oleObject" Target="../embeddings/oleObject63.bin"/><Relationship Id="rId17" Type="http://schemas.openxmlformats.org/officeDocument/2006/relationships/image" Target="../media/image56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65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2.wmf"/><Relationship Id="rId11" Type="http://schemas.openxmlformats.org/officeDocument/2006/relationships/image" Target="../media/image53.wmf"/><Relationship Id="rId5" Type="http://schemas.openxmlformats.org/officeDocument/2006/relationships/oleObject" Target="../embeddings/oleObject59.bin"/><Relationship Id="rId15" Type="http://schemas.openxmlformats.org/officeDocument/2006/relationships/image" Target="../media/image55.wmf"/><Relationship Id="rId10" Type="http://schemas.openxmlformats.org/officeDocument/2006/relationships/oleObject" Target="../embeddings/oleObject62.bin"/><Relationship Id="rId19" Type="http://schemas.openxmlformats.org/officeDocument/2006/relationships/image" Target="../media/image57.wmf"/><Relationship Id="rId4" Type="http://schemas.openxmlformats.org/officeDocument/2006/relationships/image" Target="../media/image1.wmf"/><Relationship Id="rId9" Type="http://schemas.openxmlformats.org/officeDocument/2006/relationships/image" Target="../media/image52.wmf"/><Relationship Id="rId14" Type="http://schemas.openxmlformats.org/officeDocument/2006/relationships/oleObject" Target="../embeddings/oleObject64.bin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73.bin"/><Relationship Id="rId18" Type="http://schemas.openxmlformats.org/officeDocument/2006/relationships/image" Target="../media/image61.wmf"/><Relationship Id="rId26" Type="http://schemas.openxmlformats.org/officeDocument/2006/relationships/oleObject" Target="../embeddings/oleObject82.bin"/><Relationship Id="rId3" Type="http://schemas.openxmlformats.org/officeDocument/2006/relationships/oleObject" Target="../embeddings/oleObject67.bin"/><Relationship Id="rId21" Type="http://schemas.openxmlformats.org/officeDocument/2006/relationships/oleObject" Target="../embeddings/oleObject78.bin"/><Relationship Id="rId34" Type="http://schemas.openxmlformats.org/officeDocument/2006/relationships/oleObject" Target="../embeddings/oleObject87.bin"/><Relationship Id="rId7" Type="http://schemas.openxmlformats.org/officeDocument/2006/relationships/oleObject" Target="../embeddings/oleObject69.bin"/><Relationship Id="rId12" Type="http://schemas.openxmlformats.org/officeDocument/2006/relationships/oleObject" Target="../embeddings/oleObject72.bin"/><Relationship Id="rId17" Type="http://schemas.openxmlformats.org/officeDocument/2006/relationships/oleObject" Target="../embeddings/oleObject76.bin"/><Relationship Id="rId25" Type="http://schemas.openxmlformats.org/officeDocument/2006/relationships/oleObject" Target="../embeddings/oleObject81.bin"/><Relationship Id="rId33" Type="http://schemas.openxmlformats.org/officeDocument/2006/relationships/image" Target="../media/image66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75.bin"/><Relationship Id="rId20" Type="http://schemas.openxmlformats.org/officeDocument/2006/relationships/image" Target="../media/image62.wmf"/><Relationship Id="rId29" Type="http://schemas.openxmlformats.org/officeDocument/2006/relationships/image" Target="../media/image65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2.wmf"/><Relationship Id="rId11" Type="http://schemas.openxmlformats.org/officeDocument/2006/relationships/image" Target="../media/image1.wmf"/><Relationship Id="rId24" Type="http://schemas.openxmlformats.org/officeDocument/2006/relationships/image" Target="../media/image63.wmf"/><Relationship Id="rId32" Type="http://schemas.openxmlformats.org/officeDocument/2006/relationships/oleObject" Target="../embeddings/oleObject86.bin"/><Relationship Id="rId5" Type="http://schemas.openxmlformats.org/officeDocument/2006/relationships/oleObject" Target="../embeddings/oleObject68.bin"/><Relationship Id="rId15" Type="http://schemas.openxmlformats.org/officeDocument/2006/relationships/image" Target="../media/image60.wmf"/><Relationship Id="rId23" Type="http://schemas.openxmlformats.org/officeDocument/2006/relationships/oleObject" Target="../embeddings/oleObject80.bin"/><Relationship Id="rId28" Type="http://schemas.openxmlformats.org/officeDocument/2006/relationships/oleObject" Target="../embeddings/oleObject83.bin"/><Relationship Id="rId10" Type="http://schemas.openxmlformats.org/officeDocument/2006/relationships/oleObject" Target="../embeddings/oleObject71.bin"/><Relationship Id="rId19" Type="http://schemas.openxmlformats.org/officeDocument/2006/relationships/oleObject" Target="../embeddings/oleObject77.bin"/><Relationship Id="rId31" Type="http://schemas.openxmlformats.org/officeDocument/2006/relationships/oleObject" Target="../embeddings/oleObject85.bin"/><Relationship Id="rId4" Type="http://schemas.openxmlformats.org/officeDocument/2006/relationships/image" Target="../media/image58.wmf"/><Relationship Id="rId9" Type="http://schemas.openxmlformats.org/officeDocument/2006/relationships/image" Target="../media/image59.wmf"/><Relationship Id="rId14" Type="http://schemas.openxmlformats.org/officeDocument/2006/relationships/oleObject" Target="../embeddings/oleObject74.bin"/><Relationship Id="rId22" Type="http://schemas.openxmlformats.org/officeDocument/2006/relationships/oleObject" Target="../embeddings/oleObject79.bin"/><Relationship Id="rId27" Type="http://schemas.openxmlformats.org/officeDocument/2006/relationships/image" Target="../media/image64.wmf"/><Relationship Id="rId30" Type="http://schemas.openxmlformats.org/officeDocument/2006/relationships/oleObject" Target="../embeddings/oleObject84.bin"/><Relationship Id="rId35" Type="http://schemas.openxmlformats.org/officeDocument/2006/relationships/image" Target="../media/image67.wmf"/><Relationship Id="rId8" Type="http://schemas.openxmlformats.org/officeDocument/2006/relationships/oleObject" Target="../embeddings/oleObject7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13" Type="http://schemas.openxmlformats.org/officeDocument/2006/relationships/image" Target="../media/image69.wmf"/><Relationship Id="rId18" Type="http://schemas.openxmlformats.org/officeDocument/2006/relationships/oleObject" Target="../embeddings/oleObject96.bin"/><Relationship Id="rId26" Type="http://schemas.openxmlformats.org/officeDocument/2006/relationships/oleObject" Target="../embeddings/oleObject100.bin"/><Relationship Id="rId3" Type="http://schemas.openxmlformats.org/officeDocument/2006/relationships/oleObject" Target="../embeddings/oleObject88.bin"/><Relationship Id="rId21" Type="http://schemas.openxmlformats.org/officeDocument/2006/relationships/image" Target="../media/image73.wmf"/><Relationship Id="rId7" Type="http://schemas.openxmlformats.org/officeDocument/2006/relationships/oleObject" Target="../embeddings/oleObject90.bin"/><Relationship Id="rId12" Type="http://schemas.openxmlformats.org/officeDocument/2006/relationships/oleObject" Target="../embeddings/oleObject93.bin"/><Relationship Id="rId17" Type="http://schemas.openxmlformats.org/officeDocument/2006/relationships/image" Target="../media/image71.wmf"/><Relationship Id="rId25" Type="http://schemas.openxmlformats.org/officeDocument/2006/relationships/image" Target="../media/image75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95.bin"/><Relationship Id="rId20" Type="http://schemas.openxmlformats.org/officeDocument/2006/relationships/oleObject" Target="../embeddings/oleObject97.bin"/><Relationship Id="rId29" Type="http://schemas.openxmlformats.org/officeDocument/2006/relationships/oleObject" Target="../embeddings/oleObject102.bin"/><Relationship Id="rId1" Type="http://schemas.openxmlformats.org/officeDocument/2006/relationships/vmlDrawing" Target="../drawings/vmlDrawing9.vml"/><Relationship Id="rId6" Type="http://schemas.openxmlformats.org/officeDocument/2006/relationships/image" Target="../media/image62.wmf"/><Relationship Id="rId11" Type="http://schemas.openxmlformats.org/officeDocument/2006/relationships/image" Target="../media/image68.wmf"/><Relationship Id="rId24" Type="http://schemas.openxmlformats.org/officeDocument/2006/relationships/oleObject" Target="../embeddings/oleObject99.bin"/><Relationship Id="rId5" Type="http://schemas.openxmlformats.org/officeDocument/2006/relationships/oleObject" Target="../embeddings/oleObject89.bin"/><Relationship Id="rId15" Type="http://schemas.openxmlformats.org/officeDocument/2006/relationships/image" Target="../media/image70.wmf"/><Relationship Id="rId23" Type="http://schemas.openxmlformats.org/officeDocument/2006/relationships/image" Target="../media/image74.wmf"/><Relationship Id="rId28" Type="http://schemas.openxmlformats.org/officeDocument/2006/relationships/oleObject" Target="../embeddings/oleObject101.bin"/><Relationship Id="rId10" Type="http://schemas.openxmlformats.org/officeDocument/2006/relationships/oleObject" Target="../embeddings/oleObject92.bin"/><Relationship Id="rId19" Type="http://schemas.openxmlformats.org/officeDocument/2006/relationships/image" Target="../media/image72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91.bin"/><Relationship Id="rId14" Type="http://schemas.openxmlformats.org/officeDocument/2006/relationships/oleObject" Target="../embeddings/oleObject94.bin"/><Relationship Id="rId22" Type="http://schemas.openxmlformats.org/officeDocument/2006/relationships/oleObject" Target="../embeddings/oleObject98.bin"/><Relationship Id="rId27" Type="http://schemas.openxmlformats.org/officeDocument/2006/relationships/image" Target="../media/image76.wmf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08.bin"/><Relationship Id="rId18" Type="http://schemas.openxmlformats.org/officeDocument/2006/relationships/image" Target="../media/image84.wmf"/><Relationship Id="rId26" Type="http://schemas.openxmlformats.org/officeDocument/2006/relationships/image" Target="../media/image88.wmf"/><Relationship Id="rId39" Type="http://schemas.openxmlformats.org/officeDocument/2006/relationships/oleObject" Target="../embeddings/oleObject121.bin"/><Relationship Id="rId21" Type="http://schemas.openxmlformats.org/officeDocument/2006/relationships/oleObject" Target="../embeddings/oleObject112.bin"/><Relationship Id="rId34" Type="http://schemas.openxmlformats.org/officeDocument/2006/relationships/image" Target="../media/image92.wmf"/><Relationship Id="rId42" Type="http://schemas.openxmlformats.org/officeDocument/2006/relationships/image" Target="../media/image96.wmf"/><Relationship Id="rId7" Type="http://schemas.openxmlformats.org/officeDocument/2006/relationships/oleObject" Target="../embeddings/oleObject105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83.wmf"/><Relationship Id="rId20" Type="http://schemas.openxmlformats.org/officeDocument/2006/relationships/image" Target="../media/image85.wmf"/><Relationship Id="rId29" Type="http://schemas.openxmlformats.org/officeDocument/2006/relationships/oleObject" Target="../embeddings/oleObject116.bin"/><Relationship Id="rId41" Type="http://schemas.openxmlformats.org/officeDocument/2006/relationships/oleObject" Target="../embeddings/oleObject122.bin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8.wmf"/><Relationship Id="rId11" Type="http://schemas.openxmlformats.org/officeDocument/2006/relationships/oleObject" Target="../embeddings/oleObject107.bin"/><Relationship Id="rId24" Type="http://schemas.openxmlformats.org/officeDocument/2006/relationships/image" Target="../media/image87.wmf"/><Relationship Id="rId32" Type="http://schemas.openxmlformats.org/officeDocument/2006/relationships/image" Target="../media/image91.wmf"/><Relationship Id="rId37" Type="http://schemas.openxmlformats.org/officeDocument/2006/relationships/oleObject" Target="../embeddings/oleObject120.bin"/><Relationship Id="rId40" Type="http://schemas.openxmlformats.org/officeDocument/2006/relationships/image" Target="../media/image95.wmf"/><Relationship Id="rId5" Type="http://schemas.openxmlformats.org/officeDocument/2006/relationships/oleObject" Target="../embeddings/oleObject104.bin"/><Relationship Id="rId15" Type="http://schemas.openxmlformats.org/officeDocument/2006/relationships/oleObject" Target="../embeddings/oleObject109.bin"/><Relationship Id="rId23" Type="http://schemas.openxmlformats.org/officeDocument/2006/relationships/oleObject" Target="../embeddings/oleObject113.bin"/><Relationship Id="rId28" Type="http://schemas.openxmlformats.org/officeDocument/2006/relationships/image" Target="../media/image89.wmf"/><Relationship Id="rId36" Type="http://schemas.openxmlformats.org/officeDocument/2006/relationships/image" Target="../media/image93.wmf"/><Relationship Id="rId10" Type="http://schemas.openxmlformats.org/officeDocument/2006/relationships/image" Target="../media/image80.wmf"/><Relationship Id="rId19" Type="http://schemas.openxmlformats.org/officeDocument/2006/relationships/oleObject" Target="../embeddings/oleObject111.bin"/><Relationship Id="rId31" Type="http://schemas.openxmlformats.org/officeDocument/2006/relationships/oleObject" Target="../embeddings/oleObject117.bin"/><Relationship Id="rId44" Type="http://schemas.openxmlformats.org/officeDocument/2006/relationships/image" Target="../media/image97.wmf"/><Relationship Id="rId4" Type="http://schemas.openxmlformats.org/officeDocument/2006/relationships/image" Target="../media/image77.wmf"/><Relationship Id="rId9" Type="http://schemas.openxmlformats.org/officeDocument/2006/relationships/oleObject" Target="../embeddings/oleObject106.bin"/><Relationship Id="rId14" Type="http://schemas.openxmlformats.org/officeDocument/2006/relationships/image" Target="../media/image82.wmf"/><Relationship Id="rId22" Type="http://schemas.openxmlformats.org/officeDocument/2006/relationships/image" Target="../media/image86.wmf"/><Relationship Id="rId27" Type="http://schemas.openxmlformats.org/officeDocument/2006/relationships/oleObject" Target="../embeddings/oleObject115.bin"/><Relationship Id="rId30" Type="http://schemas.openxmlformats.org/officeDocument/2006/relationships/image" Target="../media/image90.wmf"/><Relationship Id="rId35" Type="http://schemas.openxmlformats.org/officeDocument/2006/relationships/oleObject" Target="../embeddings/oleObject119.bin"/><Relationship Id="rId43" Type="http://schemas.openxmlformats.org/officeDocument/2006/relationships/oleObject" Target="../embeddings/oleObject123.bin"/><Relationship Id="rId8" Type="http://schemas.openxmlformats.org/officeDocument/2006/relationships/image" Target="../media/image79.wmf"/><Relationship Id="rId3" Type="http://schemas.openxmlformats.org/officeDocument/2006/relationships/oleObject" Target="../embeddings/oleObject103.bin"/><Relationship Id="rId12" Type="http://schemas.openxmlformats.org/officeDocument/2006/relationships/image" Target="../media/image81.wmf"/><Relationship Id="rId17" Type="http://schemas.openxmlformats.org/officeDocument/2006/relationships/oleObject" Target="../embeddings/oleObject110.bin"/><Relationship Id="rId25" Type="http://schemas.openxmlformats.org/officeDocument/2006/relationships/oleObject" Target="../embeddings/oleObject114.bin"/><Relationship Id="rId33" Type="http://schemas.openxmlformats.org/officeDocument/2006/relationships/oleObject" Target="../embeddings/oleObject118.bin"/><Relationship Id="rId38" Type="http://schemas.openxmlformats.org/officeDocument/2006/relationships/image" Target="../media/image94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6.bin"/><Relationship Id="rId3" Type="http://schemas.openxmlformats.org/officeDocument/2006/relationships/oleObject" Target="../embeddings/oleObject124.bin"/><Relationship Id="rId7" Type="http://schemas.openxmlformats.org/officeDocument/2006/relationships/image" Target="../media/image99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25.bin"/><Relationship Id="rId11" Type="http://schemas.openxmlformats.org/officeDocument/2006/relationships/image" Target="../media/image101.wmf"/><Relationship Id="rId5" Type="http://schemas.openxmlformats.org/officeDocument/2006/relationships/image" Target="../media/image102.png"/><Relationship Id="rId10" Type="http://schemas.openxmlformats.org/officeDocument/2006/relationships/oleObject" Target="../embeddings/oleObject127.bin"/><Relationship Id="rId4" Type="http://schemas.openxmlformats.org/officeDocument/2006/relationships/image" Target="../media/image98.wmf"/><Relationship Id="rId9" Type="http://schemas.openxmlformats.org/officeDocument/2006/relationships/image" Target="../media/image100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3" Type="http://schemas.openxmlformats.org/officeDocument/2006/relationships/oleObject" Target="../embeddings/oleObject128.bin"/><Relationship Id="rId7" Type="http://schemas.openxmlformats.org/officeDocument/2006/relationships/oleObject" Target="../embeddings/oleObject130.bin"/><Relationship Id="rId12" Type="http://schemas.openxmlformats.org/officeDocument/2006/relationships/oleObject" Target="../embeddings/oleObject13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.wmf"/><Relationship Id="rId11" Type="http://schemas.openxmlformats.org/officeDocument/2006/relationships/image" Target="../media/image105.wmf"/><Relationship Id="rId5" Type="http://schemas.openxmlformats.org/officeDocument/2006/relationships/oleObject" Target="../embeddings/oleObject129.bin"/><Relationship Id="rId10" Type="http://schemas.openxmlformats.org/officeDocument/2006/relationships/oleObject" Target="../embeddings/oleObject132.bin"/><Relationship Id="rId4" Type="http://schemas.openxmlformats.org/officeDocument/2006/relationships/image" Target="../media/image103.wmf"/><Relationship Id="rId9" Type="http://schemas.openxmlformats.org/officeDocument/2006/relationships/oleObject" Target="../embeddings/oleObject131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13" Type="http://schemas.openxmlformats.org/officeDocument/2006/relationships/image" Target="../media/image110.wmf"/><Relationship Id="rId3" Type="http://schemas.openxmlformats.org/officeDocument/2006/relationships/oleObject" Target="../embeddings/oleObject134.bin"/><Relationship Id="rId7" Type="http://schemas.openxmlformats.org/officeDocument/2006/relationships/oleObject" Target="../embeddings/oleObject136.bin"/><Relationship Id="rId12" Type="http://schemas.openxmlformats.org/officeDocument/2006/relationships/oleObject" Target="../embeddings/oleObject139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07.wmf"/><Relationship Id="rId11" Type="http://schemas.openxmlformats.org/officeDocument/2006/relationships/image" Target="../media/image109.wmf"/><Relationship Id="rId5" Type="http://schemas.openxmlformats.org/officeDocument/2006/relationships/oleObject" Target="../embeddings/oleObject135.bin"/><Relationship Id="rId10" Type="http://schemas.openxmlformats.org/officeDocument/2006/relationships/oleObject" Target="../embeddings/oleObject138.bin"/><Relationship Id="rId4" Type="http://schemas.openxmlformats.org/officeDocument/2006/relationships/image" Target="../media/image106.wmf"/><Relationship Id="rId9" Type="http://schemas.openxmlformats.org/officeDocument/2006/relationships/oleObject" Target="../embeddings/oleObject137.bin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45.bin"/><Relationship Id="rId18" Type="http://schemas.openxmlformats.org/officeDocument/2006/relationships/image" Target="../media/image118.wmf"/><Relationship Id="rId26" Type="http://schemas.openxmlformats.org/officeDocument/2006/relationships/image" Target="../media/image122.wmf"/><Relationship Id="rId3" Type="http://schemas.openxmlformats.org/officeDocument/2006/relationships/oleObject" Target="../embeddings/oleObject140.bin"/><Relationship Id="rId21" Type="http://schemas.openxmlformats.org/officeDocument/2006/relationships/oleObject" Target="../embeddings/oleObject149.bin"/><Relationship Id="rId34" Type="http://schemas.openxmlformats.org/officeDocument/2006/relationships/oleObject" Target="../embeddings/oleObject156.bin"/><Relationship Id="rId7" Type="http://schemas.openxmlformats.org/officeDocument/2006/relationships/oleObject" Target="../embeddings/oleObject142.bin"/><Relationship Id="rId12" Type="http://schemas.openxmlformats.org/officeDocument/2006/relationships/image" Target="../media/image115.wmf"/><Relationship Id="rId17" Type="http://schemas.openxmlformats.org/officeDocument/2006/relationships/oleObject" Target="../embeddings/oleObject147.bin"/><Relationship Id="rId25" Type="http://schemas.openxmlformats.org/officeDocument/2006/relationships/oleObject" Target="../embeddings/oleObject151.bin"/><Relationship Id="rId33" Type="http://schemas.openxmlformats.org/officeDocument/2006/relationships/image" Target="../media/image125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17.wmf"/><Relationship Id="rId20" Type="http://schemas.openxmlformats.org/officeDocument/2006/relationships/image" Target="../media/image119.wmf"/><Relationship Id="rId29" Type="http://schemas.openxmlformats.org/officeDocument/2006/relationships/oleObject" Target="../embeddings/oleObject153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12.wmf"/><Relationship Id="rId11" Type="http://schemas.openxmlformats.org/officeDocument/2006/relationships/oleObject" Target="../embeddings/oleObject144.bin"/><Relationship Id="rId24" Type="http://schemas.openxmlformats.org/officeDocument/2006/relationships/image" Target="../media/image121.wmf"/><Relationship Id="rId32" Type="http://schemas.openxmlformats.org/officeDocument/2006/relationships/oleObject" Target="../embeddings/oleObject155.bin"/><Relationship Id="rId5" Type="http://schemas.openxmlformats.org/officeDocument/2006/relationships/oleObject" Target="../embeddings/oleObject141.bin"/><Relationship Id="rId15" Type="http://schemas.openxmlformats.org/officeDocument/2006/relationships/oleObject" Target="../embeddings/oleObject146.bin"/><Relationship Id="rId23" Type="http://schemas.openxmlformats.org/officeDocument/2006/relationships/oleObject" Target="../embeddings/oleObject150.bin"/><Relationship Id="rId28" Type="http://schemas.openxmlformats.org/officeDocument/2006/relationships/image" Target="../media/image123.wmf"/><Relationship Id="rId10" Type="http://schemas.openxmlformats.org/officeDocument/2006/relationships/image" Target="../media/image114.wmf"/><Relationship Id="rId19" Type="http://schemas.openxmlformats.org/officeDocument/2006/relationships/oleObject" Target="../embeddings/oleObject148.bin"/><Relationship Id="rId31" Type="http://schemas.openxmlformats.org/officeDocument/2006/relationships/image" Target="../media/image124.wmf"/><Relationship Id="rId4" Type="http://schemas.openxmlformats.org/officeDocument/2006/relationships/image" Target="../media/image111.wmf"/><Relationship Id="rId9" Type="http://schemas.openxmlformats.org/officeDocument/2006/relationships/oleObject" Target="../embeddings/oleObject143.bin"/><Relationship Id="rId14" Type="http://schemas.openxmlformats.org/officeDocument/2006/relationships/image" Target="../media/image116.wmf"/><Relationship Id="rId22" Type="http://schemas.openxmlformats.org/officeDocument/2006/relationships/image" Target="../media/image120.wmf"/><Relationship Id="rId27" Type="http://schemas.openxmlformats.org/officeDocument/2006/relationships/oleObject" Target="../embeddings/oleObject152.bin"/><Relationship Id="rId30" Type="http://schemas.openxmlformats.org/officeDocument/2006/relationships/oleObject" Target="../embeddings/oleObject154.bin"/><Relationship Id="rId35" Type="http://schemas.openxmlformats.org/officeDocument/2006/relationships/image" Target="../media/image126.wmf"/><Relationship Id="rId8" Type="http://schemas.openxmlformats.org/officeDocument/2006/relationships/image" Target="../media/image113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9.bin"/><Relationship Id="rId13" Type="http://schemas.openxmlformats.org/officeDocument/2006/relationships/image" Target="../media/image62.wmf"/><Relationship Id="rId18" Type="http://schemas.openxmlformats.org/officeDocument/2006/relationships/oleObject" Target="../embeddings/oleObject165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28.wmf"/><Relationship Id="rId12" Type="http://schemas.openxmlformats.org/officeDocument/2006/relationships/oleObject" Target="../embeddings/oleObject161.bin"/><Relationship Id="rId17" Type="http://schemas.openxmlformats.org/officeDocument/2006/relationships/oleObject" Target="../embeddings/oleObject164.bin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163.bin"/><Relationship Id="rId20" Type="http://schemas.openxmlformats.org/officeDocument/2006/relationships/image" Target="../media/image2.wmf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58.bin"/><Relationship Id="rId11" Type="http://schemas.openxmlformats.org/officeDocument/2006/relationships/image" Target="../media/image1.wmf"/><Relationship Id="rId5" Type="http://schemas.openxmlformats.org/officeDocument/2006/relationships/image" Target="../media/image127.wmf"/><Relationship Id="rId15" Type="http://schemas.openxmlformats.org/officeDocument/2006/relationships/image" Target="../media/image130.wmf"/><Relationship Id="rId10" Type="http://schemas.openxmlformats.org/officeDocument/2006/relationships/oleObject" Target="../embeddings/oleObject160.bin"/><Relationship Id="rId19" Type="http://schemas.openxmlformats.org/officeDocument/2006/relationships/oleObject" Target="../embeddings/oleObject166.bin"/><Relationship Id="rId4" Type="http://schemas.openxmlformats.org/officeDocument/2006/relationships/oleObject" Target="../embeddings/oleObject157.bin"/><Relationship Id="rId9" Type="http://schemas.openxmlformats.org/officeDocument/2006/relationships/image" Target="../media/image129.wmf"/><Relationship Id="rId14" Type="http://schemas.openxmlformats.org/officeDocument/2006/relationships/oleObject" Target="../embeddings/oleObject162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wmf"/><Relationship Id="rId3" Type="http://schemas.openxmlformats.org/officeDocument/2006/relationships/oleObject" Target="../embeddings/oleObject167.bin"/><Relationship Id="rId7" Type="http://schemas.openxmlformats.org/officeDocument/2006/relationships/oleObject" Target="../embeddings/oleObject169.bin"/><Relationship Id="rId12" Type="http://schemas.openxmlformats.org/officeDocument/2006/relationships/image" Target="../media/image134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171.bin"/><Relationship Id="rId5" Type="http://schemas.openxmlformats.org/officeDocument/2006/relationships/oleObject" Target="../embeddings/oleObject168.bin"/><Relationship Id="rId10" Type="http://schemas.openxmlformats.org/officeDocument/2006/relationships/image" Target="../media/image133.wmf"/><Relationship Id="rId4" Type="http://schemas.openxmlformats.org/officeDocument/2006/relationships/image" Target="../media/image131.wmf"/><Relationship Id="rId9" Type="http://schemas.openxmlformats.org/officeDocument/2006/relationships/oleObject" Target="../embeddings/oleObject170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wmf"/><Relationship Id="rId13" Type="http://schemas.openxmlformats.org/officeDocument/2006/relationships/oleObject" Target="../embeddings/oleObject176.bin"/><Relationship Id="rId18" Type="http://schemas.openxmlformats.org/officeDocument/2006/relationships/image" Target="../media/image139.wmf"/><Relationship Id="rId3" Type="http://schemas.openxmlformats.org/officeDocument/2006/relationships/oleObject" Target="../embeddings/oleObject172.bin"/><Relationship Id="rId7" Type="http://schemas.openxmlformats.org/officeDocument/2006/relationships/oleObject" Target="../embeddings/oleObject174.bin"/><Relationship Id="rId12" Type="http://schemas.openxmlformats.org/officeDocument/2006/relationships/image" Target="../media/image133.wmf"/><Relationship Id="rId17" Type="http://schemas.openxmlformats.org/officeDocument/2006/relationships/oleObject" Target="../embeddings/oleObject178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38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36.wmf"/><Relationship Id="rId11" Type="http://schemas.openxmlformats.org/officeDocument/2006/relationships/oleObject" Target="../embeddings/oleObject170.bin"/><Relationship Id="rId5" Type="http://schemas.openxmlformats.org/officeDocument/2006/relationships/oleObject" Target="../embeddings/oleObject173.bin"/><Relationship Id="rId15" Type="http://schemas.openxmlformats.org/officeDocument/2006/relationships/oleObject" Target="../embeddings/oleObject177.bin"/><Relationship Id="rId10" Type="http://schemas.openxmlformats.org/officeDocument/2006/relationships/image" Target="../media/image62.wmf"/><Relationship Id="rId4" Type="http://schemas.openxmlformats.org/officeDocument/2006/relationships/image" Target="../media/image135.wmf"/><Relationship Id="rId9" Type="http://schemas.openxmlformats.org/officeDocument/2006/relationships/oleObject" Target="../embeddings/oleObject175.bin"/><Relationship Id="rId14" Type="http://schemas.openxmlformats.org/officeDocument/2006/relationships/image" Target="../media/image137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13" Type="http://schemas.openxmlformats.org/officeDocument/2006/relationships/oleObject" Target="../embeddings/oleObject184.bin"/><Relationship Id="rId18" Type="http://schemas.openxmlformats.org/officeDocument/2006/relationships/oleObject" Target="../embeddings/oleObject187.bin"/><Relationship Id="rId26" Type="http://schemas.openxmlformats.org/officeDocument/2006/relationships/oleObject" Target="../embeddings/oleObject191.bin"/><Relationship Id="rId3" Type="http://schemas.openxmlformats.org/officeDocument/2006/relationships/oleObject" Target="../embeddings/oleObject179.bin"/><Relationship Id="rId21" Type="http://schemas.openxmlformats.org/officeDocument/2006/relationships/image" Target="../media/image146.wmf"/><Relationship Id="rId7" Type="http://schemas.openxmlformats.org/officeDocument/2006/relationships/oleObject" Target="../embeddings/oleObject181.bin"/><Relationship Id="rId12" Type="http://schemas.openxmlformats.org/officeDocument/2006/relationships/image" Target="../media/image142.wmf"/><Relationship Id="rId17" Type="http://schemas.openxmlformats.org/officeDocument/2006/relationships/oleObject" Target="../embeddings/oleObject186.bin"/><Relationship Id="rId25" Type="http://schemas.openxmlformats.org/officeDocument/2006/relationships/image" Target="../media/image148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44.wmf"/><Relationship Id="rId20" Type="http://schemas.openxmlformats.org/officeDocument/2006/relationships/oleObject" Target="../embeddings/oleObject188.bin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.wmf"/><Relationship Id="rId11" Type="http://schemas.openxmlformats.org/officeDocument/2006/relationships/oleObject" Target="../embeddings/oleObject183.bin"/><Relationship Id="rId24" Type="http://schemas.openxmlformats.org/officeDocument/2006/relationships/oleObject" Target="../embeddings/oleObject190.bin"/><Relationship Id="rId5" Type="http://schemas.openxmlformats.org/officeDocument/2006/relationships/oleObject" Target="../embeddings/oleObject180.bin"/><Relationship Id="rId15" Type="http://schemas.openxmlformats.org/officeDocument/2006/relationships/oleObject" Target="../embeddings/oleObject185.bin"/><Relationship Id="rId23" Type="http://schemas.openxmlformats.org/officeDocument/2006/relationships/image" Target="../media/image147.wmf"/><Relationship Id="rId10" Type="http://schemas.openxmlformats.org/officeDocument/2006/relationships/image" Target="../media/image141.wmf"/><Relationship Id="rId19" Type="http://schemas.openxmlformats.org/officeDocument/2006/relationships/image" Target="../media/image145.wmf"/><Relationship Id="rId4" Type="http://schemas.openxmlformats.org/officeDocument/2006/relationships/image" Target="../media/image140.wmf"/><Relationship Id="rId9" Type="http://schemas.openxmlformats.org/officeDocument/2006/relationships/oleObject" Target="../embeddings/oleObject182.bin"/><Relationship Id="rId14" Type="http://schemas.openxmlformats.org/officeDocument/2006/relationships/image" Target="../media/image143.wmf"/><Relationship Id="rId22" Type="http://schemas.openxmlformats.org/officeDocument/2006/relationships/oleObject" Target="../embeddings/oleObject189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wmf"/><Relationship Id="rId13" Type="http://schemas.openxmlformats.org/officeDocument/2006/relationships/oleObject" Target="../embeddings/oleObject197.bin"/><Relationship Id="rId18" Type="http://schemas.openxmlformats.org/officeDocument/2006/relationships/image" Target="../media/image155.wmf"/><Relationship Id="rId3" Type="http://schemas.openxmlformats.org/officeDocument/2006/relationships/oleObject" Target="../embeddings/oleObject192.bin"/><Relationship Id="rId7" Type="http://schemas.openxmlformats.org/officeDocument/2006/relationships/oleObject" Target="../embeddings/oleObject194.bin"/><Relationship Id="rId12" Type="http://schemas.openxmlformats.org/officeDocument/2006/relationships/image" Target="../media/image152.wmf"/><Relationship Id="rId17" Type="http://schemas.openxmlformats.org/officeDocument/2006/relationships/oleObject" Target="../embeddings/oleObject199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54.wmf"/><Relationship Id="rId20" Type="http://schemas.openxmlformats.org/officeDocument/2006/relationships/image" Target="../media/image156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07.wmf"/><Relationship Id="rId11" Type="http://schemas.openxmlformats.org/officeDocument/2006/relationships/oleObject" Target="../embeddings/oleObject196.bin"/><Relationship Id="rId5" Type="http://schemas.openxmlformats.org/officeDocument/2006/relationships/oleObject" Target="../embeddings/oleObject193.bin"/><Relationship Id="rId15" Type="http://schemas.openxmlformats.org/officeDocument/2006/relationships/oleObject" Target="../embeddings/oleObject198.bin"/><Relationship Id="rId10" Type="http://schemas.openxmlformats.org/officeDocument/2006/relationships/image" Target="../media/image151.wmf"/><Relationship Id="rId19" Type="http://schemas.openxmlformats.org/officeDocument/2006/relationships/oleObject" Target="../embeddings/oleObject200.bin"/><Relationship Id="rId4" Type="http://schemas.openxmlformats.org/officeDocument/2006/relationships/image" Target="../media/image149.wmf"/><Relationship Id="rId9" Type="http://schemas.openxmlformats.org/officeDocument/2006/relationships/oleObject" Target="../embeddings/oleObject195.bin"/><Relationship Id="rId14" Type="http://schemas.openxmlformats.org/officeDocument/2006/relationships/image" Target="../media/image153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4.bin"/><Relationship Id="rId13" Type="http://schemas.openxmlformats.org/officeDocument/2006/relationships/image" Target="../media/image161.wmf"/><Relationship Id="rId18" Type="http://schemas.openxmlformats.org/officeDocument/2006/relationships/oleObject" Target="../embeddings/oleObject209.bin"/><Relationship Id="rId26" Type="http://schemas.openxmlformats.org/officeDocument/2006/relationships/image" Target="../media/image167.wmf"/><Relationship Id="rId3" Type="http://schemas.openxmlformats.org/officeDocument/2006/relationships/oleObject" Target="../embeddings/oleObject201.bin"/><Relationship Id="rId21" Type="http://schemas.openxmlformats.org/officeDocument/2006/relationships/oleObject" Target="../embeddings/oleObject211.bin"/><Relationship Id="rId7" Type="http://schemas.openxmlformats.org/officeDocument/2006/relationships/oleObject" Target="../embeddings/oleObject203.bin"/><Relationship Id="rId12" Type="http://schemas.openxmlformats.org/officeDocument/2006/relationships/oleObject" Target="../embeddings/oleObject206.bin"/><Relationship Id="rId17" Type="http://schemas.openxmlformats.org/officeDocument/2006/relationships/image" Target="../media/image163.wmf"/><Relationship Id="rId25" Type="http://schemas.openxmlformats.org/officeDocument/2006/relationships/oleObject" Target="../embeddings/oleObject213.bin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208.bin"/><Relationship Id="rId20" Type="http://schemas.openxmlformats.org/officeDocument/2006/relationships/image" Target="../media/image164.wmf"/><Relationship Id="rId29" Type="http://schemas.openxmlformats.org/officeDocument/2006/relationships/image" Target="../media/image168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58.wmf"/><Relationship Id="rId11" Type="http://schemas.openxmlformats.org/officeDocument/2006/relationships/image" Target="../media/image160.wmf"/><Relationship Id="rId24" Type="http://schemas.openxmlformats.org/officeDocument/2006/relationships/image" Target="../media/image166.wmf"/><Relationship Id="rId5" Type="http://schemas.openxmlformats.org/officeDocument/2006/relationships/oleObject" Target="../embeddings/oleObject202.bin"/><Relationship Id="rId15" Type="http://schemas.openxmlformats.org/officeDocument/2006/relationships/image" Target="../media/image162.wmf"/><Relationship Id="rId23" Type="http://schemas.openxmlformats.org/officeDocument/2006/relationships/oleObject" Target="../embeddings/oleObject212.bin"/><Relationship Id="rId28" Type="http://schemas.openxmlformats.org/officeDocument/2006/relationships/oleObject" Target="../embeddings/oleObject215.bin"/><Relationship Id="rId10" Type="http://schemas.openxmlformats.org/officeDocument/2006/relationships/oleObject" Target="../embeddings/oleObject205.bin"/><Relationship Id="rId19" Type="http://schemas.openxmlformats.org/officeDocument/2006/relationships/oleObject" Target="../embeddings/oleObject210.bin"/><Relationship Id="rId31" Type="http://schemas.openxmlformats.org/officeDocument/2006/relationships/image" Target="../media/image169.wmf"/><Relationship Id="rId4" Type="http://schemas.openxmlformats.org/officeDocument/2006/relationships/image" Target="../media/image157.wmf"/><Relationship Id="rId9" Type="http://schemas.openxmlformats.org/officeDocument/2006/relationships/image" Target="../media/image159.wmf"/><Relationship Id="rId14" Type="http://schemas.openxmlformats.org/officeDocument/2006/relationships/oleObject" Target="../embeddings/oleObject207.bin"/><Relationship Id="rId22" Type="http://schemas.openxmlformats.org/officeDocument/2006/relationships/image" Target="../media/image165.wmf"/><Relationship Id="rId27" Type="http://schemas.openxmlformats.org/officeDocument/2006/relationships/oleObject" Target="../embeddings/oleObject214.bin"/><Relationship Id="rId30" Type="http://schemas.openxmlformats.org/officeDocument/2006/relationships/oleObject" Target="../embeddings/oleObject216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wmf"/><Relationship Id="rId13" Type="http://schemas.openxmlformats.org/officeDocument/2006/relationships/oleObject" Target="../embeddings/oleObject222.bin"/><Relationship Id="rId18" Type="http://schemas.openxmlformats.org/officeDocument/2006/relationships/oleObject" Target="../embeddings/oleObject225.bin"/><Relationship Id="rId3" Type="http://schemas.openxmlformats.org/officeDocument/2006/relationships/oleObject" Target="../embeddings/oleObject217.bin"/><Relationship Id="rId7" Type="http://schemas.openxmlformats.org/officeDocument/2006/relationships/oleObject" Target="../embeddings/oleObject219.bin"/><Relationship Id="rId12" Type="http://schemas.openxmlformats.org/officeDocument/2006/relationships/image" Target="../media/image172.wmf"/><Relationship Id="rId17" Type="http://schemas.openxmlformats.org/officeDocument/2006/relationships/oleObject" Target="../embeddings/oleObject224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73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221.bin"/><Relationship Id="rId5" Type="http://schemas.openxmlformats.org/officeDocument/2006/relationships/oleObject" Target="../embeddings/oleObject218.bin"/><Relationship Id="rId15" Type="http://schemas.openxmlformats.org/officeDocument/2006/relationships/oleObject" Target="../embeddings/oleObject223.bin"/><Relationship Id="rId10" Type="http://schemas.openxmlformats.org/officeDocument/2006/relationships/image" Target="../media/image171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220.bin"/><Relationship Id="rId14" Type="http://schemas.openxmlformats.org/officeDocument/2006/relationships/image" Target="../media/image62.wmf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31.bin"/><Relationship Id="rId18" Type="http://schemas.openxmlformats.org/officeDocument/2006/relationships/image" Target="../media/image179.wmf"/><Relationship Id="rId26" Type="http://schemas.openxmlformats.org/officeDocument/2006/relationships/image" Target="../media/image2.wmf"/><Relationship Id="rId3" Type="http://schemas.openxmlformats.org/officeDocument/2006/relationships/oleObject" Target="../embeddings/oleObject226.bin"/><Relationship Id="rId21" Type="http://schemas.openxmlformats.org/officeDocument/2006/relationships/oleObject" Target="../embeddings/oleObject235.bin"/><Relationship Id="rId34" Type="http://schemas.openxmlformats.org/officeDocument/2006/relationships/oleObject" Target="../embeddings/oleObject242.bin"/><Relationship Id="rId7" Type="http://schemas.openxmlformats.org/officeDocument/2006/relationships/oleObject" Target="../embeddings/oleObject228.bin"/><Relationship Id="rId12" Type="http://schemas.openxmlformats.org/officeDocument/2006/relationships/image" Target="../media/image176.wmf"/><Relationship Id="rId17" Type="http://schemas.openxmlformats.org/officeDocument/2006/relationships/oleObject" Target="../embeddings/oleObject233.bin"/><Relationship Id="rId25" Type="http://schemas.openxmlformats.org/officeDocument/2006/relationships/oleObject" Target="../embeddings/oleObject237.bin"/><Relationship Id="rId33" Type="http://schemas.openxmlformats.org/officeDocument/2006/relationships/oleObject" Target="../embeddings/oleObject241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78.wmf"/><Relationship Id="rId20" Type="http://schemas.openxmlformats.org/officeDocument/2006/relationships/image" Target="../media/image180.wmf"/><Relationship Id="rId29" Type="http://schemas.openxmlformats.org/officeDocument/2006/relationships/oleObject" Target="../embeddings/oleObject239.bin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.wmf"/><Relationship Id="rId11" Type="http://schemas.openxmlformats.org/officeDocument/2006/relationships/oleObject" Target="../embeddings/oleObject230.bin"/><Relationship Id="rId24" Type="http://schemas.openxmlformats.org/officeDocument/2006/relationships/image" Target="../media/image182.wmf"/><Relationship Id="rId32" Type="http://schemas.openxmlformats.org/officeDocument/2006/relationships/image" Target="../media/image185.wmf"/><Relationship Id="rId5" Type="http://schemas.openxmlformats.org/officeDocument/2006/relationships/oleObject" Target="../embeddings/oleObject227.bin"/><Relationship Id="rId15" Type="http://schemas.openxmlformats.org/officeDocument/2006/relationships/oleObject" Target="../embeddings/oleObject232.bin"/><Relationship Id="rId23" Type="http://schemas.openxmlformats.org/officeDocument/2006/relationships/oleObject" Target="../embeddings/oleObject236.bin"/><Relationship Id="rId28" Type="http://schemas.openxmlformats.org/officeDocument/2006/relationships/image" Target="../media/image183.wmf"/><Relationship Id="rId36" Type="http://schemas.openxmlformats.org/officeDocument/2006/relationships/image" Target="../media/image186.wmf"/><Relationship Id="rId10" Type="http://schemas.openxmlformats.org/officeDocument/2006/relationships/image" Target="../media/image175.wmf"/><Relationship Id="rId19" Type="http://schemas.openxmlformats.org/officeDocument/2006/relationships/oleObject" Target="../embeddings/oleObject234.bin"/><Relationship Id="rId31" Type="http://schemas.openxmlformats.org/officeDocument/2006/relationships/oleObject" Target="../embeddings/oleObject240.bin"/><Relationship Id="rId4" Type="http://schemas.openxmlformats.org/officeDocument/2006/relationships/image" Target="../media/image173.wmf"/><Relationship Id="rId9" Type="http://schemas.openxmlformats.org/officeDocument/2006/relationships/oleObject" Target="../embeddings/oleObject229.bin"/><Relationship Id="rId14" Type="http://schemas.openxmlformats.org/officeDocument/2006/relationships/image" Target="../media/image177.wmf"/><Relationship Id="rId22" Type="http://schemas.openxmlformats.org/officeDocument/2006/relationships/image" Target="../media/image181.wmf"/><Relationship Id="rId27" Type="http://schemas.openxmlformats.org/officeDocument/2006/relationships/oleObject" Target="../embeddings/oleObject238.bin"/><Relationship Id="rId30" Type="http://schemas.openxmlformats.org/officeDocument/2006/relationships/image" Target="../media/image184.wmf"/><Relationship Id="rId35" Type="http://schemas.openxmlformats.org/officeDocument/2006/relationships/oleObject" Target="../embeddings/oleObject243.bin"/><Relationship Id="rId8" Type="http://schemas.openxmlformats.org/officeDocument/2006/relationships/image" Target="../media/image174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wmf"/><Relationship Id="rId13" Type="http://schemas.openxmlformats.org/officeDocument/2006/relationships/image" Target="../media/image190.wmf"/><Relationship Id="rId18" Type="http://schemas.openxmlformats.org/officeDocument/2006/relationships/oleObject" Target="../embeddings/oleObject252.bin"/><Relationship Id="rId26" Type="http://schemas.openxmlformats.org/officeDocument/2006/relationships/image" Target="../media/image195.wmf"/><Relationship Id="rId3" Type="http://schemas.openxmlformats.org/officeDocument/2006/relationships/oleObject" Target="../embeddings/oleObject244.bin"/><Relationship Id="rId21" Type="http://schemas.openxmlformats.org/officeDocument/2006/relationships/image" Target="../media/image193.wmf"/><Relationship Id="rId7" Type="http://schemas.openxmlformats.org/officeDocument/2006/relationships/oleObject" Target="../embeddings/oleObject246.bin"/><Relationship Id="rId12" Type="http://schemas.openxmlformats.org/officeDocument/2006/relationships/oleObject" Target="../embeddings/oleObject249.bin"/><Relationship Id="rId17" Type="http://schemas.openxmlformats.org/officeDocument/2006/relationships/image" Target="../media/image192.wmf"/><Relationship Id="rId25" Type="http://schemas.openxmlformats.org/officeDocument/2006/relationships/oleObject" Target="../embeddings/oleObject256.bin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251.bin"/><Relationship Id="rId20" Type="http://schemas.openxmlformats.org/officeDocument/2006/relationships/oleObject" Target="../embeddings/oleObject253.bin"/><Relationship Id="rId29" Type="http://schemas.openxmlformats.org/officeDocument/2006/relationships/oleObject" Target="../embeddings/oleObject258.bin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73.wmf"/><Relationship Id="rId11" Type="http://schemas.openxmlformats.org/officeDocument/2006/relationships/oleObject" Target="../embeddings/oleObject248.bin"/><Relationship Id="rId24" Type="http://schemas.openxmlformats.org/officeDocument/2006/relationships/oleObject" Target="../embeddings/oleObject255.bin"/><Relationship Id="rId5" Type="http://schemas.openxmlformats.org/officeDocument/2006/relationships/oleObject" Target="../embeddings/oleObject245.bin"/><Relationship Id="rId15" Type="http://schemas.openxmlformats.org/officeDocument/2006/relationships/image" Target="../media/image191.wmf"/><Relationship Id="rId23" Type="http://schemas.openxmlformats.org/officeDocument/2006/relationships/image" Target="../media/image194.wmf"/><Relationship Id="rId28" Type="http://schemas.openxmlformats.org/officeDocument/2006/relationships/image" Target="../media/image196.wmf"/><Relationship Id="rId10" Type="http://schemas.openxmlformats.org/officeDocument/2006/relationships/image" Target="../media/image189.wmf"/><Relationship Id="rId19" Type="http://schemas.openxmlformats.org/officeDocument/2006/relationships/image" Target="../media/image62.wmf"/><Relationship Id="rId4" Type="http://schemas.openxmlformats.org/officeDocument/2006/relationships/image" Target="../media/image187.wmf"/><Relationship Id="rId9" Type="http://schemas.openxmlformats.org/officeDocument/2006/relationships/oleObject" Target="../embeddings/oleObject247.bin"/><Relationship Id="rId14" Type="http://schemas.openxmlformats.org/officeDocument/2006/relationships/oleObject" Target="../embeddings/oleObject250.bin"/><Relationship Id="rId22" Type="http://schemas.openxmlformats.org/officeDocument/2006/relationships/oleObject" Target="../embeddings/oleObject254.bin"/><Relationship Id="rId27" Type="http://schemas.openxmlformats.org/officeDocument/2006/relationships/oleObject" Target="../embeddings/oleObject257.bin"/><Relationship Id="rId30" Type="http://schemas.openxmlformats.org/officeDocument/2006/relationships/image" Target="../media/image197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wmf"/><Relationship Id="rId13" Type="http://schemas.openxmlformats.org/officeDocument/2006/relationships/oleObject" Target="../embeddings/oleObject264.bin"/><Relationship Id="rId3" Type="http://schemas.openxmlformats.org/officeDocument/2006/relationships/oleObject" Target="../embeddings/oleObject259.bin"/><Relationship Id="rId7" Type="http://schemas.openxmlformats.org/officeDocument/2006/relationships/oleObject" Target="../embeddings/oleObject261.bin"/><Relationship Id="rId12" Type="http://schemas.openxmlformats.org/officeDocument/2006/relationships/image" Target="../media/image202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04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99.wmf"/><Relationship Id="rId11" Type="http://schemas.openxmlformats.org/officeDocument/2006/relationships/oleObject" Target="../embeddings/oleObject263.bin"/><Relationship Id="rId5" Type="http://schemas.openxmlformats.org/officeDocument/2006/relationships/oleObject" Target="../embeddings/oleObject260.bin"/><Relationship Id="rId15" Type="http://schemas.openxmlformats.org/officeDocument/2006/relationships/oleObject" Target="../embeddings/oleObject265.bin"/><Relationship Id="rId10" Type="http://schemas.openxmlformats.org/officeDocument/2006/relationships/image" Target="../media/image201.wmf"/><Relationship Id="rId4" Type="http://schemas.openxmlformats.org/officeDocument/2006/relationships/image" Target="../media/image198.wmf"/><Relationship Id="rId9" Type="http://schemas.openxmlformats.org/officeDocument/2006/relationships/oleObject" Target="../embeddings/oleObject262.bin"/><Relationship Id="rId14" Type="http://schemas.openxmlformats.org/officeDocument/2006/relationships/image" Target="../media/image203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6.bin"/><Relationship Id="rId7" Type="http://schemas.openxmlformats.org/officeDocument/2006/relationships/oleObject" Target="../embeddings/oleObject268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70.wmf"/><Relationship Id="rId5" Type="http://schemas.openxmlformats.org/officeDocument/2006/relationships/oleObject" Target="../embeddings/oleObject267.bin"/><Relationship Id="rId4" Type="http://schemas.openxmlformats.org/officeDocument/2006/relationships/image" Target="../media/image2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wmf"/><Relationship Id="rId13" Type="http://schemas.openxmlformats.org/officeDocument/2006/relationships/image" Target="../media/image208.wmf"/><Relationship Id="rId18" Type="http://schemas.openxmlformats.org/officeDocument/2006/relationships/image" Target="../media/image210.wmf"/><Relationship Id="rId26" Type="http://schemas.openxmlformats.org/officeDocument/2006/relationships/image" Target="../media/image214.wmf"/><Relationship Id="rId3" Type="http://schemas.openxmlformats.org/officeDocument/2006/relationships/oleObject" Target="../embeddings/oleObject269.bin"/><Relationship Id="rId21" Type="http://schemas.openxmlformats.org/officeDocument/2006/relationships/oleObject" Target="../embeddings/oleObject279.bin"/><Relationship Id="rId7" Type="http://schemas.openxmlformats.org/officeDocument/2006/relationships/oleObject" Target="../embeddings/oleObject271.bin"/><Relationship Id="rId12" Type="http://schemas.openxmlformats.org/officeDocument/2006/relationships/oleObject" Target="../embeddings/oleObject274.bin"/><Relationship Id="rId17" Type="http://schemas.openxmlformats.org/officeDocument/2006/relationships/oleObject" Target="../embeddings/oleObject277.bin"/><Relationship Id="rId25" Type="http://schemas.openxmlformats.org/officeDocument/2006/relationships/oleObject" Target="../embeddings/oleObject281.bin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276.bin"/><Relationship Id="rId20" Type="http://schemas.openxmlformats.org/officeDocument/2006/relationships/image" Target="../media/image211.wmf"/><Relationship Id="rId29" Type="http://schemas.openxmlformats.org/officeDocument/2006/relationships/oleObject" Target="../embeddings/oleObject283.bin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.wmf"/><Relationship Id="rId11" Type="http://schemas.openxmlformats.org/officeDocument/2006/relationships/image" Target="../media/image207.wmf"/><Relationship Id="rId24" Type="http://schemas.openxmlformats.org/officeDocument/2006/relationships/image" Target="../media/image213.wmf"/><Relationship Id="rId5" Type="http://schemas.openxmlformats.org/officeDocument/2006/relationships/oleObject" Target="../embeddings/oleObject270.bin"/><Relationship Id="rId15" Type="http://schemas.openxmlformats.org/officeDocument/2006/relationships/image" Target="../media/image209.wmf"/><Relationship Id="rId23" Type="http://schemas.openxmlformats.org/officeDocument/2006/relationships/oleObject" Target="../embeddings/oleObject280.bin"/><Relationship Id="rId28" Type="http://schemas.openxmlformats.org/officeDocument/2006/relationships/image" Target="../media/image215.wmf"/><Relationship Id="rId10" Type="http://schemas.openxmlformats.org/officeDocument/2006/relationships/oleObject" Target="../embeddings/oleObject273.bin"/><Relationship Id="rId19" Type="http://schemas.openxmlformats.org/officeDocument/2006/relationships/oleObject" Target="../embeddings/oleObject278.bin"/><Relationship Id="rId4" Type="http://schemas.openxmlformats.org/officeDocument/2006/relationships/image" Target="../media/image205.wmf"/><Relationship Id="rId9" Type="http://schemas.openxmlformats.org/officeDocument/2006/relationships/oleObject" Target="../embeddings/oleObject272.bin"/><Relationship Id="rId14" Type="http://schemas.openxmlformats.org/officeDocument/2006/relationships/oleObject" Target="../embeddings/oleObject275.bin"/><Relationship Id="rId22" Type="http://schemas.openxmlformats.org/officeDocument/2006/relationships/image" Target="../media/image212.wmf"/><Relationship Id="rId27" Type="http://schemas.openxmlformats.org/officeDocument/2006/relationships/oleObject" Target="../embeddings/oleObject282.bin"/><Relationship Id="rId30" Type="http://schemas.openxmlformats.org/officeDocument/2006/relationships/image" Target="../media/image216.wmf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89.bin"/><Relationship Id="rId18" Type="http://schemas.openxmlformats.org/officeDocument/2006/relationships/image" Target="../media/image219.wmf"/><Relationship Id="rId26" Type="http://schemas.openxmlformats.org/officeDocument/2006/relationships/oleObject" Target="../embeddings/oleObject296.bin"/><Relationship Id="rId3" Type="http://schemas.openxmlformats.org/officeDocument/2006/relationships/oleObject" Target="../embeddings/oleObject284.bin"/><Relationship Id="rId21" Type="http://schemas.openxmlformats.org/officeDocument/2006/relationships/oleObject" Target="../embeddings/oleObject293.bin"/><Relationship Id="rId34" Type="http://schemas.openxmlformats.org/officeDocument/2006/relationships/oleObject" Target="../embeddings/oleObject300.bin"/><Relationship Id="rId7" Type="http://schemas.openxmlformats.org/officeDocument/2006/relationships/oleObject" Target="../embeddings/oleObject286.bin"/><Relationship Id="rId12" Type="http://schemas.openxmlformats.org/officeDocument/2006/relationships/image" Target="../media/image115.wmf"/><Relationship Id="rId17" Type="http://schemas.openxmlformats.org/officeDocument/2006/relationships/oleObject" Target="../embeddings/oleObject291.bin"/><Relationship Id="rId25" Type="http://schemas.openxmlformats.org/officeDocument/2006/relationships/image" Target="../media/image222.wmf"/><Relationship Id="rId33" Type="http://schemas.openxmlformats.org/officeDocument/2006/relationships/image" Target="../media/image224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18.wmf"/><Relationship Id="rId20" Type="http://schemas.openxmlformats.org/officeDocument/2006/relationships/image" Target="../media/image220.wmf"/><Relationship Id="rId29" Type="http://schemas.openxmlformats.org/officeDocument/2006/relationships/image" Target="../media/image210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12.wmf"/><Relationship Id="rId11" Type="http://schemas.openxmlformats.org/officeDocument/2006/relationships/oleObject" Target="../embeddings/oleObject288.bin"/><Relationship Id="rId24" Type="http://schemas.openxmlformats.org/officeDocument/2006/relationships/oleObject" Target="../embeddings/oleObject295.bin"/><Relationship Id="rId32" Type="http://schemas.openxmlformats.org/officeDocument/2006/relationships/oleObject" Target="../embeddings/oleObject299.bin"/><Relationship Id="rId5" Type="http://schemas.openxmlformats.org/officeDocument/2006/relationships/oleObject" Target="../embeddings/oleObject285.bin"/><Relationship Id="rId15" Type="http://schemas.openxmlformats.org/officeDocument/2006/relationships/oleObject" Target="../embeddings/oleObject290.bin"/><Relationship Id="rId23" Type="http://schemas.openxmlformats.org/officeDocument/2006/relationships/oleObject" Target="../embeddings/oleObject294.bin"/><Relationship Id="rId28" Type="http://schemas.openxmlformats.org/officeDocument/2006/relationships/oleObject" Target="../embeddings/oleObject297.bin"/><Relationship Id="rId36" Type="http://schemas.openxmlformats.org/officeDocument/2006/relationships/image" Target="../media/image225.wmf"/><Relationship Id="rId10" Type="http://schemas.openxmlformats.org/officeDocument/2006/relationships/image" Target="../media/image114.wmf"/><Relationship Id="rId19" Type="http://schemas.openxmlformats.org/officeDocument/2006/relationships/oleObject" Target="../embeddings/oleObject292.bin"/><Relationship Id="rId31" Type="http://schemas.openxmlformats.org/officeDocument/2006/relationships/image" Target="../media/image223.wmf"/><Relationship Id="rId4" Type="http://schemas.openxmlformats.org/officeDocument/2006/relationships/image" Target="../media/image111.wmf"/><Relationship Id="rId9" Type="http://schemas.openxmlformats.org/officeDocument/2006/relationships/oleObject" Target="../embeddings/oleObject287.bin"/><Relationship Id="rId14" Type="http://schemas.openxmlformats.org/officeDocument/2006/relationships/image" Target="../media/image217.wmf"/><Relationship Id="rId22" Type="http://schemas.openxmlformats.org/officeDocument/2006/relationships/image" Target="../media/image221.wmf"/><Relationship Id="rId27" Type="http://schemas.openxmlformats.org/officeDocument/2006/relationships/image" Target="../media/image1.wmf"/><Relationship Id="rId30" Type="http://schemas.openxmlformats.org/officeDocument/2006/relationships/oleObject" Target="../embeddings/oleObject298.bin"/><Relationship Id="rId35" Type="http://schemas.openxmlformats.org/officeDocument/2006/relationships/oleObject" Target="../embeddings/oleObject301.bin"/><Relationship Id="rId8" Type="http://schemas.openxmlformats.org/officeDocument/2006/relationships/image" Target="../media/image113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8.wmf"/><Relationship Id="rId13" Type="http://schemas.openxmlformats.org/officeDocument/2006/relationships/oleObject" Target="../embeddings/oleObject307.bin"/><Relationship Id="rId3" Type="http://schemas.openxmlformats.org/officeDocument/2006/relationships/oleObject" Target="../embeddings/oleObject302.bin"/><Relationship Id="rId7" Type="http://schemas.openxmlformats.org/officeDocument/2006/relationships/oleObject" Target="../embeddings/oleObject304.bin"/><Relationship Id="rId12" Type="http://schemas.openxmlformats.org/officeDocument/2006/relationships/image" Target="../media/image230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309.bin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27.wmf"/><Relationship Id="rId11" Type="http://schemas.openxmlformats.org/officeDocument/2006/relationships/oleObject" Target="../embeddings/oleObject306.bin"/><Relationship Id="rId5" Type="http://schemas.openxmlformats.org/officeDocument/2006/relationships/oleObject" Target="../embeddings/oleObject303.bin"/><Relationship Id="rId15" Type="http://schemas.openxmlformats.org/officeDocument/2006/relationships/oleObject" Target="../embeddings/oleObject308.bin"/><Relationship Id="rId10" Type="http://schemas.openxmlformats.org/officeDocument/2006/relationships/image" Target="../media/image229.wmf"/><Relationship Id="rId4" Type="http://schemas.openxmlformats.org/officeDocument/2006/relationships/image" Target="../media/image226.wmf"/><Relationship Id="rId9" Type="http://schemas.openxmlformats.org/officeDocument/2006/relationships/oleObject" Target="../embeddings/oleObject305.bin"/><Relationship Id="rId14" Type="http://schemas.openxmlformats.org/officeDocument/2006/relationships/image" Target="../media/image231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2.bin"/><Relationship Id="rId13" Type="http://schemas.openxmlformats.org/officeDocument/2006/relationships/oleObject" Target="../embeddings/oleObject316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33.wmf"/><Relationship Id="rId12" Type="http://schemas.openxmlformats.org/officeDocument/2006/relationships/oleObject" Target="../embeddings/oleObject31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311.bin"/><Relationship Id="rId11" Type="http://schemas.openxmlformats.org/officeDocument/2006/relationships/oleObject" Target="../embeddings/oleObject314.bin"/><Relationship Id="rId5" Type="http://schemas.openxmlformats.org/officeDocument/2006/relationships/image" Target="../media/image232.wmf"/><Relationship Id="rId15" Type="http://schemas.openxmlformats.org/officeDocument/2006/relationships/oleObject" Target="../embeddings/oleObject318.bin"/><Relationship Id="rId10" Type="http://schemas.openxmlformats.org/officeDocument/2006/relationships/oleObject" Target="../embeddings/oleObject313.bin"/><Relationship Id="rId4" Type="http://schemas.openxmlformats.org/officeDocument/2006/relationships/oleObject" Target="../embeddings/oleObject310.bin"/><Relationship Id="rId9" Type="http://schemas.openxmlformats.org/officeDocument/2006/relationships/image" Target="../media/image234.wmf"/><Relationship Id="rId14" Type="http://schemas.openxmlformats.org/officeDocument/2006/relationships/oleObject" Target="../embeddings/oleObject317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wmf"/><Relationship Id="rId13" Type="http://schemas.openxmlformats.org/officeDocument/2006/relationships/oleObject" Target="../embeddings/oleObject324.bin"/><Relationship Id="rId18" Type="http://schemas.openxmlformats.org/officeDocument/2006/relationships/oleObject" Target="../embeddings/oleObject327.bin"/><Relationship Id="rId3" Type="http://schemas.openxmlformats.org/officeDocument/2006/relationships/oleObject" Target="../embeddings/oleObject319.bin"/><Relationship Id="rId7" Type="http://schemas.openxmlformats.org/officeDocument/2006/relationships/oleObject" Target="../embeddings/oleObject321.bin"/><Relationship Id="rId12" Type="http://schemas.openxmlformats.org/officeDocument/2006/relationships/image" Target="../media/image237.wmf"/><Relationship Id="rId17" Type="http://schemas.openxmlformats.org/officeDocument/2006/relationships/image" Target="../media/image239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326.bin"/><Relationship Id="rId20" Type="http://schemas.openxmlformats.org/officeDocument/2006/relationships/image" Target="../media/image240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35.wmf"/><Relationship Id="rId11" Type="http://schemas.openxmlformats.org/officeDocument/2006/relationships/oleObject" Target="../embeddings/oleObject323.bin"/><Relationship Id="rId5" Type="http://schemas.openxmlformats.org/officeDocument/2006/relationships/oleObject" Target="../embeddings/oleObject320.bin"/><Relationship Id="rId15" Type="http://schemas.openxmlformats.org/officeDocument/2006/relationships/oleObject" Target="../embeddings/oleObject325.bin"/><Relationship Id="rId10" Type="http://schemas.openxmlformats.org/officeDocument/2006/relationships/image" Target="../media/image232.wmf"/><Relationship Id="rId19" Type="http://schemas.openxmlformats.org/officeDocument/2006/relationships/oleObject" Target="../embeddings/oleObject328.bin"/><Relationship Id="rId4" Type="http://schemas.openxmlformats.org/officeDocument/2006/relationships/image" Target="../media/image234.wmf"/><Relationship Id="rId9" Type="http://schemas.openxmlformats.org/officeDocument/2006/relationships/oleObject" Target="../embeddings/oleObject322.bin"/><Relationship Id="rId14" Type="http://schemas.openxmlformats.org/officeDocument/2006/relationships/image" Target="../media/image238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wmf"/><Relationship Id="rId3" Type="http://schemas.openxmlformats.org/officeDocument/2006/relationships/oleObject" Target="../embeddings/oleObject329.bin"/><Relationship Id="rId7" Type="http://schemas.openxmlformats.org/officeDocument/2006/relationships/oleObject" Target="../embeddings/oleObject33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42.wmf"/><Relationship Id="rId5" Type="http://schemas.openxmlformats.org/officeDocument/2006/relationships/oleObject" Target="../embeddings/oleObject330.bin"/><Relationship Id="rId4" Type="http://schemas.openxmlformats.org/officeDocument/2006/relationships/image" Target="../media/image241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5.bin"/><Relationship Id="rId13" Type="http://schemas.openxmlformats.org/officeDocument/2006/relationships/image" Target="../media/image248.wmf"/><Relationship Id="rId18" Type="http://schemas.openxmlformats.org/officeDocument/2006/relationships/oleObject" Target="../embeddings/oleObject340.bin"/><Relationship Id="rId26" Type="http://schemas.openxmlformats.org/officeDocument/2006/relationships/image" Target="../media/image254.wmf"/><Relationship Id="rId3" Type="http://schemas.openxmlformats.org/officeDocument/2006/relationships/oleObject" Target="../embeddings/oleObject332.bin"/><Relationship Id="rId21" Type="http://schemas.openxmlformats.org/officeDocument/2006/relationships/image" Target="../media/image252.wmf"/><Relationship Id="rId7" Type="http://schemas.openxmlformats.org/officeDocument/2006/relationships/oleObject" Target="../embeddings/oleObject334.bin"/><Relationship Id="rId12" Type="http://schemas.openxmlformats.org/officeDocument/2006/relationships/oleObject" Target="../embeddings/oleObject337.bin"/><Relationship Id="rId17" Type="http://schemas.openxmlformats.org/officeDocument/2006/relationships/image" Target="../media/image250.wmf"/><Relationship Id="rId25" Type="http://schemas.openxmlformats.org/officeDocument/2006/relationships/oleObject" Target="../embeddings/oleObject344.bin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339.bin"/><Relationship Id="rId20" Type="http://schemas.openxmlformats.org/officeDocument/2006/relationships/oleObject" Target="../embeddings/oleObject341.bin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45.wmf"/><Relationship Id="rId11" Type="http://schemas.openxmlformats.org/officeDocument/2006/relationships/image" Target="../media/image247.wmf"/><Relationship Id="rId24" Type="http://schemas.openxmlformats.org/officeDocument/2006/relationships/image" Target="../media/image253.wmf"/><Relationship Id="rId5" Type="http://schemas.openxmlformats.org/officeDocument/2006/relationships/oleObject" Target="../embeddings/oleObject333.bin"/><Relationship Id="rId15" Type="http://schemas.openxmlformats.org/officeDocument/2006/relationships/image" Target="../media/image249.wmf"/><Relationship Id="rId23" Type="http://schemas.openxmlformats.org/officeDocument/2006/relationships/oleObject" Target="../embeddings/oleObject343.bin"/><Relationship Id="rId10" Type="http://schemas.openxmlformats.org/officeDocument/2006/relationships/oleObject" Target="../embeddings/oleObject336.bin"/><Relationship Id="rId19" Type="http://schemas.openxmlformats.org/officeDocument/2006/relationships/image" Target="../media/image251.wmf"/><Relationship Id="rId4" Type="http://schemas.openxmlformats.org/officeDocument/2006/relationships/image" Target="../media/image244.wmf"/><Relationship Id="rId9" Type="http://schemas.openxmlformats.org/officeDocument/2006/relationships/image" Target="../media/image246.wmf"/><Relationship Id="rId14" Type="http://schemas.openxmlformats.org/officeDocument/2006/relationships/oleObject" Target="../embeddings/oleObject338.bin"/><Relationship Id="rId22" Type="http://schemas.openxmlformats.org/officeDocument/2006/relationships/oleObject" Target="../embeddings/oleObject342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7.wmf"/><Relationship Id="rId13" Type="http://schemas.openxmlformats.org/officeDocument/2006/relationships/oleObject" Target="../embeddings/oleObject350.bin"/><Relationship Id="rId18" Type="http://schemas.openxmlformats.org/officeDocument/2006/relationships/image" Target="../media/image262.wmf"/><Relationship Id="rId3" Type="http://schemas.openxmlformats.org/officeDocument/2006/relationships/oleObject" Target="../embeddings/oleObject345.bin"/><Relationship Id="rId21" Type="http://schemas.openxmlformats.org/officeDocument/2006/relationships/oleObject" Target="../embeddings/oleObject354.bin"/><Relationship Id="rId7" Type="http://schemas.openxmlformats.org/officeDocument/2006/relationships/oleObject" Target="../embeddings/oleObject347.bin"/><Relationship Id="rId12" Type="http://schemas.openxmlformats.org/officeDocument/2006/relationships/image" Target="../media/image259.wmf"/><Relationship Id="rId17" Type="http://schemas.openxmlformats.org/officeDocument/2006/relationships/oleObject" Target="../embeddings/oleObject352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61.wmf"/><Relationship Id="rId20" Type="http://schemas.openxmlformats.org/officeDocument/2006/relationships/image" Target="../media/image263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56.wmf"/><Relationship Id="rId11" Type="http://schemas.openxmlformats.org/officeDocument/2006/relationships/oleObject" Target="../embeddings/oleObject349.bin"/><Relationship Id="rId24" Type="http://schemas.openxmlformats.org/officeDocument/2006/relationships/image" Target="../media/image265.wmf"/><Relationship Id="rId5" Type="http://schemas.openxmlformats.org/officeDocument/2006/relationships/oleObject" Target="../embeddings/oleObject346.bin"/><Relationship Id="rId15" Type="http://schemas.openxmlformats.org/officeDocument/2006/relationships/oleObject" Target="../embeddings/oleObject351.bin"/><Relationship Id="rId23" Type="http://schemas.openxmlformats.org/officeDocument/2006/relationships/oleObject" Target="../embeddings/oleObject355.bin"/><Relationship Id="rId10" Type="http://schemas.openxmlformats.org/officeDocument/2006/relationships/image" Target="../media/image258.wmf"/><Relationship Id="rId19" Type="http://schemas.openxmlformats.org/officeDocument/2006/relationships/oleObject" Target="../embeddings/oleObject353.bin"/><Relationship Id="rId4" Type="http://schemas.openxmlformats.org/officeDocument/2006/relationships/image" Target="../media/image255.wmf"/><Relationship Id="rId9" Type="http://schemas.openxmlformats.org/officeDocument/2006/relationships/oleObject" Target="../embeddings/oleObject348.bin"/><Relationship Id="rId14" Type="http://schemas.openxmlformats.org/officeDocument/2006/relationships/image" Target="../media/image260.wmf"/><Relationship Id="rId22" Type="http://schemas.openxmlformats.org/officeDocument/2006/relationships/image" Target="../media/image264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wmf"/><Relationship Id="rId13" Type="http://schemas.openxmlformats.org/officeDocument/2006/relationships/image" Target="../media/image269.wmf"/><Relationship Id="rId3" Type="http://schemas.openxmlformats.org/officeDocument/2006/relationships/oleObject" Target="../embeddings/oleObject356.bin"/><Relationship Id="rId7" Type="http://schemas.openxmlformats.org/officeDocument/2006/relationships/oleObject" Target="../embeddings/oleObject358.bin"/><Relationship Id="rId12" Type="http://schemas.openxmlformats.org/officeDocument/2006/relationships/oleObject" Target="../embeddings/oleObject36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67.wmf"/><Relationship Id="rId11" Type="http://schemas.openxmlformats.org/officeDocument/2006/relationships/oleObject" Target="../embeddings/oleObject360.bin"/><Relationship Id="rId5" Type="http://schemas.openxmlformats.org/officeDocument/2006/relationships/oleObject" Target="../embeddings/oleObject357.bin"/><Relationship Id="rId10" Type="http://schemas.openxmlformats.org/officeDocument/2006/relationships/image" Target="../media/image268.wmf"/><Relationship Id="rId4" Type="http://schemas.openxmlformats.org/officeDocument/2006/relationships/image" Target="../media/image266.wmf"/><Relationship Id="rId9" Type="http://schemas.openxmlformats.org/officeDocument/2006/relationships/oleObject" Target="../embeddings/oleObject359.bin"/><Relationship Id="rId14" Type="http://schemas.openxmlformats.org/officeDocument/2006/relationships/oleObject" Target="../embeddings/oleObject362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2.wmf"/><Relationship Id="rId13" Type="http://schemas.openxmlformats.org/officeDocument/2006/relationships/oleObject" Target="../embeddings/oleObject368.bin"/><Relationship Id="rId3" Type="http://schemas.openxmlformats.org/officeDocument/2006/relationships/oleObject" Target="../embeddings/oleObject363.bin"/><Relationship Id="rId7" Type="http://schemas.openxmlformats.org/officeDocument/2006/relationships/oleObject" Target="../embeddings/oleObject365.bin"/><Relationship Id="rId12" Type="http://schemas.openxmlformats.org/officeDocument/2006/relationships/image" Target="../media/image274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76.w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71.wmf"/><Relationship Id="rId11" Type="http://schemas.openxmlformats.org/officeDocument/2006/relationships/oleObject" Target="../embeddings/oleObject367.bin"/><Relationship Id="rId5" Type="http://schemas.openxmlformats.org/officeDocument/2006/relationships/oleObject" Target="../embeddings/oleObject364.bin"/><Relationship Id="rId15" Type="http://schemas.openxmlformats.org/officeDocument/2006/relationships/oleObject" Target="../embeddings/oleObject369.bin"/><Relationship Id="rId10" Type="http://schemas.openxmlformats.org/officeDocument/2006/relationships/image" Target="../media/image273.wmf"/><Relationship Id="rId4" Type="http://schemas.openxmlformats.org/officeDocument/2006/relationships/image" Target="../media/image270.wmf"/><Relationship Id="rId9" Type="http://schemas.openxmlformats.org/officeDocument/2006/relationships/oleObject" Target="../embeddings/oleObject366.bin"/><Relationship Id="rId14" Type="http://schemas.openxmlformats.org/officeDocument/2006/relationships/image" Target="../media/image275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8.wmf"/><Relationship Id="rId3" Type="http://schemas.openxmlformats.org/officeDocument/2006/relationships/oleObject" Target="../embeddings/oleObject370.bin"/><Relationship Id="rId7" Type="http://schemas.openxmlformats.org/officeDocument/2006/relationships/oleObject" Target="../embeddings/oleObject37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77.wmf"/><Relationship Id="rId5" Type="http://schemas.openxmlformats.org/officeDocument/2006/relationships/oleObject" Target="../embeddings/oleObject371.bin"/><Relationship Id="rId10" Type="http://schemas.openxmlformats.org/officeDocument/2006/relationships/image" Target="../media/image279.wmf"/><Relationship Id="rId4" Type="http://schemas.openxmlformats.org/officeDocument/2006/relationships/image" Target="../media/image270.wmf"/><Relationship Id="rId9" Type="http://schemas.openxmlformats.org/officeDocument/2006/relationships/oleObject" Target="../embeddings/oleObject373.bin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79.bin"/><Relationship Id="rId18" Type="http://schemas.openxmlformats.org/officeDocument/2006/relationships/image" Target="../media/image287.wmf"/><Relationship Id="rId26" Type="http://schemas.openxmlformats.org/officeDocument/2006/relationships/image" Target="../media/image291.wmf"/><Relationship Id="rId39" Type="http://schemas.openxmlformats.org/officeDocument/2006/relationships/oleObject" Target="../embeddings/oleObject392.bin"/><Relationship Id="rId21" Type="http://schemas.openxmlformats.org/officeDocument/2006/relationships/oleObject" Target="../embeddings/oleObject383.bin"/><Relationship Id="rId34" Type="http://schemas.openxmlformats.org/officeDocument/2006/relationships/image" Target="../media/image295.wmf"/><Relationship Id="rId7" Type="http://schemas.openxmlformats.org/officeDocument/2006/relationships/oleObject" Target="../embeddings/oleObject376.bin"/><Relationship Id="rId12" Type="http://schemas.openxmlformats.org/officeDocument/2006/relationships/image" Target="../media/image284.wmf"/><Relationship Id="rId17" Type="http://schemas.openxmlformats.org/officeDocument/2006/relationships/oleObject" Target="../embeddings/oleObject381.bin"/><Relationship Id="rId25" Type="http://schemas.openxmlformats.org/officeDocument/2006/relationships/oleObject" Target="../embeddings/oleObject385.bin"/><Relationship Id="rId33" Type="http://schemas.openxmlformats.org/officeDocument/2006/relationships/oleObject" Target="../embeddings/oleObject389.bin"/><Relationship Id="rId38" Type="http://schemas.openxmlformats.org/officeDocument/2006/relationships/image" Target="../media/image297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86.wmf"/><Relationship Id="rId20" Type="http://schemas.openxmlformats.org/officeDocument/2006/relationships/image" Target="../media/image288.wmf"/><Relationship Id="rId29" Type="http://schemas.openxmlformats.org/officeDocument/2006/relationships/oleObject" Target="../embeddings/oleObject387.bin"/><Relationship Id="rId1" Type="http://schemas.openxmlformats.org/officeDocument/2006/relationships/vmlDrawing" Target="../drawings/vmlDrawing37.vml"/><Relationship Id="rId6" Type="http://schemas.openxmlformats.org/officeDocument/2006/relationships/image" Target="../media/image281.wmf"/><Relationship Id="rId11" Type="http://schemas.openxmlformats.org/officeDocument/2006/relationships/oleObject" Target="../embeddings/oleObject378.bin"/><Relationship Id="rId24" Type="http://schemas.openxmlformats.org/officeDocument/2006/relationships/image" Target="../media/image290.wmf"/><Relationship Id="rId32" Type="http://schemas.openxmlformats.org/officeDocument/2006/relationships/image" Target="../media/image294.wmf"/><Relationship Id="rId37" Type="http://schemas.openxmlformats.org/officeDocument/2006/relationships/oleObject" Target="../embeddings/oleObject391.bin"/><Relationship Id="rId5" Type="http://schemas.openxmlformats.org/officeDocument/2006/relationships/oleObject" Target="../embeddings/oleObject375.bin"/><Relationship Id="rId15" Type="http://schemas.openxmlformats.org/officeDocument/2006/relationships/oleObject" Target="../embeddings/oleObject380.bin"/><Relationship Id="rId23" Type="http://schemas.openxmlformats.org/officeDocument/2006/relationships/oleObject" Target="../embeddings/oleObject384.bin"/><Relationship Id="rId28" Type="http://schemas.openxmlformats.org/officeDocument/2006/relationships/image" Target="../media/image292.wmf"/><Relationship Id="rId36" Type="http://schemas.openxmlformats.org/officeDocument/2006/relationships/image" Target="../media/image296.wmf"/><Relationship Id="rId10" Type="http://schemas.openxmlformats.org/officeDocument/2006/relationships/image" Target="../media/image283.wmf"/><Relationship Id="rId19" Type="http://schemas.openxmlformats.org/officeDocument/2006/relationships/oleObject" Target="../embeddings/oleObject382.bin"/><Relationship Id="rId31" Type="http://schemas.openxmlformats.org/officeDocument/2006/relationships/oleObject" Target="../embeddings/oleObject388.bin"/><Relationship Id="rId4" Type="http://schemas.openxmlformats.org/officeDocument/2006/relationships/image" Target="../media/image280.wmf"/><Relationship Id="rId9" Type="http://schemas.openxmlformats.org/officeDocument/2006/relationships/oleObject" Target="../embeddings/oleObject377.bin"/><Relationship Id="rId14" Type="http://schemas.openxmlformats.org/officeDocument/2006/relationships/image" Target="../media/image285.wmf"/><Relationship Id="rId22" Type="http://schemas.openxmlformats.org/officeDocument/2006/relationships/image" Target="../media/image289.wmf"/><Relationship Id="rId27" Type="http://schemas.openxmlformats.org/officeDocument/2006/relationships/oleObject" Target="../embeddings/oleObject386.bin"/><Relationship Id="rId30" Type="http://schemas.openxmlformats.org/officeDocument/2006/relationships/image" Target="../media/image293.wmf"/><Relationship Id="rId35" Type="http://schemas.openxmlformats.org/officeDocument/2006/relationships/oleObject" Target="../embeddings/oleObject390.bin"/><Relationship Id="rId8" Type="http://schemas.openxmlformats.org/officeDocument/2006/relationships/image" Target="../media/image282.wmf"/><Relationship Id="rId3" Type="http://schemas.openxmlformats.org/officeDocument/2006/relationships/oleObject" Target="../embeddings/oleObject374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wmf"/><Relationship Id="rId13" Type="http://schemas.openxmlformats.org/officeDocument/2006/relationships/image" Target="../media/image302.wmf"/><Relationship Id="rId18" Type="http://schemas.openxmlformats.org/officeDocument/2006/relationships/oleObject" Target="../embeddings/oleObject401.bin"/><Relationship Id="rId3" Type="http://schemas.openxmlformats.org/officeDocument/2006/relationships/oleObject" Target="../embeddings/oleObject393.bin"/><Relationship Id="rId21" Type="http://schemas.openxmlformats.org/officeDocument/2006/relationships/image" Target="../media/image306.wmf"/><Relationship Id="rId7" Type="http://schemas.openxmlformats.org/officeDocument/2006/relationships/oleObject" Target="../embeddings/oleObject395.bin"/><Relationship Id="rId12" Type="http://schemas.openxmlformats.org/officeDocument/2006/relationships/oleObject" Target="../embeddings/oleObject398.bin"/><Relationship Id="rId17" Type="http://schemas.openxmlformats.org/officeDocument/2006/relationships/image" Target="../media/image304.wmf"/><Relationship Id="rId25" Type="http://schemas.openxmlformats.org/officeDocument/2006/relationships/image" Target="../media/image308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400.bin"/><Relationship Id="rId20" Type="http://schemas.openxmlformats.org/officeDocument/2006/relationships/oleObject" Target="../embeddings/oleObject402.bin"/><Relationship Id="rId1" Type="http://schemas.openxmlformats.org/officeDocument/2006/relationships/vmlDrawing" Target="../drawings/vmlDrawing38.vml"/><Relationship Id="rId6" Type="http://schemas.openxmlformats.org/officeDocument/2006/relationships/image" Target="../media/image299.wmf"/><Relationship Id="rId11" Type="http://schemas.openxmlformats.org/officeDocument/2006/relationships/oleObject" Target="../embeddings/oleObject397.bin"/><Relationship Id="rId24" Type="http://schemas.openxmlformats.org/officeDocument/2006/relationships/oleObject" Target="../embeddings/oleObject404.bin"/><Relationship Id="rId5" Type="http://schemas.openxmlformats.org/officeDocument/2006/relationships/oleObject" Target="../embeddings/oleObject394.bin"/><Relationship Id="rId15" Type="http://schemas.openxmlformats.org/officeDocument/2006/relationships/image" Target="../media/image303.wmf"/><Relationship Id="rId23" Type="http://schemas.openxmlformats.org/officeDocument/2006/relationships/image" Target="../media/image307.wmf"/><Relationship Id="rId10" Type="http://schemas.openxmlformats.org/officeDocument/2006/relationships/image" Target="../media/image301.wmf"/><Relationship Id="rId19" Type="http://schemas.openxmlformats.org/officeDocument/2006/relationships/image" Target="../media/image305.wmf"/><Relationship Id="rId4" Type="http://schemas.openxmlformats.org/officeDocument/2006/relationships/image" Target="../media/image298.wmf"/><Relationship Id="rId9" Type="http://schemas.openxmlformats.org/officeDocument/2006/relationships/oleObject" Target="../embeddings/oleObject396.bin"/><Relationship Id="rId14" Type="http://schemas.openxmlformats.org/officeDocument/2006/relationships/oleObject" Target="../embeddings/oleObject399.bin"/><Relationship Id="rId22" Type="http://schemas.openxmlformats.org/officeDocument/2006/relationships/oleObject" Target="../embeddings/oleObject403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wmf"/><Relationship Id="rId13" Type="http://schemas.openxmlformats.org/officeDocument/2006/relationships/oleObject" Target="../embeddings/oleObject410.bin"/><Relationship Id="rId18" Type="http://schemas.openxmlformats.org/officeDocument/2006/relationships/image" Target="../media/image316.wmf"/><Relationship Id="rId3" Type="http://schemas.openxmlformats.org/officeDocument/2006/relationships/oleObject" Target="../embeddings/oleObject405.bin"/><Relationship Id="rId7" Type="http://schemas.openxmlformats.org/officeDocument/2006/relationships/oleObject" Target="../embeddings/oleObject407.bin"/><Relationship Id="rId12" Type="http://schemas.openxmlformats.org/officeDocument/2006/relationships/image" Target="../media/image313.wmf"/><Relationship Id="rId17" Type="http://schemas.openxmlformats.org/officeDocument/2006/relationships/oleObject" Target="../embeddings/oleObject412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15.wmf"/><Relationship Id="rId20" Type="http://schemas.openxmlformats.org/officeDocument/2006/relationships/image" Target="../media/image317.wmf"/><Relationship Id="rId1" Type="http://schemas.openxmlformats.org/officeDocument/2006/relationships/vmlDrawing" Target="../drawings/vmlDrawing39.vml"/><Relationship Id="rId6" Type="http://schemas.openxmlformats.org/officeDocument/2006/relationships/image" Target="../media/image310.wmf"/><Relationship Id="rId11" Type="http://schemas.openxmlformats.org/officeDocument/2006/relationships/oleObject" Target="../embeddings/oleObject409.bin"/><Relationship Id="rId5" Type="http://schemas.openxmlformats.org/officeDocument/2006/relationships/oleObject" Target="../embeddings/oleObject406.bin"/><Relationship Id="rId15" Type="http://schemas.openxmlformats.org/officeDocument/2006/relationships/oleObject" Target="../embeddings/oleObject411.bin"/><Relationship Id="rId10" Type="http://schemas.openxmlformats.org/officeDocument/2006/relationships/image" Target="../media/image312.wmf"/><Relationship Id="rId19" Type="http://schemas.openxmlformats.org/officeDocument/2006/relationships/oleObject" Target="../embeddings/oleObject413.bin"/><Relationship Id="rId4" Type="http://schemas.openxmlformats.org/officeDocument/2006/relationships/image" Target="../media/image309.wmf"/><Relationship Id="rId9" Type="http://schemas.openxmlformats.org/officeDocument/2006/relationships/oleObject" Target="../embeddings/oleObject408.bin"/><Relationship Id="rId14" Type="http://schemas.openxmlformats.org/officeDocument/2006/relationships/image" Target="../media/image314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wmf"/><Relationship Id="rId13" Type="http://schemas.openxmlformats.org/officeDocument/2006/relationships/oleObject" Target="../embeddings/oleObject419.bin"/><Relationship Id="rId18" Type="http://schemas.openxmlformats.org/officeDocument/2006/relationships/image" Target="../media/image321.wmf"/><Relationship Id="rId3" Type="http://schemas.openxmlformats.org/officeDocument/2006/relationships/oleObject" Target="../embeddings/oleObject414.bin"/><Relationship Id="rId21" Type="http://schemas.openxmlformats.org/officeDocument/2006/relationships/oleObject" Target="../embeddings/oleObject423.bin"/><Relationship Id="rId7" Type="http://schemas.openxmlformats.org/officeDocument/2006/relationships/oleObject" Target="../embeddings/oleObject416.bin"/><Relationship Id="rId12" Type="http://schemas.openxmlformats.org/officeDocument/2006/relationships/image" Target="../media/image318.wmf"/><Relationship Id="rId17" Type="http://schemas.openxmlformats.org/officeDocument/2006/relationships/oleObject" Target="../embeddings/oleObject421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20.wmf"/><Relationship Id="rId20" Type="http://schemas.openxmlformats.org/officeDocument/2006/relationships/image" Target="../media/image322.wmf"/><Relationship Id="rId1" Type="http://schemas.openxmlformats.org/officeDocument/2006/relationships/vmlDrawing" Target="../drawings/vmlDrawing40.vml"/><Relationship Id="rId6" Type="http://schemas.openxmlformats.org/officeDocument/2006/relationships/image" Target="../media/image310.wmf"/><Relationship Id="rId11" Type="http://schemas.openxmlformats.org/officeDocument/2006/relationships/oleObject" Target="../embeddings/oleObject418.bin"/><Relationship Id="rId5" Type="http://schemas.openxmlformats.org/officeDocument/2006/relationships/oleObject" Target="../embeddings/oleObject415.bin"/><Relationship Id="rId15" Type="http://schemas.openxmlformats.org/officeDocument/2006/relationships/oleObject" Target="../embeddings/oleObject420.bin"/><Relationship Id="rId10" Type="http://schemas.openxmlformats.org/officeDocument/2006/relationships/image" Target="../media/image317.wmf"/><Relationship Id="rId19" Type="http://schemas.openxmlformats.org/officeDocument/2006/relationships/oleObject" Target="../embeddings/oleObject422.bin"/><Relationship Id="rId4" Type="http://schemas.openxmlformats.org/officeDocument/2006/relationships/image" Target="../media/image309.wmf"/><Relationship Id="rId9" Type="http://schemas.openxmlformats.org/officeDocument/2006/relationships/oleObject" Target="../embeddings/oleObject417.bin"/><Relationship Id="rId14" Type="http://schemas.openxmlformats.org/officeDocument/2006/relationships/image" Target="../media/image319.wmf"/><Relationship Id="rId22" Type="http://schemas.openxmlformats.org/officeDocument/2006/relationships/image" Target="../media/image323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6.wmf"/><Relationship Id="rId13" Type="http://schemas.openxmlformats.org/officeDocument/2006/relationships/oleObject" Target="../embeddings/oleObject429.bin"/><Relationship Id="rId18" Type="http://schemas.openxmlformats.org/officeDocument/2006/relationships/image" Target="../media/image331.wmf"/><Relationship Id="rId3" Type="http://schemas.openxmlformats.org/officeDocument/2006/relationships/oleObject" Target="../embeddings/oleObject424.bin"/><Relationship Id="rId7" Type="http://schemas.openxmlformats.org/officeDocument/2006/relationships/oleObject" Target="../embeddings/oleObject426.bin"/><Relationship Id="rId12" Type="http://schemas.openxmlformats.org/officeDocument/2006/relationships/image" Target="../media/image328.wmf"/><Relationship Id="rId17" Type="http://schemas.openxmlformats.org/officeDocument/2006/relationships/oleObject" Target="../embeddings/oleObject431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30.wmf"/><Relationship Id="rId20" Type="http://schemas.openxmlformats.org/officeDocument/2006/relationships/image" Target="../media/image332.wmf"/><Relationship Id="rId1" Type="http://schemas.openxmlformats.org/officeDocument/2006/relationships/vmlDrawing" Target="../drawings/vmlDrawing41.vml"/><Relationship Id="rId6" Type="http://schemas.openxmlformats.org/officeDocument/2006/relationships/image" Target="../media/image325.wmf"/><Relationship Id="rId11" Type="http://schemas.openxmlformats.org/officeDocument/2006/relationships/oleObject" Target="../embeddings/oleObject428.bin"/><Relationship Id="rId5" Type="http://schemas.openxmlformats.org/officeDocument/2006/relationships/oleObject" Target="../embeddings/oleObject425.bin"/><Relationship Id="rId15" Type="http://schemas.openxmlformats.org/officeDocument/2006/relationships/oleObject" Target="../embeddings/oleObject430.bin"/><Relationship Id="rId10" Type="http://schemas.openxmlformats.org/officeDocument/2006/relationships/image" Target="../media/image327.wmf"/><Relationship Id="rId19" Type="http://schemas.openxmlformats.org/officeDocument/2006/relationships/oleObject" Target="../embeddings/oleObject432.bin"/><Relationship Id="rId4" Type="http://schemas.openxmlformats.org/officeDocument/2006/relationships/image" Target="../media/image324.wmf"/><Relationship Id="rId9" Type="http://schemas.openxmlformats.org/officeDocument/2006/relationships/oleObject" Target="../embeddings/oleObject427.bin"/><Relationship Id="rId14" Type="http://schemas.openxmlformats.org/officeDocument/2006/relationships/image" Target="../media/image329.wmf"/></Relationships>
</file>

<file path=ppt/slides/_rels/slide4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38.bin"/><Relationship Id="rId18" Type="http://schemas.openxmlformats.org/officeDocument/2006/relationships/oleObject" Target="../embeddings/oleObject441.bin"/><Relationship Id="rId26" Type="http://schemas.openxmlformats.org/officeDocument/2006/relationships/oleObject" Target="../embeddings/oleObject445.bin"/><Relationship Id="rId3" Type="http://schemas.openxmlformats.org/officeDocument/2006/relationships/oleObject" Target="../embeddings/oleObject433.bin"/><Relationship Id="rId21" Type="http://schemas.openxmlformats.org/officeDocument/2006/relationships/image" Target="../media/image341.wmf"/><Relationship Id="rId7" Type="http://schemas.openxmlformats.org/officeDocument/2006/relationships/oleObject" Target="../embeddings/oleObject435.bin"/><Relationship Id="rId12" Type="http://schemas.openxmlformats.org/officeDocument/2006/relationships/image" Target="../media/image337.wmf"/><Relationship Id="rId17" Type="http://schemas.openxmlformats.org/officeDocument/2006/relationships/image" Target="../media/image339.wmf"/><Relationship Id="rId25" Type="http://schemas.openxmlformats.org/officeDocument/2006/relationships/image" Target="../media/image343.wmf"/><Relationship Id="rId33" Type="http://schemas.openxmlformats.org/officeDocument/2006/relationships/image" Target="../media/image347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440.bin"/><Relationship Id="rId20" Type="http://schemas.openxmlformats.org/officeDocument/2006/relationships/oleObject" Target="../embeddings/oleObject442.bin"/><Relationship Id="rId29" Type="http://schemas.openxmlformats.org/officeDocument/2006/relationships/image" Target="../media/image345.wmf"/><Relationship Id="rId1" Type="http://schemas.openxmlformats.org/officeDocument/2006/relationships/vmlDrawing" Target="../drawings/vmlDrawing42.vml"/><Relationship Id="rId6" Type="http://schemas.openxmlformats.org/officeDocument/2006/relationships/image" Target="../media/image334.wmf"/><Relationship Id="rId11" Type="http://schemas.openxmlformats.org/officeDocument/2006/relationships/oleObject" Target="../embeddings/oleObject437.bin"/><Relationship Id="rId24" Type="http://schemas.openxmlformats.org/officeDocument/2006/relationships/oleObject" Target="../embeddings/oleObject444.bin"/><Relationship Id="rId32" Type="http://schemas.openxmlformats.org/officeDocument/2006/relationships/oleObject" Target="../embeddings/oleObject448.bin"/><Relationship Id="rId5" Type="http://schemas.openxmlformats.org/officeDocument/2006/relationships/oleObject" Target="../embeddings/oleObject434.bin"/><Relationship Id="rId15" Type="http://schemas.openxmlformats.org/officeDocument/2006/relationships/image" Target="../media/image338.wmf"/><Relationship Id="rId23" Type="http://schemas.openxmlformats.org/officeDocument/2006/relationships/image" Target="../media/image342.wmf"/><Relationship Id="rId28" Type="http://schemas.openxmlformats.org/officeDocument/2006/relationships/oleObject" Target="../embeddings/oleObject446.bin"/><Relationship Id="rId10" Type="http://schemas.openxmlformats.org/officeDocument/2006/relationships/image" Target="../media/image336.wmf"/><Relationship Id="rId19" Type="http://schemas.openxmlformats.org/officeDocument/2006/relationships/image" Target="../media/image340.wmf"/><Relationship Id="rId31" Type="http://schemas.openxmlformats.org/officeDocument/2006/relationships/image" Target="../media/image346.wmf"/><Relationship Id="rId4" Type="http://schemas.openxmlformats.org/officeDocument/2006/relationships/image" Target="../media/image333.wmf"/><Relationship Id="rId9" Type="http://schemas.openxmlformats.org/officeDocument/2006/relationships/oleObject" Target="../embeddings/oleObject436.bin"/><Relationship Id="rId14" Type="http://schemas.openxmlformats.org/officeDocument/2006/relationships/oleObject" Target="../embeddings/oleObject439.bin"/><Relationship Id="rId22" Type="http://schemas.openxmlformats.org/officeDocument/2006/relationships/oleObject" Target="../embeddings/oleObject443.bin"/><Relationship Id="rId27" Type="http://schemas.openxmlformats.org/officeDocument/2006/relationships/image" Target="../media/image344.wmf"/><Relationship Id="rId30" Type="http://schemas.openxmlformats.org/officeDocument/2006/relationships/oleObject" Target="../embeddings/oleObject447.bin"/><Relationship Id="rId8" Type="http://schemas.openxmlformats.org/officeDocument/2006/relationships/image" Target="../media/image335.wmf"/></Relationships>
</file>

<file path=ppt/slides/_rels/slide4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54.bin"/><Relationship Id="rId18" Type="http://schemas.openxmlformats.org/officeDocument/2006/relationships/image" Target="../media/image355.wmf"/><Relationship Id="rId26" Type="http://schemas.openxmlformats.org/officeDocument/2006/relationships/image" Target="../media/image359.wmf"/><Relationship Id="rId3" Type="http://schemas.openxmlformats.org/officeDocument/2006/relationships/oleObject" Target="../embeddings/oleObject449.bin"/><Relationship Id="rId21" Type="http://schemas.openxmlformats.org/officeDocument/2006/relationships/oleObject" Target="../embeddings/oleObject458.bin"/><Relationship Id="rId34" Type="http://schemas.openxmlformats.org/officeDocument/2006/relationships/image" Target="../media/image363.wmf"/><Relationship Id="rId7" Type="http://schemas.openxmlformats.org/officeDocument/2006/relationships/oleObject" Target="../embeddings/oleObject451.bin"/><Relationship Id="rId12" Type="http://schemas.openxmlformats.org/officeDocument/2006/relationships/image" Target="../media/image352.wmf"/><Relationship Id="rId17" Type="http://schemas.openxmlformats.org/officeDocument/2006/relationships/oleObject" Target="../embeddings/oleObject456.bin"/><Relationship Id="rId25" Type="http://schemas.openxmlformats.org/officeDocument/2006/relationships/oleObject" Target="../embeddings/oleObject460.bin"/><Relationship Id="rId33" Type="http://schemas.openxmlformats.org/officeDocument/2006/relationships/oleObject" Target="../embeddings/oleObject464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54.wmf"/><Relationship Id="rId20" Type="http://schemas.openxmlformats.org/officeDocument/2006/relationships/image" Target="../media/image356.wmf"/><Relationship Id="rId29" Type="http://schemas.openxmlformats.org/officeDocument/2006/relationships/oleObject" Target="../embeddings/oleObject462.bin"/><Relationship Id="rId1" Type="http://schemas.openxmlformats.org/officeDocument/2006/relationships/vmlDrawing" Target="../drawings/vmlDrawing43.vml"/><Relationship Id="rId6" Type="http://schemas.openxmlformats.org/officeDocument/2006/relationships/image" Target="../media/image349.wmf"/><Relationship Id="rId11" Type="http://schemas.openxmlformats.org/officeDocument/2006/relationships/oleObject" Target="../embeddings/oleObject453.bin"/><Relationship Id="rId24" Type="http://schemas.openxmlformats.org/officeDocument/2006/relationships/image" Target="../media/image358.wmf"/><Relationship Id="rId32" Type="http://schemas.openxmlformats.org/officeDocument/2006/relationships/image" Target="../media/image362.wmf"/><Relationship Id="rId5" Type="http://schemas.openxmlformats.org/officeDocument/2006/relationships/oleObject" Target="../embeddings/oleObject450.bin"/><Relationship Id="rId15" Type="http://schemas.openxmlformats.org/officeDocument/2006/relationships/oleObject" Target="../embeddings/oleObject455.bin"/><Relationship Id="rId23" Type="http://schemas.openxmlformats.org/officeDocument/2006/relationships/oleObject" Target="../embeddings/oleObject459.bin"/><Relationship Id="rId28" Type="http://schemas.openxmlformats.org/officeDocument/2006/relationships/image" Target="../media/image360.wmf"/><Relationship Id="rId10" Type="http://schemas.openxmlformats.org/officeDocument/2006/relationships/image" Target="../media/image351.wmf"/><Relationship Id="rId19" Type="http://schemas.openxmlformats.org/officeDocument/2006/relationships/oleObject" Target="../embeddings/oleObject457.bin"/><Relationship Id="rId31" Type="http://schemas.openxmlformats.org/officeDocument/2006/relationships/oleObject" Target="../embeddings/oleObject463.bin"/><Relationship Id="rId4" Type="http://schemas.openxmlformats.org/officeDocument/2006/relationships/image" Target="../media/image348.wmf"/><Relationship Id="rId9" Type="http://schemas.openxmlformats.org/officeDocument/2006/relationships/oleObject" Target="../embeddings/oleObject452.bin"/><Relationship Id="rId14" Type="http://schemas.openxmlformats.org/officeDocument/2006/relationships/image" Target="../media/image353.wmf"/><Relationship Id="rId22" Type="http://schemas.openxmlformats.org/officeDocument/2006/relationships/image" Target="../media/image357.wmf"/><Relationship Id="rId27" Type="http://schemas.openxmlformats.org/officeDocument/2006/relationships/oleObject" Target="../embeddings/oleObject461.bin"/><Relationship Id="rId30" Type="http://schemas.openxmlformats.org/officeDocument/2006/relationships/image" Target="../media/image361.wmf"/><Relationship Id="rId35" Type="http://schemas.openxmlformats.org/officeDocument/2006/relationships/oleObject" Target="../embeddings/oleObject465.bin"/><Relationship Id="rId8" Type="http://schemas.openxmlformats.org/officeDocument/2006/relationships/image" Target="../media/image350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6.wmf"/><Relationship Id="rId13" Type="http://schemas.openxmlformats.org/officeDocument/2006/relationships/oleObject" Target="../embeddings/oleObject471.bin"/><Relationship Id="rId18" Type="http://schemas.openxmlformats.org/officeDocument/2006/relationships/image" Target="../media/image371.wmf"/><Relationship Id="rId26" Type="http://schemas.openxmlformats.org/officeDocument/2006/relationships/image" Target="../media/image375.wmf"/><Relationship Id="rId3" Type="http://schemas.openxmlformats.org/officeDocument/2006/relationships/oleObject" Target="../embeddings/oleObject466.bin"/><Relationship Id="rId21" Type="http://schemas.openxmlformats.org/officeDocument/2006/relationships/oleObject" Target="../embeddings/oleObject475.bin"/><Relationship Id="rId7" Type="http://schemas.openxmlformats.org/officeDocument/2006/relationships/oleObject" Target="../embeddings/oleObject468.bin"/><Relationship Id="rId12" Type="http://schemas.openxmlformats.org/officeDocument/2006/relationships/image" Target="../media/image368.wmf"/><Relationship Id="rId17" Type="http://schemas.openxmlformats.org/officeDocument/2006/relationships/oleObject" Target="../embeddings/oleObject473.bin"/><Relationship Id="rId25" Type="http://schemas.openxmlformats.org/officeDocument/2006/relationships/oleObject" Target="../embeddings/oleObject477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70.wmf"/><Relationship Id="rId20" Type="http://schemas.openxmlformats.org/officeDocument/2006/relationships/image" Target="../media/image372.wmf"/><Relationship Id="rId1" Type="http://schemas.openxmlformats.org/officeDocument/2006/relationships/vmlDrawing" Target="../drawings/vmlDrawing44.vml"/><Relationship Id="rId6" Type="http://schemas.openxmlformats.org/officeDocument/2006/relationships/image" Target="../media/image365.wmf"/><Relationship Id="rId11" Type="http://schemas.openxmlformats.org/officeDocument/2006/relationships/oleObject" Target="../embeddings/oleObject470.bin"/><Relationship Id="rId24" Type="http://schemas.openxmlformats.org/officeDocument/2006/relationships/image" Target="../media/image374.wmf"/><Relationship Id="rId5" Type="http://schemas.openxmlformats.org/officeDocument/2006/relationships/oleObject" Target="../embeddings/oleObject467.bin"/><Relationship Id="rId15" Type="http://schemas.openxmlformats.org/officeDocument/2006/relationships/oleObject" Target="../embeddings/oleObject472.bin"/><Relationship Id="rId23" Type="http://schemas.openxmlformats.org/officeDocument/2006/relationships/oleObject" Target="../embeddings/oleObject476.bin"/><Relationship Id="rId28" Type="http://schemas.openxmlformats.org/officeDocument/2006/relationships/image" Target="../media/image376.wmf"/><Relationship Id="rId10" Type="http://schemas.openxmlformats.org/officeDocument/2006/relationships/image" Target="../media/image367.wmf"/><Relationship Id="rId19" Type="http://schemas.openxmlformats.org/officeDocument/2006/relationships/oleObject" Target="../embeddings/oleObject474.bin"/><Relationship Id="rId4" Type="http://schemas.openxmlformats.org/officeDocument/2006/relationships/image" Target="../media/image364.wmf"/><Relationship Id="rId9" Type="http://schemas.openxmlformats.org/officeDocument/2006/relationships/oleObject" Target="../embeddings/oleObject469.bin"/><Relationship Id="rId14" Type="http://schemas.openxmlformats.org/officeDocument/2006/relationships/image" Target="../media/image369.wmf"/><Relationship Id="rId22" Type="http://schemas.openxmlformats.org/officeDocument/2006/relationships/image" Target="../media/image373.wmf"/><Relationship Id="rId27" Type="http://schemas.openxmlformats.org/officeDocument/2006/relationships/oleObject" Target="../embeddings/oleObject478.bin"/></Relationships>
</file>

<file path=ppt/slides/_rels/slide4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84.bin"/><Relationship Id="rId18" Type="http://schemas.openxmlformats.org/officeDocument/2006/relationships/image" Target="../media/image384.wmf"/><Relationship Id="rId26" Type="http://schemas.openxmlformats.org/officeDocument/2006/relationships/image" Target="../media/image388.wmf"/><Relationship Id="rId39" Type="http://schemas.openxmlformats.org/officeDocument/2006/relationships/oleObject" Target="../embeddings/oleObject497.bin"/><Relationship Id="rId21" Type="http://schemas.openxmlformats.org/officeDocument/2006/relationships/oleObject" Target="../embeddings/oleObject488.bin"/><Relationship Id="rId34" Type="http://schemas.openxmlformats.org/officeDocument/2006/relationships/image" Target="../media/image370.wmf"/><Relationship Id="rId7" Type="http://schemas.openxmlformats.org/officeDocument/2006/relationships/oleObject" Target="../embeddings/oleObject481.bin"/><Relationship Id="rId12" Type="http://schemas.openxmlformats.org/officeDocument/2006/relationships/image" Target="../media/image381.wmf"/><Relationship Id="rId17" Type="http://schemas.openxmlformats.org/officeDocument/2006/relationships/oleObject" Target="../embeddings/oleObject486.bin"/><Relationship Id="rId25" Type="http://schemas.openxmlformats.org/officeDocument/2006/relationships/oleObject" Target="../embeddings/oleObject490.bin"/><Relationship Id="rId33" Type="http://schemas.openxmlformats.org/officeDocument/2006/relationships/oleObject" Target="../embeddings/oleObject494.bin"/><Relationship Id="rId38" Type="http://schemas.openxmlformats.org/officeDocument/2006/relationships/image" Target="../media/image372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83.wmf"/><Relationship Id="rId20" Type="http://schemas.openxmlformats.org/officeDocument/2006/relationships/image" Target="../media/image385.wmf"/><Relationship Id="rId29" Type="http://schemas.openxmlformats.org/officeDocument/2006/relationships/oleObject" Target="../embeddings/oleObject492.bin"/><Relationship Id="rId1" Type="http://schemas.openxmlformats.org/officeDocument/2006/relationships/vmlDrawing" Target="../drawings/vmlDrawing45.vml"/><Relationship Id="rId6" Type="http://schemas.openxmlformats.org/officeDocument/2006/relationships/image" Target="../media/image378.wmf"/><Relationship Id="rId11" Type="http://schemas.openxmlformats.org/officeDocument/2006/relationships/oleObject" Target="../embeddings/oleObject483.bin"/><Relationship Id="rId24" Type="http://schemas.openxmlformats.org/officeDocument/2006/relationships/image" Target="../media/image387.wmf"/><Relationship Id="rId32" Type="http://schemas.openxmlformats.org/officeDocument/2006/relationships/image" Target="../media/image369.wmf"/><Relationship Id="rId37" Type="http://schemas.openxmlformats.org/officeDocument/2006/relationships/oleObject" Target="../embeddings/oleObject496.bin"/><Relationship Id="rId40" Type="http://schemas.openxmlformats.org/officeDocument/2006/relationships/image" Target="../media/image373.wmf"/><Relationship Id="rId5" Type="http://schemas.openxmlformats.org/officeDocument/2006/relationships/oleObject" Target="../embeddings/oleObject480.bin"/><Relationship Id="rId15" Type="http://schemas.openxmlformats.org/officeDocument/2006/relationships/oleObject" Target="../embeddings/oleObject485.bin"/><Relationship Id="rId23" Type="http://schemas.openxmlformats.org/officeDocument/2006/relationships/oleObject" Target="../embeddings/oleObject489.bin"/><Relationship Id="rId28" Type="http://schemas.openxmlformats.org/officeDocument/2006/relationships/image" Target="../media/image367.wmf"/><Relationship Id="rId36" Type="http://schemas.openxmlformats.org/officeDocument/2006/relationships/image" Target="../media/image371.wmf"/><Relationship Id="rId10" Type="http://schemas.openxmlformats.org/officeDocument/2006/relationships/image" Target="../media/image380.wmf"/><Relationship Id="rId19" Type="http://schemas.openxmlformats.org/officeDocument/2006/relationships/oleObject" Target="../embeddings/oleObject487.bin"/><Relationship Id="rId31" Type="http://schemas.openxmlformats.org/officeDocument/2006/relationships/oleObject" Target="../embeddings/oleObject493.bin"/><Relationship Id="rId4" Type="http://schemas.openxmlformats.org/officeDocument/2006/relationships/image" Target="../media/image377.wmf"/><Relationship Id="rId9" Type="http://schemas.openxmlformats.org/officeDocument/2006/relationships/oleObject" Target="../embeddings/oleObject482.bin"/><Relationship Id="rId14" Type="http://schemas.openxmlformats.org/officeDocument/2006/relationships/image" Target="../media/image382.wmf"/><Relationship Id="rId22" Type="http://schemas.openxmlformats.org/officeDocument/2006/relationships/image" Target="../media/image386.wmf"/><Relationship Id="rId27" Type="http://schemas.openxmlformats.org/officeDocument/2006/relationships/oleObject" Target="../embeddings/oleObject491.bin"/><Relationship Id="rId30" Type="http://schemas.openxmlformats.org/officeDocument/2006/relationships/image" Target="../media/image368.wmf"/><Relationship Id="rId35" Type="http://schemas.openxmlformats.org/officeDocument/2006/relationships/oleObject" Target="../embeddings/oleObject495.bin"/><Relationship Id="rId8" Type="http://schemas.openxmlformats.org/officeDocument/2006/relationships/image" Target="../media/image379.wmf"/><Relationship Id="rId3" Type="http://schemas.openxmlformats.org/officeDocument/2006/relationships/oleObject" Target="../embeddings/oleObject479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1.wmf"/><Relationship Id="rId13" Type="http://schemas.openxmlformats.org/officeDocument/2006/relationships/oleObject" Target="../embeddings/oleObject503.bin"/><Relationship Id="rId18" Type="http://schemas.openxmlformats.org/officeDocument/2006/relationships/image" Target="../media/image396.wmf"/><Relationship Id="rId26" Type="http://schemas.openxmlformats.org/officeDocument/2006/relationships/image" Target="../media/image400.wmf"/><Relationship Id="rId3" Type="http://schemas.openxmlformats.org/officeDocument/2006/relationships/oleObject" Target="../embeddings/oleObject498.bin"/><Relationship Id="rId21" Type="http://schemas.openxmlformats.org/officeDocument/2006/relationships/oleObject" Target="../embeddings/oleObject507.bin"/><Relationship Id="rId7" Type="http://schemas.openxmlformats.org/officeDocument/2006/relationships/oleObject" Target="../embeddings/oleObject500.bin"/><Relationship Id="rId12" Type="http://schemas.openxmlformats.org/officeDocument/2006/relationships/image" Target="../media/image393.wmf"/><Relationship Id="rId17" Type="http://schemas.openxmlformats.org/officeDocument/2006/relationships/oleObject" Target="../embeddings/oleObject505.bin"/><Relationship Id="rId25" Type="http://schemas.openxmlformats.org/officeDocument/2006/relationships/oleObject" Target="../embeddings/oleObject509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95.wmf"/><Relationship Id="rId20" Type="http://schemas.openxmlformats.org/officeDocument/2006/relationships/image" Target="../media/image397.wmf"/><Relationship Id="rId29" Type="http://schemas.openxmlformats.org/officeDocument/2006/relationships/oleObject" Target="../embeddings/oleObject511.bin"/><Relationship Id="rId1" Type="http://schemas.openxmlformats.org/officeDocument/2006/relationships/vmlDrawing" Target="../drawings/vmlDrawing46.vml"/><Relationship Id="rId6" Type="http://schemas.openxmlformats.org/officeDocument/2006/relationships/image" Target="../media/image390.wmf"/><Relationship Id="rId11" Type="http://schemas.openxmlformats.org/officeDocument/2006/relationships/oleObject" Target="../embeddings/oleObject502.bin"/><Relationship Id="rId24" Type="http://schemas.openxmlformats.org/officeDocument/2006/relationships/image" Target="../media/image399.wmf"/><Relationship Id="rId5" Type="http://schemas.openxmlformats.org/officeDocument/2006/relationships/oleObject" Target="../embeddings/oleObject499.bin"/><Relationship Id="rId15" Type="http://schemas.openxmlformats.org/officeDocument/2006/relationships/oleObject" Target="../embeddings/oleObject504.bin"/><Relationship Id="rId23" Type="http://schemas.openxmlformats.org/officeDocument/2006/relationships/oleObject" Target="../embeddings/oleObject508.bin"/><Relationship Id="rId28" Type="http://schemas.openxmlformats.org/officeDocument/2006/relationships/image" Target="../media/image401.wmf"/><Relationship Id="rId10" Type="http://schemas.openxmlformats.org/officeDocument/2006/relationships/image" Target="../media/image392.wmf"/><Relationship Id="rId19" Type="http://schemas.openxmlformats.org/officeDocument/2006/relationships/oleObject" Target="../embeddings/oleObject506.bin"/><Relationship Id="rId4" Type="http://schemas.openxmlformats.org/officeDocument/2006/relationships/image" Target="../media/image389.wmf"/><Relationship Id="rId9" Type="http://schemas.openxmlformats.org/officeDocument/2006/relationships/oleObject" Target="../embeddings/oleObject501.bin"/><Relationship Id="rId14" Type="http://schemas.openxmlformats.org/officeDocument/2006/relationships/image" Target="../media/image394.wmf"/><Relationship Id="rId22" Type="http://schemas.openxmlformats.org/officeDocument/2006/relationships/image" Target="../media/image398.wmf"/><Relationship Id="rId27" Type="http://schemas.openxmlformats.org/officeDocument/2006/relationships/oleObject" Target="../embeddings/oleObject510.bin"/><Relationship Id="rId30" Type="http://schemas.openxmlformats.org/officeDocument/2006/relationships/image" Target="../media/image402.wmf"/></Relationships>
</file>

<file path=ppt/slides/_rels/slide4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17.bin"/><Relationship Id="rId18" Type="http://schemas.openxmlformats.org/officeDocument/2006/relationships/image" Target="../media/image410.wmf"/><Relationship Id="rId26" Type="http://schemas.openxmlformats.org/officeDocument/2006/relationships/image" Target="../media/image414.wmf"/><Relationship Id="rId39" Type="http://schemas.openxmlformats.org/officeDocument/2006/relationships/oleObject" Target="../embeddings/oleObject530.bin"/><Relationship Id="rId21" Type="http://schemas.openxmlformats.org/officeDocument/2006/relationships/oleObject" Target="../embeddings/oleObject521.bin"/><Relationship Id="rId34" Type="http://schemas.openxmlformats.org/officeDocument/2006/relationships/image" Target="../media/image418.wmf"/><Relationship Id="rId42" Type="http://schemas.openxmlformats.org/officeDocument/2006/relationships/image" Target="../media/image422.wmf"/><Relationship Id="rId7" Type="http://schemas.openxmlformats.org/officeDocument/2006/relationships/oleObject" Target="../embeddings/oleObject514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409.wmf"/><Relationship Id="rId20" Type="http://schemas.openxmlformats.org/officeDocument/2006/relationships/image" Target="../media/image411.wmf"/><Relationship Id="rId29" Type="http://schemas.openxmlformats.org/officeDocument/2006/relationships/oleObject" Target="../embeddings/oleObject525.bin"/><Relationship Id="rId41" Type="http://schemas.openxmlformats.org/officeDocument/2006/relationships/oleObject" Target="../embeddings/oleObject531.bin"/><Relationship Id="rId1" Type="http://schemas.openxmlformats.org/officeDocument/2006/relationships/vmlDrawing" Target="../drawings/vmlDrawing47.vml"/><Relationship Id="rId6" Type="http://schemas.openxmlformats.org/officeDocument/2006/relationships/image" Target="../media/image404.wmf"/><Relationship Id="rId11" Type="http://schemas.openxmlformats.org/officeDocument/2006/relationships/oleObject" Target="../embeddings/oleObject516.bin"/><Relationship Id="rId24" Type="http://schemas.openxmlformats.org/officeDocument/2006/relationships/image" Target="../media/image413.wmf"/><Relationship Id="rId32" Type="http://schemas.openxmlformats.org/officeDocument/2006/relationships/image" Target="../media/image417.wmf"/><Relationship Id="rId37" Type="http://schemas.openxmlformats.org/officeDocument/2006/relationships/oleObject" Target="../embeddings/oleObject529.bin"/><Relationship Id="rId40" Type="http://schemas.openxmlformats.org/officeDocument/2006/relationships/image" Target="../media/image421.wmf"/><Relationship Id="rId5" Type="http://schemas.openxmlformats.org/officeDocument/2006/relationships/oleObject" Target="../embeddings/oleObject513.bin"/><Relationship Id="rId15" Type="http://schemas.openxmlformats.org/officeDocument/2006/relationships/oleObject" Target="../embeddings/oleObject518.bin"/><Relationship Id="rId23" Type="http://schemas.openxmlformats.org/officeDocument/2006/relationships/oleObject" Target="../embeddings/oleObject522.bin"/><Relationship Id="rId28" Type="http://schemas.openxmlformats.org/officeDocument/2006/relationships/image" Target="../media/image415.wmf"/><Relationship Id="rId36" Type="http://schemas.openxmlformats.org/officeDocument/2006/relationships/image" Target="../media/image419.wmf"/><Relationship Id="rId10" Type="http://schemas.openxmlformats.org/officeDocument/2006/relationships/image" Target="../media/image406.wmf"/><Relationship Id="rId19" Type="http://schemas.openxmlformats.org/officeDocument/2006/relationships/oleObject" Target="../embeddings/oleObject520.bin"/><Relationship Id="rId31" Type="http://schemas.openxmlformats.org/officeDocument/2006/relationships/oleObject" Target="../embeddings/oleObject526.bin"/><Relationship Id="rId4" Type="http://schemas.openxmlformats.org/officeDocument/2006/relationships/image" Target="../media/image403.wmf"/><Relationship Id="rId9" Type="http://schemas.openxmlformats.org/officeDocument/2006/relationships/oleObject" Target="../embeddings/oleObject515.bin"/><Relationship Id="rId14" Type="http://schemas.openxmlformats.org/officeDocument/2006/relationships/image" Target="../media/image408.wmf"/><Relationship Id="rId22" Type="http://schemas.openxmlformats.org/officeDocument/2006/relationships/image" Target="../media/image412.wmf"/><Relationship Id="rId27" Type="http://schemas.openxmlformats.org/officeDocument/2006/relationships/oleObject" Target="../embeddings/oleObject524.bin"/><Relationship Id="rId30" Type="http://schemas.openxmlformats.org/officeDocument/2006/relationships/image" Target="../media/image416.wmf"/><Relationship Id="rId35" Type="http://schemas.openxmlformats.org/officeDocument/2006/relationships/oleObject" Target="../embeddings/oleObject528.bin"/><Relationship Id="rId8" Type="http://schemas.openxmlformats.org/officeDocument/2006/relationships/image" Target="../media/image405.wmf"/><Relationship Id="rId3" Type="http://schemas.openxmlformats.org/officeDocument/2006/relationships/oleObject" Target="../embeddings/oleObject512.bin"/><Relationship Id="rId12" Type="http://schemas.openxmlformats.org/officeDocument/2006/relationships/image" Target="../media/image407.wmf"/><Relationship Id="rId17" Type="http://schemas.openxmlformats.org/officeDocument/2006/relationships/oleObject" Target="../embeddings/oleObject519.bin"/><Relationship Id="rId25" Type="http://schemas.openxmlformats.org/officeDocument/2006/relationships/oleObject" Target="../embeddings/oleObject523.bin"/><Relationship Id="rId33" Type="http://schemas.openxmlformats.org/officeDocument/2006/relationships/oleObject" Target="../embeddings/oleObject527.bin"/><Relationship Id="rId38" Type="http://schemas.openxmlformats.org/officeDocument/2006/relationships/image" Target="../media/image420.wmf"/></Relationships>
</file>

<file path=ppt/slides/_rels/slide4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37.bin"/><Relationship Id="rId18" Type="http://schemas.openxmlformats.org/officeDocument/2006/relationships/image" Target="../media/image413.wmf"/><Relationship Id="rId26" Type="http://schemas.openxmlformats.org/officeDocument/2006/relationships/image" Target="../media/image423.wmf"/><Relationship Id="rId39" Type="http://schemas.openxmlformats.org/officeDocument/2006/relationships/oleObject" Target="../embeddings/oleObject550.bin"/><Relationship Id="rId21" Type="http://schemas.openxmlformats.org/officeDocument/2006/relationships/oleObject" Target="../embeddings/oleObject541.bin"/><Relationship Id="rId34" Type="http://schemas.openxmlformats.org/officeDocument/2006/relationships/image" Target="../media/image427.wmf"/><Relationship Id="rId42" Type="http://schemas.openxmlformats.org/officeDocument/2006/relationships/image" Target="../media/image431.wmf"/><Relationship Id="rId7" Type="http://schemas.openxmlformats.org/officeDocument/2006/relationships/oleObject" Target="../embeddings/oleObject534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412.wmf"/><Relationship Id="rId20" Type="http://schemas.openxmlformats.org/officeDocument/2006/relationships/image" Target="../media/image414.wmf"/><Relationship Id="rId29" Type="http://schemas.openxmlformats.org/officeDocument/2006/relationships/oleObject" Target="../embeddings/oleObject545.bin"/><Relationship Id="rId41" Type="http://schemas.openxmlformats.org/officeDocument/2006/relationships/oleObject" Target="../embeddings/oleObject551.bin"/><Relationship Id="rId1" Type="http://schemas.openxmlformats.org/officeDocument/2006/relationships/vmlDrawing" Target="../drawings/vmlDrawing48.vml"/><Relationship Id="rId6" Type="http://schemas.openxmlformats.org/officeDocument/2006/relationships/image" Target="../media/image407.wmf"/><Relationship Id="rId11" Type="http://schemas.openxmlformats.org/officeDocument/2006/relationships/oleObject" Target="../embeddings/oleObject536.bin"/><Relationship Id="rId24" Type="http://schemas.openxmlformats.org/officeDocument/2006/relationships/image" Target="../media/image416.wmf"/><Relationship Id="rId32" Type="http://schemas.openxmlformats.org/officeDocument/2006/relationships/image" Target="../media/image426.wmf"/><Relationship Id="rId37" Type="http://schemas.openxmlformats.org/officeDocument/2006/relationships/oleObject" Target="../embeddings/oleObject549.bin"/><Relationship Id="rId40" Type="http://schemas.openxmlformats.org/officeDocument/2006/relationships/image" Target="../media/image430.wmf"/><Relationship Id="rId5" Type="http://schemas.openxmlformats.org/officeDocument/2006/relationships/oleObject" Target="../embeddings/oleObject533.bin"/><Relationship Id="rId15" Type="http://schemas.openxmlformats.org/officeDocument/2006/relationships/oleObject" Target="../embeddings/oleObject538.bin"/><Relationship Id="rId23" Type="http://schemas.openxmlformats.org/officeDocument/2006/relationships/oleObject" Target="../embeddings/oleObject542.bin"/><Relationship Id="rId28" Type="http://schemas.openxmlformats.org/officeDocument/2006/relationships/image" Target="../media/image424.wmf"/><Relationship Id="rId36" Type="http://schemas.openxmlformats.org/officeDocument/2006/relationships/image" Target="../media/image428.wmf"/><Relationship Id="rId10" Type="http://schemas.openxmlformats.org/officeDocument/2006/relationships/image" Target="../media/image409.wmf"/><Relationship Id="rId19" Type="http://schemas.openxmlformats.org/officeDocument/2006/relationships/oleObject" Target="../embeddings/oleObject540.bin"/><Relationship Id="rId31" Type="http://schemas.openxmlformats.org/officeDocument/2006/relationships/oleObject" Target="../embeddings/oleObject546.bin"/><Relationship Id="rId44" Type="http://schemas.openxmlformats.org/officeDocument/2006/relationships/image" Target="../media/image432.wmf"/><Relationship Id="rId4" Type="http://schemas.openxmlformats.org/officeDocument/2006/relationships/image" Target="../media/image422.wmf"/><Relationship Id="rId9" Type="http://schemas.openxmlformats.org/officeDocument/2006/relationships/oleObject" Target="../embeddings/oleObject535.bin"/><Relationship Id="rId14" Type="http://schemas.openxmlformats.org/officeDocument/2006/relationships/image" Target="../media/image411.wmf"/><Relationship Id="rId22" Type="http://schemas.openxmlformats.org/officeDocument/2006/relationships/image" Target="../media/image415.wmf"/><Relationship Id="rId27" Type="http://schemas.openxmlformats.org/officeDocument/2006/relationships/oleObject" Target="../embeddings/oleObject544.bin"/><Relationship Id="rId30" Type="http://schemas.openxmlformats.org/officeDocument/2006/relationships/image" Target="../media/image425.wmf"/><Relationship Id="rId35" Type="http://schemas.openxmlformats.org/officeDocument/2006/relationships/oleObject" Target="../embeddings/oleObject548.bin"/><Relationship Id="rId43" Type="http://schemas.openxmlformats.org/officeDocument/2006/relationships/oleObject" Target="../embeddings/oleObject552.bin"/><Relationship Id="rId8" Type="http://schemas.openxmlformats.org/officeDocument/2006/relationships/image" Target="../media/image408.wmf"/><Relationship Id="rId3" Type="http://schemas.openxmlformats.org/officeDocument/2006/relationships/oleObject" Target="../embeddings/oleObject532.bin"/><Relationship Id="rId12" Type="http://schemas.openxmlformats.org/officeDocument/2006/relationships/image" Target="../media/image410.wmf"/><Relationship Id="rId17" Type="http://schemas.openxmlformats.org/officeDocument/2006/relationships/oleObject" Target="../embeddings/oleObject539.bin"/><Relationship Id="rId25" Type="http://schemas.openxmlformats.org/officeDocument/2006/relationships/oleObject" Target="../embeddings/oleObject543.bin"/><Relationship Id="rId33" Type="http://schemas.openxmlformats.org/officeDocument/2006/relationships/oleObject" Target="../embeddings/oleObject547.bin"/><Relationship Id="rId38" Type="http://schemas.openxmlformats.org/officeDocument/2006/relationships/image" Target="../media/image429.wm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>
            <a:extLst>
              <a:ext uri="{FF2B5EF4-FFF2-40B4-BE49-F238E27FC236}">
                <a16:creationId xmlns:a16="http://schemas.microsoft.com/office/drawing/2014/main" id="{1C63B04C-F0BF-47E4-9F2B-721E691F16D0}"/>
              </a:ext>
            </a:extLst>
          </p:cNvPr>
          <p:cNvSpPr txBox="1">
            <a:spLocks/>
          </p:cNvSpPr>
          <p:nvPr/>
        </p:nvSpPr>
        <p:spPr>
          <a:xfrm>
            <a:off x="776024" y="3800262"/>
            <a:ext cx="8118688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02060"/>
                </a:solidFill>
                <a:latin typeface="华文新魏" pitchFamily="2" charset="-122"/>
                <a:ea typeface="华文新魏" pitchFamily="2" charset="-122"/>
                <a:cs typeface="微软雅黑" panose="020B0503020204020204" charset="-122"/>
              </a:rPr>
              <a:t>数学与统计学院   郭晓峰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2E9977A1-0E38-4B80-BFCC-3FAEE48DDC19}"/>
              </a:ext>
            </a:extLst>
          </p:cNvPr>
          <p:cNvSpPr txBox="1">
            <a:spLocks/>
          </p:cNvSpPr>
          <p:nvPr/>
        </p:nvSpPr>
        <p:spPr>
          <a:xfrm>
            <a:off x="685800" y="592126"/>
            <a:ext cx="7772400" cy="110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 微分中值定理与导数的应用</a:t>
            </a:r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E16EDBF2-AF6B-4869-8C27-644DBB955760}"/>
              </a:ext>
            </a:extLst>
          </p:cNvPr>
          <p:cNvSpPr txBox="1">
            <a:spLocks/>
          </p:cNvSpPr>
          <p:nvPr/>
        </p:nvSpPr>
        <p:spPr>
          <a:xfrm>
            <a:off x="1477888" y="2088436"/>
            <a:ext cx="6400800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  <a:cs typeface="微软雅黑" panose="020B0503020204020204" charset="-122"/>
              </a:rPr>
              <a:t>第五节  函数的极值与最大值最小值</a:t>
            </a:r>
          </a:p>
        </p:txBody>
      </p:sp>
    </p:spTree>
    <p:extLst>
      <p:ext uri="{BB962C8B-B14F-4D97-AF65-F5344CB8AC3E}">
        <p14:creationId xmlns:p14="http://schemas.microsoft.com/office/powerpoint/2010/main" val="2307509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8">
            <a:extLst>
              <a:ext uri="{FF2B5EF4-FFF2-40B4-BE49-F238E27FC236}">
                <a16:creationId xmlns:a16="http://schemas.microsoft.com/office/drawing/2014/main" id="{A947E63E-C50F-4988-9A60-683FF24918E1}"/>
              </a:ext>
            </a:extLst>
          </p:cNvPr>
          <p:cNvSpPr txBox="1"/>
          <p:nvPr/>
        </p:nvSpPr>
        <p:spPr>
          <a:xfrm>
            <a:off x="821323" y="875294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 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3" name="Rectangle 116">
            <a:extLst>
              <a:ext uri="{FF2B5EF4-FFF2-40B4-BE49-F238E27FC236}">
                <a16:creationId xmlns:a16="http://schemas.microsoft.com/office/drawing/2014/main" id="{390B4549-87E9-4C3B-A17E-696C713E8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1791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118">
            <a:extLst>
              <a:ext uri="{FF2B5EF4-FFF2-40B4-BE49-F238E27FC236}">
                <a16:creationId xmlns:a16="http://schemas.microsoft.com/office/drawing/2014/main" id="{93531D60-4CD8-4A10-89EA-3BB36B016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1791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120">
            <a:extLst>
              <a:ext uri="{FF2B5EF4-FFF2-40B4-BE49-F238E27FC236}">
                <a16:creationId xmlns:a16="http://schemas.microsoft.com/office/drawing/2014/main" id="{9795F98A-6129-4602-B888-3C9987A74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25" y="706217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122">
            <a:extLst>
              <a:ext uri="{FF2B5EF4-FFF2-40B4-BE49-F238E27FC236}">
                <a16:creationId xmlns:a16="http://schemas.microsoft.com/office/drawing/2014/main" id="{0EFF9449-4912-47D0-8102-34CB09778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5587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344418B0-8BF4-4817-9353-38DD3814A439}"/>
              </a:ext>
            </a:extLst>
          </p:cNvPr>
          <p:cNvGrpSpPr/>
          <p:nvPr/>
        </p:nvGrpSpPr>
        <p:grpSpPr>
          <a:xfrm>
            <a:off x="1959812" y="848546"/>
            <a:ext cx="6932668" cy="461665"/>
            <a:chOff x="1835696" y="485306"/>
            <a:chExt cx="6932668" cy="461665"/>
          </a:xfrm>
        </p:grpSpPr>
        <p:sp>
          <p:nvSpPr>
            <p:cNvPr id="8" name="文本框 19">
              <a:extLst>
                <a:ext uri="{FF2B5EF4-FFF2-40B4-BE49-F238E27FC236}">
                  <a16:creationId xmlns:a16="http://schemas.microsoft.com/office/drawing/2014/main" id="{CEE56A48-294E-4234-A059-94BD76E537AB}"/>
                </a:ext>
              </a:extLst>
            </p:cNvPr>
            <p:cNvSpPr txBox="1"/>
            <p:nvPr/>
          </p:nvSpPr>
          <p:spPr>
            <a:xfrm>
              <a:off x="1835696" y="485306"/>
              <a:ext cx="69326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设函数    在点  的某邻域     内</a:t>
              </a:r>
              <a:r>
                <a:rPr lang="zh-CN" altLang="en-US" sz="2400" b="1" dirty="0">
                  <a:solidFill>
                    <a:srgbClr val="FF3300"/>
                  </a:solidFill>
                  <a:latin typeface="+mn-ea"/>
                </a:rPr>
                <a:t>有定义</a:t>
              </a:r>
              <a:r>
                <a:rPr lang="zh-CN" altLang="en-US" sz="2400" b="1" dirty="0">
                  <a:latin typeface="+mn-ea"/>
                </a:rPr>
                <a:t>，如果</a:t>
              </a:r>
              <a:endParaRPr lang="zh-CN" altLang="en-US" sz="2400" b="1" dirty="0">
                <a:solidFill>
                  <a:schemeClr val="tx1"/>
                </a:solidFill>
                <a:latin typeface="+mn-ea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D880E452-BB03-49D6-9E3D-5CBC115F659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88453261"/>
                </p:ext>
              </p:extLst>
            </p:nvPr>
          </p:nvGraphicFramePr>
          <p:xfrm>
            <a:off x="2843808" y="575819"/>
            <a:ext cx="6223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32" name="Equation" r:id="rId3" imgW="622030" imgH="342751" progId="Equation.DSMT4">
                    <p:embed/>
                  </p:oleObj>
                </mc:Choice>
                <mc:Fallback>
                  <p:oleObj name="Equation" r:id="rId3" imgW="622030" imgH="342751" progId="Equation.DSMT4">
                    <p:embed/>
                    <p:pic>
                      <p:nvPicPr>
                        <p:cNvPr id="24" name="对象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3808" y="575819"/>
                          <a:ext cx="6223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E38F054F-7A9E-4FDD-B1FE-70C78B0BDBD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78143774"/>
                </p:ext>
              </p:extLst>
            </p:nvPr>
          </p:nvGraphicFramePr>
          <p:xfrm>
            <a:off x="4095654" y="556539"/>
            <a:ext cx="284163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33" name="Equation" r:id="rId5" imgW="279279" imgH="380835" progId="Equation.DSMT4">
                    <p:embed/>
                  </p:oleObj>
                </mc:Choice>
                <mc:Fallback>
                  <p:oleObj name="Equation" r:id="rId5" imgW="279279" imgH="380835" progId="Equation.DSMT4">
                    <p:embed/>
                    <p:pic>
                      <p:nvPicPr>
                        <p:cNvPr id="25" name="对象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5654" y="556539"/>
                          <a:ext cx="284163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DFF33CCF-7B3B-4526-88D1-38B47C62F2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27668486"/>
                </p:ext>
              </p:extLst>
            </p:nvPr>
          </p:nvGraphicFramePr>
          <p:xfrm>
            <a:off x="5662760" y="557631"/>
            <a:ext cx="738188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34" name="Equation" r:id="rId7" imgW="749160" imgH="380880" progId="Equation.DSMT4">
                    <p:embed/>
                  </p:oleObj>
                </mc:Choice>
                <mc:Fallback>
                  <p:oleObj name="Equation" r:id="rId7" imgW="749160" imgH="380880" progId="Equation.DSMT4">
                    <p:embed/>
                    <p:pic>
                      <p:nvPicPr>
                        <p:cNvPr id="26" name="对象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62760" y="557631"/>
                          <a:ext cx="738188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Rectangle 129">
            <a:extLst>
              <a:ext uri="{FF2B5EF4-FFF2-40B4-BE49-F238E27FC236}">
                <a16:creationId xmlns:a16="http://schemas.microsoft.com/office/drawing/2014/main" id="{900DB7D4-DF1C-4673-BAD7-330F9410D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5587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131">
            <a:extLst>
              <a:ext uri="{FF2B5EF4-FFF2-40B4-BE49-F238E27FC236}">
                <a16:creationId xmlns:a16="http://schemas.microsoft.com/office/drawing/2014/main" id="{EDF413B5-E2BB-40B5-9355-0AF99985D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123478"/>
            <a:ext cx="374441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一、函数极值的概念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FC6E6AB-3CB7-4C56-AAB6-233E07248F91}"/>
              </a:ext>
            </a:extLst>
          </p:cNvPr>
          <p:cNvGrpSpPr/>
          <p:nvPr/>
        </p:nvGrpSpPr>
        <p:grpSpPr>
          <a:xfrm>
            <a:off x="121228" y="2791765"/>
            <a:ext cx="6678327" cy="461665"/>
            <a:chOff x="197929" y="2182559"/>
            <a:chExt cx="8906910" cy="461665"/>
          </a:xfrm>
        </p:grpSpPr>
        <p:sp>
          <p:nvSpPr>
            <p:cNvPr id="15" name="文本框 50">
              <a:extLst>
                <a:ext uri="{FF2B5EF4-FFF2-40B4-BE49-F238E27FC236}">
                  <a16:creationId xmlns:a16="http://schemas.microsoft.com/office/drawing/2014/main" id="{6D872F69-8237-44D9-A601-739574EBDFB1}"/>
                </a:ext>
              </a:extLst>
            </p:cNvPr>
            <p:cNvSpPr txBox="1"/>
            <p:nvPr/>
          </p:nvSpPr>
          <p:spPr>
            <a:xfrm>
              <a:off x="197929" y="2182559"/>
              <a:ext cx="89069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则称    为    的一个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</a:rPr>
                <a:t>极大值</a:t>
              </a:r>
              <a:r>
                <a:rPr lang="zh-CN" altLang="en-US" sz="2400" b="1" dirty="0">
                  <a:latin typeface="+mn-ea"/>
                </a:rPr>
                <a:t>（或极小值）</a:t>
              </a:r>
              <a:r>
                <a:rPr lang="en-US" altLang="zh-CN" sz="2400" b="1" dirty="0">
                  <a:latin typeface="+mn-ea"/>
                </a:rPr>
                <a:t>.</a:t>
              </a:r>
              <a:endParaRPr lang="zh-CN" altLang="en-US" sz="2400" b="1" dirty="0">
                <a:solidFill>
                  <a:schemeClr val="tx1"/>
                </a:solidFill>
                <a:latin typeface="+mn-ea"/>
              </a:endParaRP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0B3B532B-65B0-475B-974B-1105925AB80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72408379"/>
                </p:ext>
              </p:extLst>
            </p:nvPr>
          </p:nvGraphicFramePr>
          <p:xfrm>
            <a:off x="2432187" y="2281372"/>
            <a:ext cx="6223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35" name="Equation" r:id="rId9" imgW="622030" imgH="342751" progId="Equation.DSMT4">
                    <p:embed/>
                  </p:oleObj>
                </mc:Choice>
                <mc:Fallback>
                  <p:oleObj name="Equation" r:id="rId9" imgW="622030" imgH="342751" progId="Equation.DSMT4">
                    <p:embed/>
                    <p:pic>
                      <p:nvPicPr>
                        <p:cNvPr id="32" name="对象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2187" y="2281372"/>
                          <a:ext cx="6223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FB3C8DF2-6DC4-4F32-A2B3-B19EABBF420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58882714"/>
                </p:ext>
              </p:extLst>
            </p:nvPr>
          </p:nvGraphicFramePr>
          <p:xfrm>
            <a:off x="1133740" y="2252649"/>
            <a:ext cx="736601" cy="377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36" name="Equation" r:id="rId10" imgW="736560" imgH="380880" progId="Equation.DSMT4">
                    <p:embed/>
                  </p:oleObj>
                </mc:Choice>
                <mc:Fallback>
                  <p:oleObj name="Equation" r:id="rId10" imgW="736560" imgH="380880" progId="Equation.DSMT4">
                    <p:embed/>
                    <p:pic>
                      <p:nvPicPr>
                        <p:cNvPr id="33" name="对象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3740" y="2252649"/>
                          <a:ext cx="736601" cy="3778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919C57F-D748-4E3A-AF19-97C4986AEEA4}"/>
              </a:ext>
            </a:extLst>
          </p:cNvPr>
          <p:cNvGrpSpPr/>
          <p:nvPr/>
        </p:nvGrpSpPr>
        <p:grpSpPr>
          <a:xfrm>
            <a:off x="772462" y="3408196"/>
            <a:ext cx="8048010" cy="461665"/>
            <a:chOff x="251520" y="2853479"/>
            <a:chExt cx="8048010" cy="461665"/>
          </a:xfrm>
        </p:grpSpPr>
        <p:sp>
          <p:nvSpPr>
            <p:cNvPr id="19" name="文本框 22">
              <a:extLst>
                <a:ext uri="{FF2B5EF4-FFF2-40B4-BE49-F238E27FC236}">
                  <a16:creationId xmlns:a16="http://schemas.microsoft.com/office/drawing/2014/main" id="{776930EE-B183-41FD-A133-662CC1620E8E}"/>
                </a:ext>
              </a:extLst>
            </p:cNvPr>
            <p:cNvSpPr txBox="1"/>
            <p:nvPr/>
          </p:nvSpPr>
          <p:spPr>
            <a:xfrm>
              <a:off x="251520" y="2853479"/>
              <a:ext cx="80480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函数的极大值与极小值     统称为函数的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</a:rPr>
                <a:t>极值</a:t>
              </a:r>
              <a:r>
                <a:rPr lang="zh-CN" altLang="en-US" sz="2400" b="1" dirty="0">
                  <a:latin typeface="+mn-ea"/>
                </a:rPr>
                <a:t>．使函数取</a:t>
              </a:r>
              <a:endParaRPr lang="zh-CN" altLang="en-US" sz="2400" b="1" dirty="0">
                <a:solidFill>
                  <a:schemeClr val="tx1"/>
                </a:solidFill>
                <a:latin typeface="+mn-ea"/>
              </a:endParaRPr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44479789-A037-4A89-A962-14F104F96C1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46954837"/>
                </p:ext>
              </p:extLst>
            </p:nvPr>
          </p:nvGraphicFramePr>
          <p:xfrm>
            <a:off x="3403352" y="2905817"/>
            <a:ext cx="736600" cy="377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37" name="Equation" r:id="rId12" imgW="736560" imgH="380880" progId="Equation.DSMT4">
                    <p:embed/>
                  </p:oleObj>
                </mc:Choice>
                <mc:Fallback>
                  <p:oleObj name="Equation" r:id="rId12" imgW="736560" imgH="380880" progId="Equation.DSMT4">
                    <p:embed/>
                    <p:pic>
                      <p:nvPicPr>
                        <p:cNvPr id="36" name="对象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3352" y="2905817"/>
                          <a:ext cx="736600" cy="3778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01DE4A5-9CD9-459B-8518-BB331C69D1E4}"/>
              </a:ext>
            </a:extLst>
          </p:cNvPr>
          <p:cNvGrpSpPr/>
          <p:nvPr/>
        </p:nvGrpSpPr>
        <p:grpSpPr>
          <a:xfrm>
            <a:off x="197929" y="1408445"/>
            <a:ext cx="5166159" cy="549388"/>
            <a:chOff x="-496270" y="1638300"/>
            <a:chExt cx="5166159" cy="549388"/>
          </a:xfrm>
        </p:grpSpPr>
        <p:sp>
          <p:nvSpPr>
            <p:cNvPr id="22" name="文本框 20">
              <a:extLst>
                <a:ext uri="{FF2B5EF4-FFF2-40B4-BE49-F238E27FC236}">
                  <a16:creationId xmlns:a16="http://schemas.microsoft.com/office/drawing/2014/main" id="{68F9C80C-183B-4839-BFC4-D91136FC9AF4}"/>
                </a:ext>
              </a:extLst>
            </p:cNvPr>
            <p:cNvSpPr txBox="1"/>
            <p:nvPr/>
          </p:nvSpPr>
          <p:spPr>
            <a:xfrm>
              <a:off x="-496270" y="1726023"/>
              <a:ext cx="51661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对于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</a:rPr>
                <a:t>去心邻域      </a:t>
              </a:r>
              <a:r>
                <a:rPr lang="zh-CN" altLang="en-US" sz="2400" b="1" dirty="0">
                  <a:latin typeface="+mn-ea"/>
                </a:rPr>
                <a:t>内的任一  </a:t>
              </a:r>
              <a:r>
                <a:rPr lang="en-US" altLang="zh-CN" sz="2400" b="1" dirty="0">
                  <a:latin typeface="+mn-ea"/>
                </a:rPr>
                <a:t>,</a:t>
              </a:r>
              <a:r>
                <a:rPr lang="zh-CN" altLang="en-US" sz="2400" b="1" dirty="0">
                  <a:latin typeface="+mn-ea"/>
                </a:rPr>
                <a:t>有</a:t>
              </a:r>
              <a:endParaRPr lang="zh-CN" altLang="en-US" sz="2400" b="1" dirty="0">
                <a:solidFill>
                  <a:schemeClr val="tx1"/>
                </a:solidFill>
                <a:latin typeface="+mn-ea"/>
              </a:endParaRPr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CE95F9F8-1BD8-46A6-8192-E3515D5A644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5163763"/>
                </p:ext>
              </p:extLst>
            </p:nvPr>
          </p:nvGraphicFramePr>
          <p:xfrm>
            <a:off x="1562303" y="1638300"/>
            <a:ext cx="749300" cy="546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38" name="Equation" r:id="rId14" imgW="749160" imgH="558720" progId="Equation.DSMT4">
                    <p:embed/>
                  </p:oleObj>
                </mc:Choice>
                <mc:Fallback>
                  <p:oleObj name="Equation" r:id="rId14" imgW="749160" imgH="558720" progId="Equation.DSMT4">
                    <p:embed/>
                    <p:pic>
                      <p:nvPicPr>
                        <p:cNvPr id="39" name="对象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2303" y="1638300"/>
                          <a:ext cx="749300" cy="546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B3CEFD09-F938-440D-A25C-98D80D88E33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03483981"/>
                </p:ext>
              </p:extLst>
            </p:nvPr>
          </p:nvGraphicFramePr>
          <p:xfrm>
            <a:off x="3664213" y="1881242"/>
            <a:ext cx="190440" cy="203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39" name="Equation" r:id="rId16" imgW="190440" imgH="203040" progId="Equation.DSMT4">
                    <p:embed/>
                  </p:oleObj>
                </mc:Choice>
                <mc:Fallback>
                  <p:oleObj name="Equation" r:id="rId16" imgW="190440" imgH="203040" progId="Equation.DSMT4">
                    <p:embed/>
                    <p:pic>
                      <p:nvPicPr>
                        <p:cNvPr id="40" name="对象 39">
                          <a:extLst>
                            <a:ext uri="{FF2B5EF4-FFF2-40B4-BE49-F238E27FC236}">
                              <a16:creationId xmlns:a16="http://schemas.microsoft.com/office/drawing/2014/main" id="{ABF5E64E-DB3B-4A8F-AA7F-A7F79A409E7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4213" y="1881242"/>
                          <a:ext cx="190440" cy="2030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文本框 23">
            <a:extLst>
              <a:ext uri="{FF2B5EF4-FFF2-40B4-BE49-F238E27FC236}">
                <a16:creationId xmlns:a16="http://schemas.microsoft.com/office/drawing/2014/main" id="{65E3F485-D2E5-400A-BB9E-7E211C6F28C8}"/>
              </a:ext>
            </a:extLst>
          </p:cNvPr>
          <p:cNvSpPr txBox="1"/>
          <p:nvPr/>
        </p:nvSpPr>
        <p:spPr>
          <a:xfrm>
            <a:off x="179949" y="4160825"/>
            <a:ext cx="4039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得极值的点统称为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极值点．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C1D9195C-9ABE-4702-97FA-C6FB1BCD607D}"/>
              </a:ext>
            </a:extLst>
          </p:cNvPr>
          <p:cNvGrpSpPr/>
          <p:nvPr/>
        </p:nvGrpSpPr>
        <p:grpSpPr>
          <a:xfrm>
            <a:off x="1333421" y="2100755"/>
            <a:ext cx="4750747" cy="461665"/>
            <a:chOff x="201594" y="1595626"/>
            <a:chExt cx="4750747" cy="466486"/>
          </a:xfrm>
        </p:grpSpPr>
        <p:sp>
          <p:nvSpPr>
            <p:cNvPr id="29" name="文本框 21">
              <a:extLst>
                <a:ext uri="{FF2B5EF4-FFF2-40B4-BE49-F238E27FC236}">
                  <a16:creationId xmlns:a16="http://schemas.microsoft.com/office/drawing/2014/main" id="{F2DF7EFD-2577-402C-9E58-D1825F6B361D}"/>
                </a:ext>
              </a:extLst>
            </p:cNvPr>
            <p:cNvSpPr txBox="1"/>
            <p:nvPr/>
          </p:nvSpPr>
          <p:spPr>
            <a:xfrm>
              <a:off x="201594" y="1595626"/>
              <a:ext cx="4750747" cy="4664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latin typeface="+mn-ea"/>
                </a:rPr>
                <a:t>           </a:t>
              </a:r>
              <a:r>
                <a:rPr lang="zh-CN" altLang="en-US" sz="2400" b="1" dirty="0">
                  <a:latin typeface="+mn-ea"/>
                </a:rPr>
                <a:t>   </a:t>
              </a:r>
              <a:r>
                <a:rPr lang="en-US" altLang="zh-CN" sz="2400" b="1" dirty="0">
                  <a:latin typeface="+mn-ea"/>
                </a:rPr>
                <a:t>(</a:t>
              </a:r>
              <a:r>
                <a:rPr lang="zh-CN" altLang="en-US" sz="2400" b="1" dirty="0">
                  <a:latin typeface="+mn-ea"/>
                </a:rPr>
                <a:t>或           </a:t>
              </a:r>
              <a:r>
                <a:rPr lang="en-US" altLang="zh-CN" sz="2400" b="1" dirty="0">
                  <a:latin typeface="+mn-ea"/>
                </a:rPr>
                <a:t>)</a:t>
              </a:r>
              <a:endParaRPr lang="zh-CN" altLang="en-US" sz="2400" b="1" dirty="0">
                <a:solidFill>
                  <a:schemeClr val="tx1"/>
                </a:solidFill>
                <a:latin typeface="+mn-ea"/>
              </a:endParaRPr>
            </a:p>
          </p:txBody>
        </p:sp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C0F58492-44A3-4C9B-98D6-71CA1E3BB16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9298639"/>
                </p:ext>
              </p:extLst>
            </p:nvPr>
          </p:nvGraphicFramePr>
          <p:xfrm>
            <a:off x="698203" y="1656366"/>
            <a:ext cx="1630362" cy="3817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40" name="Equation" r:id="rId18" imgW="1625400" imgH="380880" progId="Equation.DSMT4">
                    <p:embed/>
                  </p:oleObj>
                </mc:Choice>
                <mc:Fallback>
                  <p:oleObj name="Equation" r:id="rId18" imgW="1625400" imgH="380880" progId="Equation.DSMT4">
                    <p:embed/>
                    <p:pic>
                      <p:nvPicPr>
                        <p:cNvPr id="46" name="对象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8203" y="1656366"/>
                          <a:ext cx="1630362" cy="38177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D6E75D63-ACDA-4771-828F-595B8C825E5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0228699"/>
                </p:ext>
              </p:extLst>
            </p:nvPr>
          </p:nvGraphicFramePr>
          <p:xfrm>
            <a:off x="2932761" y="1655023"/>
            <a:ext cx="1625600" cy="3769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41" name="Equation" r:id="rId20" imgW="1625400" imgH="380880" progId="Equation.DSMT4">
                    <p:embed/>
                  </p:oleObj>
                </mc:Choice>
                <mc:Fallback>
                  <p:oleObj name="Equation" r:id="rId20" imgW="1625400" imgH="380880" progId="Equation.DSMT4">
                    <p:embed/>
                    <p:pic>
                      <p:nvPicPr>
                        <p:cNvPr id="47" name="对象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2761" y="1655023"/>
                          <a:ext cx="1625600" cy="37695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113767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728F906A-AF39-4E39-8017-099E5B2A2CE9}"/>
              </a:ext>
            </a:extLst>
          </p:cNvPr>
          <p:cNvGrpSpPr/>
          <p:nvPr/>
        </p:nvGrpSpPr>
        <p:grpSpPr>
          <a:xfrm>
            <a:off x="617181" y="915566"/>
            <a:ext cx="2574995" cy="3444686"/>
            <a:chOff x="5148064" y="1851670"/>
            <a:chExt cx="2574995" cy="3444686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CD51FD31-67E5-4B7F-A0DF-4DC2C3E9B125}"/>
                </a:ext>
              </a:extLst>
            </p:cNvPr>
            <p:cNvGrpSpPr/>
            <p:nvPr/>
          </p:nvGrpSpPr>
          <p:grpSpPr>
            <a:xfrm>
              <a:off x="5348953" y="4834691"/>
              <a:ext cx="2374106" cy="461665"/>
              <a:chOff x="4226134" y="4140471"/>
              <a:chExt cx="2374106" cy="461665"/>
            </a:xfrm>
          </p:grpSpPr>
          <p:sp>
            <p:nvSpPr>
              <p:cNvPr id="30" name="文本框 54">
                <a:extLst>
                  <a:ext uri="{FF2B5EF4-FFF2-40B4-BE49-F238E27FC236}">
                    <a16:creationId xmlns:a16="http://schemas.microsoft.com/office/drawing/2014/main" id="{10DFCF03-7473-4B7E-A53A-9F7268CE5B8E}"/>
                  </a:ext>
                </a:extLst>
              </p:cNvPr>
              <p:cNvSpPr txBox="1"/>
              <p:nvPr/>
            </p:nvSpPr>
            <p:spPr>
              <a:xfrm>
                <a:off x="4226134" y="4140471"/>
                <a:ext cx="237410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是极小值点</a:t>
                </a:r>
                <a:endParaRPr lang="zh-CN" altLang="en-US" sz="2400" b="1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graphicFrame>
            <p:nvGraphicFramePr>
              <p:cNvPr id="31" name="对象 30">
                <a:extLst>
                  <a:ext uri="{FF2B5EF4-FFF2-40B4-BE49-F238E27FC236}">
                    <a16:creationId xmlns:a16="http://schemas.microsoft.com/office/drawing/2014/main" id="{DDE55D4E-5187-4497-BCF0-7F60F5FC134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96808037"/>
                  </p:ext>
                </p:extLst>
              </p:nvPr>
            </p:nvGraphicFramePr>
            <p:xfrm>
              <a:off x="4308792" y="4249175"/>
              <a:ext cx="596900" cy="2762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470" name="Equation" r:id="rId3" imgW="596880" imgH="279360" progId="Equation.DSMT4">
                      <p:embed/>
                    </p:oleObj>
                  </mc:Choice>
                  <mc:Fallback>
                    <p:oleObj name="Equation" r:id="rId3" imgW="596880" imgH="279360" progId="Equation.DSMT4">
                      <p:embed/>
                      <p:pic>
                        <p:nvPicPr>
                          <p:cNvPr id="42" name="对象 41">
                            <a:extLst>
                              <a:ext uri="{FF2B5EF4-FFF2-40B4-BE49-F238E27FC236}">
                                <a16:creationId xmlns:a16="http://schemas.microsoft.com/office/drawing/2014/main" id="{C3FF071B-6378-457B-B08D-00C574FBCA8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08792" y="4249175"/>
                            <a:ext cx="596900" cy="2762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BD5F7F74-C2DF-4AD5-9452-3BDE02435CF7}"/>
                </a:ext>
              </a:extLst>
            </p:cNvPr>
            <p:cNvGrpSpPr/>
            <p:nvPr/>
          </p:nvGrpSpPr>
          <p:grpSpPr>
            <a:xfrm>
              <a:off x="5148064" y="1851670"/>
              <a:ext cx="2232594" cy="2469689"/>
              <a:chOff x="5148064" y="1851670"/>
              <a:chExt cx="2232594" cy="2469689"/>
            </a:xfrm>
          </p:grpSpPr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175F3EB8-F292-470B-B78A-45108C616022}"/>
                  </a:ext>
                </a:extLst>
              </p:cNvPr>
              <p:cNvGrpSpPr/>
              <p:nvPr/>
            </p:nvGrpSpPr>
            <p:grpSpPr>
              <a:xfrm>
                <a:off x="5148064" y="1851670"/>
                <a:ext cx="2232594" cy="2469689"/>
                <a:chOff x="5057490" y="1829844"/>
                <a:chExt cx="2232594" cy="2469689"/>
              </a:xfrm>
            </p:grpSpPr>
            <p:cxnSp>
              <p:nvCxnSpPr>
                <p:cNvPr id="22" name="直接连接符 21">
                  <a:extLst>
                    <a:ext uri="{FF2B5EF4-FFF2-40B4-BE49-F238E27FC236}">
                      <a16:creationId xmlns:a16="http://schemas.microsoft.com/office/drawing/2014/main" id="{6DBED338-AA2A-4CAA-AE78-453448E6D2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721813" y="2519587"/>
                  <a:ext cx="787976" cy="765271"/>
                </a:xfrm>
                <a:prstGeom prst="line">
                  <a:avLst/>
                </a:prstGeom>
                <a:ln w="19050">
                  <a:solidFill>
                    <a:srgbClr val="0064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CADF7B1B-18D0-4EE0-8A1A-D6712166F1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501684" y="2521881"/>
                  <a:ext cx="788400" cy="766800"/>
                </a:xfrm>
                <a:prstGeom prst="line">
                  <a:avLst/>
                </a:prstGeom>
                <a:ln w="19050">
                  <a:solidFill>
                    <a:srgbClr val="0064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箭头连接符 23">
                  <a:extLst>
                    <a:ext uri="{FF2B5EF4-FFF2-40B4-BE49-F238E27FC236}">
                      <a16:creationId xmlns:a16="http://schemas.microsoft.com/office/drawing/2014/main" id="{A8375FB4-4407-4B09-931D-E2F3BF2235B9}"/>
                    </a:ext>
                  </a:extLst>
                </p:cNvPr>
                <p:cNvCxnSpPr/>
                <p:nvPr/>
              </p:nvCxnSpPr>
              <p:spPr>
                <a:xfrm>
                  <a:off x="5057490" y="3287078"/>
                  <a:ext cx="220342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箭头连接符 24">
                  <a:extLst>
                    <a:ext uri="{FF2B5EF4-FFF2-40B4-BE49-F238E27FC236}">
                      <a16:creationId xmlns:a16="http://schemas.microsoft.com/office/drawing/2014/main" id="{5AFA30B7-BA1E-4C23-874D-B6F017EF84D0}"/>
                    </a:ext>
                  </a:extLst>
                </p:cNvPr>
                <p:cNvCxnSpPr/>
                <p:nvPr/>
              </p:nvCxnSpPr>
              <p:spPr>
                <a:xfrm flipV="1">
                  <a:off x="5908485" y="1829844"/>
                  <a:ext cx="0" cy="2469689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aphicFrame>
              <p:nvGraphicFramePr>
                <p:cNvPr id="26" name="对象 25">
                  <a:extLst>
                    <a:ext uri="{FF2B5EF4-FFF2-40B4-BE49-F238E27FC236}">
                      <a16:creationId xmlns:a16="http://schemas.microsoft.com/office/drawing/2014/main" id="{637641F4-F77B-42EC-B03C-784099E0CF6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769182493"/>
                    </p:ext>
                  </p:extLst>
                </p:nvPr>
              </p:nvGraphicFramePr>
              <p:xfrm>
                <a:off x="7103599" y="3400950"/>
                <a:ext cx="173038" cy="1952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6471" name="Equation" r:id="rId5" imgW="177480" imgH="190440" progId="Equation.DSMT4">
                        <p:embed/>
                      </p:oleObj>
                    </mc:Choice>
                    <mc:Fallback>
                      <p:oleObj name="Equation" r:id="rId5" imgW="177480" imgH="190440" progId="Equation.DSMT4">
                        <p:embed/>
                        <p:pic>
                          <p:nvPicPr>
                            <p:cNvPr id="37" name="对象 36">
                              <a:extLst>
                                <a:ext uri="{FF2B5EF4-FFF2-40B4-BE49-F238E27FC236}">
                                  <a16:creationId xmlns:a16="http://schemas.microsoft.com/office/drawing/2014/main" id="{20316F32-C1C0-4465-8848-E25193A89DF0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103599" y="3400950"/>
                              <a:ext cx="173038" cy="19526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7" name="对象 26">
                  <a:extLst>
                    <a:ext uri="{FF2B5EF4-FFF2-40B4-BE49-F238E27FC236}">
                      <a16:creationId xmlns:a16="http://schemas.microsoft.com/office/drawing/2014/main" id="{27CB11DD-DCC5-4919-A1D8-21155F68B7D0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528943389"/>
                    </p:ext>
                  </p:extLst>
                </p:nvPr>
              </p:nvGraphicFramePr>
              <p:xfrm>
                <a:off x="5679870" y="1851670"/>
                <a:ext cx="185738" cy="2476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6472" name="Equation" r:id="rId7" imgW="190440" imgH="241200" progId="Equation.DSMT4">
                        <p:embed/>
                      </p:oleObj>
                    </mc:Choice>
                    <mc:Fallback>
                      <p:oleObj name="Equation" r:id="rId7" imgW="190440" imgH="241200" progId="Equation.DSMT4">
                        <p:embed/>
                        <p:pic>
                          <p:nvPicPr>
                            <p:cNvPr id="38" name="对象 37">
                              <a:extLst>
                                <a:ext uri="{FF2B5EF4-FFF2-40B4-BE49-F238E27FC236}">
                                  <a16:creationId xmlns:a16="http://schemas.microsoft.com/office/drawing/2014/main" id="{554459D4-EA3D-47FE-B29F-64D3B60EB1DC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679870" y="1851670"/>
                              <a:ext cx="185738" cy="24765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8" name="对象 27">
                  <a:extLst>
                    <a:ext uri="{FF2B5EF4-FFF2-40B4-BE49-F238E27FC236}">
                      <a16:creationId xmlns:a16="http://schemas.microsoft.com/office/drawing/2014/main" id="{FEE7D964-9E49-48B4-A7D8-F5B8EEBDE2C4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899038147"/>
                    </p:ext>
                  </p:extLst>
                </p:nvPr>
              </p:nvGraphicFramePr>
              <p:xfrm>
                <a:off x="5639487" y="3285949"/>
                <a:ext cx="223837" cy="2476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6473" name="Equation" r:id="rId9" imgW="228600" imgH="241200" progId="Equation.DSMT4">
                        <p:embed/>
                      </p:oleObj>
                    </mc:Choice>
                    <mc:Fallback>
                      <p:oleObj name="Equation" r:id="rId9" imgW="228600" imgH="241200" progId="Equation.DSMT4">
                        <p:embed/>
                        <p:pic>
                          <p:nvPicPr>
                            <p:cNvPr id="39" name="对象 38">
                              <a:extLst>
                                <a:ext uri="{FF2B5EF4-FFF2-40B4-BE49-F238E27FC236}">
                                  <a16:creationId xmlns:a16="http://schemas.microsoft.com/office/drawing/2014/main" id="{C89BEE93-ACE0-406D-A0E4-B5054CD48CB0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639487" y="3285949"/>
                              <a:ext cx="223837" cy="24765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9" name="对象 28">
                  <a:extLst>
                    <a:ext uri="{FF2B5EF4-FFF2-40B4-BE49-F238E27FC236}">
                      <a16:creationId xmlns:a16="http://schemas.microsoft.com/office/drawing/2014/main" id="{60871AA2-D09D-45F8-B3F7-D5DC9D8F6D61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336298233"/>
                    </p:ext>
                  </p:extLst>
                </p:nvPr>
              </p:nvGraphicFramePr>
              <p:xfrm>
                <a:off x="6052501" y="2012525"/>
                <a:ext cx="927100" cy="3651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6474" name="Equation" r:id="rId11" imgW="952200" imgH="355320" progId="Equation.DSMT4">
                        <p:embed/>
                      </p:oleObj>
                    </mc:Choice>
                    <mc:Fallback>
                      <p:oleObj name="Equation" r:id="rId11" imgW="952200" imgH="355320" progId="Equation.DSMT4">
                        <p:embed/>
                        <p:pic>
                          <p:nvPicPr>
                            <p:cNvPr id="40" name="对象 39">
                              <a:extLst>
                                <a:ext uri="{FF2B5EF4-FFF2-40B4-BE49-F238E27FC236}">
                                  <a16:creationId xmlns:a16="http://schemas.microsoft.com/office/drawing/2014/main" id="{EE16BEFB-7131-48EA-9134-C50E2C32FD25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052501" y="2012525"/>
                              <a:ext cx="927100" cy="36512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21" name="对象 20">
                <a:extLst>
                  <a:ext uri="{FF2B5EF4-FFF2-40B4-BE49-F238E27FC236}">
                    <a16:creationId xmlns:a16="http://schemas.microsoft.com/office/drawing/2014/main" id="{5E539E31-28BC-44FB-8FA3-597FE800603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30678775"/>
                  </p:ext>
                </p:extLst>
              </p:nvPr>
            </p:nvGraphicFramePr>
            <p:xfrm>
              <a:off x="6536006" y="3385165"/>
              <a:ext cx="111125" cy="233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475" name="Equation" r:id="rId13" imgW="114120" imgH="228600" progId="Equation.DSMT4">
                      <p:embed/>
                    </p:oleObj>
                  </mc:Choice>
                  <mc:Fallback>
                    <p:oleObj name="Equation" r:id="rId13" imgW="114120" imgH="228600" progId="Equation.DSMT4">
                      <p:embed/>
                      <p:pic>
                        <p:nvPicPr>
                          <p:cNvPr id="32" name="对象 31">
                            <a:extLst>
                              <a:ext uri="{FF2B5EF4-FFF2-40B4-BE49-F238E27FC236}">
                                <a16:creationId xmlns:a16="http://schemas.microsoft.com/office/drawing/2014/main" id="{DB97BB14-12C6-4E55-AFB0-7348AC8D1C8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536006" y="3385165"/>
                            <a:ext cx="111125" cy="23336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1047AF7F-5DA9-4D69-A1F4-E1ECE916C306}"/>
              </a:ext>
            </a:extLst>
          </p:cNvPr>
          <p:cNvGrpSpPr/>
          <p:nvPr/>
        </p:nvGrpSpPr>
        <p:grpSpPr>
          <a:xfrm>
            <a:off x="5227369" y="695325"/>
            <a:ext cx="2903806" cy="3664927"/>
            <a:chOff x="5227369" y="695325"/>
            <a:chExt cx="2903806" cy="3664927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3ABF1E18-0956-4864-B69F-433155658323}"/>
                </a:ext>
              </a:extLst>
            </p:cNvPr>
            <p:cNvGrpSpPr/>
            <p:nvPr/>
          </p:nvGrpSpPr>
          <p:grpSpPr>
            <a:xfrm>
              <a:off x="5227369" y="695325"/>
              <a:ext cx="2903806" cy="3664927"/>
              <a:chOff x="5148064" y="1617876"/>
              <a:chExt cx="2903806" cy="3664927"/>
            </a:xfrm>
          </p:grpSpPr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B2C29D15-F804-40CB-B551-CDAB6050B050}"/>
                  </a:ext>
                </a:extLst>
              </p:cNvPr>
              <p:cNvGrpSpPr/>
              <p:nvPr/>
            </p:nvGrpSpPr>
            <p:grpSpPr>
              <a:xfrm>
                <a:off x="5152608" y="4821138"/>
                <a:ext cx="2374106" cy="461665"/>
                <a:chOff x="4029789" y="4126918"/>
                <a:chExt cx="2374106" cy="461665"/>
              </a:xfrm>
            </p:grpSpPr>
            <p:sp>
              <p:nvSpPr>
                <p:cNvPr id="45" name="文本框 54">
                  <a:extLst>
                    <a:ext uri="{FF2B5EF4-FFF2-40B4-BE49-F238E27FC236}">
                      <a16:creationId xmlns:a16="http://schemas.microsoft.com/office/drawing/2014/main" id="{73832CD1-827D-4213-A980-14181EE3F2FE}"/>
                    </a:ext>
                  </a:extLst>
                </p:cNvPr>
                <p:cNvSpPr txBox="1"/>
                <p:nvPr/>
              </p:nvSpPr>
              <p:spPr>
                <a:xfrm>
                  <a:off x="4029789" y="4126918"/>
                  <a:ext cx="237410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400" b="1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    是极小值点</a:t>
                  </a:r>
                  <a:endParaRPr lang="zh-CN" altLang="en-US" sz="2400" b="1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  <p:graphicFrame>
              <p:nvGraphicFramePr>
                <p:cNvPr id="46" name="对象 45">
                  <a:extLst>
                    <a:ext uri="{FF2B5EF4-FFF2-40B4-BE49-F238E27FC236}">
                      <a16:creationId xmlns:a16="http://schemas.microsoft.com/office/drawing/2014/main" id="{63FD7BD8-1C6B-404B-B6F9-758EDC5EDA43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545095352"/>
                    </p:ext>
                  </p:extLst>
                </p:nvPr>
              </p:nvGraphicFramePr>
              <p:xfrm>
                <a:off x="4045923" y="4219637"/>
                <a:ext cx="647700" cy="2762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6476" name="Equation" r:id="rId15" imgW="647640" imgH="279360" progId="Equation.DSMT4">
                        <p:embed/>
                      </p:oleObj>
                    </mc:Choice>
                    <mc:Fallback>
                      <p:oleObj name="Equation" r:id="rId15" imgW="647640" imgH="279360" progId="Equation.DSMT4">
                        <p:embed/>
                        <p:pic>
                          <p:nvPicPr>
                            <p:cNvPr id="31" name="对象 30">
                              <a:extLst>
                                <a:ext uri="{FF2B5EF4-FFF2-40B4-BE49-F238E27FC236}">
                                  <a16:creationId xmlns:a16="http://schemas.microsoft.com/office/drawing/2014/main" id="{DDE55D4E-5187-4497-BCF0-7F60F5FC134F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45923" y="4219637"/>
                              <a:ext cx="647700" cy="27622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6B4A92A1-181D-423A-ACF9-B1EF478F13FD}"/>
                  </a:ext>
                </a:extLst>
              </p:cNvPr>
              <p:cNvGrpSpPr/>
              <p:nvPr/>
            </p:nvGrpSpPr>
            <p:grpSpPr>
              <a:xfrm>
                <a:off x="5148064" y="1617876"/>
                <a:ext cx="2903806" cy="2689930"/>
                <a:chOff x="5057490" y="1596050"/>
                <a:chExt cx="2903806" cy="2689930"/>
              </a:xfrm>
            </p:grpSpPr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A8133ED5-68DD-4842-8C79-8F692431D8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057490" y="2539337"/>
                  <a:ext cx="828416" cy="745012"/>
                </a:xfrm>
                <a:prstGeom prst="line">
                  <a:avLst/>
                </a:prstGeom>
                <a:ln w="19050">
                  <a:solidFill>
                    <a:srgbClr val="0064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23D0089B-9D90-4B8B-B5B4-3B1556FEE4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943012" y="2539337"/>
                  <a:ext cx="788400" cy="766800"/>
                </a:xfrm>
                <a:prstGeom prst="line">
                  <a:avLst/>
                </a:prstGeom>
                <a:ln w="19050">
                  <a:solidFill>
                    <a:srgbClr val="0064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箭头连接符 38">
                  <a:extLst>
                    <a:ext uri="{FF2B5EF4-FFF2-40B4-BE49-F238E27FC236}">
                      <a16:creationId xmlns:a16="http://schemas.microsoft.com/office/drawing/2014/main" id="{DB81C602-2FB7-458F-ACCB-F170E7B5052F}"/>
                    </a:ext>
                  </a:extLst>
                </p:cNvPr>
                <p:cNvCxnSpPr/>
                <p:nvPr/>
              </p:nvCxnSpPr>
              <p:spPr>
                <a:xfrm>
                  <a:off x="5057490" y="3287078"/>
                  <a:ext cx="2203422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箭头连接符 39">
                  <a:extLst>
                    <a:ext uri="{FF2B5EF4-FFF2-40B4-BE49-F238E27FC236}">
                      <a16:creationId xmlns:a16="http://schemas.microsoft.com/office/drawing/2014/main" id="{98D6DF23-76D4-414D-9C58-8357707A302B}"/>
                    </a:ext>
                  </a:extLst>
                </p:cNvPr>
                <p:cNvCxnSpPr/>
                <p:nvPr/>
              </p:nvCxnSpPr>
              <p:spPr>
                <a:xfrm flipV="1">
                  <a:off x="5929565" y="1816291"/>
                  <a:ext cx="0" cy="2469689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aphicFrame>
              <p:nvGraphicFramePr>
                <p:cNvPr id="41" name="对象 40">
                  <a:extLst>
                    <a:ext uri="{FF2B5EF4-FFF2-40B4-BE49-F238E27FC236}">
                      <a16:creationId xmlns:a16="http://schemas.microsoft.com/office/drawing/2014/main" id="{AB2EED1D-59C7-4755-91A8-F9EF62772BFC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457883154"/>
                    </p:ext>
                  </p:extLst>
                </p:nvPr>
              </p:nvGraphicFramePr>
              <p:xfrm>
                <a:off x="7103599" y="3400950"/>
                <a:ext cx="173038" cy="1952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6477" name="Equation" r:id="rId5" imgW="177480" imgH="190440" progId="Equation.DSMT4">
                        <p:embed/>
                      </p:oleObj>
                    </mc:Choice>
                    <mc:Fallback>
                      <p:oleObj name="Equation" r:id="rId5" imgW="177480" imgH="190440" progId="Equation.DSMT4">
                        <p:embed/>
                        <p:pic>
                          <p:nvPicPr>
                            <p:cNvPr id="26" name="对象 25">
                              <a:extLst>
                                <a:ext uri="{FF2B5EF4-FFF2-40B4-BE49-F238E27FC236}">
                                  <a16:creationId xmlns:a16="http://schemas.microsoft.com/office/drawing/2014/main" id="{637641F4-F77B-42EC-B03C-784099E0CF62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103599" y="3400950"/>
                              <a:ext cx="173038" cy="19526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2" name="对象 41">
                  <a:extLst>
                    <a:ext uri="{FF2B5EF4-FFF2-40B4-BE49-F238E27FC236}">
                      <a16:creationId xmlns:a16="http://schemas.microsoft.com/office/drawing/2014/main" id="{E3EB950B-95C6-4D31-86A8-79F82FDD80C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141268669"/>
                    </p:ext>
                  </p:extLst>
                </p:nvPr>
              </p:nvGraphicFramePr>
              <p:xfrm>
                <a:off x="5679870" y="1851670"/>
                <a:ext cx="185738" cy="2476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6478" name="Equation" r:id="rId7" imgW="190440" imgH="241200" progId="Equation.DSMT4">
                        <p:embed/>
                      </p:oleObj>
                    </mc:Choice>
                    <mc:Fallback>
                      <p:oleObj name="Equation" r:id="rId7" imgW="190440" imgH="241200" progId="Equation.DSMT4">
                        <p:embed/>
                        <p:pic>
                          <p:nvPicPr>
                            <p:cNvPr id="27" name="对象 26">
                              <a:extLst>
                                <a:ext uri="{FF2B5EF4-FFF2-40B4-BE49-F238E27FC236}">
                                  <a16:creationId xmlns:a16="http://schemas.microsoft.com/office/drawing/2014/main" id="{27CB11DD-DCC5-4919-A1D8-21155F68B7D0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679870" y="1851670"/>
                              <a:ext cx="185738" cy="24765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3" name="对象 42">
                  <a:extLst>
                    <a:ext uri="{FF2B5EF4-FFF2-40B4-BE49-F238E27FC236}">
                      <a16:creationId xmlns:a16="http://schemas.microsoft.com/office/drawing/2014/main" id="{45C64429-2405-4E62-A472-B3BEC752995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114506167"/>
                    </p:ext>
                  </p:extLst>
                </p:nvPr>
              </p:nvGraphicFramePr>
              <p:xfrm>
                <a:off x="5639487" y="3285949"/>
                <a:ext cx="223837" cy="2476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6479" name="Equation" r:id="rId9" imgW="228600" imgH="241200" progId="Equation.DSMT4">
                        <p:embed/>
                      </p:oleObj>
                    </mc:Choice>
                    <mc:Fallback>
                      <p:oleObj name="Equation" r:id="rId9" imgW="228600" imgH="241200" progId="Equation.DSMT4">
                        <p:embed/>
                        <p:pic>
                          <p:nvPicPr>
                            <p:cNvPr id="28" name="对象 27">
                              <a:extLst>
                                <a:ext uri="{FF2B5EF4-FFF2-40B4-BE49-F238E27FC236}">
                                  <a16:creationId xmlns:a16="http://schemas.microsoft.com/office/drawing/2014/main" id="{FEE7D964-9E49-48B4-A7D8-F5B8EEBDE2C4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639487" y="3285949"/>
                              <a:ext cx="223837" cy="24765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4" name="对象 43">
                  <a:extLst>
                    <a:ext uri="{FF2B5EF4-FFF2-40B4-BE49-F238E27FC236}">
                      <a16:creationId xmlns:a16="http://schemas.microsoft.com/office/drawing/2014/main" id="{B61A4D6A-2EF8-426D-AC94-5D56DCC0A18A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902092082"/>
                    </p:ext>
                  </p:extLst>
                </p:nvPr>
              </p:nvGraphicFramePr>
              <p:xfrm>
                <a:off x="6094396" y="1596050"/>
                <a:ext cx="1866900" cy="7556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6480" name="Equation" r:id="rId17" imgW="1917360" imgH="736560" progId="Equation.DSMT4">
                        <p:embed/>
                      </p:oleObj>
                    </mc:Choice>
                    <mc:Fallback>
                      <p:oleObj name="Equation" r:id="rId17" imgW="1917360" imgH="736560" progId="Equation.DSMT4">
                        <p:embed/>
                        <p:pic>
                          <p:nvPicPr>
                            <p:cNvPr id="29" name="对象 28">
                              <a:extLst>
                                <a:ext uri="{FF2B5EF4-FFF2-40B4-BE49-F238E27FC236}">
                                  <a16:creationId xmlns:a16="http://schemas.microsoft.com/office/drawing/2014/main" id="{60871AA2-D09D-45F8-B3F7-D5DC9D8F6D61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8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094396" y="1596050"/>
                              <a:ext cx="1866900" cy="75565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61734B6D-94E5-463B-ABE0-9F115636D294}"/>
                </a:ext>
              </a:extLst>
            </p:cNvPr>
            <p:cNvSpPr/>
            <p:nvPr/>
          </p:nvSpPr>
          <p:spPr>
            <a:xfrm>
              <a:off x="6050887" y="2312415"/>
              <a:ext cx="108000" cy="108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6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B84B64DB-691E-4CC8-964F-C4871986E792}"/>
                </a:ext>
              </a:extLst>
            </p:cNvPr>
            <p:cNvSpPr/>
            <p:nvPr/>
          </p:nvSpPr>
          <p:spPr>
            <a:xfrm>
              <a:off x="6067044" y="2711438"/>
              <a:ext cx="64800" cy="64800"/>
            </a:xfrm>
            <a:prstGeom prst="ellipse">
              <a:avLst/>
            </a:prstGeom>
            <a:solidFill>
              <a:srgbClr val="0064FF"/>
            </a:solidFill>
            <a:ln w="22225">
              <a:solidFill>
                <a:srgbClr val="006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49" name="对象 48">
              <a:extLst>
                <a:ext uri="{FF2B5EF4-FFF2-40B4-BE49-F238E27FC236}">
                  <a16:creationId xmlns:a16="http://schemas.microsoft.com/office/drawing/2014/main" id="{EF28C1E6-6EBA-49CD-A519-5571034E8A3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0534714"/>
                </p:ext>
              </p:extLst>
            </p:nvPr>
          </p:nvGraphicFramePr>
          <p:xfrm>
            <a:off x="5709161" y="2648210"/>
            <a:ext cx="284163" cy="233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81" name="Equation" r:id="rId19" imgW="291960" imgH="228600" progId="Equation.DSMT4">
                    <p:embed/>
                  </p:oleObj>
                </mc:Choice>
                <mc:Fallback>
                  <p:oleObj name="Equation" r:id="rId19" imgW="291960" imgH="22860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5E539E31-28BC-44FB-8FA3-597FE800603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09161" y="2648210"/>
                          <a:ext cx="284163" cy="2333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864286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8">
            <a:extLst>
              <a:ext uri="{FF2B5EF4-FFF2-40B4-BE49-F238E27FC236}">
                <a16:creationId xmlns:a16="http://schemas.microsoft.com/office/drawing/2014/main" id="{B5C651CA-0469-4C49-AF2D-C3CBC920F79F}"/>
              </a:ext>
            </a:extLst>
          </p:cNvPr>
          <p:cNvSpPr txBox="1"/>
          <p:nvPr/>
        </p:nvSpPr>
        <p:spPr>
          <a:xfrm>
            <a:off x="827584" y="289927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64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19">
            <a:extLst>
              <a:ext uri="{FF2B5EF4-FFF2-40B4-BE49-F238E27FC236}">
                <a16:creationId xmlns:a16="http://schemas.microsoft.com/office/drawing/2014/main" id="{95CE611F-6E03-49DA-8C52-3B86FD384B99}"/>
              </a:ext>
            </a:extLst>
          </p:cNvPr>
          <p:cNvSpPr txBox="1"/>
          <p:nvPr/>
        </p:nvSpPr>
        <p:spPr>
          <a:xfrm>
            <a:off x="827584" y="808297"/>
            <a:ext cx="5868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极值是一个局部概念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最值是全局概念；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22">
            <a:extLst>
              <a:ext uri="{FF2B5EF4-FFF2-40B4-BE49-F238E27FC236}">
                <a16:creationId xmlns:a16="http://schemas.microsoft.com/office/drawing/2014/main" id="{768D0C9A-03A9-4D70-8A5D-C8F0043AC60F}"/>
              </a:ext>
            </a:extLst>
          </p:cNvPr>
          <p:cNvSpPr txBox="1"/>
          <p:nvPr/>
        </p:nvSpPr>
        <p:spPr>
          <a:xfrm>
            <a:off x="853540" y="3306666"/>
            <a:ext cx="70585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极值是函数值，不要把自变量的取值当成极值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.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23">
            <a:extLst>
              <a:ext uri="{FF2B5EF4-FFF2-40B4-BE49-F238E27FC236}">
                <a16:creationId xmlns:a16="http://schemas.microsoft.com/office/drawing/2014/main" id="{B4C1DC48-947A-45DC-AAA5-6EE663A0B26E}"/>
              </a:ext>
            </a:extLst>
          </p:cNvPr>
          <p:cNvSpPr txBox="1"/>
          <p:nvPr/>
        </p:nvSpPr>
        <p:spPr>
          <a:xfrm>
            <a:off x="827584" y="1494130"/>
            <a:ext cx="7466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极值只能在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区间内部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取得，不能在区间端点处取得；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749179D-33AD-438E-BE1B-2E571DBBDC41}"/>
              </a:ext>
            </a:extLst>
          </p:cNvPr>
          <p:cNvGrpSpPr/>
          <p:nvPr/>
        </p:nvGrpSpPr>
        <p:grpSpPr>
          <a:xfrm>
            <a:off x="850092" y="2192810"/>
            <a:ext cx="7850666" cy="461665"/>
            <a:chOff x="777658" y="2614141"/>
            <a:chExt cx="8042814" cy="461665"/>
          </a:xfrm>
        </p:grpSpPr>
        <p:sp>
          <p:nvSpPr>
            <p:cNvPr id="7" name="文本框 21">
              <a:extLst>
                <a:ext uri="{FF2B5EF4-FFF2-40B4-BE49-F238E27FC236}">
                  <a16:creationId xmlns:a16="http://schemas.microsoft.com/office/drawing/2014/main" id="{2A54C786-B16D-4305-943D-2E8899097FE3}"/>
                </a:ext>
              </a:extLst>
            </p:cNvPr>
            <p:cNvSpPr txBox="1"/>
            <p:nvPr/>
          </p:nvSpPr>
          <p:spPr>
            <a:xfrm>
              <a:off x="777658" y="2614141"/>
              <a:ext cx="80428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定义中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只需函数    在     内有定义，故不连续的点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82F2389A-585B-4346-9E88-52FE26B82CC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531656"/>
                </p:ext>
              </p:extLst>
            </p:nvPr>
          </p:nvGraphicFramePr>
          <p:xfrm>
            <a:off x="4377046" y="2687821"/>
            <a:ext cx="738187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4" name="Equation" r:id="rId3" imgW="749160" imgH="380880" progId="Equation.DSMT4">
                    <p:embed/>
                  </p:oleObj>
                </mc:Choice>
                <mc:Fallback>
                  <p:oleObj name="Equation" r:id="rId3" imgW="749160" imgH="380880" progId="Equation.DSMT4">
                    <p:embed/>
                    <p:pic>
                      <p:nvPicPr>
                        <p:cNvPr id="10" name="对象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7046" y="2687821"/>
                          <a:ext cx="738187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51501EC7-41DD-4DE6-AD75-92F5108BC31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67030932"/>
                </p:ext>
              </p:extLst>
            </p:nvPr>
          </p:nvGraphicFramePr>
          <p:xfrm>
            <a:off x="3371740" y="2708459"/>
            <a:ext cx="6223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5" name="Equation" r:id="rId5" imgW="622030" imgH="342751" progId="Equation.DSMT4">
                    <p:embed/>
                  </p:oleObj>
                </mc:Choice>
                <mc:Fallback>
                  <p:oleObj name="Equation" r:id="rId5" imgW="622030" imgH="342751" progId="Equation.DSMT4">
                    <p:embed/>
                    <p:pic>
                      <p:nvPicPr>
                        <p:cNvPr id="11" name="对象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1740" y="2708459"/>
                          <a:ext cx="6223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文本框 49">
            <a:extLst>
              <a:ext uri="{FF2B5EF4-FFF2-40B4-BE49-F238E27FC236}">
                <a16:creationId xmlns:a16="http://schemas.microsoft.com/office/drawing/2014/main" id="{90B06348-2F83-49D2-947B-19D15A0CB6CC}"/>
              </a:ext>
            </a:extLst>
          </p:cNvPr>
          <p:cNvSpPr txBox="1"/>
          <p:nvPr/>
        </p:nvSpPr>
        <p:spPr>
          <a:xfrm>
            <a:off x="285856" y="2748793"/>
            <a:ext cx="3096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也有可能是极值点；</a:t>
            </a:r>
          </a:p>
        </p:txBody>
      </p:sp>
    </p:spTree>
    <p:extLst>
      <p:ext uri="{BB962C8B-B14F-4D97-AF65-F5344CB8AC3E}">
        <p14:creationId xmlns:p14="http://schemas.microsoft.com/office/powerpoint/2010/main" val="2329675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10">
            <a:extLst>
              <a:ext uri="{FF2B5EF4-FFF2-40B4-BE49-F238E27FC236}">
                <a16:creationId xmlns:a16="http://schemas.microsoft.com/office/drawing/2014/main" id="{086CF932-99DF-4F32-BED9-1245FC4FC418}"/>
              </a:ext>
            </a:extLst>
          </p:cNvPr>
          <p:cNvSpPr txBox="1"/>
          <p:nvPr/>
        </p:nvSpPr>
        <p:spPr>
          <a:xfrm>
            <a:off x="34414" y="989380"/>
            <a:ext cx="2698187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取得极值，</a:t>
            </a:r>
            <a:endParaRPr lang="zh-CN" altLang="en-US" sz="2400" b="1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EE1B55A-E2DB-4BD9-BE2F-2496172B6425}"/>
              </a:ext>
            </a:extLst>
          </p:cNvPr>
          <p:cNvGrpSpPr/>
          <p:nvPr/>
        </p:nvGrpSpPr>
        <p:grpSpPr>
          <a:xfrm>
            <a:off x="683568" y="330050"/>
            <a:ext cx="7572889" cy="646331"/>
            <a:chOff x="883345" y="400251"/>
            <a:chExt cx="7572889" cy="646331"/>
          </a:xfrm>
        </p:grpSpPr>
        <p:sp>
          <p:nvSpPr>
            <p:cNvPr id="4" name="文本框 104">
              <a:extLst>
                <a:ext uri="{FF2B5EF4-FFF2-40B4-BE49-F238E27FC236}">
                  <a16:creationId xmlns:a16="http://schemas.microsoft.com/office/drawing/2014/main" id="{20C9A428-F6C8-4248-A686-D8C8A0949108}"/>
                </a:ext>
              </a:extLst>
            </p:cNvPr>
            <p:cNvSpPr txBox="1"/>
            <p:nvPr/>
          </p:nvSpPr>
          <p:spPr>
            <a:xfrm>
              <a:off x="883345" y="400251"/>
              <a:ext cx="757288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24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如图</a:t>
              </a:r>
              <a:r>
                <a:rPr lang="en-US" altLang="zh-CN" sz="24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,</a:t>
              </a:r>
              <a:r>
                <a:rPr lang="zh-CN" altLang="en-US" sz="24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函数    在              处取得极值，        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E88B7C8D-CE01-4B61-B57C-24DE2397307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49997506"/>
                </p:ext>
              </p:extLst>
            </p:nvPr>
          </p:nvGraphicFramePr>
          <p:xfrm>
            <a:off x="3275856" y="555526"/>
            <a:ext cx="2063750" cy="357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19" name="Equation" r:id="rId3" imgW="2108160" imgH="380880" progId="Equation.DSMT4">
                    <p:embed/>
                  </p:oleObj>
                </mc:Choice>
                <mc:Fallback>
                  <p:oleObj name="Equation" r:id="rId3" imgW="2108160" imgH="380880" progId="Equation.DSMT4">
                    <p:embed/>
                    <p:pic>
                      <p:nvPicPr>
                        <p:cNvPr id="7" name="对象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5856" y="555526"/>
                          <a:ext cx="2063750" cy="3571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D74C00DC-9480-4BCA-B06D-306CAE44EEA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09776635"/>
                </p:ext>
              </p:extLst>
            </p:nvPr>
          </p:nvGraphicFramePr>
          <p:xfrm>
            <a:off x="2465653" y="599852"/>
            <a:ext cx="466725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20" name="Equation" r:id="rId5" imgW="622080" imgH="342720" progId="Equation.DSMT4">
                    <p:embed/>
                  </p:oleObj>
                </mc:Choice>
                <mc:Fallback>
                  <p:oleObj name="Equation" r:id="rId5" imgW="622080" imgH="34272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11A6D3D7-C103-4E87-BF2D-F457918DC14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5653" y="599852"/>
                          <a:ext cx="466725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A1629B8A-3F02-4DF9-9A0D-62E983388A4C}"/>
              </a:ext>
            </a:extLst>
          </p:cNvPr>
          <p:cNvGrpSpPr/>
          <p:nvPr/>
        </p:nvGrpSpPr>
        <p:grpSpPr>
          <a:xfrm>
            <a:off x="1266229" y="1340876"/>
            <a:ext cx="6100463" cy="3212736"/>
            <a:chOff x="1495873" y="1330952"/>
            <a:chExt cx="6100463" cy="3212736"/>
          </a:xfrm>
        </p:grpSpPr>
        <p:sp>
          <p:nvSpPr>
            <p:cNvPr id="8" name="弧形 7">
              <a:extLst>
                <a:ext uri="{FF2B5EF4-FFF2-40B4-BE49-F238E27FC236}">
                  <a16:creationId xmlns:a16="http://schemas.microsoft.com/office/drawing/2014/main" id="{19AB7420-2445-4235-A62B-841258F744DC}"/>
                </a:ext>
              </a:extLst>
            </p:cNvPr>
            <p:cNvSpPr/>
            <p:nvPr/>
          </p:nvSpPr>
          <p:spPr>
            <a:xfrm rot="16200000" flipH="1">
              <a:off x="5776153" y="1617912"/>
              <a:ext cx="1648960" cy="1075039"/>
            </a:xfrm>
            <a:prstGeom prst="arc">
              <a:avLst>
                <a:gd name="adj1" fmla="val 16272018"/>
                <a:gd name="adj2" fmla="val 21567795"/>
              </a:avLst>
            </a:prstGeom>
            <a:ln w="19050">
              <a:solidFill>
                <a:srgbClr val="0064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EBC86C2-4475-4115-A631-88ABD75D278D}"/>
                </a:ext>
              </a:extLst>
            </p:cNvPr>
            <p:cNvGrpSpPr/>
            <p:nvPr/>
          </p:nvGrpSpPr>
          <p:grpSpPr>
            <a:xfrm>
              <a:off x="1495873" y="1968013"/>
              <a:ext cx="6100463" cy="2575675"/>
              <a:chOff x="1495873" y="1968013"/>
              <a:chExt cx="6100463" cy="2575675"/>
            </a:xfrm>
          </p:grpSpPr>
          <p:cxnSp>
            <p:nvCxnSpPr>
              <p:cNvPr id="10" name="Line 212">
                <a:extLst>
                  <a:ext uri="{FF2B5EF4-FFF2-40B4-BE49-F238E27FC236}">
                    <a16:creationId xmlns:a16="http://schemas.microsoft.com/office/drawing/2014/main" id="{A8BE810D-9C8B-4B08-933A-7A50D98C5871}"/>
                  </a:ext>
                </a:extLst>
              </p:cNvPr>
              <p:cNvCxnSpPr/>
              <p:nvPr/>
            </p:nvCxnSpPr>
            <p:spPr bwMode="auto">
              <a:xfrm>
                <a:off x="1495873" y="3883051"/>
                <a:ext cx="6092559" cy="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" name="Line 213">
                <a:extLst>
                  <a:ext uri="{FF2B5EF4-FFF2-40B4-BE49-F238E27FC236}">
                    <a16:creationId xmlns:a16="http://schemas.microsoft.com/office/drawing/2014/main" id="{01F6B4B0-368B-4DF4-B033-D8C0EBB2E377}"/>
                  </a:ext>
                </a:extLst>
              </p:cNvPr>
              <p:cNvCxnSpPr/>
              <p:nvPr/>
            </p:nvCxnSpPr>
            <p:spPr bwMode="auto">
              <a:xfrm flipV="1">
                <a:off x="2927303" y="1968013"/>
                <a:ext cx="0" cy="2420593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2" name="Text Box 214">
                <a:extLst>
                  <a:ext uri="{FF2B5EF4-FFF2-40B4-BE49-F238E27FC236}">
                    <a16:creationId xmlns:a16="http://schemas.microsoft.com/office/drawing/2014/main" id="{D0E4C65E-D9BE-468C-B668-C8FE73DE9F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11978" y="4209918"/>
                <a:ext cx="593730" cy="3231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spAutoFit/>
              </a:bodyPr>
              <a:lstStyle/>
              <a:p>
                <a:pPr algn="just">
                  <a:spcAft>
                    <a:spcPts val="0"/>
                  </a:spcAft>
                </a:pPr>
                <a:endParaRPr lang="en-US" sz="1050" kern="10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Text Box 215">
                <a:extLst>
                  <a:ext uri="{FF2B5EF4-FFF2-40B4-BE49-F238E27FC236}">
                    <a16:creationId xmlns:a16="http://schemas.microsoft.com/office/drawing/2014/main" id="{DE898078-59B9-4795-854D-C77BE4676A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0571" y="2088775"/>
                <a:ext cx="618014" cy="3231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spAutoFit/>
              </a:bodyPr>
              <a:lstStyle/>
              <a:p>
                <a:pPr algn="just">
                  <a:spcAft>
                    <a:spcPts val="0"/>
                  </a:spcAft>
                </a:pPr>
                <a:endParaRPr lang="en-US" sz="1050" kern="10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Text Box 216">
                <a:extLst>
                  <a:ext uri="{FF2B5EF4-FFF2-40B4-BE49-F238E27FC236}">
                    <a16:creationId xmlns:a16="http://schemas.microsoft.com/office/drawing/2014/main" id="{6180ADCB-1591-4F3B-AE46-756181441A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22744" y="3821399"/>
                <a:ext cx="593730" cy="3231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spAutoFit/>
              </a:bodyPr>
              <a:lstStyle/>
              <a:p>
                <a:pPr algn="just">
                  <a:spcAft>
                    <a:spcPts val="0"/>
                  </a:spcAft>
                </a:pPr>
                <a:endParaRPr lang="en-US" sz="1050" kern="10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5" name="Line 218">
                <a:extLst>
                  <a:ext uri="{FF2B5EF4-FFF2-40B4-BE49-F238E27FC236}">
                    <a16:creationId xmlns:a16="http://schemas.microsoft.com/office/drawing/2014/main" id="{82DD83A6-7854-4DB5-9C02-C2FB7A078EFE}"/>
                  </a:ext>
                </a:extLst>
              </p:cNvPr>
              <p:cNvCxnSpPr/>
              <p:nvPr/>
            </p:nvCxnSpPr>
            <p:spPr bwMode="auto">
              <a:xfrm>
                <a:off x="2350571" y="3415348"/>
                <a:ext cx="0" cy="49037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" name="Line 219">
                <a:extLst>
                  <a:ext uri="{FF2B5EF4-FFF2-40B4-BE49-F238E27FC236}">
                    <a16:creationId xmlns:a16="http://schemas.microsoft.com/office/drawing/2014/main" id="{71F958F6-F57A-4525-9E42-5BA19769AD09}"/>
                  </a:ext>
                </a:extLst>
              </p:cNvPr>
              <p:cNvCxnSpPr/>
              <p:nvPr/>
            </p:nvCxnSpPr>
            <p:spPr bwMode="auto">
              <a:xfrm>
                <a:off x="3864808" y="3089438"/>
                <a:ext cx="0" cy="7837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" name="Line 220">
                <a:extLst>
                  <a:ext uri="{FF2B5EF4-FFF2-40B4-BE49-F238E27FC236}">
                    <a16:creationId xmlns:a16="http://schemas.microsoft.com/office/drawing/2014/main" id="{B9CAB597-2C44-4DF5-BB36-31C461E68B34}"/>
                  </a:ext>
                </a:extLst>
              </p:cNvPr>
              <p:cNvCxnSpPr/>
              <p:nvPr/>
            </p:nvCxnSpPr>
            <p:spPr bwMode="auto">
              <a:xfrm>
                <a:off x="3406901" y="2883869"/>
                <a:ext cx="0" cy="9843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8" name="Freeform 222">
                <a:extLst>
                  <a:ext uri="{FF2B5EF4-FFF2-40B4-BE49-F238E27FC236}">
                    <a16:creationId xmlns:a16="http://schemas.microsoft.com/office/drawing/2014/main" id="{699F6A0E-339D-4D24-BC8E-08DE762FD7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4856" y="2141151"/>
                <a:ext cx="2185511" cy="1492395"/>
              </a:xfrm>
              <a:custGeom>
                <a:avLst/>
                <a:gdLst>
                  <a:gd name="T0" fmla="*/ 0 w 2520"/>
                  <a:gd name="T1" fmla="*/ 1430 h 2288"/>
                  <a:gd name="T2" fmla="*/ 360 w 2520"/>
                  <a:gd name="T3" fmla="*/ 1586 h 2288"/>
                  <a:gd name="T4" fmla="*/ 720 w 2520"/>
                  <a:gd name="T5" fmla="*/ 2054 h 2288"/>
                  <a:gd name="T6" fmla="*/ 1440 w 2520"/>
                  <a:gd name="T7" fmla="*/ 182 h 2288"/>
                  <a:gd name="T8" fmla="*/ 1980 w 2520"/>
                  <a:gd name="T9" fmla="*/ 962 h 2288"/>
                  <a:gd name="T10" fmla="*/ 2520 w 2520"/>
                  <a:gd name="T11" fmla="*/ 26 h 2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20" h="2288">
                    <a:moveTo>
                      <a:pt x="0" y="1430"/>
                    </a:moveTo>
                    <a:cubicBezTo>
                      <a:pt x="120" y="1456"/>
                      <a:pt x="240" y="1482"/>
                      <a:pt x="360" y="1586"/>
                    </a:cubicBezTo>
                    <a:cubicBezTo>
                      <a:pt x="480" y="1690"/>
                      <a:pt x="540" y="2288"/>
                      <a:pt x="720" y="2054"/>
                    </a:cubicBezTo>
                    <a:cubicBezTo>
                      <a:pt x="900" y="1820"/>
                      <a:pt x="1230" y="364"/>
                      <a:pt x="1440" y="182"/>
                    </a:cubicBezTo>
                    <a:cubicBezTo>
                      <a:pt x="1650" y="0"/>
                      <a:pt x="1800" y="988"/>
                      <a:pt x="1980" y="962"/>
                    </a:cubicBezTo>
                    <a:cubicBezTo>
                      <a:pt x="2160" y="936"/>
                      <a:pt x="2430" y="182"/>
                      <a:pt x="2520" y="26"/>
                    </a:cubicBezTo>
                  </a:path>
                </a:pathLst>
              </a:custGeom>
              <a:noFill/>
              <a:ln w="19050">
                <a:solidFill>
                  <a:srgbClr val="0064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9" name="Freeform 223">
                <a:extLst>
                  <a:ext uri="{FF2B5EF4-FFF2-40B4-BE49-F238E27FC236}">
                    <a16:creationId xmlns:a16="http://schemas.microsoft.com/office/drawing/2014/main" id="{5518AA27-1FF6-40A8-97A1-589679FA25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6905" y="2797505"/>
                <a:ext cx="1594864" cy="869501"/>
              </a:xfrm>
              <a:custGeom>
                <a:avLst/>
                <a:gdLst>
                  <a:gd name="T0" fmla="*/ 0 w 1800"/>
                  <a:gd name="T1" fmla="*/ 1092 h 1560"/>
                  <a:gd name="T2" fmla="*/ 540 w 1800"/>
                  <a:gd name="T3" fmla="*/ 1404 h 1560"/>
                  <a:gd name="T4" fmla="*/ 1080 w 1800"/>
                  <a:gd name="T5" fmla="*/ 156 h 1560"/>
                  <a:gd name="T6" fmla="*/ 1620 w 1800"/>
                  <a:gd name="T7" fmla="*/ 468 h 1560"/>
                  <a:gd name="T8" fmla="*/ 1800 w 1800"/>
                  <a:gd name="T9" fmla="*/ 468 h 1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0" h="1560">
                    <a:moveTo>
                      <a:pt x="0" y="1092"/>
                    </a:moveTo>
                    <a:cubicBezTo>
                      <a:pt x="180" y="1326"/>
                      <a:pt x="360" y="1560"/>
                      <a:pt x="540" y="1404"/>
                    </a:cubicBezTo>
                    <a:cubicBezTo>
                      <a:pt x="720" y="1248"/>
                      <a:pt x="900" y="312"/>
                      <a:pt x="1080" y="156"/>
                    </a:cubicBezTo>
                    <a:cubicBezTo>
                      <a:pt x="1260" y="0"/>
                      <a:pt x="1500" y="416"/>
                      <a:pt x="1620" y="468"/>
                    </a:cubicBezTo>
                    <a:cubicBezTo>
                      <a:pt x="1740" y="520"/>
                      <a:pt x="1770" y="468"/>
                      <a:pt x="1800" y="468"/>
                    </a:cubicBezTo>
                  </a:path>
                </a:pathLst>
              </a:custGeom>
              <a:noFill/>
              <a:ln w="19050">
                <a:solidFill>
                  <a:srgbClr val="0064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zh-CN" altLang="en-US"/>
              </a:p>
            </p:txBody>
          </p:sp>
          <p:cxnSp>
            <p:nvCxnSpPr>
              <p:cNvPr id="20" name="Line 225">
                <a:extLst>
                  <a:ext uri="{FF2B5EF4-FFF2-40B4-BE49-F238E27FC236}">
                    <a16:creationId xmlns:a16="http://schemas.microsoft.com/office/drawing/2014/main" id="{72BC2D8A-C6CE-4131-BDDF-FADB8922B840}"/>
                  </a:ext>
                </a:extLst>
              </p:cNvPr>
              <p:cNvCxnSpPr/>
              <p:nvPr/>
            </p:nvCxnSpPr>
            <p:spPr bwMode="auto">
              <a:xfrm>
                <a:off x="2716851" y="3615185"/>
                <a:ext cx="0" cy="2891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" name="Line 226">
                <a:extLst>
                  <a:ext uri="{FF2B5EF4-FFF2-40B4-BE49-F238E27FC236}">
                    <a16:creationId xmlns:a16="http://schemas.microsoft.com/office/drawing/2014/main" id="{93A7474A-0AFE-44FA-A70E-A344148AC030}"/>
                  </a:ext>
                </a:extLst>
              </p:cNvPr>
              <p:cNvCxnSpPr/>
              <p:nvPr/>
            </p:nvCxnSpPr>
            <p:spPr bwMode="auto">
              <a:xfrm>
                <a:off x="3042649" y="2847007"/>
                <a:ext cx="655653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" name="Line 227">
                <a:extLst>
                  <a:ext uri="{FF2B5EF4-FFF2-40B4-BE49-F238E27FC236}">
                    <a16:creationId xmlns:a16="http://schemas.microsoft.com/office/drawing/2014/main" id="{EE91E1E7-8610-4423-AC1A-D88C413778D1}"/>
                  </a:ext>
                </a:extLst>
              </p:cNvPr>
              <p:cNvCxnSpPr/>
              <p:nvPr/>
            </p:nvCxnSpPr>
            <p:spPr bwMode="auto">
              <a:xfrm>
                <a:off x="2386996" y="3609630"/>
                <a:ext cx="655653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3" name="Line 228">
                <a:extLst>
                  <a:ext uri="{FF2B5EF4-FFF2-40B4-BE49-F238E27FC236}">
                    <a16:creationId xmlns:a16="http://schemas.microsoft.com/office/drawing/2014/main" id="{4CF05788-9B08-4B4F-9364-43296CCED612}"/>
                  </a:ext>
                </a:extLst>
              </p:cNvPr>
              <p:cNvCxnSpPr/>
              <p:nvPr/>
            </p:nvCxnSpPr>
            <p:spPr bwMode="auto">
              <a:xfrm>
                <a:off x="4092916" y="3520342"/>
                <a:ext cx="655653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4" name="Line 229">
                <a:extLst>
                  <a:ext uri="{FF2B5EF4-FFF2-40B4-BE49-F238E27FC236}">
                    <a16:creationId xmlns:a16="http://schemas.microsoft.com/office/drawing/2014/main" id="{61434F28-5036-46BB-BB71-334C1F658513}"/>
                  </a:ext>
                </a:extLst>
              </p:cNvPr>
              <p:cNvCxnSpPr/>
              <p:nvPr/>
            </p:nvCxnSpPr>
            <p:spPr bwMode="auto">
              <a:xfrm>
                <a:off x="5246372" y="2773321"/>
                <a:ext cx="655653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5" name="Line 230">
                <a:extLst>
                  <a:ext uri="{FF2B5EF4-FFF2-40B4-BE49-F238E27FC236}">
                    <a16:creationId xmlns:a16="http://schemas.microsoft.com/office/drawing/2014/main" id="{A6CE7EF1-5B39-4578-BCEE-8AC4C74408D4}"/>
                  </a:ext>
                </a:extLst>
              </p:cNvPr>
              <p:cNvCxnSpPr/>
              <p:nvPr/>
            </p:nvCxnSpPr>
            <p:spPr bwMode="auto">
              <a:xfrm>
                <a:off x="4863908" y="2233215"/>
                <a:ext cx="655653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6" name="Line 231">
                <a:extLst>
                  <a:ext uri="{FF2B5EF4-FFF2-40B4-BE49-F238E27FC236}">
                    <a16:creationId xmlns:a16="http://schemas.microsoft.com/office/drawing/2014/main" id="{C97EA166-1E0C-4D9B-B74A-AA247EB38218}"/>
                  </a:ext>
                </a:extLst>
              </p:cNvPr>
              <p:cNvCxnSpPr/>
              <p:nvPr/>
            </p:nvCxnSpPr>
            <p:spPr bwMode="auto">
              <a:xfrm>
                <a:off x="5574199" y="2788202"/>
                <a:ext cx="0" cy="110476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7" name="Line 232">
                <a:extLst>
                  <a:ext uri="{FF2B5EF4-FFF2-40B4-BE49-F238E27FC236}">
                    <a16:creationId xmlns:a16="http://schemas.microsoft.com/office/drawing/2014/main" id="{5DE77427-B584-47CF-83C8-FC539DC88A22}"/>
                  </a:ext>
                </a:extLst>
              </p:cNvPr>
              <p:cNvCxnSpPr/>
              <p:nvPr/>
            </p:nvCxnSpPr>
            <p:spPr bwMode="auto">
              <a:xfrm>
                <a:off x="5169879" y="2256723"/>
                <a:ext cx="0" cy="16270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8" name="Line 233">
                <a:extLst>
                  <a:ext uri="{FF2B5EF4-FFF2-40B4-BE49-F238E27FC236}">
                    <a16:creationId xmlns:a16="http://schemas.microsoft.com/office/drawing/2014/main" id="{13883A0A-DE39-4394-91E8-91F4E84C35D1}"/>
                  </a:ext>
                </a:extLst>
              </p:cNvPr>
              <p:cNvCxnSpPr/>
              <p:nvPr/>
            </p:nvCxnSpPr>
            <p:spPr bwMode="auto">
              <a:xfrm>
                <a:off x="4428834" y="3549281"/>
                <a:ext cx="0" cy="3415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" name="Line 234">
                <a:extLst>
                  <a:ext uri="{FF2B5EF4-FFF2-40B4-BE49-F238E27FC236}">
                    <a16:creationId xmlns:a16="http://schemas.microsoft.com/office/drawing/2014/main" id="{00580DFE-EF49-4023-A934-CB682E43D67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060396" y="2158303"/>
                <a:ext cx="5543" cy="172474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0" name="Text Box 235">
                <a:extLst>
                  <a:ext uri="{FF2B5EF4-FFF2-40B4-BE49-F238E27FC236}">
                    <a16:creationId xmlns:a16="http://schemas.microsoft.com/office/drawing/2014/main" id="{C8A9FD2F-0EA4-48D7-AFFE-F28BA7770C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10962" y="4220548"/>
                <a:ext cx="593730" cy="3231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spAutoFit/>
              </a:bodyPr>
              <a:lstStyle/>
              <a:p>
                <a:pPr algn="just">
                  <a:spcAft>
                    <a:spcPts val="0"/>
                  </a:spcAft>
                </a:pPr>
                <a:endParaRPr lang="en-US" sz="1050" kern="10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Text Box 239">
                <a:extLst>
                  <a:ext uri="{FF2B5EF4-FFF2-40B4-BE49-F238E27FC236}">
                    <a16:creationId xmlns:a16="http://schemas.microsoft.com/office/drawing/2014/main" id="{185BFCCA-08FC-4C9F-B3B1-47925FF0B6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3035" y="3825651"/>
                <a:ext cx="642297" cy="544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spAutoFit/>
              </a:bodyPr>
              <a:lstStyle/>
              <a:p>
                <a:pPr algn="just">
                  <a:spcAft>
                    <a:spcPts val="0"/>
                  </a:spcAft>
                </a:pPr>
                <a:endParaRPr lang="en-US" sz="1050" kern="10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32" name="对象 31">
                <a:extLst>
                  <a:ext uri="{FF2B5EF4-FFF2-40B4-BE49-F238E27FC236}">
                    <a16:creationId xmlns:a16="http://schemas.microsoft.com/office/drawing/2014/main" id="{FCB9A9DA-F8EF-4A2E-8846-5CE34148998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68334294"/>
                  </p:ext>
                </p:extLst>
              </p:nvPr>
            </p:nvGraphicFramePr>
            <p:xfrm>
              <a:off x="2231308" y="3928709"/>
              <a:ext cx="174625" cy="195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521" name="Equation" r:id="rId7" imgW="177480" imgH="190440" progId="Equation.DSMT4">
                      <p:embed/>
                    </p:oleObj>
                  </mc:Choice>
                  <mc:Fallback>
                    <p:oleObj name="Equation" r:id="rId7" imgW="177480" imgH="190440" progId="Equation.DSMT4">
                      <p:embed/>
                      <p:pic>
                        <p:nvPicPr>
                          <p:cNvPr id="34" name="对象 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31308" y="3928709"/>
                            <a:ext cx="174625" cy="19526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" name="对象 32">
                <a:extLst>
                  <a:ext uri="{FF2B5EF4-FFF2-40B4-BE49-F238E27FC236}">
                    <a16:creationId xmlns:a16="http://schemas.microsoft.com/office/drawing/2014/main" id="{453FF790-FA0E-4656-BFCE-6C24A6EF9A7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60866946"/>
                  </p:ext>
                </p:extLst>
              </p:nvPr>
            </p:nvGraphicFramePr>
            <p:xfrm>
              <a:off x="2946272" y="3913007"/>
              <a:ext cx="228600" cy="241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522" name="Equation" r:id="rId9" imgW="228600" imgH="241200" progId="Equation.DSMT4">
                      <p:embed/>
                    </p:oleObj>
                  </mc:Choice>
                  <mc:Fallback>
                    <p:oleObj name="Equation" r:id="rId9" imgW="228600" imgH="241200" progId="Equation.DSMT4">
                      <p:embed/>
                      <p:pic>
                        <p:nvPicPr>
                          <p:cNvPr id="35" name="对象 3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46272" y="3913007"/>
                            <a:ext cx="228600" cy="2412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4" name="对象 33">
                <a:extLst>
                  <a:ext uri="{FF2B5EF4-FFF2-40B4-BE49-F238E27FC236}">
                    <a16:creationId xmlns:a16="http://schemas.microsoft.com/office/drawing/2014/main" id="{6E35F08E-3680-46FC-B89D-2DC0C1B3538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11415375"/>
                  </p:ext>
                </p:extLst>
              </p:nvPr>
            </p:nvGraphicFramePr>
            <p:xfrm>
              <a:off x="2670816" y="1996253"/>
              <a:ext cx="193675" cy="2365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523" name="Equation" r:id="rId11" imgW="190440" imgH="241200" progId="Equation.DSMT4">
                      <p:embed/>
                    </p:oleObj>
                  </mc:Choice>
                  <mc:Fallback>
                    <p:oleObj name="Equation" r:id="rId11" imgW="190440" imgH="241200" progId="Equation.DSMT4">
                      <p:embed/>
                      <p:pic>
                        <p:nvPicPr>
                          <p:cNvPr id="36" name="对象 3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70816" y="1996253"/>
                            <a:ext cx="193675" cy="23653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" name="对象 34">
                <a:extLst>
                  <a:ext uri="{FF2B5EF4-FFF2-40B4-BE49-F238E27FC236}">
                    <a16:creationId xmlns:a16="http://schemas.microsoft.com/office/drawing/2014/main" id="{229F8B20-56D6-466B-B6DB-3D6ECD174FF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87238781"/>
                  </p:ext>
                </p:extLst>
              </p:nvPr>
            </p:nvGraphicFramePr>
            <p:xfrm>
              <a:off x="7423298" y="3950225"/>
              <a:ext cx="173038" cy="195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524" name="Equation" r:id="rId13" imgW="177480" imgH="190440" progId="Equation.DSMT4">
                      <p:embed/>
                    </p:oleObj>
                  </mc:Choice>
                  <mc:Fallback>
                    <p:oleObj name="Equation" r:id="rId13" imgW="177480" imgH="190440" progId="Equation.DSMT4">
                      <p:embed/>
                      <p:pic>
                        <p:nvPicPr>
                          <p:cNvPr id="37" name="对象 36">
                            <a:extLst>
                              <a:ext uri="{FF2B5EF4-FFF2-40B4-BE49-F238E27FC236}">
                                <a16:creationId xmlns:a16="http://schemas.microsoft.com/office/drawing/2014/main" id="{EA590399-2A84-4332-8A9A-2B65573CB56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423298" y="3950225"/>
                            <a:ext cx="173038" cy="19526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36" name="Line 231">
                <a:extLst>
                  <a:ext uri="{FF2B5EF4-FFF2-40B4-BE49-F238E27FC236}">
                    <a16:creationId xmlns:a16="http://schemas.microsoft.com/office/drawing/2014/main" id="{EC8459B9-74A7-4E5A-A7AA-8D16BDC0E867}"/>
                  </a:ext>
                </a:extLst>
              </p:cNvPr>
              <p:cNvCxnSpPr/>
              <p:nvPr/>
            </p:nvCxnSpPr>
            <p:spPr bwMode="auto">
              <a:xfrm>
                <a:off x="6594255" y="2978344"/>
                <a:ext cx="0" cy="9000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aphicFrame>
            <p:nvGraphicFramePr>
              <p:cNvPr id="37" name="对象 36">
                <a:extLst>
                  <a:ext uri="{FF2B5EF4-FFF2-40B4-BE49-F238E27FC236}">
                    <a16:creationId xmlns:a16="http://schemas.microsoft.com/office/drawing/2014/main" id="{73BAD3DA-0F86-43A3-8B11-1D92351215E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31297020"/>
                  </p:ext>
                </p:extLst>
              </p:nvPr>
            </p:nvGraphicFramePr>
            <p:xfrm>
              <a:off x="2617751" y="3842854"/>
              <a:ext cx="211137" cy="3397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525" name="Equation" r:id="rId15" imgW="215640" imgH="330120" progId="Equation.DSMT4">
                      <p:embed/>
                    </p:oleObj>
                  </mc:Choice>
                  <mc:Fallback>
                    <p:oleObj name="Equation" r:id="rId15" imgW="215640" imgH="330120" progId="Equation.DSMT4">
                      <p:embed/>
                      <p:pic>
                        <p:nvPicPr>
                          <p:cNvPr id="39" name="对象 38">
                            <a:extLst>
                              <a:ext uri="{FF2B5EF4-FFF2-40B4-BE49-F238E27FC236}">
                                <a16:creationId xmlns:a16="http://schemas.microsoft.com/office/drawing/2014/main" id="{38C9478F-07F5-4468-A6D8-18CA3EE240C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17751" y="3842854"/>
                            <a:ext cx="211137" cy="3397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" name="对象 37">
                <a:extLst>
                  <a:ext uri="{FF2B5EF4-FFF2-40B4-BE49-F238E27FC236}">
                    <a16:creationId xmlns:a16="http://schemas.microsoft.com/office/drawing/2014/main" id="{22A1F6A2-B695-4F1B-AEB0-DB2C0CA77B4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49650079"/>
                  </p:ext>
                </p:extLst>
              </p:nvPr>
            </p:nvGraphicFramePr>
            <p:xfrm>
              <a:off x="3296068" y="3848231"/>
              <a:ext cx="236537" cy="3397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526" name="Equation" r:id="rId17" imgW="241200" imgH="330120" progId="Equation.DSMT4">
                      <p:embed/>
                    </p:oleObj>
                  </mc:Choice>
                  <mc:Fallback>
                    <p:oleObj name="Equation" r:id="rId17" imgW="241200" imgH="330120" progId="Equation.DSMT4">
                      <p:embed/>
                      <p:pic>
                        <p:nvPicPr>
                          <p:cNvPr id="40" name="对象 39">
                            <a:extLst>
                              <a:ext uri="{FF2B5EF4-FFF2-40B4-BE49-F238E27FC236}">
                                <a16:creationId xmlns:a16="http://schemas.microsoft.com/office/drawing/2014/main" id="{9F62216E-1CA9-4A53-A482-8CBD2815ACA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96068" y="3848231"/>
                            <a:ext cx="236537" cy="3397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" name="对象 38">
                <a:extLst>
                  <a:ext uri="{FF2B5EF4-FFF2-40B4-BE49-F238E27FC236}">
                    <a16:creationId xmlns:a16="http://schemas.microsoft.com/office/drawing/2014/main" id="{29268E75-9B47-4C71-B427-F27470AEF1A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39302988"/>
                  </p:ext>
                </p:extLst>
              </p:nvPr>
            </p:nvGraphicFramePr>
            <p:xfrm>
              <a:off x="3744295" y="3840423"/>
              <a:ext cx="225425" cy="3397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527" name="Equation" r:id="rId19" imgW="228600" imgH="330120" progId="Equation.DSMT4">
                      <p:embed/>
                    </p:oleObj>
                  </mc:Choice>
                  <mc:Fallback>
                    <p:oleObj name="Equation" r:id="rId19" imgW="228600" imgH="330120" progId="Equation.DSMT4">
                      <p:embed/>
                      <p:pic>
                        <p:nvPicPr>
                          <p:cNvPr id="41" name="对象 40">
                            <a:extLst>
                              <a:ext uri="{FF2B5EF4-FFF2-40B4-BE49-F238E27FC236}">
                                <a16:creationId xmlns:a16="http://schemas.microsoft.com/office/drawing/2014/main" id="{8B6C619D-19F1-4594-A155-B4B0A604188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44295" y="3840423"/>
                            <a:ext cx="225425" cy="3397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0" name="弧形 39">
                <a:extLst>
                  <a:ext uri="{FF2B5EF4-FFF2-40B4-BE49-F238E27FC236}">
                    <a16:creationId xmlns:a16="http://schemas.microsoft.com/office/drawing/2014/main" id="{F2705864-65F9-41AB-B2A8-F2731AC1587F}"/>
                  </a:ext>
                </a:extLst>
              </p:cNvPr>
              <p:cNvSpPr/>
              <p:nvPr/>
            </p:nvSpPr>
            <p:spPr>
              <a:xfrm rot="11211341">
                <a:off x="3862021" y="3022007"/>
                <a:ext cx="235331" cy="53707"/>
              </a:xfrm>
              <a:prstGeom prst="arc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1" name="Line 224">
                <a:extLst>
                  <a:ext uri="{FF2B5EF4-FFF2-40B4-BE49-F238E27FC236}">
                    <a16:creationId xmlns:a16="http://schemas.microsoft.com/office/drawing/2014/main" id="{73E4B5F6-817A-4016-B15F-82C83A213D28}"/>
                  </a:ext>
                </a:extLst>
              </p:cNvPr>
              <p:cNvCxnSpPr/>
              <p:nvPr/>
            </p:nvCxnSpPr>
            <p:spPr bwMode="auto">
              <a:xfrm>
                <a:off x="3521426" y="3070241"/>
                <a:ext cx="737003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aphicFrame>
            <p:nvGraphicFramePr>
              <p:cNvPr id="42" name="对象 41">
                <a:extLst>
                  <a:ext uri="{FF2B5EF4-FFF2-40B4-BE49-F238E27FC236}">
                    <a16:creationId xmlns:a16="http://schemas.microsoft.com/office/drawing/2014/main" id="{96F36C0D-B0B3-49C2-976F-222E048E4F9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3459888"/>
                  </p:ext>
                </p:extLst>
              </p:nvPr>
            </p:nvGraphicFramePr>
            <p:xfrm>
              <a:off x="4334853" y="3838440"/>
              <a:ext cx="238125" cy="3397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528" name="Equation" r:id="rId21" imgW="241200" imgH="330120" progId="Equation.DSMT4">
                      <p:embed/>
                    </p:oleObj>
                  </mc:Choice>
                  <mc:Fallback>
                    <p:oleObj name="Equation" r:id="rId21" imgW="241200" imgH="330120" progId="Equation.DSMT4">
                      <p:embed/>
                      <p:pic>
                        <p:nvPicPr>
                          <p:cNvPr id="44" name="对象 43">
                            <a:extLst>
                              <a:ext uri="{FF2B5EF4-FFF2-40B4-BE49-F238E27FC236}">
                                <a16:creationId xmlns:a16="http://schemas.microsoft.com/office/drawing/2014/main" id="{387872CE-82D6-4BEA-8E8C-333E6C4F6AB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34853" y="3838440"/>
                            <a:ext cx="238125" cy="3397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3" name="对象 42">
                <a:extLst>
                  <a:ext uri="{FF2B5EF4-FFF2-40B4-BE49-F238E27FC236}">
                    <a16:creationId xmlns:a16="http://schemas.microsoft.com/office/drawing/2014/main" id="{4C419D8C-A707-4ABA-AF5C-F92AA7FBF5A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45688008"/>
                  </p:ext>
                </p:extLst>
              </p:nvPr>
            </p:nvGraphicFramePr>
            <p:xfrm>
              <a:off x="5472530" y="3828675"/>
              <a:ext cx="238125" cy="3397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529" name="Equation" r:id="rId23" imgW="241200" imgH="330120" progId="Equation.DSMT4">
                      <p:embed/>
                    </p:oleObj>
                  </mc:Choice>
                  <mc:Fallback>
                    <p:oleObj name="Equation" r:id="rId23" imgW="241200" imgH="330120" progId="Equation.DSMT4">
                      <p:embed/>
                      <p:pic>
                        <p:nvPicPr>
                          <p:cNvPr id="45" name="对象 44">
                            <a:extLst>
                              <a:ext uri="{FF2B5EF4-FFF2-40B4-BE49-F238E27FC236}">
                                <a16:creationId xmlns:a16="http://schemas.microsoft.com/office/drawing/2014/main" id="{10ABA807-0BF2-4AC8-B5FA-2F5DA36C7B7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72530" y="3828675"/>
                            <a:ext cx="238125" cy="3397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" name="对象 43">
                <a:extLst>
                  <a:ext uri="{FF2B5EF4-FFF2-40B4-BE49-F238E27FC236}">
                    <a16:creationId xmlns:a16="http://schemas.microsoft.com/office/drawing/2014/main" id="{239CD634-0798-40D1-8E34-DC3701F31FC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94634757"/>
                  </p:ext>
                </p:extLst>
              </p:nvPr>
            </p:nvGraphicFramePr>
            <p:xfrm>
              <a:off x="5070893" y="3838046"/>
              <a:ext cx="238125" cy="3397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530" name="Equation" r:id="rId25" imgW="241200" imgH="330120" progId="Equation.DSMT4">
                      <p:embed/>
                    </p:oleObj>
                  </mc:Choice>
                  <mc:Fallback>
                    <p:oleObj name="Equation" r:id="rId25" imgW="241200" imgH="330120" progId="Equation.DSMT4">
                      <p:embed/>
                      <p:pic>
                        <p:nvPicPr>
                          <p:cNvPr id="46" name="对象 45">
                            <a:extLst>
                              <a:ext uri="{FF2B5EF4-FFF2-40B4-BE49-F238E27FC236}">
                                <a16:creationId xmlns:a16="http://schemas.microsoft.com/office/drawing/2014/main" id="{F91F72C0-64BE-4B5C-AEC0-21D6B2475A7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70893" y="3838046"/>
                            <a:ext cx="238125" cy="3397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5" name="对象 44">
                <a:extLst>
                  <a:ext uri="{FF2B5EF4-FFF2-40B4-BE49-F238E27FC236}">
                    <a16:creationId xmlns:a16="http://schemas.microsoft.com/office/drawing/2014/main" id="{0718FEB1-BEBB-4976-8824-5EC0D07C19E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8418200"/>
                  </p:ext>
                </p:extLst>
              </p:nvPr>
            </p:nvGraphicFramePr>
            <p:xfrm>
              <a:off x="5978943" y="3830264"/>
              <a:ext cx="238125" cy="2738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531" name="Equation" r:id="rId27" imgW="241200" imgH="330120" progId="Equation.DSMT4">
                      <p:embed/>
                    </p:oleObj>
                  </mc:Choice>
                  <mc:Fallback>
                    <p:oleObj name="Equation" r:id="rId27" imgW="241200" imgH="330120" progId="Equation.DSMT4">
                      <p:embed/>
                      <p:pic>
                        <p:nvPicPr>
                          <p:cNvPr id="47" name="对象 46">
                            <a:extLst>
                              <a:ext uri="{FF2B5EF4-FFF2-40B4-BE49-F238E27FC236}">
                                <a16:creationId xmlns:a16="http://schemas.microsoft.com/office/drawing/2014/main" id="{2206A09F-0191-4845-B85D-B619E745BA1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978943" y="3830264"/>
                            <a:ext cx="238125" cy="27383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6" name="对象 45">
                <a:extLst>
                  <a:ext uri="{FF2B5EF4-FFF2-40B4-BE49-F238E27FC236}">
                    <a16:creationId xmlns:a16="http://schemas.microsoft.com/office/drawing/2014/main" id="{2D358A4D-FAAC-49DF-8800-550DAF85DA2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99817226"/>
                  </p:ext>
                </p:extLst>
              </p:nvPr>
            </p:nvGraphicFramePr>
            <p:xfrm>
              <a:off x="6574255" y="3863600"/>
              <a:ext cx="163513" cy="2095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532" name="Equation" r:id="rId29" imgW="164880" imgH="253800" progId="Equation.DSMT4">
                      <p:embed/>
                    </p:oleObj>
                  </mc:Choice>
                  <mc:Fallback>
                    <p:oleObj name="Equation" r:id="rId29" imgW="164880" imgH="253800" progId="Equation.DSMT4">
                      <p:embed/>
                      <p:pic>
                        <p:nvPicPr>
                          <p:cNvPr id="48" name="对象 47">
                            <a:extLst>
                              <a:ext uri="{FF2B5EF4-FFF2-40B4-BE49-F238E27FC236}">
                                <a16:creationId xmlns:a16="http://schemas.microsoft.com/office/drawing/2014/main" id="{A60728B5-0C11-4E0B-A03B-1F3B74FE27B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574255" y="3863600"/>
                            <a:ext cx="163513" cy="2095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DDED2EC0-D42A-4E80-9801-A40577CC14C6}"/>
              </a:ext>
            </a:extLst>
          </p:cNvPr>
          <p:cNvGrpSpPr/>
          <p:nvPr/>
        </p:nvGrpSpPr>
        <p:grpSpPr>
          <a:xfrm>
            <a:off x="7064285" y="308083"/>
            <a:ext cx="1872208" cy="559769"/>
            <a:chOff x="7264062" y="378284"/>
            <a:chExt cx="1872208" cy="559769"/>
          </a:xfrm>
        </p:grpSpPr>
        <p:sp>
          <p:nvSpPr>
            <p:cNvPr id="48" name="文本框 69">
              <a:extLst>
                <a:ext uri="{FF2B5EF4-FFF2-40B4-BE49-F238E27FC236}">
                  <a16:creationId xmlns:a16="http://schemas.microsoft.com/office/drawing/2014/main" id="{8D76D661-787E-427C-8642-C641519AA0DC}"/>
                </a:ext>
              </a:extLst>
            </p:cNvPr>
            <p:cNvSpPr txBox="1"/>
            <p:nvPr/>
          </p:nvSpPr>
          <p:spPr>
            <a:xfrm>
              <a:off x="7264062" y="378284"/>
              <a:ext cx="1872208" cy="55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24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在  处没有                 </a:t>
              </a:r>
              <a:endParaRPr lang="zh-CN" altLang="en-US" sz="24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graphicFrame>
          <p:nvGraphicFramePr>
            <p:cNvPr id="49" name="对象 48">
              <a:extLst>
                <a:ext uri="{FF2B5EF4-FFF2-40B4-BE49-F238E27FC236}">
                  <a16:creationId xmlns:a16="http://schemas.microsoft.com/office/drawing/2014/main" id="{7059AFF3-4162-4B5A-854B-6EDE712F1DA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15454117"/>
                </p:ext>
              </p:extLst>
            </p:nvPr>
          </p:nvGraphicFramePr>
          <p:xfrm>
            <a:off x="7669306" y="509588"/>
            <a:ext cx="263525" cy="392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33" name="Equation" r:id="rId31" imgW="266400" imgH="380880" progId="Equation.DSMT4">
                    <p:embed/>
                  </p:oleObj>
                </mc:Choice>
                <mc:Fallback>
                  <p:oleObj name="Equation" r:id="rId31" imgW="266400" imgH="380880" progId="Equation.DSMT4">
                    <p:embed/>
                    <p:pic>
                      <p:nvPicPr>
                        <p:cNvPr id="51" name="对象 50">
                          <a:extLst>
                            <a:ext uri="{FF2B5EF4-FFF2-40B4-BE49-F238E27FC236}">
                              <a16:creationId xmlns:a16="http://schemas.microsoft.com/office/drawing/2014/main" id="{A1FEDA3B-01A5-47B0-A58D-F24947EFBD3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69306" y="509588"/>
                          <a:ext cx="263525" cy="3921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D351BEA-A055-4E12-B946-AE5044EF85D5}"/>
              </a:ext>
            </a:extLst>
          </p:cNvPr>
          <p:cNvGrpSpPr/>
          <p:nvPr/>
        </p:nvGrpSpPr>
        <p:grpSpPr>
          <a:xfrm>
            <a:off x="5740375" y="966250"/>
            <a:ext cx="2880319" cy="582900"/>
            <a:chOff x="6039925" y="1036451"/>
            <a:chExt cx="2880319" cy="582900"/>
          </a:xfrm>
        </p:grpSpPr>
        <p:sp>
          <p:nvSpPr>
            <p:cNvPr id="51" name="文本框 74">
              <a:extLst>
                <a:ext uri="{FF2B5EF4-FFF2-40B4-BE49-F238E27FC236}">
                  <a16:creationId xmlns:a16="http://schemas.microsoft.com/office/drawing/2014/main" id="{FF629496-A328-40A3-ADA5-0691CF82D019}"/>
                </a:ext>
              </a:extLst>
            </p:cNvPr>
            <p:cNvSpPr txBox="1"/>
            <p:nvPr/>
          </p:nvSpPr>
          <p:spPr>
            <a:xfrm>
              <a:off x="7360887" y="1059582"/>
              <a:ext cx="1559357" cy="55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24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 不可导</a:t>
              </a:r>
              <a:r>
                <a:rPr lang="en-US" altLang="zh-CN" sz="24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.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52" name="文本框 37">
              <a:extLst>
                <a:ext uri="{FF2B5EF4-FFF2-40B4-BE49-F238E27FC236}">
                  <a16:creationId xmlns:a16="http://schemas.microsoft.com/office/drawing/2014/main" id="{4ADF4817-DE7D-40D2-A78D-8C8CC0115ECB}"/>
                </a:ext>
              </a:extLst>
            </p:cNvPr>
            <p:cNvSpPr txBox="1"/>
            <p:nvPr/>
          </p:nvSpPr>
          <p:spPr>
            <a:xfrm>
              <a:off x="6039925" y="1036451"/>
              <a:ext cx="1429074" cy="55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24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 但在点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graphicFrame>
          <p:nvGraphicFramePr>
            <p:cNvPr id="53" name="对象 52">
              <a:extLst>
                <a:ext uri="{FF2B5EF4-FFF2-40B4-BE49-F238E27FC236}">
                  <a16:creationId xmlns:a16="http://schemas.microsoft.com/office/drawing/2014/main" id="{0705693B-BF6F-47CA-B464-29E1302EE83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09980195"/>
                </p:ext>
              </p:extLst>
            </p:nvPr>
          </p:nvGraphicFramePr>
          <p:xfrm>
            <a:off x="7293537" y="1171525"/>
            <a:ext cx="276225" cy="392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34" name="Equation" r:id="rId33" imgW="279360" imgH="380880" progId="Equation.DSMT4">
                    <p:embed/>
                  </p:oleObj>
                </mc:Choice>
                <mc:Fallback>
                  <p:oleObj name="Equation" r:id="rId33" imgW="279360" imgH="380880" progId="Equation.DSMT4">
                    <p:embed/>
                    <p:pic>
                      <p:nvPicPr>
                        <p:cNvPr id="55" name="对象 54">
                          <a:extLst>
                            <a:ext uri="{FF2B5EF4-FFF2-40B4-BE49-F238E27FC236}">
                              <a16:creationId xmlns:a16="http://schemas.microsoft.com/office/drawing/2014/main" id="{91521DAF-E20A-4151-A7EE-F3F4E20E5AF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93537" y="1171525"/>
                          <a:ext cx="276225" cy="3921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560725D8-F295-4425-A52C-4AF0B4DB890D}"/>
              </a:ext>
            </a:extLst>
          </p:cNvPr>
          <p:cNvGrpSpPr/>
          <p:nvPr/>
        </p:nvGrpSpPr>
        <p:grpSpPr>
          <a:xfrm>
            <a:off x="1470424" y="994088"/>
            <a:ext cx="4523062" cy="559769"/>
            <a:chOff x="1618170" y="1056327"/>
            <a:chExt cx="4523062" cy="559769"/>
          </a:xfrm>
        </p:grpSpPr>
        <p:graphicFrame>
          <p:nvGraphicFramePr>
            <p:cNvPr id="55" name="对象 54">
              <a:extLst>
                <a:ext uri="{FF2B5EF4-FFF2-40B4-BE49-F238E27FC236}">
                  <a16:creationId xmlns:a16="http://schemas.microsoft.com/office/drawing/2014/main" id="{DECFB197-1F69-41C0-AAC7-A2D03BA4C09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59268970"/>
                </p:ext>
              </p:extLst>
            </p:nvPr>
          </p:nvGraphicFramePr>
          <p:xfrm>
            <a:off x="2623332" y="1206326"/>
            <a:ext cx="35179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35" name="Equation" r:id="rId35" imgW="3517560" imgH="380880" progId="Equation.DSMT4">
                    <p:embed/>
                  </p:oleObj>
                </mc:Choice>
                <mc:Fallback>
                  <p:oleObj name="Equation" r:id="rId35" imgW="3517560" imgH="380880" progId="Equation.DSMT4">
                    <p:embed/>
                    <p:pic>
                      <p:nvPicPr>
                        <p:cNvPr id="57" name="对象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3332" y="1206326"/>
                          <a:ext cx="35179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" name="文本框 77">
              <a:extLst>
                <a:ext uri="{FF2B5EF4-FFF2-40B4-BE49-F238E27FC236}">
                  <a16:creationId xmlns:a16="http://schemas.microsoft.com/office/drawing/2014/main" id="{A339BA65-7897-4C27-81AA-87B23DD77D43}"/>
                </a:ext>
              </a:extLst>
            </p:cNvPr>
            <p:cNvSpPr txBox="1"/>
            <p:nvPr/>
          </p:nvSpPr>
          <p:spPr>
            <a:xfrm>
              <a:off x="1618170" y="1056327"/>
              <a:ext cx="1328102" cy="55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24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注意到                  </a:t>
              </a:r>
              <a:endParaRPr lang="zh-CN" altLang="en-US" sz="24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4254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B59A2B2-1DF3-43E2-9A45-1D0D9FCC61FD}"/>
              </a:ext>
            </a:extLst>
          </p:cNvPr>
          <p:cNvGrpSpPr/>
          <p:nvPr/>
        </p:nvGrpSpPr>
        <p:grpSpPr>
          <a:xfrm>
            <a:off x="3880321" y="1805173"/>
            <a:ext cx="2501978" cy="479304"/>
            <a:chOff x="3635896" y="2542133"/>
            <a:chExt cx="2501978" cy="479304"/>
          </a:xfrm>
        </p:grpSpPr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83DCD523-D5D6-4885-816F-40E42624B6F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79250941"/>
                </p:ext>
              </p:extLst>
            </p:nvPr>
          </p:nvGraphicFramePr>
          <p:xfrm>
            <a:off x="4206616" y="2640437"/>
            <a:ext cx="163195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98" name="Equation" r:id="rId3" imgW="1625400" imgH="380880" progId="Equation.DSMT4">
                    <p:embed/>
                  </p:oleObj>
                </mc:Choice>
                <mc:Fallback>
                  <p:oleObj name="Equation" r:id="rId3" imgW="1625400" imgH="380880" progId="Equation.DSMT4">
                    <p:embed/>
                    <p:pic>
                      <p:nvPicPr>
                        <p:cNvPr id="5" name="对象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6616" y="2640437"/>
                          <a:ext cx="163195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文本框 47">
              <a:extLst>
                <a:ext uri="{FF2B5EF4-FFF2-40B4-BE49-F238E27FC236}">
                  <a16:creationId xmlns:a16="http://schemas.microsoft.com/office/drawing/2014/main" id="{7C2A6558-466A-4D3C-B128-EC4CB058361A}"/>
                </a:ext>
              </a:extLst>
            </p:cNvPr>
            <p:cNvSpPr txBox="1"/>
            <p:nvPr/>
          </p:nvSpPr>
          <p:spPr>
            <a:xfrm>
              <a:off x="3635896" y="2542133"/>
              <a:ext cx="25019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latin typeface="+mn-ea"/>
                </a:rPr>
                <a:t>(</a:t>
              </a:r>
              <a:r>
                <a:rPr lang="zh-CN" altLang="en-US" sz="2400" b="1" dirty="0">
                  <a:latin typeface="+mn-ea"/>
                </a:rPr>
                <a:t>或           </a:t>
              </a:r>
              <a:r>
                <a:rPr lang="en-US" altLang="zh-CN" sz="2400" b="1" dirty="0">
                  <a:latin typeface="+mn-ea"/>
                </a:rPr>
                <a:t>)</a:t>
              </a:r>
              <a:endParaRPr lang="zh-CN" altLang="en-US" sz="24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400BA302-7B37-48F6-B5F1-9CEBE363D325}"/>
              </a:ext>
            </a:extLst>
          </p:cNvPr>
          <p:cNvGrpSpPr/>
          <p:nvPr/>
        </p:nvGrpSpPr>
        <p:grpSpPr>
          <a:xfrm>
            <a:off x="2382851" y="469457"/>
            <a:ext cx="6100202" cy="461665"/>
            <a:chOff x="2648262" y="1554189"/>
            <a:chExt cx="6100202" cy="461665"/>
          </a:xfrm>
        </p:grpSpPr>
        <p:sp>
          <p:nvSpPr>
            <p:cNvPr id="6" name="文本框 19">
              <a:extLst>
                <a:ext uri="{FF2B5EF4-FFF2-40B4-BE49-F238E27FC236}">
                  <a16:creationId xmlns:a16="http://schemas.microsoft.com/office/drawing/2014/main" id="{70E44255-1968-40BD-BFE3-2B82206CC4DE}"/>
                </a:ext>
              </a:extLst>
            </p:cNvPr>
            <p:cNvSpPr txBox="1"/>
            <p:nvPr/>
          </p:nvSpPr>
          <p:spPr>
            <a:xfrm>
              <a:off x="2648262" y="1554189"/>
              <a:ext cx="61002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设函数    在点  的某邻域     内有定义，</a:t>
              </a:r>
              <a:endParaRPr lang="zh-CN" altLang="en-US" sz="2400" b="1" dirty="0">
                <a:solidFill>
                  <a:schemeClr val="tx1"/>
                </a:solidFill>
                <a:latin typeface="+mn-ea"/>
              </a:endParaRP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DC3717BA-13EF-484D-AFD2-DF3CE39C914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1003800"/>
                </p:ext>
              </p:extLst>
            </p:nvPr>
          </p:nvGraphicFramePr>
          <p:xfrm>
            <a:off x="3656374" y="1644702"/>
            <a:ext cx="6223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99" name="Equation" r:id="rId5" imgW="622030" imgH="342751" progId="Equation.DSMT4">
                    <p:embed/>
                  </p:oleObj>
                </mc:Choice>
                <mc:Fallback>
                  <p:oleObj name="Equation" r:id="rId5" imgW="622030" imgH="342751" progId="Equation.DSMT4">
                    <p:embed/>
                    <p:pic>
                      <p:nvPicPr>
                        <p:cNvPr id="10" name="对象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6374" y="1644702"/>
                          <a:ext cx="6223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4350EFDA-A2A1-433F-8EC1-091F3D558B4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0748860"/>
                </p:ext>
              </p:extLst>
            </p:nvPr>
          </p:nvGraphicFramePr>
          <p:xfrm>
            <a:off x="4880510" y="1625422"/>
            <a:ext cx="284163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00" name="Equation" r:id="rId7" imgW="279279" imgH="380835" progId="Equation.DSMT4">
                    <p:embed/>
                  </p:oleObj>
                </mc:Choice>
                <mc:Fallback>
                  <p:oleObj name="Equation" r:id="rId7" imgW="279279" imgH="380835" progId="Equation.DSMT4">
                    <p:embed/>
                    <p:pic>
                      <p:nvPicPr>
                        <p:cNvPr id="11" name="对象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80510" y="1625422"/>
                          <a:ext cx="284163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57EA1F55-6D14-4E59-902F-E4F90C0C569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93043133"/>
                </p:ext>
              </p:extLst>
            </p:nvPr>
          </p:nvGraphicFramePr>
          <p:xfrm>
            <a:off x="6448008" y="1614599"/>
            <a:ext cx="736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01" name="Equation" r:id="rId9" imgW="749160" imgH="380880" progId="Equation.DSMT4">
                    <p:embed/>
                  </p:oleObj>
                </mc:Choice>
                <mc:Fallback>
                  <p:oleObj name="Equation" r:id="rId9" imgW="749160" imgH="380880" progId="Equation.DSMT4">
                    <p:embed/>
                    <p:pic>
                      <p:nvPicPr>
                        <p:cNvPr id="12" name="对象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48008" y="1614599"/>
                          <a:ext cx="7366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23FDE54-958E-460C-8CFC-14AAB42A3960}"/>
              </a:ext>
            </a:extLst>
          </p:cNvPr>
          <p:cNvGrpSpPr/>
          <p:nvPr/>
        </p:nvGrpSpPr>
        <p:grpSpPr>
          <a:xfrm>
            <a:off x="214935" y="2640659"/>
            <a:ext cx="8906910" cy="493896"/>
            <a:chOff x="179512" y="3075806"/>
            <a:chExt cx="8906910" cy="493896"/>
          </a:xfrm>
        </p:grpSpPr>
        <p:sp>
          <p:nvSpPr>
            <p:cNvPr id="11" name="文本框 21">
              <a:extLst>
                <a:ext uri="{FF2B5EF4-FFF2-40B4-BE49-F238E27FC236}">
                  <a16:creationId xmlns:a16="http://schemas.microsoft.com/office/drawing/2014/main" id="{6D11CFB2-52E9-4AFA-A111-E6442C3E4FFB}"/>
                </a:ext>
              </a:extLst>
            </p:cNvPr>
            <p:cNvSpPr txBox="1"/>
            <p:nvPr/>
          </p:nvSpPr>
          <p:spPr>
            <a:xfrm>
              <a:off x="179512" y="3075806"/>
              <a:ext cx="89069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则有        </a:t>
              </a:r>
              <a:r>
                <a:rPr lang="en-US" altLang="zh-CN" sz="2400" b="1" dirty="0">
                  <a:latin typeface="+mn-ea"/>
                </a:rPr>
                <a:t>.</a:t>
              </a:r>
              <a:endParaRPr lang="zh-CN" altLang="en-US" sz="2400" b="1" dirty="0">
                <a:solidFill>
                  <a:schemeClr val="tx1"/>
                </a:solidFill>
                <a:latin typeface="+mn-ea"/>
              </a:endParaRP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ABD96C1F-9D6F-4FC5-A611-DED22F2B00A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76539"/>
                </p:ext>
              </p:extLst>
            </p:nvPr>
          </p:nvGraphicFramePr>
          <p:xfrm>
            <a:off x="827584" y="3137902"/>
            <a:ext cx="1311275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02" name="Equation" r:id="rId11" imgW="1307880" imgH="431640" progId="Equation.DSMT4">
                    <p:embed/>
                  </p:oleObj>
                </mc:Choice>
                <mc:Fallback>
                  <p:oleObj name="Equation" r:id="rId11" imgW="1307880" imgH="431640" progId="Equation.DSMT4">
                    <p:embed/>
                    <p:pic>
                      <p:nvPicPr>
                        <p:cNvPr id="15" name="对象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7584" y="3137902"/>
                          <a:ext cx="1311275" cy="431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文本框 49">
            <a:extLst>
              <a:ext uri="{FF2B5EF4-FFF2-40B4-BE49-F238E27FC236}">
                <a16:creationId xmlns:a16="http://schemas.microsoft.com/office/drawing/2014/main" id="{CF2288A1-993A-4BD6-BABC-98B5F2B41D6B}"/>
              </a:ext>
            </a:extLst>
          </p:cNvPr>
          <p:cNvSpPr txBox="1"/>
          <p:nvPr/>
        </p:nvSpPr>
        <p:spPr>
          <a:xfrm>
            <a:off x="808414" y="463350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费马引理</a:t>
            </a:r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6D83E91F-02AB-4978-A2A2-CC4806D869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2312300"/>
              </p:ext>
            </p:extLst>
          </p:nvPr>
        </p:nvGraphicFramePr>
        <p:xfrm>
          <a:off x="2047681" y="1903477"/>
          <a:ext cx="16319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3" name="Equation" r:id="rId13" imgW="1625400" imgH="380880" progId="Equation.DSMT4">
                  <p:embed/>
                </p:oleObj>
              </mc:Choice>
              <mc:Fallback>
                <p:oleObj name="Equation" r:id="rId13" imgW="1625400" imgH="380880" progId="Equation.DSMT4">
                  <p:embed/>
                  <p:pic>
                    <p:nvPicPr>
                      <p:cNvPr id="19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681" y="1903477"/>
                        <a:ext cx="163195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8EA376C5-DD68-484F-A1A7-A31A5862D6E6}"/>
              </a:ext>
            </a:extLst>
          </p:cNvPr>
          <p:cNvGrpSpPr/>
          <p:nvPr/>
        </p:nvGrpSpPr>
        <p:grpSpPr>
          <a:xfrm>
            <a:off x="123293" y="1137315"/>
            <a:ext cx="6970137" cy="476473"/>
            <a:chOff x="674447" y="2164462"/>
            <a:chExt cx="7045869" cy="476473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51A2224-AA61-4996-93D2-F8F894A4DFAF}"/>
                </a:ext>
              </a:extLst>
            </p:cNvPr>
            <p:cNvSpPr txBox="1"/>
            <p:nvPr/>
          </p:nvSpPr>
          <p:spPr>
            <a:xfrm>
              <a:off x="1308990" y="2164462"/>
              <a:ext cx="64113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在点  处可导，如果对任意的        ，恒有</a:t>
              </a:r>
              <a:endParaRPr lang="zh-CN" altLang="en-US" sz="2400" b="1" dirty="0">
                <a:solidFill>
                  <a:schemeClr val="tx1"/>
                </a:solidFill>
                <a:latin typeface="+mn-ea"/>
              </a:endParaRP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ED22C601-E0EA-49B4-BE4F-F6C5189C6CA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0318689"/>
                </p:ext>
              </p:extLst>
            </p:nvPr>
          </p:nvGraphicFramePr>
          <p:xfrm>
            <a:off x="5431992" y="2211456"/>
            <a:ext cx="1219609" cy="371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04" name="Equation" r:id="rId15" imgW="1206360" imgH="380880" progId="Equation.DSMT4">
                    <p:embed/>
                  </p:oleObj>
                </mc:Choice>
                <mc:Fallback>
                  <p:oleObj name="Equation" r:id="rId15" imgW="1206360" imgH="380880" progId="Equation.DSMT4">
                    <p:embed/>
                    <p:pic>
                      <p:nvPicPr>
                        <p:cNvPr id="22" name="对象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31992" y="2211456"/>
                          <a:ext cx="1219609" cy="3714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C9B1167B-C403-430D-A004-18E7B79FD0E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06594634"/>
                </p:ext>
              </p:extLst>
            </p:nvPr>
          </p:nvGraphicFramePr>
          <p:xfrm>
            <a:off x="1987451" y="2231004"/>
            <a:ext cx="284163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05" name="Equation" r:id="rId17" imgW="279279" imgH="380835" progId="Equation.DSMT4">
                    <p:embed/>
                  </p:oleObj>
                </mc:Choice>
                <mc:Fallback>
                  <p:oleObj name="Equation" r:id="rId17" imgW="279279" imgH="380835" progId="Equation.DSMT4">
                    <p:embed/>
                    <p:pic>
                      <p:nvPicPr>
                        <p:cNvPr id="23" name="对象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7451" y="2231004"/>
                          <a:ext cx="284163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文本框 38">
              <a:extLst>
                <a:ext uri="{FF2B5EF4-FFF2-40B4-BE49-F238E27FC236}">
                  <a16:creationId xmlns:a16="http://schemas.microsoft.com/office/drawing/2014/main" id="{34690F3D-290B-4FC9-B7F8-0389667C6920}"/>
                </a:ext>
              </a:extLst>
            </p:cNvPr>
            <p:cNvSpPr txBox="1"/>
            <p:nvPr/>
          </p:nvSpPr>
          <p:spPr>
            <a:xfrm>
              <a:off x="674447" y="2179270"/>
              <a:ext cx="8216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并且</a:t>
              </a:r>
            </a:p>
          </p:txBody>
        </p:sp>
      </p:grpSp>
      <p:sp>
        <p:nvSpPr>
          <p:cNvPr id="20" name="文本框 56">
            <a:extLst>
              <a:ext uri="{FF2B5EF4-FFF2-40B4-BE49-F238E27FC236}">
                <a16:creationId xmlns:a16="http://schemas.microsoft.com/office/drawing/2014/main" id="{85E7D9EB-8AC2-4647-A281-9A7B40FDCEEB}"/>
              </a:ext>
            </a:extLst>
          </p:cNvPr>
          <p:cNvSpPr txBox="1"/>
          <p:nvPr/>
        </p:nvSpPr>
        <p:spPr>
          <a:xfrm>
            <a:off x="706364" y="3514710"/>
            <a:ext cx="8419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通常称导数等于零的点称为函数的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驻点</a:t>
            </a:r>
            <a:r>
              <a:rPr lang="en-US" altLang="zh-CN" sz="2400" b="1" dirty="0">
                <a:latin typeface="+mn-ea"/>
              </a:rPr>
              <a:t>(</a:t>
            </a:r>
            <a:r>
              <a:rPr lang="zh-CN" altLang="en-US" sz="2400" b="1" dirty="0">
                <a:latin typeface="+mn-ea"/>
              </a:rPr>
              <a:t>或稳定点</a:t>
            </a:r>
            <a:r>
              <a:rPr lang="en-US" altLang="zh-CN" sz="2400" b="1" dirty="0">
                <a:latin typeface="+mn-ea"/>
              </a:rPr>
              <a:t>,</a:t>
            </a:r>
            <a:r>
              <a:rPr lang="zh-CN" altLang="en-US" sz="2400" b="1" dirty="0">
                <a:latin typeface="+mn-ea"/>
              </a:rPr>
              <a:t>临界点</a:t>
            </a:r>
            <a:r>
              <a:rPr lang="en-US" altLang="zh-CN" sz="2400" b="1" dirty="0">
                <a:latin typeface="+mn-ea"/>
              </a:rPr>
              <a:t>).</a:t>
            </a:r>
            <a:endParaRPr lang="zh-CN" altLang="en-US" sz="24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01384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29A55FE-DC41-4671-8BEC-CC8733CF3890}"/>
              </a:ext>
            </a:extLst>
          </p:cNvPr>
          <p:cNvSpPr txBox="1"/>
          <p:nvPr/>
        </p:nvSpPr>
        <p:spPr>
          <a:xfrm>
            <a:off x="899592" y="195487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916C9E6-EBA4-496F-B3A0-29359D04E8DD}"/>
              </a:ext>
            </a:extLst>
          </p:cNvPr>
          <p:cNvGrpSpPr/>
          <p:nvPr/>
        </p:nvGrpSpPr>
        <p:grpSpPr>
          <a:xfrm>
            <a:off x="1475656" y="195486"/>
            <a:ext cx="5832648" cy="461665"/>
            <a:chOff x="1475656" y="393089"/>
            <a:chExt cx="5832648" cy="461665"/>
          </a:xfrm>
        </p:grpSpPr>
        <p:sp>
          <p:nvSpPr>
            <p:cNvPr id="4" name="文本框 2">
              <a:extLst>
                <a:ext uri="{FF2B5EF4-FFF2-40B4-BE49-F238E27FC236}">
                  <a16:creationId xmlns:a16="http://schemas.microsoft.com/office/drawing/2014/main" id="{0AF9F908-A415-439A-9D03-DFC6B9B8223A}"/>
                </a:ext>
              </a:extLst>
            </p:cNvPr>
            <p:cNvSpPr txBox="1"/>
            <p:nvPr/>
          </p:nvSpPr>
          <p:spPr>
            <a:xfrm>
              <a:off x="1475656" y="393089"/>
              <a:ext cx="58326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不妨设         时，           那么</a:t>
              </a:r>
              <a:endParaRPr lang="zh-CN" altLang="en-US" sz="2400" b="1" dirty="0">
                <a:solidFill>
                  <a:schemeClr val="tx1"/>
                </a:solidFill>
                <a:latin typeface="+mn-ea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2AC3CDF2-96ED-47BD-8C68-B7096E3EC6F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72651358"/>
                </p:ext>
              </p:extLst>
            </p:nvPr>
          </p:nvGraphicFramePr>
          <p:xfrm>
            <a:off x="2593975" y="460375"/>
            <a:ext cx="121285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48" name="Equation" r:id="rId4" imgW="1206360" imgH="380880" progId="Equation.DSMT4">
                    <p:embed/>
                  </p:oleObj>
                </mc:Choice>
                <mc:Fallback>
                  <p:oleObj name="Equation" r:id="rId4" imgW="1206360" imgH="380880" progId="Equation.DSMT4">
                    <p:embed/>
                    <p:pic>
                      <p:nvPicPr>
                        <p:cNvPr id="7" name="对象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3975" y="460375"/>
                          <a:ext cx="121285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AD494557-04BC-4EBB-8593-7DED3BDE1A4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122598"/>
                </p:ext>
              </p:extLst>
            </p:nvPr>
          </p:nvGraphicFramePr>
          <p:xfrm>
            <a:off x="4324350" y="473646"/>
            <a:ext cx="169545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49" name="Equation" r:id="rId6" imgW="1688760" imgH="380880" progId="Equation.DSMT4">
                    <p:embed/>
                  </p:oleObj>
                </mc:Choice>
                <mc:Fallback>
                  <p:oleObj name="Equation" r:id="rId6" imgW="1688760" imgH="380880" progId="Equation.DSMT4">
                    <p:embed/>
                    <p:pic>
                      <p:nvPicPr>
                        <p:cNvPr id="8" name="对象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4350" y="473646"/>
                          <a:ext cx="169545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EC89463-84ED-4C82-8D78-A3748A6000EC}"/>
              </a:ext>
            </a:extLst>
          </p:cNvPr>
          <p:cNvGrpSpPr/>
          <p:nvPr/>
        </p:nvGrpSpPr>
        <p:grpSpPr>
          <a:xfrm>
            <a:off x="1998361" y="788988"/>
            <a:ext cx="2304256" cy="461665"/>
            <a:chOff x="179512" y="990750"/>
            <a:chExt cx="2304256" cy="46166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753FF10-8F68-48BE-BC0D-B4470337E25F}"/>
                </a:ext>
              </a:extLst>
            </p:cNvPr>
            <p:cNvSpPr txBox="1"/>
            <p:nvPr/>
          </p:nvSpPr>
          <p:spPr>
            <a:xfrm>
              <a:off x="179512" y="990750"/>
              <a:ext cx="23042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      时，</a:t>
              </a:r>
              <a:endParaRPr lang="zh-CN" altLang="en-US" sz="2400" b="1" dirty="0">
                <a:solidFill>
                  <a:schemeClr val="tx1"/>
                </a:solidFill>
                <a:latin typeface="+mn-ea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387E2591-8949-4BA2-8934-C37DF314D08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6056092"/>
                </p:ext>
              </p:extLst>
            </p:nvPr>
          </p:nvGraphicFramePr>
          <p:xfrm>
            <a:off x="333688" y="1086644"/>
            <a:ext cx="837115" cy="2698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50" name="Equation" r:id="rId8" imgW="812520" imgH="279360" progId="Equation.DSMT4">
                    <p:embed/>
                  </p:oleObj>
                </mc:Choice>
                <mc:Fallback>
                  <p:oleObj name="Equation" r:id="rId8" imgW="812520" imgH="279360" progId="Equation.DSMT4">
                    <p:embed/>
                    <p:pic>
                      <p:nvPicPr>
                        <p:cNvPr id="11" name="对象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688" y="1086644"/>
                          <a:ext cx="837115" cy="2698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BD0AA694-1624-4316-ABF5-088A9E6D58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6026605"/>
              </p:ext>
            </p:extLst>
          </p:nvPr>
        </p:nvGraphicFramePr>
        <p:xfrm>
          <a:off x="3478213" y="634380"/>
          <a:ext cx="2971800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1" name="Equation" r:id="rId10" imgW="2971800" imgH="787320" progId="Equation.DSMT4">
                  <p:embed/>
                </p:oleObj>
              </mc:Choice>
              <mc:Fallback>
                <p:oleObj name="Equation" r:id="rId10" imgW="2971800" imgH="78732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8213" y="634380"/>
                        <a:ext cx="2971800" cy="769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C23B510C-4611-4604-B966-0C6716C150FA}"/>
              </a:ext>
            </a:extLst>
          </p:cNvPr>
          <p:cNvGrpSpPr/>
          <p:nvPr/>
        </p:nvGrpSpPr>
        <p:grpSpPr>
          <a:xfrm>
            <a:off x="2152537" y="1583550"/>
            <a:ext cx="1512169" cy="461665"/>
            <a:chOff x="150199" y="1683357"/>
            <a:chExt cx="1434920" cy="461665"/>
          </a:xfrm>
        </p:grpSpPr>
        <p:sp>
          <p:nvSpPr>
            <p:cNvPr id="12" name="文本框 12">
              <a:extLst>
                <a:ext uri="{FF2B5EF4-FFF2-40B4-BE49-F238E27FC236}">
                  <a16:creationId xmlns:a16="http://schemas.microsoft.com/office/drawing/2014/main" id="{6DBCE3D8-4224-4BD6-BA0C-F660CE636ECD}"/>
                </a:ext>
              </a:extLst>
            </p:cNvPr>
            <p:cNvSpPr txBox="1"/>
            <p:nvPr/>
          </p:nvSpPr>
          <p:spPr>
            <a:xfrm>
              <a:off x="150200" y="1683357"/>
              <a:ext cx="14349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     时，</a:t>
              </a:r>
              <a:endParaRPr lang="zh-CN" altLang="en-US" sz="2400" b="1" dirty="0">
                <a:solidFill>
                  <a:schemeClr val="tx1"/>
                </a:solidFill>
                <a:latin typeface="+mn-ea"/>
              </a:endParaRP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C22EDC4A-F580-43D9-9DF5-0C0F197B9E3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41781623"/>
                </p:ext>
              </p:extLst>
            </p:nvPr>
          </p:nvGraphicFramePr>
          <p:xfrm>
            <a:off x="150199" y="1773521"/>
            <a:ext cx="806451" cy="2698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52" name="Equation" r:id="rId12" imgW="812520" imgH="279360" progId="Equation.DSMT4">
                    <p:embed/>
                  </p:oleObj>
                </mc:Choice>
                <mc:Fallback>
                  <p:oleObj name="Equation" r:id="rId12" imgW="812520" imgH="279360" progId="Equation.DSMT4">
                    <p:embed/>
                    <p:pic>
                      <p:nvPicPr>
                        <p:cNvPr id="15" name="对象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199" y="1773521"/>
                          <a:ext cx="806451" cy="2698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A531F4A9-EFB5-47A9-A5EC-CBAAFE5351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0445584"/>
              </p:ext>
            </p:extLst>
          </p:nvPr>
        </p:nvGraphicFramePr>
        <p:xfrm>
          <a:off x="3478213" y="1477111"/>
          <a:ext cx="2971800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3" name="Equation" r:id="rId14" imgW="2971800" imgH="787320" progId="Equation.DSMT4">
                  <p:embed/>
                </p:oleObj>
              </mc:Choice>
              <mc:Fallback>
                <p:oleObj name="Equation" r:id="rId14" imgW="2971800" imgH="78732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8213" y="1477111"/>
                        <a:ext cx="2971800" cy="769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64F5216B-CBB9-44BF-9C78-C35645253C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25317"/>
              </p:ext>
            </p:extLst>
          </p:nvPr>
        </p:nvGraphicFramePr>
        <p:xfrm>
          <a:off x="1458528" y="2739948"/>
          <a:ext cx="5797550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4" name="Equation" r:id="rId16" imgW="5803560" imgH="787320" progId="Equation.DSMT4">
                  <p:embed/>
                </p:oleObj>
              </mc:Choice>
              <mc:Fallback>
                <p:oleObj name="Equation" r:id="rId16" imgW="5803560" imgH="78732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8528" y="2739948"/>
                        <a:ext cx="5797550" cy="768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85AD8C91-1904-4FFA-A445-15E343657C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1828036"/>
              </p:ext>
            </p:extLst>
          </p:nvPr>
        </p:nvGraphicFramePr>
        <p:xfrm>
          <a:off x="1425575" y="3524706"/>
          <a:ext cx="579755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5" name="Equation" r:id="rId18" imgW="5803560" imgH="787320" progId="Equation.DSMT4">
                  <p:embed/>
                </p:oleObj>
              </mc:Choice>
              <mc:Fallback>
                <p:oleObj name="Equation" r:id="rId18" imgW="5803560" imgH="78732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5575" y="3524706"/>
                        <a:ext cx="5797550" cy="765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id="{C2E6FB53-DA40-4F03-8C22-B1910C1CCB29}"/>
              </a:ext>
            </a:extLst>
          </p:cNvPr>
          <p:cNvGrpSpPr/>
          <p:nvPr/>
        </p:nvGrpSpPr>
        <p:grpSpPr>
          <a:xfrm>
            <a:off x="236863" y="2229546"/>
            <a:ext cx="8295577" cy="482625"/>
            <a:chOff x="236863" y="2398117"/>
            <a:chExt cx="8295577" cy="482625"/>
          </a:xfrm>
        </p:grpSpPr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392AC0E7-5869-442C-9C5E-DBE2AF9D436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80268892"/>
                </p:ext>
              </p:extLst>
            </p:nvPr>
          </p:nvGraphicFramePr>
          <p:xfrm>
            <a:off x="2786844" y="2499742"/>
            <a:ext cx="284163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56" name="Equation" r:id="rId20" imgW="279279" imgH="380835" progId="Equation.DSMT4">
                    <p:embed/>
                  </p:oleObj>
                </mc:Choice>
                <mc:Fallback>
                  <p:oleObj name="Equation" r:id="rId20" imgW="279279" imgH="380835" progId="Equation.DSMT4">
                    <p:embed/>
                    <p:pic>
                      <p:nvPicPr>
                        <p:cNvPr id="20" name="对象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6844" y="2499742"/>
                          <a:ext cx="284163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A94130CB-2F7C-4772-BE96-060ACCEF6AA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93482933"/>
                </p:ext>
              </p:extLst>
            </p:nvPr>
          </p:nvGraphicFramePr>
          <p:xfrm>
            <a:off x="1501775" y="2510519"/>
            <a:ext cx="6223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57" name="Equation" r:id="rId22" imgW="622030" imgH="342751" progId="Equation.DSMT4">
                    <p:embed/>
                  </p:oleObj>
                </mc:Choice>
                <mc:Fallback>
                  <p:oleObj name="Equation" r:id="rId22" imgW="622030" imgH="342751" progId="Equation.DSMT4">
                    <p:embed/>
                    <p:pic>
                      <p:nvPicPr>
                        <p:cNvPr id="21" name="对象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1775" y="2510519"/>
                          <a:ext cx="6223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文本框 22">
              <a:extLst>
                <a:ext uri="{FF2B5EF4-FFF2-40B4-BE49-F238E27FC236}">
                  <a16:creationId xmlns:a16="http://schemas.microsoft.com/office/drawing/2014/main" id="{9D623EB4-2911-4100-AF3A-94322F2EDB29}"/>
                </a:ext>
              </a:extLst>
            </p:cNvPr>
            <p:cNvSpPr txBox="1"/>
            <p:nvPr/>
          </p:nvSpPr>
          <p:spPr>
            <a:xfrm>
              <a:off x="236863" y="2398117"/>
              <a:ext cx="82955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根据函数    在点  可导的条件及极限的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</a:rPr>
                <a:t>保号性，</a:t>
              </a:r>
              <a:r>
                <a:rPr lang="zh-CN" altLang="en-US" sz="2400" b="1" dirty="0">
                  <a:latin typeface="+mn-ea"/>
                </a:rPr>
                <a:t>可以得到</a:t>
              </a:r>
              <a:endParaRPr lang="zh-CN" altLang="en-US" sz="24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D4415333-D6E3-4DDF-8A32-BA6405E24BC0}"/>
              </a:ext>
            </a:extLst>
          </p:cNvPr>
          <p:cNvGrpSpPr/>
          <p:nvPr/>
        </p:nvGrpSpPr>
        <p:grpSpPr>
          <a:xfrm>
            <a:off x="1261084" y="4341793"/>
            <a:ext cx="3665208" cy="490075"/>
            <a:chOff x="258721" y="4479147"/>
            <a:chExt cx="3665208" cy="490075"/>
          </a:xfrm>
        </p:grpSpPr>
        <p:sp>
          <p:nvSpPr>
            <p:cNvPr id="22" name="文本框 15">
              <a:extLst>
                <a:ext uri="{FF2B5EF4-FFF2-40B4-BE49-F238E27FC236}">
                  <a16:creationId xmlns:a16="http://schemas.microsoft.com/office/drawing/2014/main" id="{3F8675B0-BCF3-4A8D-AC28-8D9A06EEC59D}"/>
                </a:ext>
              </a:extLst>
            </p:cNvPr>
            <p:cNvSpPr txBox="1"/>
            <p:nvPr/>
          </p:nvSpPr>
          <p:spPr>
            <a:xfrm>
              <a:off x="258721" y="4479147"/>
              <a:ext cx="36652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所以        </a:t>
              </a:r>
              <a:r>
                <a:rPr lang="en-US" altLang="zh-CN" sz="2400" b="1" dirty="0">
                  <a:latin typeface="+mn-ea"/>
                </a:rPr>
                <a:t>. </a:t>
              </a:r>
              <a:r>
                <a:rPr lang="zh-CN" altLang="en-US" sz="2400" b="1" dirty="0">
                  <a:latin typeface="+mn-ea"/>
                </a:rPr>
                <a:t>证毕</a:t>
              </a:r>
              <a:r>
                <a:rPr lang="en-US" altLang="zh-CN" sz="2400" b="1" dirty="0">
                  <a:latin typeface="+mn-ea"/>
                </a:rPr>
                <a:t>. </a:t>
              </a:r>
              <a:endParaRPr lang="zh-CN" altLang="en-US" sz="2400" b="1" dirty="0">
                <a:solidFill>
                  <a:schemeClr val="tx1"/>
                </a:solidFill>
                <a:latin typeface="+mn-ea"/>
              </a:endParaRPr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D8E86294-0407-4137-8297-9D2610ECF0D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9290315"/>
                </p:ext>
              </p:extLst>
            </p:nvPr>
          </p:nvGraphicFramePr>
          <p:xfrm>
            <a:off x="922973" y="4537422"/>
            <a:ext cx="1311275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58" name="Equation" r:id="rId24" imgW="1307880" imgH="431640" progId="Equation.DSMT4">
                    <p:embed/>
                  </p:oleObj>
                </mc:Choice>
                <mc:Fallback>
                  <p:oleObj name="Equation" r:id="rId24" imgW="1307880" imgH="431640" progId="Equation.DSMT4">
                    <p:embed/>
                    <p:pic>
                      <p:nvPicPr>
                        <p:cNvPr id="25" name="对象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2973" y="4537422"/>
                          <a:ext cx="1311275" cy="431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156932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112C6F8-DF8E-4A04-9C35-2C42D35137CE}"/>
              </a:ext>
            </a:extLst>
          </p:cNvPr>
          <p:cNvSpPr txBox="1"/>
          <p:nvPr/>
        </p:nvSpPr>
        <p:spPr>
          <a:xfrm>
            <a:off x="487219" y="505899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3" name="文本框 6">
            <a:extLst>
              <a:ext uri="{FF2B5EF4-FFF2-40B4-BE49-F238E27FC236}">
                <a16:creationId xmlns:a16="http://schemas.microsoft.com/office/drawing/2014/main" id="{9377BA2F-FC4C-4E27-A193-6553EC3B873C}"/>
              </a:ext>
            </a:extLst>
          </p:cNvPr>
          <p:cNvSpPr txBox="1"/>
          <p:nvPr/>
        </p:nvSpPr>
        <p:spPr>
          <a:xfrm>
            <a:off x="1220363" y="512656"/>
            <a:ext cx="4719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（可导函数取得极值的必要条件）</a:t>
            </a: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39DBCE21-7F55-463C-BC50-4CC39BDF906D}"/>
              </a:ext>
            </a:extLst>
          </p:cNvPr>
          <p:cNvGrpSpPr/>
          <p:nvPr/>
        </p:nvGrpSpPr>
        <p:grpSpPr>
          <a:xfrm>
            <a:off x="458599" y="1096472"/>
            <a:ext cx="8545253" cy="468100"/>
            <a:chOff x="827584" y="1197163"/>
            <a:chExt cx="8545253" cy="468100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4BE690EB-C362-4598-9A28-A8DBD125D13D}"/>
                </a:ext>
              </a:extLst>
            </p:cNvPr>
            <p:cNvGrpSpPr/>
            <p:nvPr/>
          </p:nvGrpSpPr>
          <p:grpSpPr>
            <a:xfrm>
              <a:off x="827584" y="1203598"/>
              <a:ext cx="4975220" cy="461665"/>
              <a:chOff x="6075406" y="2277919"/>
              <a:chExt cx="4975220" cy="461665"/>
            </a:xfrm>
          </p:grpSpPr>
          <p:sp>
            <p:nvSpPr>
              <p:cNvPr id="6" name="文本框 6">
                <a:extLst>
                  <a:ext uri="{FF2B5EF4-FFF2-40B4-BE49-F238E27FC236}">
                    <a16:creationId xmlns:a16="http://schemas.microsoft.com/office/drawing/2014/main" id="{6C9A267D-C609-4FC0-860B-EEC4568ACCCD}"/>
                  </a:ext>
                </a:extLst>
              </p:cNvPr>
              <p:cNvSpPr txBox="1"/>
              <p:nvPr/>
            </p:nvSpPr>
            <p:spPr>
              <a:xfrm>
                <a:off x="6075406" y="2277919"/>
                <a:ext cx="49752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latin typeface="+mn-ea"/>
                  </a:rPr>
                  <a:t>设函数    在点  处可导，且在   </a:t>
                </a:r>
                <a:endParaRPr lang="zh-CN" altLang="en-US" sz="24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graphicFrame>
            <p:nvGraphicFramePr>
              <p:cNvPr id="7" name="对象 6">
                <a:extLst>
                  <a:ext uri="{FF2B5EF4-FFF2-40B4-BE49-F238E27FC236}">
                    <a16:creationId xmlns:a16="http://schemas.microsoft.com/office/drawing/2014/main" id="{089D69A5-09E5-4C84-B37A-2229EE22618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21938069"/>
                  </p:ext>
                </p:extLst>
              </p:nvPr>
            </p:nvGraphicFramePr>
            <p:xfrm>
              <a:off x="7064524" y="2365912"/>
              <a:ext cx="622300" cy="3397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551" name="Equation" r:id="rId3" imgW="622030" imgH="342751" progId="Equation.DSMT4">
                      <p:embed/>
                    </p:oleObj>
                  </mc:Choice>
                  <mc:Fallback>
                    <p:oleObj name="Equation" r:id="rId3" imgW="622030" imgH="342751" progId="Equation.DSMT4">
                      <p:embed/>
                      <p:pic>
                        <p:nvPicPr>
                          <p:cNvPr id="39" name="对象 38">
                            <a:extLst>
                              <a:ext uri="{FF2B5EF4-FFF2-40B4-BE49-F238E27FC236}">
                                <a16:creationId xmlns:a16="http://schemas.microsoft.com/office/drawing/2014/main" id="{C3F8E249-8782-4227-AC53-2B8F0A9DBEC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64524" y="2365912"/>
                            <a:ext cx="622300" cy="3397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" name="对象 7">
                <a:extLst>
                  <a:ext uri="{FF2B5EF4-FFF2-40B4-BE49-F238E27FC236}">
                    <a16:creationId xmlns:a16="http://schemas.microsoft.com/office/drawing/2014/main" id="{157A6963-E063-469B-9EF7-21D47128128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12045638"/>
                  </p:ext>
                </p:extLst>
              </p:nvPr>
            </p:nvGraphicFramePr>
            <p:xfrm>
              <a:off x="8324639" y="2318251"/>
              <a:ext cx="284163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552" name="Equation" r:id="rId5" imgW="279279" imgH="380835" progId="Equation.DSMT4">
                      <p:embed/>
                    </p:oleObj>
                  </mc:Choice>
                  <mc:Fallback>
                    <p:oleObj name="Equation" r:id="rId5" imgW="279279" imgH="380835" progId="Equation.DSMT4">
                      <p:embed/>
                      <p:pic>
                        <p:nvPicPr>
                          <p:cNvPr id="40" name="对象 39">
                            <a:extLst>
                              <a:ext uri="{FF2B5EF4-FFF2-40B4-BE49-F238E27FC236}">
                                <a16:creationId xmlns:a16="http://schemas.microsoft.com/office/drawing/2014/main" id="{42B8DCA8-3D5B-43DC-BB15-34DD1585D66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324639" y="2318251"/>
                            <a:ext cx="284163" cy="3810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97A07476-CC0B-4B98-B4A5-C43FF5237A2F}"/>
                </a:ext>
              </a:extLst>
            </p:cNvPr>
            <p:cNvGrpSpPr/>
            <p:nvPr/>
          </p:nvGrpSpPr>
          <p:grpSpPr>
            <a:xfrm>
              <a:off x="5015633" y="1197163"/>
              <a:ext cx="3381736" cy="461665"/>
              <a:chOff x="1116882" y="-1003226"/>
              <a:chExt cx="3381736" cy="461665"/>
            </a:xfrm>
          </p:grpSpPr>
          <p:sp>
            <p:nvSpPr>
              <p:cNvPr id="12" name="文本框 5">
                <a:extLst>
                  <a:ext uri="{FF2B5EF4-FFF2-40B4-BE49-F238E27FC236}">
                    <a16:creationId xmlns:a16="http://schemas.microsoft.com/office/drawing/2014/main" id="{E7574F2E-A348-4D13-9F8C-47011497637D}"/>
                  </a:ext>
                </a:extLst>
              </p:cNvPr>
              <p:cNvSpPr txBox="1"/>
              <p:nvPr/>
            </p:nvSpPr>
            <p:spPr>
              <a:xfrm>
                <a:off x="1116882" y="-1003226"/>
                <a:ext cx="33817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latin typeface="+mn-ea"/>
                  </a:rPr>
                  <a:t>   处取得极值，则有           </a:t>
                </a:r>
                <a:endParaRPr lang="zh-CN" altLang="en-US" sz="24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graphicFrame>
            <p:nvGraphicFramePr>
              <p:cNvPr id="11" name="对象 10">
                <a:extLst>
                  <a:ext uri="{FF2B5EF4-FFF2-40B4-BE49-F238E27FC236}">
                    <a16:creationId xmlns:a16="http://schemas.microsoft.com/office/drawing/2014/main" id="{58013A11-04C8-4A8D-AB1D-34B62009143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11185850"/>
                  </p:ext>
                </p:extLst>
              </p:nvPr>
            </p:nvGraphicFramePr>
            <p:xfrm>
              <a:off x="1312770" y="-950073"/>
              <a:ext cx="284163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553" name="Equation" r:id="rId7" imgW="279279" imgH="380835" progId="Equation.DSMT4">
                      <p:embed/>
                    </p:oleObj>
                  </mc:Choice>
                  <mc:Fallback>
                    <p:oleObj name="Equation" r:id="rId7" imgW="279279" imgH="380835" progId="Equation.DSMT4">
                      <p:embed/>
                      <p:pic>
                        <p:nvPicPr>
                          <p:cNvPr id="34" name="对象 33">
                            <a:extLst>
                              <a:ext uri="{FF2B5EF4-FFF2-40B4-BE49-F238E27FC236}">
                                <a16:creationId xmlns:a16="http://schemas.microsoft.com/office/drawing/2014/main" id="{F0AAD5A7-D81B-4487-967B-85E117F3482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12770" y="-950073"/>
                            <a:ext cx="284163" cy="3810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709ABD89-411A-4344-B139-39B0ED89242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11894686"/>
                </p:ext>
              </p:extLst>
            </p:nvPr>
          </p:nvGraphicFramePr>
          <p:xfrm>
            <a:off x="8052037" y="1243930"/>
            <a:ext cx="13208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54" name="Equation" r:id="rId8" imgW="1320480" imgH="380880" progId="Equation.DSMT4">
                    <p:embed/>
                  </p:oleObj>
                </mc:Choice>
                <mc:Fallback>
                  <p:oleObj name="Equation" r:id="rId8" imgW="1320480" imgH="38088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7449D7E6-3DF7-4804-8EE5-DCC103C36FE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52037" y="1243930"/>
                          <a:ext cx="13208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CC7208E-8048-414A-94A7-3ED005145DDE}"/>
              </a:ext>
            </a:extLst>
          </p:cNvPr>
          <p:cNvGrpSpPr/>
          <p:nvPr/>
        </p:nvGrpSpPr>
        <p:grpSpPr>
          <a:xfrm>
            <a:off x="1220363" y="2139702"/>
            <a:ext cx="7281788" cy="2469689"/>
            <a:chOff x="1367425" y="1865208"/>
            <a:chExt cx="7281788" cy="2469689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B2380B5F-E9CF-4D56-BDAD-2C88C9A73E0E}"/>
                </a:ext>
              </a:extLst>
            </p:cNvPr>
            <p:cNvGrpSpPr/>
            <p:nvPr/>
          </p:nvGrpSpPr>
          <p:grpSpPr>
            <a:xfrm>
              <a:off x="1367425" y="1865208"/>
              <a:ext cx="2219147" cy="2469689"/>
              <a:chOff x="2179706" y="1810039"/>
              <a:chExt cx="2219147" cy="2469689"/>
            </a:xfrm>
          </p:grpSpPr>
          <p:cxnSp>
            <p:nvCxnSpPr>
              <p:cNvPr id="20" name="直接箭头连接符 19">
                <a:extLst>
                  <a:ext uri="{FF2B5EF4-FFF2-40B4-BE49-F238E27FC236}">
                    <a16:creationId xmlns:a16="http://schemas.microsoft.com/office/drawing/2014/main" id="{EE6ABE8A-58E5-477A-A94B-EDF8DE52BB5B}"/>
                  </a:ext>
                </a:extLst>
              </p:cNvPr>
              <p:cNvCxnSpPr/>
              <p:nvPr/>
            </p:nvCxnSpPr>
            <p:spPr>
              <a:xfrm>
                <a:off x="2179706" y="3075806"/>
                <a:ext cx="220342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箭头连接符 20">
                <a:extLst>
                  <a:ext uri="{FF2B5EF4-FFF2-40B4-BE49-F238E27FC236}">
                    <a16:creationId xmlns:a16="http://schemas.microsoft.com/office/drawing/2014/main" id="{AEA455A5-A740-4859-BC11-C513A3456D97}"/>
                  </a:ext>
                </a:extLst>
              </p:cNvPr>
              <p:cNvCxnSpPr/>
              <p:nvPr/>
            </p:nvCxnSpPr>
            <p:spPr>
              <a:xfrm flipV="1">
                <a:off x="3131840" y="1810039"/>
                <a:ext cx="0" cy="246968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2" name="对象 21">
                <a:extLst>
                  <a:ext uri="{FF2B5EF4-FFF2-40B4-BE49-F238E27FC236}">
                    <a16:creationId xmlns:a16="http://schemas.microsoft.com/office/drawing/2014/main" id="{8D1B94F9-55EC-45A6-9CB0-A6FAE648515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57750715"/>
                  </p:ext>
                </p:extLst>
              </p:nvPr>
            </p:nvGraphicFramePr>
            <p:xfrm>
              <a:off x="4225815" y="3147814"/>
              <a:ext cx="173038" cy="195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555" name="Equation" r:id="rId10" imgW="177480" imgH="190440" progId="Equation.DSMT4">
                      <p:embed/>
                    </p:oleObj>
                  </mc:Choice>
                  <mc:Fallback>
                    <p:oleObj name="Equation" r:id="rId10" imgW="177480" imgH="190440" progId="Equation.DSMT4">
                      <p:embed/>
                      <p:pic>
                        <p:nvPicPr>
                          <p:cNvPr id="11" name="对象 10">
                            <a:extLst>
                              <a:ext uri="{FF2B5EF4-FFF2-40B4-BE49-F238E27FC236}">
                                <a16:creationId xmlns:a16="http://schemas.microsoft.com/office/drawing/2014/main" id="{255E3EA4-0C5E-4B23-AC54-DD2A83D7D60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25815" y="3147814"/>
                            <a:ext cx="173038" cy="19526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" name="对象 22">
                <a:extLst>
                  <a:ext uri="{FF2B5EF4-FFF2-40B4-BE49-F238E27FC236}">
                    <a16:creationId xmlns:a16="http://schemas.microsoft.com/office/drawing/2014/main" id="{F92B8080-4E56-462C-B812-7882D72A065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48023470"/>
                  </p:ext>
                </p:extLst>
              </p:nvPr>
            </p:nvGraphicFramePr>
            <p:xfrm>
              <a:off x="2802086" y="1851670"/>
              <a:ext cx="185738" cy="2476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556" name="Equation" r:id="rId12" imgW="190440" imgH="241200" progId="Equation.DSMT4">
                      <p:embed/>
                    </p:oleObj>
                  </mc:Choice>
                  <mc:Fallback>
                    <p:oleObj name="Equation" r:id="rId12" imgW="190440" imgH="241200" progId="Equation.DSMT4">
                      <p:embed/>
                      <p:pic>
                        <p:nvPicPr>
                          <p:cNvPr id="12" name="对象 11">
                            <a:extLst>
                              <a:ext uri="{FF2B5EF4-FFF2-40B4-BE49-F238E27FC236}">
                                <a16:creationId xmlns:a16="http://schemas.microsoft.com/office/drawing/2014/main" id="{63865AD8-3431-40AB-9C7E-72FCB2A0625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02086" y="1851670"/>
                            <a:ext cx="185738" cy="2476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" name="对象 23">
                <a:extLst>
                  <a:ext uri="{FF2B5EF4-FFF2-40B4-BE49-F238E27FC236}">
                    <a16:creationId xmlns:a16="http://schemas.microsoft.com/office/drawing/2014/main" id="{EFE2F006-FA13-4EF7-8C6A-E04AD4639F7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21068437"/>
                  </p:ext>
                </p:extLst>
              </p:nvPr>
            </p:nvGraphicFramePr>
            <p:xfrm>
              <a:off x="3268043" y="3188196"/>
              <a:ext cx="223837" cy="2476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557" name="Equation" r:id="rId14" imgW="228600" imgH="241200" progId="Equation.DSMT4">
                      <p:embed/>
                    </p:oleObj>
                  </mc:Choice>
                  <mc:Fallback>
                    <p:oleObj name="Equation" r:id="rId14" imgW="228600" imgH="241200" progId="Equation.DSMT4">
                      <p:embed/>
                      <p:pic>
                        <p:nvPicPr>
                          <p:cNvPr id="13" name="对象 12">
                            <a:extLst>
                              <a:ext uri="{FF2B5EF4-FFF2-40B4-BE49-F238E27FC236}">
                                <a16:creationId xmlns:a16="http://schemas.microsoft.com/office/drawing/2014/main" id="{EC71F6FF-468E-4EA3-8DEA-B1783464F0C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68043" y="3188196"/>
                            <a:ext cx="223837" cy="2476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" name="任意多边形: 形状 37">
                <a:extLst>
                  <a:ext uri="{FF2B5EF4-FFF2-40B4-BE49-F238E27FC236}">
                    <a16:creationId xmlns:a16="http://schemas.microsoft.com/office/drawing/2014/main" id="{2ED195FF-3871-47C9-B316-FAD9A62FD912}"/>
                  </a:ext>
                </a:extLst>
              </p:cNvPr>
              <p:cNvSpPr/>
              <p:nvPr/>
            </p:nvSpPr>
            <p:spPr>
              <a:xfrm rot="21096742" flipV="1">
                <a:off x="3066594" y="1968013"/>
                <a:ext cx="691064" cy="1073546"/>
              </a:xfrm>
              <a:custGeom>
                <a:avLst/>
                <a:gdLst>
                  <a:gd name="connsiteX0" fmla="*/ 0 w 1482437"/>
                  <a:gd name="connsiteY0" fmla="*/ 10978 h 1673523"/>
                  <a:gd name="connsiteX1" fmla="*/ 900546 w 1482437"/>
                  <a:gd name="connsiteY1" fmla="*/ 246505 h 1673523"/>
                  <a:gd name="connsiteX2" fmla="*/ 1482437 w 1482437"/>
                  <a:gd name="connsiteY2" fmla="*/ 1673523 h 1673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82437" h="1673523">
                    <a:moveTo>
                      <a:pt x="0" y="10978"/>
                    </a:moveTo>
                    <a:cubicBezTo>
                      <a:pt x="326736" y="-9804"/>
                      <a:pt x="653473" y="-30586"/>
                      <a:pt x="900546" y="246505"/>
                    </a:cubicBezTo>
                    <a:cubicBezTo>
                      <a:pt x="1147619" y="523596"/>
                      <a:pt x="1315028" y="1098559"/>
                      <a:pt x="1482437" y="1673523"/>
                    </a:cubicBezTo>
                  </a:path>
                </a:pathLst>
              </a:custGeom>
              <a:noFill/>
              <a:ln w="19050">
                <a:solidFill>
                  <a:srgbClr val="0064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任意多边形: 形状 38">
                <a:extLst>
                  <a:ext uri="{FF2B5EF4-FFF2-40B4-BE49-F238E27FC236}">
                    <a16:creationId xmlns:a16="http://schemas.microsoft.com/office/drawing/2014/main" id="{83F2B1C4-05EC-48BD-AF10-922AD163E9E8}"/>
                  </a:ext>
                </a:extLst>
              </p:cNvPr>
              <p:cNvSpPr/>
              <p:nvPr/>
            </p:nvSpPr>
            <p:spPr>
              <a:xfrm rot="10800000" flipV="1">
                <a:off x="2446449" y="3073640"/>
                <a:ext cx="691064" cy="1073546"/>
              </a:xfrm>
              <a:custGeom>
                <a:avLst/>
                <a:gdLst>
                  <a:gd name="connsiteX0" fmla="*/ 0 w 1482437"/>
                  <a:gd name="connsiteY0" fmla="*/ 10978 h 1673523"/>
                  <a:gd name="connsiteX1" fmla="*/ 900546 w 1482437"/>
                  <a:gd name="connsiteY1" fmla="*/ 246505 h 1673523"/>
                  <a:gd name="connsiteX2" fmla="*/ 1482437 w 1482437"/>
                  <a:gd name="connsiteY2" fmla="*/ 1673523 h 1673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82437" h="1673523">
                    <a:moveTo>
                      <a:pt x="0" y="10978"/>
                    </a:moveTo>
                    <a:cubicBezTo>
                      <a:pt x="326736" y="-9804"/>
                      <a:pt x="653473" y="-30586"/>
                      <a:pt x="900546" y="246505"/>
                    </a:cubicBezTo>
                    <a:cubicBezTo>
                      <a:pt x="1147619" y="523596"/>
                      <a:pt x="1315028" y="1098559"/>
                      <a:pt x="1482437" y="1673523"/>
                    </a:cubicBezTo>
                  </a:path>
                </a:pathLst>
              </a:custGeom>
              <a:noFill/>
              <a:ln w="19050">
                <a:solidFill>
                  <a:srgbClr val="0064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27" name="对象 26">
                <a:extLst>
                  <a:ext uri="{FF2B5EF4-FFF2-40B4-BE49-F238E27FC236}">
                    <a16:creationId xmlns:a16="http://schemas.microsoft.com/office/drawing/2014/main" id="{86DC0223-4537-4602-9F64-6E35F5E290D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27083153"/>
                  </p:ext>
                </p:extLst>
              </p:nvPr>
            </p:nvGraphicFramePr>
            <p:xfrm>
              <a:off x="3747566" y="2331499"/>
              <a:ext cx="630238" cy="3524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558" name="Equation" r:id="rId16" imgW="647640" imgH="342720" progId="Equation.DSMT4">
                      <p:embed/>
                    </p:oleObj>
                  </mc:Choice>
                  <mc:Fallback>
                    <p:oleObj name="Equation" r:id="rId16" imgW="647640" imgH="342720" progId="Equation.DSMT4">
                      <p:embed/>
                      <p:pic>
                        <p:nvPicPr>
                          <p:cNvPr id="16" name="对象 15">
                            <a:extLst>
                              <a:ext uri="{FF2B5EF4-FFF2-40B4-BE49-F238E27FC236}">
                                <a16:creationId xmlns:a16="http://schemas.microsoft.com/office/drawing/2014/main" id="{58BFF333-C856-4BA4-9AF9-334646B6A32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47566" y="2331499"/>
                            <a:ext cx="630238" cy="3524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FC6ACD58-F993-49E3-B7FF-CD5F280F56F7}"/>
                </a:ext>
              </a:extLst>
            </p:cNvPr>
            <p:cNvGrpSpPr/>
            <p:nvPr/>
          </p:nvGrpSpPr>
          <p:grpSpPr>
            <a:xfrm>
              <a:off x="4760782" y="2692906"/>
              <a:ext cx="3888431" cy="461665"/>
              <a:chOff x="7526395" y="1998630"/>
              <a:chExt cx="3888431" cy="461665"/>
            </a:xfrm>
          </p:grpSpPr>
          <p:sp>
            <p:nvSpPr>
              <p:cNvPr id="18" name="文本框 50">
                <a:extLst>
                  <a:ext uri="{FF2B5EF4-FFF2-40B4-BE49-F238E27FC236}">
                    <a16:creationId xmlns:a16="http://schemas.microsoft.com/office/drawing/2014/main" id="{94BCD32F-7A47-43E8-BD5C-A55623197B4B}"/>
                  </a:ext>
                </a:extLst>
              </p:cNvPr>
              <p:cNvSpPr txBox="1"/>
              <p:nvPr/>
            </p:nvSpPr>
            <p:spPr>
              <a:xfrm>
                <a:off x="7526395" y="1998630"/>
                <a:ext cx="388843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是驻点，但非极值点．</a:t>
                </a:r>
                <a:endParaRPr lang="zh-CN" altLang="en-US" sz="2400" b="1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graphicFrame>
            <p:nvGraphicFramePr>
              <p:cNvPr id="19" name="对象 18">
                <a:extLst>
                  <a:ext uri="{FF2B5EF4-FFF2-40B4-BE49-F238E27FC236}">
                    <a16:creationId xmlns:a16="http://schemas.microsoft.com/office/drawing/2014/main" id="{20557C90-2E81-491B-862F-962BF9F82B7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23228438"/>
                  </p:ext>
                </p:extLst>
              </p:nvPr>
            </p:nvGraphicFramePr>
            <p:xfrm>
              <a:off x="7573443" y="2117891"/>
              <a:ext cx="647700" cy="2762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559" name="Equation" r:id="rId18" imgW="647700" imgH="279400" progId="Equation.DSMT4">
                      <p:embed/>
                    </p:oleObj>
                  </mc:Choice>
                  <mc:Fallback>
                    <p:oleObj name="Equation" r:id="rId18" imgW="647700" imgH="279400" progId="Equation.DSMT4">
                      <p:embed/>
                      <p:pic>
                        <p:nvPicPr>
                          <p:cNvPr id="8" name="对象 7">
                            <a:extLst>
                              <a:ext uri="{FF2B5EF4-FFF2-40B4-BE49-F238E27FC236}">
                                <a16:creationId xmlns:a16="http://schemas.microsoft.com/office/drawing/2014/main" id="{52A9B06E-2690-4888-92CF-0AF6D7C1FCA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73443" y="2117891"/>
                            <a:ext cx="647700" cy="2762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3989528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49">
            <a:extLst>
              <a:ext uri="{FF2B5EF4-FFF2-40B4-BE49-F238E27FC236}">
                <a16:creationId xmlns:a16="http://schemas.microsoft.com/office/drawing/2014/main" id="{05140B15-03A6-4916-9EDE-E79689C78B3B}"/>
              </a:ext>
            </a:extLst>
          </p:cNvPr>
          <p:cNvSpPr txBox="1"/>
          <p:nvPr/>
        </p:nvSpPr>
        <p:spPr>
          <a:xfrm>
            <a:off x="796491" y="321066"/>
            <a:ext cx="10662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定理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800" b="1" dirty="0">
              <a:solidFill>
                <a:srgbClr val="0064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C861D1F-D231-451F-98C5-25CE4F1A3F47}"/>
              </a:ext>
            </a:extLst>
          </p:cNvPr>
          <p:cNvGrpSpPr/>
          <p:nvPr/>
        </p:nvGrpSpPr>
        <p:grpSpPr>
          <a:xfrm>
            <a:off x="117735" y="788988"/>
            <a:ext cx="8698867" cy="554037"/>
            <a:chOff x="189743" y="1512855"/>
            <a:chExt cx="8698867" cy="554037"/>
          </a:xfrm>
        </p:grpSpPr>
        <p:sp>
          <p:nvSpPr>
            <p:cNvPr id="5" name="文本框 20">
              <a:extLst>
                <a:ext uri="{FF2B5EF4-FFF2-40B4-BE49-F238E27FC236}">
                  <a16:creationId xmlns:a16="http://schemas.microsoft.com/office/drawing/2014/main" id="{E16AC7FC-E79D-4CE7-895F-5543808BBE39}"/>
                </a:ext>
              </a:extLst>
            </p:cNvPr>
            <p:cNvSpPr txBox="1"/>
            <p:nvPr/>
          </p:nvSpPr>
          <p:spPr>
            <a:xfrm>
              <a:off x="189743" y="1591254"/>
              <a:ext cx="86988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点  的某去心邻域      内</a:t>
              </a:r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可导</a:t>
              </a:r>
              <a:r>
                <a:rPr lang="zh-CN" altLang="en-US" sz="2400" b="1" dirty="0">
                  <a:latin typeface="+mn-ea"/>
                </a:rPr>
                <a:t>， 为函数的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</a:rPr>
                <a:t>驻点或不可导点</a:t>
              </a:r>
              <a:r>
                <a:rPr lang="en-US" altLang="zh-CN" sz="2400" b="1" dirty="0">
                  <a:latin typeface="+mn-ea"/>
                </a:rPr>
                <a:t>.</a:t>
              </a:r>
              <a:endParaRPr lang="zh-CN" altLang="en-US" sz="2400" b="1" dirty="0">
                <a:solidFill>
                  <a:schemeClr val="tx1"/>
                </a:solidFill>
                <a:latin typeface="+mn-ea"/>
              </a:endParaRPr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91587E02-D9AF-4712-A41B-DBF214B499F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0966011"/>
                </p:ext>
              </p:extLst>
            </p:nvPr>
          </p:nvGraphicFramePr>
          <p:xfrm>
            <a:off x="2862833" y="1512855"/>
            <a:ext cx="752475" cy="5540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35" name="Equation" r:id="rId3" imgW="749160" imgH="558720" progId="Equation.DSMT4">
                    <p:embed/>
                  </p:oleObj>
                </mc:Choice>
                <mc:Fallback>
                  <p:oleObj name="Equation" r:id="rId3" imgW="749160" imgH="558720" progId="Equation.DSMT4">
                    <p:embed/>
                    <p:pic>
                      <p:nvPicPr>
                        <p:cNvPr id="8" name="对象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2833" y="1512855"/>
                          <a:ext cx="752475" cy="5540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FAA2CBD3-8643-4718-BBBE-310DA866E44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11773076"/>
                </p:ext>
              </p:extLst>
            </p:nvPr>
          </p:nvGraphicFramePr>
          <p:xfrm>
            <a:off x="611560" y="1658923"/>
            <a:ext cx="284163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36" name="Equation" r:id="rId5" imgW="279279" imgH="380835" progId="Equation.DSMT4">
                    <p:embed/>
                  </p:oleObj>
                </mc:Choice>
                <mc:Fallback>
                  <p:oleObj name="Equation" r:id="rId5" imgW="279279" imgH="380835" progId="Equation.DSMT4">
                    <p:embed/>
                    <p:pic>
                      <p:nvPicPr>
                        <p:cNvPr id="9" name="对象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1560" y="1658923"/>
                          <a:ext cx="284163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46400B2B-9D58-4D13-A97A-B57E69E6FD8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7719819"/>
                </p:ext>
              </p:extLst>
            </p:nvPr>
          </p:nvGraphicFramePr>
          <p:xfrm>
            <a:off x="4771573" y="1653511"/>
            <a:ext cx="284163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37" name="Equation" r:id="rId7" imgW="279279" imgH="380835" progId="Equation.DSMT4">
                    <p:embed/>
                  </p:oleObj>
                </mc:Choice>
                <mc:Fallback>
                  <p:oleObj name="Equation" r:id="rId7" imgW="279279" imgH="380835" progId="Equation.DSMT4">
                    <p:embed/>
                    <p:pic>
                      <p:nvPicPr>
                        <p:cNvPr id="10" name="对象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1573" y="1653511"/>
                          <a:ext cx="284163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0B81C21F-9BFD-44CB-86C0-4D1EE6F03E71}"/>
              </a:ext>
            </a:extLst>
          </p:cNvPr>
          <p:cNvGrpSpPr/>
          <p:nvPr/>
        </p:nvGrpSpPr>
        <p:grpSpPr>
          <a:xfrm>
            <a:off x="117735" y="1379538"/>
            <a:ext cx="3374145" cy="552450"/>
            <a:chOff x="189743" y="2158892"/>
            <a:chExt cx="3374145" cy="552450"/>
          </a:xfrm>
        </p:grpSpPr>
        <p:sp>
          <p:nvSpPr>
            <p:cNvPr id="10" name="文本框 21">
              <a:extLst>
                <a:ext uri="{FF2B5EF4-FFF2-40B4-BE49-F238E27FC236}">
                  <a16:creationId xmlns:a16="http://schemas.microsoft.com/office/drawing/2014/main" id="{F07DE3AA-F44E-4644-8CEE-976F8D4DAB3E}"/>
                </a:ext>
              </a:extLst>
            </p:cNvPr>
            <p:cNvSpPr txBox="1"/>
            <p:nvPr/>
          </p:nvSpPr>
          <p:spPr>
            <a:xfrm>
              <a:off x="189743" y="2229721"/>
              <a:ext cx="33741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如果在     内有</a:t>
              </a:r>
              <a:endParaRPr lang="zh-CN" altLang="en-US" sz="2400" b="1" dirty="0">
                <a:solidFill>
                  <a:schemeClr val="tx1"/>
                </a:solidFill>
                <a:latin typeface="+mn-ea"/>
              </a:endParaRP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4B4861E3-F997-4DED-9FE5-42BCF1D74FB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70508324"/>
                </p:ext>
              </p:extLst>
            </p:nvPr>
          </p:nvGraphicFramePr>
          <p:xfrm>
            <a:off x="1221358" y="2158892"/>
            <a:ext cx="750888" cy="552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38" name="Equation" r:id="rId8" imgW="749160" imgH="558720" progId="Equation.DSMT4">
                    <p:embed/>
                  </p:oleObj>
                </mc:Choice>
                <mc:Fallback>
                  <p:oleObj name="Equation" r:id="rId8" imgW="749160" imgH="558720" progId="Equation.DSMT4">
                    <p:embed/>
                    <p:pic>
                      <p:nvPicPr>
                        <p:cNvPr id="13" name="对象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1358" y="2158892"/>
                          <a:ext cx="750888" cy="5524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文本框 19">
            <a:extLst>
              <a:ext uri="{FF2B5EF4-FFF2-40B4-BE49-F238E27FC236}">
                <a16:creationId xmlns:a16="http://schemas.microsoft.com/office/drawing/2014/main" id="{79118C93-8499-4627-A5C4-C8C015C424B0}"/>
              </a:ext>
            </a:extLst>
          </p:cNvPr>
          <p:cNvSpPr txBox="1"/>
          <p:nvPr/>
        </p:nvSpPr>
        <p:spPr>
          <a:xfrm>
            <a:off x="1547664" y="339502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第一充分条件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91F19A7-743B-4874-BD75-9138F3D1A489}"/>
              </a:ext>
            </a:extLst>
          </p:cNvPr>
          <p:cNvGrpSpPr/>
          <p:nvPr/>
        </p:nvGrpSpPr>
        <p:grpSpPr>
          <a:xfrm>
            <a:off x="4036614" y="355822"/>
            <a:ext cx="4716016" cy="461665"/>
            <a:chOff x="4427984" y="1052956"/>
            <a:chExt cx="4716016" cy="461665"/>
          </a:xfrm>
        </p:grpSpPr>
        <p:sp>
          <p:nvSpPr>
            <p:cNvPr id="14" name="文本框 19">
              <a:extLst>
                <a:ext uri="{FF2B5EF4-FFF2-40B4-BE49-F238E27FC236}">
                  <a16:creationId xmlns:a16="http://schemas.microsoft.com/office/drawing/2014/main" id="{57B62EE4-A1FC-45A2-9A63-C6D61706AE52}"/>
                </a:ext>
              </a:extLst>
            </p:cNvPr>
            <p:cNvSpPr txBox="1"/>
            <p:nvPr/>
          </p:nvSpPr>
          <p:spPr>
            <a:xfrm>
              <a:off x="4427984" y="1052956"/>
              <a:ext cx="4716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设函数    在点 </a:t>
              </a:r>
              <a:r>
                <a:rPr lang="zh-CN" altLang="en-US" sz="2400" b="1" dirty="0">
                  <a:solidFill>
                    <a:schemeClr val="tx2"/>
                  </a:solidFill>
                  <a:latin typeface="+mn-ea"/>
                </a:rPr>
                <a:t>  </a:t>
              </a:r>
              <a:r>
                <a:rPr lang="zh-CN" altLang="en-US" sz="2400" b="1" dirty="0">
                  <a:latin typeface="+mn-ea"/>
                </a:rPr>
                <a:t>处</a:t>
              </a:r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连续</a:t>
              </a:r>
              <a:r>
                <a:rPr lang="zh-CN" altLang="en-US" sz="2400" b="1" dirty="0">
                  <a:latin typeface="+mn-ea"/>
                </a:rPr>
                <a:t>，且在</a:t>
              </a:r>
              <a:endParaRPr lang="zh-CN" altLang="en-US" sz="2400" b="1" dirty="0">
                <a:solidFill>
                  <a:schemeClr val="tx1"/>
                </a:solidFill>
                <a:latin typeface="+mn-ea"/>
              </a:endParaRP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115DE202-CCA8-4DE2-871E-F88385C19DC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28266211"/>
                </p:ext>
              </p:extLst>
            </p:nvPr>
          </p:nvGraphicFramePr>
          <p:xfrm>
            <a:off x="5436096" y="1151905"/>
            <a:ext cx="6223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39" name="Equation" r:id="rId10" imgW="622030" imgH="342751" progId="Equation.DSMT4">
                    <p:embed/>
                  </p:oleObj>
                </mc:Choice>
                <mc:Fallback>
                  <p:oleObj name="Equation" r:id="rId10" imgW="622030" imgH="342751" progId="Equation.DSMT4">
                    <p:embed/>
                    <p:pic>
                      <p:nvPicPr>
                        <p:cNvPr id="42" name="对象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36096" y="1151905"/>
                          <a:ext cx="6223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B06747A7-7DDD-4BE5-AA07-057E1BEE42D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04644499"/>
                </p:ext>
              </p:extLst>
            </p:nvPr>
          </p:nvGraphicFramePr>
          <p:xfrm>
            <a:off x="6736109" y="1125598"/>
            <a:ext cx="284163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40" name="Equation" r:id="rId12" imgW="279279" imgH="380835" progId="Equation.DSMT4">
                    <p:embed/>
                  </p:oleObj>
                </mc:Choice>
                <mc:Fallback>
                  <p:oleObj name="Equation" r:id="rId12" imgW="279279" imgH="380835" progId="Equation.DSMT4">
                    <p:embed/>
                    <p:pic>
                      <p:nvPicPr>
                        <p:cNvPr id="43" name="对象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36109" y="1125598"/>
                          <a:ext cx="284163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37EBA06-4167-4B9B-9932-4DF8C190EC2F}"/>
              </a:ext>
            </a:extLst>
          </p:cNvPr>
          <p:cNvGrpSpPr/>
          <p:nvPr/>
        </p:nvGrpSpPr>
        <p:grpSpPr>
          <a:xfrm>
            <a:off x="755576" y="2019341"/>
            <a:ext cx="6984998" cy="458429"/>
            <a:chOff x="827362" y="2719553"/>
            <a:chExt cx="6984998" cy="458429"/>
          </a:xfrm>
        </p:grpSpPr>
        <p:sp>
          <p:nvSpPr>
            <p:cNvPr id="18" name="文本框 46">
              <a:extLst>
                <a:ext uri="{FF2B5EF4-FFF2-40B4-BE49-F238E27FC236}">
                  <a16:creationId xmlns:a16="http://schemas.microsoft.com/office/drawing/2014/main" id="{C181D7BC-8CA7-4AAA-8BC6-3CB56A1024D4}"/>
                </a:ext>
              </a:extLst>
            </p:cNvPr>
            <p:cNvSpPr txBox="1"/>
            <p:nvPr/>
          </p:nvSpPr>
          <p:spPr>
            <a:xfrm>
              <a:off x="827362" y="2719553"/>
              <a:ext cx="6984998" cy="458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(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)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在  的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左侧      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，而在 </a:t>
              </a:r>
              <a:r>
                <a:rPr kumimoji="0" lang="zh-CN" altLang="en-US" sz="2400" b="1" i="0" u="none" strike="noStrike" kern="120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的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右侧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       ，</a:t>
              </a:r>
              <a:r>
                <a:rPr kumimoji="0" lang="zh-CN" altLang="en-US" sz="2400" b="1" i="0" u="none" strike="noStrike" kern="120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     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96D6A1CE-145E-4DF7-9C41-592D8C18270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3063410"/>
                </p:ext>
              </p:extLst>
            </p:nvPr>
          </p:nvGraphicFramePr>
          <p:xfrm>
            <a:off x="1718764" y="2787774"/>
            <a:ext cx="284163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41" name="Equation" r:id="rId13" imgW="279279" imgH="380835" progId="Equation.DSMT4">
                    <p:embed/>
                  </p:oleObj>
                </mc:Choice>
                <mc:Fallback>
                  <p:oleObj name="Equation" r:id="rId13" imgW="279279" imgH="380835" progId="Equation.DSMT4">
                    <p:embed/>
                    <p:pic>
                      <p:nvPicPr>
                        <p:cNvPr id="16" name="对象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8764" y="2787774"/>
                          <a:ext cx="284163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81B8EAA0-981E-45E2-9BD0-3FBDFAA63F5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79175691"/>
                </p:ext>
              </p:extLst>
            </p:nvPr>
          </p:nvGraphicFramePr>
          <p:xfrm>
            <a:off x="2914650" y="2785459"/>
            <a:ext cx="11430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42" name="Equation" r:id="rId14" imgW="1143000" imgH="355320" progId="Equation.DSMT4">
                    <p:embed/>
                  </p:oleObj>
                </mc:Choice>
                <mc:Fallback>
                  <p:oleObj name="Equation" r:id="rId14" imgW="1143000" imgH="355320" progId="Equation.DSMT4">
                    <p:embed/>
                    <p:pic>
                      <p:nvPicPr>
                        <p:cNvPr id="17" name="对象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4650" y="2785459"/>
                          <a:ext cx="1143000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BB998BF6-3CE2-4BB6-BD73-4DED5818D8E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96008255"/>
                </p:ext>
              </p:extLst>
            </p:nvPr>
          </p:nvGraphicFramePr>
          <p:xfrm>
            <a:off x="5079925" y="2787774"/>
            <a:ext cx="284163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43" name="Equation" r:id="rId16" imgW="279279" imgH="380835" progId="Equation.DSMT4">
                    <p:embed/>
                  </p:oleObj>
                </mc:Choice>
                <mc:Fallback>
                  <p:oleObj name="Equation" r:id="rId16" imgW="279279" imgH="380835" progId="Equation.DSMT4">
                    <p:embed/>
                    <p:pic>
                      <p:nvPicPr>
                        <p:cNvPr id="18" name="对象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9925" y="2787774"/>
                          <a:ext cx="284163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94A26A4C-154E-4D3B-8930-F115AE4ABD5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74188564"/>
                </p:ext>
              </p:extLst>
            </p:nvPr>
          </p:nvGraphicFramePr>
          <p:xfrm>
            <a:off x="6307732" y="2791561"/>
            <a:ext cx="1144588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44" name="Equation" r:id="rId17" imgW="1143000" imgH="355320" progId="Equation.DSMT4">
                    <p:embed/>
                  </p:oleObj>
                </mc:Choice>
                <mc:Fallback>
                  <p:oleObj name="Equation" r:id="rId17" imgW="1143000" imgH="355320" progId="Equation.DSMT4">
                    <p:embed/>
                    <p:pic>
                      <p:nvPicPr>
                        <p:cNvPr id="19" name="对象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07732" y="2791561"/>
                          <a:ext cx="1144588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1DCB03A-EBF4-4F13-B8E4-656392BDA131}"/>
              </a:ext>
            </a:extLst>
          </p:cNvPr>
          <p:cNvGrpSpPr/>
          <p:nvPr/>
        </p:nvGrpSpPr>
        <p:grpSpPr>
          <a:xfrm>
            <a:off x="279823" y="2525921"/>
            <a:ext cx="4032670" cy="468321"/>
            <a:chOff x="179290" y="3471581"/>
            <a:chExt cx="4032670" cy="468321"/>
          </a:xfrm>
        </p:grpSpPr>
        <p:sp>
          <p:nvSpPr>
            <p:cNvPr id="24" name="文本框 53">
              <a:extLst>
                <a:ext uri="{FF2B5EF4-FFF2-40B4-BE49-F238E27FC236}">
                  <a16:creationId xmlns:a16="http://schemas.microsoft.com/office/drawing/2014/main" id="{FE7E8F80-E718-4E07-9468-68B1E41C4FA1}"/>
                </a:ext>
              </a:extLst>
            </p:cNvPr>
            <p:cNvSpPr txBox="1"/>
            <p:nvPr/>
          </p:nvSpPr>
          <p:spPr>
            <a:xfrm>
              <a:off x="179290" y="3471581"/>
              <a:ext cx="4032670" cy="4683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kumimoji="0" lang="zh-CN" altLang="en-US" sz="2400" b="1" i="0" u="none" strike="noStrike" kern="120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则     为    的</a:t>
              </a:r>
              <a:r>
                <a:rPr kumimoji="0" lang="zh-CN" altLang="en-US" sz="2400" b="1" i="0" u="none" strike="noStrike" kern="1200" cap="none" spc="0" normalizeH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极大值</a:t>
              </a:r>
              <a:r>
                <a:rPr kumimoji="0" lang="zh-CN" altLang="en-US" sz="2400" b="1" i="0" u="none" strike="noStrike" kern="120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；      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283D3FBE-885D-42C7-A279-5C34AA25C2C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1791749"/>
                </p:ext>
              </p:extLst>
            </p:nvPr>
          </p:nvGraphicFramePr>
          <p:xfrm>
            <a:off x="595040" y="3536882"/>
            <a:ext cx="736600" cy="376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45" name="Equation" r:id="rId19" imgW="736600" imgH="381000" progId="Equation.DSMT4">
                    <p:embed/>
                  </p:oleObj>
                </mc:Choice>
                <mc:Fallback>
                  <p:oleObj name="Equation" r:id="rId19" imgW="736600" imgH="381000" progId="Equation.DSMT4">
                    <p:embed/>
                    <p:pic>
                      <p:nvPicPr>
                        <p:cNvPr id="22" name="对象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5040" y="3536882"/>
                          <a:ext cx="736600" cy="3762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4EBFA298-BC56-4321-BF36-18A2B96844C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5731588"/>
                </p:ext>
              </p:extLst>
            </p:nvPr>
          </p:nvGraphicFramePr>
          <p:xfrm>
            <a:off x="1672809" y="3569702"/>
            <a:ext cx="6223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46" name="Equation" r:id="rId21" imgW="622030" imgH="342751" progId="Equation.DSMT4">
                    <p:embed/>
                  </p:oleObj>
                </mc:Choice>
                <mc:Fallback>
                  <p:oleObj name="Equation" r:id="rId21" imgW="622030" imgH="342751" progId="Equation.DSMT4">
                    <p:embed/>
                    <p:pic>
                      <p:nvPicPr>
                        <p:cNvPr id="23" name="对象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2809" y="3569702"/>
                          <a:ext cx="6223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17358A1E-9CB6-4264-B052-57DAB769D9D7}"/>
              </a:ext>
            </a:extLst>
          </p:cNvPr>
          <p:cNvGrpSpPr/>
          <p:nvPr/>
        </p:nvGrpSpPr>
        <p:grpSpPr>
          <a:xfrm>
            <a:off x="767258" y="3039235"/>
            <a:ext cx="7236915" cy="461665"/>
            <a:chOff x="791469" y="4014350"/>
            <a:chExt cx="7236915" cy="461665"/>
          </a:xfrm>
        </p:grpSpPr>
        <p:sp>
          <p:nvSpPr>
            <p:cNvPr id="28" name="文本框 63">
              <a:extLst>
                <a:ext uri="{FF2B5EF4-FFF2-40B4-BE49-F238E27FC236}">
                  <a16:creationId xmlns:a16="http://schemas.microsoft.com/office/drawing/2014/main" id="{36DA2464-B4A1-467B-82C4-02A958D5E900}"/>
                </a:ext>
              </a:extLst>
            </p:cNvPr>
            <p:cNvSpPr txBox="1"/>
            <p:nvPr/>
          </p:nvSpPr>
          <p:spPr>
            <a:xfrm>
              <a:off x="791469" y="4014350"/>
              <a:ext cx="72369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(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)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在  的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左侧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      ，而在 </a:t>
              </a:r>
              <a:r>
                <a:rPr kumimoji="0" lang="zh-CN" altLang="en-US" sz="2400" b="1" i="0" u="none" strike="noStrike" kern="120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的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右侧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       ，</a:t>
              </a:r>
              <a:r>
                <a:rPr kumimoji="0" lang="zh-CN" altLang="en-US" sz="2400" b="1" i="0" u="none" strike="noStrike" kern="120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     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A7F766FE-E034-4582-8766-AEBA2ED2CA9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4984532"/>
                </p:ext>
              </p:extLst>
            </p:nvPr>
          </p:nvGraphicFramePr>
          <p:xfrm>
            <a:off x="1682871" y="4071709"/>
            <a:ext cx="284163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47" name="Equation" r:id="rId22" imgW="279279" imgH="380835" progId="Equation.DSMT4">
                    <p:embed/>
                  </p:oleObj>
                </mc:Choice>
                <mc:Fallback>
                  <p:oleObj name="Equation" r:id="rId22" imgW="279279" imgH="380835" progId="Equation.DSMT4">
                    <p:embed/>
                    <p:pic>
                      <p:nvPicPr>
                        <p:cNvPr id="26" name="对象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2871" y="4071709"/>
                          <a:ext cx="284163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2EA240AB-65C3-4ED1-9C84-8CFE7F61F4A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8031030"/>
                </p:ext>
              </p:extLst>
            </p:nvPr>
          </p:nvGraphicFramePr>
          <p:xfrm>
            <a:off x="2917825" y="4087813"/>
            <a:ext cx="11430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48" name="Equation" r:id="rId23" imgW="1143000" imgH="355320" progId="Equation.DSMT4">
                    <p:embed/>
                  </p:oleObj>
                </mc:Choice>
                <mc:Fallback>
                  <p:oleObj name="Equation" r:id="rId23" imgW="1143000" imgH="355320" progId="Equation.DSMT4">
                    <p:embed/>
                    <p:pic>
                      <p:nvPicPr>
                        <p:cNvPr id="27" name="对象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7825" y="4087813"/>
                          <a:ext cx="1143000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00163A83-EE8A-4FE1-A389-6F423F195B5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0933492"/>
                </p:ext>
              </p:extLst>
            </p:nvPr>
          </p:nvGraphicFramePr>
          <p:xfrm>
            <a:off x="5069765" y="4081619"/>
            <a:ext cx="284163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49" name="Equation" r:id="rId25" imgW="279279" imgH="380835" progId="Equation.DSMT4">
                    <p:embed/>
                  </p:oleObj>
                </mc:Choice>
                <mc:Fallback>
                  <p:oleObj name="Equation" r:id="rId25" imgW="279279" imgH="380835" progId="Equation.DSMT4">
                    <p:embed/>
                    <p:pic>
                      <p:nvPicPr>
                        <p:cNvPr id="28" name="对象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69765" y="4081619"/>
                          <a:ext cx="284163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421189A1-706B-4AC0-87AE-EA5C1A886E4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58979646"/>
                </p:ext>
              </p:extLst>
            </p:nvPr>
          </p:nvGraphicFramePr>
          <p:xfrm>
            <a:off x="6292850" y="4083828"/>
            <a:ext cx="11430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50" name="Equation" r:id="rId26" imgW="1143000" imgH="355320" progId="Equation.DSMT4">
                    <p:embed/>
                  </p:oleObj>
                </mc:Choice>
                <mc:Fallback>
                  <p:oleObj name="Equation" r:id="rId26" imgW="1143000" imgH="355320" progId="Equation.DSMT4">
                    <p:embed/>
                    <p:pic>
                      <p:nvPicPr>
                        <p:cNvPr id="29" name="对象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92850" y="4083828"/>
                          <a:ext cx="1143000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492C8162-C01F-4DD0-BBC3-3E843B607D92}"/>
              </a:ext>
            </a:extLst>
          </p:cNvPr>
          <p:cNvGrpSpPr/>
          <p:nvPr/>
        </p:nvGrpSpPr>
        <p:grpSpPr>
          <a:xfrm>
            <a:off x="143596" y="3571271"/>
            <a:ext cx="4284587" cy="461665"/>
            <a:chOff x="143397" y="4652531"/>
            <a:chExt cx="4284587" cy="461665"/>
          </a:xfrm>
        </p:grpSpPr>
        <p:sp>
          <p:nvSpPr>
            <p:cNvPr id="34" name="文本框 68">
              <a:extLst>
                <a:ext uri="{FF2B5EF4-FFF2-40B4-BE49-F238E27FC236}">
                  <a16:creationId xmlns:a16="http://schemas.microsoft.com/office/drawing/2014/main" id="{1F4890E3-E785-42BF-BA3A-DFC5E08B8D45}"/>
                </a:ext>
              </a:extLst>
            </p:cNvPr>
            <p:cNvSpPr txBox="1"/>
            <p:nvPr/>
          </p:nvSpPr>
          <p:spPr>
            <a:xfrm>
              <a:off x="143397" y="4652531"/>
              <a:ext cx="42845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kumimoji="0" lang="zh-CN" altLang="en-US" sz="2400" b="1" i="0" u="none" strike="noStrike" kern="120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则     为    的</a:t>
              </a:r>
              <a:r>
                <a:rPr kumimoji="0" lang="zh-CN" altLang="en-US" sz="2400" b="1" i="0" u="none" strike="noStrike" kern="1200" cap="none" spc="0" normalizeH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极小值</a:t>
              </a:r>
              <a:r>
                <a:rPr kumimoji="0" lang="zh-CN" altLang="en-US" sz="2400" b="1" i="0" u="none" strike="noStrike" kern="120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；      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35" name="对象 34">
              <a:extLst>
                <a:ext uri="{FF2B5EF4-FFF2-40B4-BE49-F238E27FC236}">
                  <a16:creationId xmlns:a16="http://schemas.microsoft.com/office/drawing/2014/main" id="{23E2E186-DC37-41D8-9881-A23E63C3ED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25589714"/>
                </p:ext>
              </p:extLst>
            </p:nvPr>
          </p:nvGraphicFramePr>
          <p:xfrm>
            <a:off x="518145" y="4731990"/>
            <a:ext cx="736600" cy="376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51" name="Equation" r:id="rId28" imgW="736600" imgH="381000" progId="Equation.DSMT4">
                    <p:embed/>
                  </p:oleObj>
                </mc:Choice>
                <mc:Fallback>
                  <p:oleObj name="Equation" r:id="rId28" imgW="736600" imgH="381000" progId="Equation.DSMT4">
                    <p:embed/>
                    <p:pic>
                      <p:nvPicPr>
                        <p:cNvPr id="32" name="对象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145" y="4731990"/>
                          <a:ext cx="736600" cy="3762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对象 35">
              <a:extLst>
                <a:ext uri="{FF2B5EF4-FFF2-40B4-BE49-F238E27FC236}">
                  <a16:creationId xmlns:a16="http://schemas.microsoft.com/office/drawing/2014/main" id="{375F57B0-4EE8-4CB9-9D02-ACBEB099A9C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84427489"/>
                </p:ext>
              </p:extLst>
            </p:nvPr>
          </p:nvGraphicFramePr>
          <p:xfrm>
            <a:off x="1588304" y="4754156"/>
            <a:ext cx="6223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52" name="Equation" r:id="rId30" imgW="622030" imgH="342751" progId="Equation.DSMT4">
                    <p:embed/>
                  </p:oleObj>
                </mc:Choice>
                <mc:Fallback>
                  <p:oleObj name="Equation" r:id="rId30" imgW="622030" imgH="342751" progId="Equation.DSMT4">
                    <p:embed/>
                    <p:pic>
                      <p:nvPicPr>
                        <p:cNvPr id="33" name="对象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8304" y="4754156"/>
                          <a:ext cx="6223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CF9D6052-CCE9-4714-B519-E284FC2E22F2}"/>
              </a:ext>
            </a:extLst>
          </p:cNvPr>
          <p:cNvGrpSpPr/>
          <p:nvPr/>
        </p:nvGrpSpPr>
        <p:grpSpPr>
          <a:xfrm>
            <a:off x="732855" y="4163545"/>
            <a:ext cx="7921102" cy="461665"/>
            <a:chOff x="967427" y="625300"/>
            <a:chExt cx="7921102" cy="461665"/>
          </a:xfrm>
        </p:grpSpPr>
        <p:sp>
          <p:nvSpPr>
            <p:cNvPr id="38" name="文本框 72">
              <a:extLst>
                <a:ext uri="{FF2B5EF4-FFF2-40B4-BE49-F238E27FC236}">
                  <a16:creationId xmlns:a16="http://schemas.microsoft.com/office/drawing/2014/main" id="{54EB26E9-0830-451E-B08E-0E6D2F74465F}"/>
                </a:ext>
              </a:extLst>
            </p:cNvPr>
            <p:cNvSpPr txBox="1"/>
            <p:nvPr/>
          </p:nvSpPr>
          <p:spPr>
            <a:xfrm>
              <a:off x="967427" y="625300"/>
              <a:ext cx="79211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(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)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在  的两侧     的符号保持不变，则     不是极值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.</a:t>
              </a:r>
              <a:r>
                <a:rPr kumimoji="0" lang="zh-CN" altLang="en-US" sz="2400" b="1" i="0" u="none" strike="noStrike" kern="120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     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39" name="对象 38">
              <a:extLst>
                <a:ext uri="{FF2B5EF4-FFF2-40B4-BE49-F238E27FC236}">
                  <a16:creationId xmlns:a16="http://schemas.microsoft.com/office/drawing/2014/main" id="{DBA79544-9F4A-426F-80D5-AC5300D18CE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9280584"/>
                </p:ext>
              </p:extLst>
            </p:nvPr>
          </p:nvGraphicFramePr>
          <p:xfrm>
            <a:off x="1856783" y="665632"/>
            <a:ext cx="284163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53" name="Equation" r:id="rId31" imgW="279279" imgH="380835" progId="Equation.DSMT4">
                    <p:embed/>
                  </p:oleObj>
                </mc:Choice>
                <mc:Fallback>
                  <p:oleObj name="Equation" r:id="rId31" imgW="279279" imgH="380835" progId="Equation.DSMT4">
                    <p:embed/>
                    <p:pic>
                      <p:nvPicPr>
                        <p:cNvPr id="36" name="对象 35">
                          <a:extLst>
                            <a:ext uri="{FF2B5EF4-FFF2-40B4-BE49-F238E27FC236}">
                              <a16:creationId xmlns:a16="http://schemas.microsoft.com/office/drawing/2014/main" id="{CB7EE271-BFAE-4C22-A847-7A1556EC045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6783" y="665632"/>
                          <a:ext cx="284163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对象 39">
              <a:extLst>
                <a:ext uri="{FF2B5EF4-FFF2-40B4-BE49-F238E27FC236}">
                  <a16:creationId xmlns:a16="http://schemas.microsoft.com/office/drawing/2014/main" id="{540425C7-8788-477D-8292-BC445933FE6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6560892"/>
                </p:ext>
              </p:extLst>
            </p:nvPr>
          </p:nvGraphicFramePr>
          <p:xfrm>
            <a:off x="3024458" y="687388"/>
            <a:ext cx="687388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54" name="Equation" r:id="rId32" imgW="685800" imgH="355320" progId="Equation.DSMT4">
                    <p:embed/>
                  </p:oleObj>
                </mc:Choice>
                <mc:Fallback>
                  <p:oleObj name="Equation" r:id="rId32" imgW="685800" imgH="355320" progId="Equation.DSMT4">
                    <p:embed/>
                    <p:pic>
                      <p:nvPicPr>
                        <p:cNvPr id="37" name="对象 36">
                          <a:extLst>
                            <a:ext uri="{FF2B5EF4-FFF2-40B4-BE49-F238E27FC236}">
                              <a16:creationId xmlns:a16="http://schemas.microsoft.com/office/drawing/2014/main" id="{47379EA5-0833-4EE5-96DB-6C6223CD119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458" y="687388"/>
                          <a:ext cx="687388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" name="对象 40">
              <a:extLst>
                <a:ext uri="{FF2B5EF4-FFF2-40B4-BE49-F238E27FC236}">
                  <a16:creationId xmlns:a16="http://schemas.microsoft.com/office/drawing/2014/main" id="{1AED62AD-BE32-45D7-AFDB-D7BF00877A3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7525928"/>
                </p:ext>
              </p:extLst>
            </p:nvPr>
          </p:nvGraphicFramePr>
          <p:xfrm>
            <a:off x="6533903" y="684893"/>
            <a:ext cx="736600" cy="376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55" name="Equation" r:id="rId34" imgW="736560" imgH="380880" progId="Equation.DSMT4">
                    <p:embed/>
                  </p:oleObj>
                </mc:Choice>
                <mc:Fallback>
                  <p:oleObj name="Equation" r:id="rId34" imgW="736560" imgH="380880" progId="Equation.DSMT4">
                    <p:embed/>
                    <p:pic>
                      <p:nvPicPr>
                        <p:cNvPr id="38" name="对象 37">
                          <a:extLst>
                            <a:ext uri="{FF2B5EF4-FFF2-40B4-BE49-F238E27FC236}">
                              <a16:creationId xmlns:a16="http://schemas.microsoft.com/office/drawing/2014/main" id="{B0A5C065-93DF-409A-858A-096930CFF96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33903" y="684893"/>
                          <a:ext cx="736600" cy="3762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980375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7">
            <a:extLst>
              <a:ext uri="{FF2B5EF4-FFF2-40B4-BE49-F238E27FC236}">
                <a16:creationId xmlns:a16="http://schemas.microsoft.com/office/drawing/2014/main" id="{54E2088C-BB95-4C20-9DFA-FDBE86835548}"/>
              </a:ext>
            </a:extLst>
          </p:cNvPr>
          <p:cNvSpPr txBox="1"/>
          <p:nvPr/>
        </p:nvSpPr>
        <p:spPr>
          <a:xfrm>
            <a:off x="851021" y="555526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3" name="文本框 8">
            <a:extLst>
              <a:ext uri="{FF2B5EF4-FFF2-40B4-BE49-F238E27FC236}">
                <a16:creationId xmlns:a16="http://schemas.microsoft.com/office/drawing/2014/main" id="{29E7B52E-F34F-4A43-9AF7-DE0BAF8AC715}"/>
              </a:ext>
            </a:extLst>
          </p:cNvPr>
          <p:cNvSpPr txBox="1"/>
          <p:nvPr/>
        </p:nvSpPr>
        <p:spPr>
          <a:xfrm>
            <a:off x="1403648" y="555526"/>
            <a:ext cx="7374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对于情形⑴，根据函数单调性的判定法知，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80112016-5184-4123-8F41-144BD1D9AF3A}"/>
              </a:ext>
            </a:extLst>
          </p:cNvPr>
          <p:cNvGrpSpPr/>
          <p:nvPr/>
        </p:nvGrpSpPr>
        <p:grpSpPr>
          <a:xfrm>
            <a:off x="206254" y="3589445"/>
            <a:ext cx="4077714" cy="461665"/>
            <a:chOff x="248000" y="3723878"/>
            <a:chExt cx="4077714" cy="461665"/>
          </a:xfrm>
        </p:grpSpPr>
        <p:sp>
          <p:nvSpPr>
            <p:cNvPr id="5" name="文本框 18">
              <a:extLst>
                <a:ext uri="{FF2B5EF4-FFF2-40B4-BE49-F238E27FC236}">
                  <a16:creationId xmlns:a16="http://schemas.microsoft.com/office/drawing/2014/main" id="{90A1957A-78D8-4202-897F-133D3AA802E3}"/>
                </a:ext>
              </a:extLst>
            </p:cNvPr>
            <p:cNvSpPr txBox="1"/>
            <p:nvPr/>
          </p:nvSpPr>
          <p:spPr>
            <a:xfrm>
              <a:off x="248000" y="3723878"/>
              <a:ext cx="40777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因此     是    的极大值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.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    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DF71C15D-4C8D-4ACA-AAEC-967CDF0280E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61257263"/>
                </p:ext>
              </p:extLst>
            </p:nvPr>
          </p:nvGraphicFramePr>
          <p:xfrm>
            <a:off x="2051720" y="3816201"/>
            <a:ext cx="6223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29" name="Equation" r:id="rId3" imgW="622030" imgH="342751" progId="Equation.DSMT4">
                    <p:embed/>
                  </p:oleObj>
                </mc:Choice>
                <mc:Fallback>
                  <p:oleObj name="Equation" r:id="rId3" imgW="622030" imgH="342751" progId="Equation.DSMT4">
                    <p:embed/>
                    <p:pic>
                      <p:nvPicPr>
                        <p:cNvPr id="8" name="对象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1720" y="3816201"/>
                          <a:ext cx="6223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B2E675F6-5D1D-4754-8F23-2E297AFAAC9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26544077"/>
                </p:ext>
              </p:extLst>
            </p:nvPr>
          </p:nvGraphicFramePr>
          <p:xfrm>
            <a:off x="971600" y="3795886"/>
            <a:ext cx="736600" cy="376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30" name="Equation" r:id="rId5" imgW="736600" imgH="381000" progId="Equation.DSMT4">
                    <p:embed/>
                  </p:oleObj>
                </mc:Choice>
                <mc:Fallback>
                  <p:oleObj name="Equation" r:id="rId5" imgW="736600" imgH="381000" progId="Equation.DSMT4">
                    <p:embed/>
                    <p:pic>
                      <p:nvPicPr>
                        <p:cNvPr id="9" name="对象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1600" y="3795886"/>
                          <a:ext cx="736600" cy="3762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78CC39C9-C9CF-4CF7-A849-8420769EA866}"/>
              </a:ext>
            </a:extLst>
          </p:cNvPr>
          <p:cNvGrpSpPr/>
          <p:nvPr/>
        </p:nvGrpSpPr>
        <p:grpSpPr>
          <a:xfrm>
            <a:off x="123710" y="1225051"/>
            <a:ext cx="2440823" cy="461665"/>
            <a:chOff x="4013994" y="2429475"/>
            <a:chExt cx="2440823" cy="46166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6EB80E4-3805-4302-96C0-46A65748857D}"/>
                </a:ext>
              </a:extLst>
            </p:cNvPr>
            <p:cNvSpPr/>
            <p:nvPr/>
          </p:nvSpPr>
          <p:spPr>
            <a:xfrm>
              <a:off x="4013994" y="2429475"/>
              <a:ext cx="244082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在  左侧附近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,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              </a:t>
              </a:r>
              <a:endParaRPr lang="zh-CN" altLang="en-US" sz="2400" dirty="0"/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C721BB78-CB4C-40F1-8A2C-7E5E7721ED7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2339508"/>
                </p:ext>
              </p:extLst>
            </p:nvPr>
          </p:nvGraphicFramePr>
          <p:xfrm>
            <a:off x="4445805" y="2451206"/>
            <a:ext cx="284163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31" name="Equation" r:id="rId7" imgW="279279" imgH="380835" progId="Equation.DSMT4">
                    <p:embed/>
                  </p:oleObj>
                </mc:Choice>
                <mc:Fallback>
                  <p:oleObj name="Equation" r:id="rId7" imgW="279279" imgH="380835" progId="Equation.DSMT4">
                    <p:embed/>
                    <p:pic>
                      <p:nvPicPr>
                        <p:cNvPr id="12" name="对象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5805" y="2451206"/>
                          <a:ext cx="284163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27">
            <a:extLst>
              <a:ext uri="{FF2B5EF4-FFF2-40B4-BE49-F238E27FC236}">
                <a16:creationId xmlns:a16="http://schemas.microsoft.com/office/drawing/2014/main" id="{6D4A07AB-29B7-4631-AFFE-F7D2432ABDD0}"/>
              </a:ext>
            </a:extLst>
          </p:cNvPr>
          <p:cNvGrpSpPr/>
          <p:nvPr/>
        </p:nvGrpSpPr>
        <p:grpSpPr>
          <a:xfrm>
            <a:off x="90142" y="2375968"/>
            <a:ext cx="2440822" cy="470414"/>
            <a:chOff x="4013994" y="2420726"/>
            <a:chExt cx="2440822" cy="470414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DAA122F-A36F-49A9-A31D-F9D8463E5735}"/>
                </a:ext>
              </a:extLst>
            </p:cNvPr>
            <p:cNvSpPr/>
            <p:nvPr/>
          </p:nvSpPr>
          <p:spPr>
            <a:xfrm>
              <a:off x="4013994" y="2429475"/>
              <a:ext cx="244082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在  右侧附近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,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              </a:t>
              </a:r>
              <a:endParaRPr lang="zh-CN" altLang="en-US" sz="2400" dirty="0"/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A7434439-73F0-40C1-AF01-FCDDE0762AF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2914759"/>
                </p:ext>
              </p:extLst>
            </p:nvPr>
          </p:nvGraphicFramePr>
          <p:xfrm>
            <a:off x="4445805" y="2420726"/>
            <a:ext cx="284163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32" name="Equation" r:id="rId9" imgW="279279" imgH="380835" progId="Equation.DSMT4">
                    <p:embed/>
                  </p:oleObj>
                </mc:Choice>
                <mc:Fallback>
                  <p:oleObj name="Equation" r:id="rId9" imgW="279279" imgH="380835" progId="Equation.DSMT4">
                    <p:embed/>
                    <p:pic>
                      <p:nvPicPr>
                        <p:cNvPr id="15" name="对象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5805" y="2420726"/>
                          <a:ext cx="284163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840C4CBE-B645-4F7C-BE76-C63737F2B2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7777053"/>
              </p:ext>
            </p:extLst>
          </p:nvPr>
        </p:nvGraphicFramePr>
        <p:xfrm>
          <a:off x="5868144" y="2190750"/>
          <a:ext cx="10064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3" name="Equation" r:id="rId10" imgW="1002960" imgH="380880" progId="Equation.DSMT4">
                  <p:embed/>
                </p:oleObj>
              </mc:Choice>
              <mc:Fallback>
                <p:oleObj name="Equation" r:id="rId10" imgW="1002960" imgH="3808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9B1BC715-7F3E-410D-8A20-F3944D7369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144" y="2190750"/>
                        <a:ext cx="1006475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6BB3E542-3841-49AD-9ED3-BDC19BFD7F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2543785"/>
              </p:ext>
            </p:extLst>
          </p:nvPr>
        </p:nvGraphicFramePr>
        <p:xfrm>
          <a:off x="7844855" y="2163837"/>
          <a:ext cx="100488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4" name="Equation" r:id="rId12" imgW="1002960" imgH="380880" progId="Equation.DSMT4">
                  <p:embed/>
                </p:oleObj>
              </mc:Choice>
              <mc:Fallback>
                <p:oleObj name="Equation" r:id="rId12" imgW="1002960" imgH="38088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8E17B0BF-634F-401F-BA55-440DFF4518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4855" y="2163837"/>
                        <a:ext cx="1004887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709082A7-8CE8-4B03-AEB5-BF1B26BF13CD}"/>
              </a:ext>
            </a:extLst>
          </p:cNvPr>
          <p:cNvGrpSpPr/>
          <p:nvPr/>
        </p:nvGrpSpPr>
        <p:grpSpPr>
          <a:xfrm>
            <a:off x="6012160" y="1571700"/>
            <a:ext cx="2664296" cy="2008162"/>
            <a:chOff x="6084168" y="1820532"/>
            <a:chExt cx="2664296" cy="2008162"/>
          </a:xfrm>
        </p:grpSpPr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0CF7CEE3-0CFC-43FD-8313-B12759BBA8DC}"/>
                </a:ext>
              </a:extLst>
            </p:cNvPr>
            <p:cNvCxnSpPr/>
            <p:nvPr/>
          </p:nvCxnSpPr>
          <p:spPr>
            <a:xfrm>
              <a:off x="6870372" y="2253571"/>
              <a:ext cx="1008112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任意多边形 15">
              <a:extLst>
                <a:ext uri="{FF2B5EF4-FFF2-40B4-BE49-F238E27FC236}">
                  <a16:creationId xmlns:a16="http://schemas.microsoft.com/office/drawing/2014/main" id="{CEC58002-2E6E-49AB-88F4-DE4AE148CE9B}"/>
                </a:ext>
              </a:extLst>
            </p:cNvPr>
            <p:cNvSpPr/>
            <p:nvPr/>
          </p:nvSpPr>
          <p:spPr>
            <a:xfrm>
              <a:off x="6743724" y="2254704"/>
              <a:ext cx="1497591" cy="989700"/>
            </a:xfrm>
            <a:custGeom>
              <a:avLst/>
              <a:gdLst>
                <a:gd name="connsiteX0" fmla="*/ 0 w 1005017"/>
                <a:gd name="connsiteY0" fmla="*/ 1029942 h 1029942"/>
                <a:gd name="connsiteX1" fmla="*/ 378941 w 1005017"/>
                <a:gd name="connsiteY1" fmla="*/ 212 h 1029942"/>
                <a:gd name="connsiteX2" fmla="*/ 1005017 w 1005017"/>
                <a:gd name="connsiteY2" fmla="*/ 931088 h 1029942"/>
                <a:gd name="connsiteX3" fmla="*/ 1005017 w 1005017"/>
                <a:gd name="connsiteY3" fmla="*/ 931088 h 102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017" h="1029942">
                  <a:moveTo>
                    <a:pt x="0" y="1029942"/>
                  </a:moveTo>
                  <a:cubicBezTo>
                    <a:pt x="105719" y="523315"/>
                    <a:pt x="211438" y="16688"/>
                    <a:pt x="378941" y="212"/>
                  </a:cubicBezTo>
                  <a:cubicBezTo>
                    <a:pt x="546444" y="-16264"/>
                    <a:pt x="1005017" y="931088"/>
                    <a:pt x="1005017" y="931088"/>
                  </a:cubicBezTo>
                  <a:lnTo>
                    <a:pt x="1005017" y="931088"/>
                  </a:lnTo>
                </a:path>
              </a:pathLst>
            </a:custGeom>
            <a:noFill/>
            <a:ln w="19050">
              <a:solidFill>
                <a:srgbClr val="006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938293D4-E660-4F71-9EF7-6C5EB4A85BC3}"/>
                </a:ext>
              </a:extLst>
            </p:cNvPr>
            <p:cNvGrpSpPr/>
            <p:nvPr/>
          </p:nvGrpSpPr>
          <p:grpSpPr>
            <a:xfrm>
              <a:off x="6084168" y="1884478"/>
              <a:ext cx="2664296" cy="1944216"/>
              <a:chOff x="1691680" y="483518"/>
              <a:chExt cx="2088232" cy="1728192"/>
            </a:xfrm>
          </p:grpSpPr>
          <p:cxnSp>
            <p:nvCxnSpPr>
              <p:cNvPr id="24" name="直接箭头连接符 23">
                <a:extLst>
                  <a:ext uri="{FF2B5EF4-FFF2-40B4-BE49-F238E27FC236}">
                    <a16:creationId xmlns:a16="http://schemas.microsoft.com/office/drawing/2014/main" id="{B9F31BD5-395A-4A04-BD45-F8B305C4B8E5}"/>
                  </a:ext>
                </a:extLst>
              </p:cNvPr>
              <p:cNvCxnSpPr/>
              <p:nvPr/>
            </p:nvCxnSpPr>
            <p:spPr>
              <a:xfrm>
                <a:off x="1691680" y="1851670"/>
                <a:ext cx="208823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箭头连接符 24">
                <a:extLst>
                  <a:ext uri="{FF2B5EF4-FFF2-40B4-BE49-F238E27FC236}">
                    <a16:creationId xmlns:a16="http://schemas.microsoft.com/office/drawing/2014/main" id="{DD8E06CD-CDD4-4543-AB4A-13EFE4DDE4B1}"/>
                  </a:ext>
                </a:extLst>
              </p:cNvPr>
              <p:cNvCxnSpPr/>
              <p:nvPr/>
            </p:nvCxnSpPr>
            <p:spPr>
              <a:xfrm flipV="1">
                <a:off x="1979712" y="483518"/>
                <a:ext cx="0" cy="172819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6" name="对象 25">
                <a:extLst>
                  <a:ext uri="{FF2B5EF4-FFF2-40B4-BE49-F238E27FC236}">
                    <a16:creationId xmlns:a16="http://schemas.microsoft.com/office/drawing/2014/main" id="{C068AD99-4173-4AE7-8E7A-0EF028791DA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5581542"/>
                  </p:ext>
                </p:extLst>
              </p:nvPr>
            </p:nvGraphicFramePr>
            <p:xfrm>
              <a:off x="1768004" y="1923678"/>
              <a:ext cx="139700" cy="1555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635" name="Equation" r:id="rId14" imgW="139639" imgH="152334" progId="Equation.DSMT4">
                      <p:embed/>
                    </p:oleObj>
                  </mc:Choice>
                  <mc:Fallback>
                    <p:oleObj name="Equation" r:id="rId14" imgW="139639" imgH="152334" progId="Equation.DSMT4">
                      <p:embed/>
                      <p:pic>
                        <p:nvPicPr>
                          <p:cNvPr id="28" name="对象 27">
                            <a:extLst>
                              <a:ext uri="{FF2B5EF4-FFF2-40B4-BE49-F238E27FC236}">
                                <a16:creationId xmlns:a16="http://schemas.microsoft.com/office/drawing/2014/main" id="{E9B2741B-B1C9-4BDE-B974-D3680A10594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68004" y="1923678"/>
                            <a:ext cx="139700" cy="15557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" name="对象 26">
                <a:extLst>
                  <a:ext uri="{FF2B5EF4-FFF2-40B4-BE49-F238E27FC236}">
                    <a16:creationId xmlns:a16="http://schemas.microsoft.com/office/drawing/2014/main" id="{BF682E78-D429-434E-B3F5-641506DAD73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4495972"/>
                  </p:ext>
                </p:extLst>
              </p:nvPr>
            </p:nvGraphicFramePr>
            <p:xfrm>
              <a:off x="3656087" y="1923678"/>
              <a:ext cx="123825" cy="1428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636" name="Equation" r:id="rId16" imgW="126835" imgH="139518" progId="Equation.DSMT4">
                      <p:embed/>
                    </p:oleObj>
                  </mc:Choice>
                  <mc:Fallback>
                    <p:oleObj name="Equation" r:id="rId16" imgW="126835" imgH="139518" progId="Equation.DSMT4">
                      <p:embed/>
                      <p:pic>
                        <p:nvPicPr>
                          <p:cNvPr id="29" name="对象 28">
                            <a:extLst>
                              <a:ext uri="{FF2B5EF4-FFF2-40B4-BE49-F238E27FC236}">
                                <a16:creationId xmlns:a16="http://schemas.microsoft.com/office/drawing/2014/main" id="{5318E16E-3240-4DDD-91B0-B2C7D3FDD35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56087" y="1923678"/>
                            <a:ext cx="123825" cy="14287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" name="对象 27">
                <a:extLst>
                  <a:ext uri="{FF2B5EF4-FFF2-40B4-BE49-F238E27FC236}">
                    <a16:creationId xmlns:a16="http://schemas.microsoft.com/office/drawing/2014/main" id="{390A221C-BD62-43C9-81CA-B5830DAB71C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72965281"/>
                  </p:ext>
                </p:extLst>
              </p:nvPr>
            </p:nvGraphicFramePr>
            <p:xfrm>
              <a:off x="1792071" y="483518"/>
              <a:ext cx="142875" cy="1619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637" name="Equation" r:id="rId18" imgW="139579" imgH="164957" progId="Equation.DSMT4">
                      <p:embed/>
                    </p:oleObj>
                  </mc:Choice>
                  <mc:Fallback>
                    <p:oleObj name="Equation" r:id="rId18" imgW="139579" imgH="164957" progId="Equation.DSMT4">
                      <p:embed/>
                      <p:pic>
                        <p:nvPicPr>
                          <p:cNvPr id="30" name="对象 29">
                            <a:extLst>
                              <a:ext uri="{FF2B5EF4-FFF2-40B4-BE49-F238E27FC236}">
                                <a16:creationId xmlns:a16="http://schemas.microsoft.com/office/drawing/2014/main" id="{563B5581-AEEE-4DAE-8649-F0A09D153BC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92071" y="483518"/>
                            <a:ext cx="142875" cy="1619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D8CD5438-7BE7-4775-BC6B-7FA0DA89FEAA}"/>
                </a:ext>
              </a:extLst>
            </p:cNvPr>
            <p:cNvGrpSpPr/>
            <p:nvPr/>
          </p:nvGrpSpPr>
          <p:grpSpPr>
            <a:xfrm>
              <a:off x="7236249" y="2287169"/>
              <a:ext cx="160337" cy="1438998"/>
              <a:chOff x="2561613" y="886209"/>
              <a:chExt cx="160337" cy="1438998"/>
            </a:xfrm>
          </p:grpSpPr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63005E48-4656-45F6-A523-EBBE26A0DCF3}"/>
                  </a:ext>
                </a:extLst>
              </p:cNvPr>
              <p:cNvCxnSpPr/>
              <p:nvPr/>
            </p:nvCxnSpPr>
            <p:spPr>
              <a:xfrm>
                <a:off x="2627784" y="886209"/>
                <a:ext cx="0" cy="1108923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3" name="对象 22">
                <a:extLst>
                  <a:ext uri="{FF2B5EF4-FFF2-40B4-BE49-F238E27FC236}">
                    <a16:creationId xmlns:a16="http://schemas.microsoft.com/office/drawing/2014/main" id="{78C1AF4E-23F5-4821-9B9A-87ED107B99C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24696659"/>
                  </p:ext>
                </p:extLst>
              </p:nvPr>
            </p:nvGraphicFramePr>
            <p:xfrm>
              <a:off x="2561613" y="2090257"/>
              <a:ext cx="160337" cy="2349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638" name="Equation" r:id="rId20" imgW="165028" imgH="228501" progId="Equation.DSMT4">
                      <p:embed/>
                    </p:oleObj>
                  </mc:Choice>
                  <mc:Fallback>
                    <p:oleObj name="Equation" r:id="rId20" imgW="165028" imgH="228501" progId="Equation.DSMT4">
                      <p:embed/>
                      <p:pic>
                        <p:nvPicPr>
                          <p:cNvPr id="25" name="对象 24">
                            <a:extLst>
                              <a:ext uri="{FF2B5EF4-FFF2-40B4-BE49-F238E27FC236}">
                                <a16:creationId xmlns:a16="http://schemas.microsoft.com/office/drawing/2014/main" id="{39793AF3-408D-4321-90A9-E45102378D5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61613" y="2090257"/>
                            <a:ext cx="160337" cy="2349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F3BEC8A0-225F-4D44-BB57-9F4FB1E4D55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0070339"/>
                </p:ext>
              </p:extLst>
            </p:nvPr>
          </p:nvGraphicFramePr>
          <p:xfrm>
            <a:off x="7452320" y="1820532"/>
            <a:ext cx="981075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39" name="Equation" r:id="rId22" imgW="977760" imgH="380880" progId="Equation.DSMT4">
                    <p:embed/>
                  </p:oleObj>
                </mc:Choice>
                <mc:Fallback>
                  <p:oleObj name="Equation" r:id="rId22" imgW="977760" imgH="38088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798551E8-7060-4CDE-9EE9-79EE1EFCD9B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52320" y="1820532"/>
                          <a:ext cx="981075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4E399AD8-B8E1-4CCA-85D5-AC69491D60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9362028"/>
              </p:ext>
            </p:extLst>
          </p:nvPr>
        </p:nvGraphicFramePr>
        <p:xfrm>
          <a:off x="1953642" y="3052598"/>
          <a:ext cx="1689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40" name="Equation" r:id="rId24" imgW="1688760" imgH="380880" progId="Equation.DSMT4">
                  <p:embed/>
                </p:oleObj>
              </mc:Choice>
              <mc:Fallback>
                <p:oleObj name="Equation" r:id="rId24" imgW="1688760" imgH="38088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611826C9-22DB-4281-B592-B3CF7A2F1C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3642" y="3052598"/>
                        <a:ext cx="168910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74B39613-4894-49A1-B4F5-70DF2AE87B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2505404"/>
              </p:ext>
            </p:extLst>
          </p:nvPr>
        </p:nvGraphicFramePr>
        <p:xfrm>
          <a:off x="1926655" y="1888960"/>
          <a:ext cx="16891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41" name="Equation" r:id="rId26" imgW="1688760" imgH="380880" progId="Equation.DSMT4">
                  <p:embed/>
                </p:oleObj>
              </mc:Choice>
              <mc:Fallback>
                <p:oleObj name="Equation" r:id="rId26" imgW="1688760" imgH="38088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30A64B56-CC45-4C74-B485-2C7F59DAAF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6655" y="1888960"/>
                        <a:ext cx="1689100" cy="37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组合 30">
            <a:extLst>
              <a:ext uri="{FF2B5EF4-FFF2-40B4-BE49-F238E27FC236}">
                <a16:creationId xmlns:a16="http://schemas.microsoft.com/office/drawing/2014/main" id="{A5DF6600-951D-40AF-8274-C9D1A7668509}"/>
              </a:ext>
            </a:extLst>
          </p:cNvPr>
          <p:cNvGrpSpPr/>
          <p:nvPr/>
        </p:nvGrpSpPr>
        <p:grpSpPr>
          <a:xfrm>
            <a:off x="2273544" y="1235445"/>
            <a:ext cx="3229778" cy="461665"/>
            <a:chOff x="2186360" y="2170422"/>
            <a:chExt cx="3229778" cy="461665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3EBD4D24-1344-4F77-96C3-09E384A788D1}"/>
                </a:ext>
              </a:extLst>
            </p:cNvPr>
            <p:cNvSpPr/>
            <p:nvPr/>
          </p:nvSpPr>
          <p:spPr>
            <a:xfrm>
              <a:off x="2186360" y="2170422"/>
              <a:ext cx="322977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    是单调增加，即           </a:t>
              </a:r>
              <a:endParaRPr lang="zh-CN" altLang="en-US" sz="2400" dirty="0"/>
            </a:p>
          </p:txBody>
        </p:sp>
        <p:graphicFrame>
          <p:nvGraphicFramePr>
            <p:cNvPr id="33" name="对象 32">
              <a:extLst>
                <a:ext uri="{FF2B5EF4-FFF2-40B4-BE49-F238E27FC236}">
                  <a16:creationId xmlns:a16="http://schemas.microsoft.com/office/drawing/2014/main" id="{791EAEAB-8ECE-47D3-9DC2-995EF7A0DDB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6698809"/>
                </p:ext>
              </p:extLst>
            </p:nvPr>
          </p:nvGraphicFramePr>
          <p:xfrm>
            <a:off x="2236498" y="2229540"/>
            <a:ext cx="6223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42" name="Equation" r:id="rId28" imgW="622030" imgH="342751" progId="Equation.DSMT4">
                    <p:embed/>
                  </p:oleObj>
                </mc:Choice>
                <mc:Fallback>
                  <p:oleObj name="Equation" r:id="rId28" imgW="622030" imgH="342751" progId="Equation.DSMT4">
                    <p:embed/>
                    <p:pic>
                      <p:nvPicPr>
                        <p:cNvPr id="35" name="对象 34">
                          <a:extLst>
                            <a:ext uri="{FF2B5EF4-FFF2-40B4-BE49-F238E27FC236}">
                              <a16:creationId xmlns:a16="http://schemas.microsoft.com/office/drawing/2014/main" id="{B9DED742-E69A-4D78-8105-8FA73A190AE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6498" y="2229540"/>
                          <a:ext cx="6223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DD4DFED8-5C14-4154-BB4E-D8DFBE7CF58E}"/>
              </a:ext>
            </a:extLst>
          </p:cNvPr>
          <p:cNvGrpSpPr/>
          <p:nvPr/>
        </p:nvGrpSpPr>
        <p:grpSpPr>
          <a:xfrm>
            <a:off x="2321124" y="2398132"/>
            <a:ext cx="3348761" cy="461665"/>
            <a:chOff x="2221508" y="2208389"/>
            <a:chExt cx="3348761" cy="461665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A08944BE-CF08-422C-9395-E101248FF56D}"/>
                </a:ext>
              </a:extLst>
            </p:cNvPr>
            <p:cNvSpPr/>
            <p:nvPr/>
          </p:nvSpPr>
          <p:spPr>
            <a:xfrm>
              <a:off x="2221508" y="2208389"/>
              <a:ext cx="334876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    是单调减少，即           </a:t>
              </a:r>
              <a:endParaRPr lang="zh-CN" altLang="en-US" sz="2400" dirty="0"/>
            </a:p>
          </p:txBody>
        </p:sp>
        <p:graphicFrame>
          <p:nvGraphicFramePr>
            <p:cNvPr id="36" name="对象 35">
              <a:extLst>
                <a:ext uri="{FF2B5EF4-FFF2-40B4-BE49-F238E27FC236}">
                  <a16:creationId xmlns:a16="http://schemas.microsoft.com/office/drawing/2014/main" id="{C74121A8-97B1-41EE-AAE4-FF90DB490C0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85414107"/>
                </p:ext>
              </p:extLst>
            </p:nvPr>
          </p:nvGraphicFramePr>
          <p:xfrm>
            <a:off x="2221508" y="2254690"/>
            <a:ext cx="6223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43" name="Equation" r:id="rId29" imgW="622030" imgH="342751" progId="Equation.DSMT4">
                    <p:embed/>
                  </p:oleObj>
                </mc:Choice>
                <mc:Fallback>
                  <p:oleObj name="Equation" r:id="rId29" imgW="622030" imgH="342751" progId="Equation.DSMT4">
                    <p:embed/>
                    <p:pic>
                      <p:nvPicPr>
                        <p:cNvPr id="38" name="对象 37">
                          <a:extLst>
                            <a:ext uri="{FF2B5EF4-FFF2-40B4-BE49-F238E27FC236}">
                              <a16:creationId xmlns:a16="http://schemas.microsoft.com/office/drawing/2014/main" id="{1D41392D-F913-49CA-AE19-C8A9FD91126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1508" y="2254690"/>
                          <a:ext cx="6223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216343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0B6DAEE-6B79-4F8E-951A-D715EDE32863}"/>
              </a:ext>
            </a:extLst>
          </p:cNvPr>
          <p:cNvGrpSpPr/>
          <p:nvPr/>
        </p:nvGrpSpPr>
        <p:grpSpPr>
          <a:xfrm>
            <a:off x="465731" y="2270198"/>
            <a:ext cx="2566119" cy="1774428"/>
            <a:chOff x="493713" y="1949450"/>
            <a:chExt cx="2566119" cy="1774428"/>
          </a:xfrm>
        </p:grpSpPr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33E5B904-16FA-4DF8-A1E5-EF4F301D04C9}"/>
                </a:ext>
              </a:extLst>
            </p:cNvPr>
            <p:cNvCxnSpPr/>
            <p:nvPr/>
          </p:nvCxnSpPr>
          <p:spPr>
            <a:xfrm>
              <a:off x="687760" y="3363838"/>
              <a:ext cx="208823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54AE1A76-3CA6-4E89-B200-24524BBF94DB}"/>
                </a:ext>
              </a:extLst>
            </p:cNvPr>
            <p:cNvCxnSpPr/>
            <p:nvPr/>
          </p:nvCxnSpPr>
          <p:spPr>
            <a:xfrm flipV="1">
              <a:off x="975792" y="1995686"/>
              <a:ext cx="0" cy="172819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任意多边形 6">
              <a:extLst>
                <a:ext uri="{FF2B5EF4-FFF2-40B4-BE49-F238E27FC236}">
                  <a16:creationId xmlns:a16="http://schemas.microsoft.com/office/drawing/2014/main" id="{0D881247-7634-4A37-93F2-A2A5EBA896DB}"/>
                </a:ext>
              </a:extLst>
            </p:cNvPr>
            <p:cNvSpPr/>
            <p:nvPr/>
          </p:nvSpPr>
          <p:spPr>
            <a:xfrm rot="11623568">
              <a:off x="1103971" y="2369481"/>
              <a:ext cx="1005017" cy="767932"/>
            </a:xfrm>
            <a:custGeom>
              <a:avLst/>
              <a:gdLst>
                <a:gd name="connsiteX0" fmla="*/ 0 w 1005017"/>
                <a:gd name="connsiteY0" fmla="*/ 1029942 h 1029942"/>
                <a:gd name="connsiteX1" fmla="*/ 378941 w 1005017"/>
                <a:gd name="connsiteY1" fmla="*/ 212 h 1029942"/>
                <a:gd name="connsiteX2" fmla="*/ 1005017 w 1005017"/>
                <a:gd name="connsiteY2" fmla="*/ 931088 h 1029942"/>
                <a:gd name="connsiteX3" fmla="*/ 1005017 w 1005017"/>
                <a:gd name="connsiteY3" fmla="*/ 931088 h 102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017" h="1029942">
                  <a:moveTo>
                    <a:pt x="0" y="1029942"/>
                  </a:moveTo>
                  <a:cubicBezTo>
                    <a:pt x="105719" y="523315"/>
                    <a:pt x="211438" y="16688"/>
                    <a:pt x="378941" y="212"/>
                  </a:cubicBezTo>
                  <a:cubicBezTo>
                    <a:pt x="546444" y="-16264"/>
                    <a:pt x="1005017" y="931088"/>
                    <a:pt x="1005017" y="931088"/>
                  </a:cubicBezTo>
                  <a:lnTo>
                    <a:pt x="1005017" y="931088"/>
                  </a:lnTo>
                </a:path>
              </a:pathLst>
            </a:custGeom>
            <a:noFill/>
            <a:ln w="19050">
              <a:solidFill>
                <a:srgbClr val="006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FDD60CA2-CFA0-4BB3-90FE-EAF757A12DE7}"/>
                </a:ext>
              </a:extLst>
            </p:cNvPr>
            <p:cNvCxnSpPr>
              <a:stCxn id="5" idx="1"/>
            </p:cNvCxnSpPr>
            <p:nvPr/>
          </p:nvCxnSpPr>
          <p:spPr>
            <a:xfrm flipH="1">
              <a:off x="1623864" y="3155614"/>
              <a:ext cx="11584" cy="20822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FA1EDCB5-DAFC-4E55-B8FC-5AAF10CB2CD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47311064"/>
                </p:ext>
              </p:extLst>
            </p:nvPr>
          </p:nvGraphicFramePr>
          <p:xfrm>
            <a:off x="714048" y="3389313"/>
            <a:ext cx="234557" cy="247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83" name="Equation" r:id="rId3" imgW="228600" imgH="241200" progId="Equation.DSMT4">
                    <p:embed/>
                  </p:oleObj>
                </mc:Choice>
                <mc:Fallback>
                  <p:oleObj name="Equation" r:id="rId3" imgW="228600" imgH="241200" progId="Equation.DSMT4">
                    <p:embed/>
                    <p:pic>
                      <p:nvPicPr>
                        <p:cNvPr id="9" name="对象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4048" y="3389313"/>
                          <a:ext cx="234557" cy="2476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368156AA-620B-4169-A33B-E2AE9F7C432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76680680"/>
                </p:ext>
              </p:extLst>
            </p:nvPr>
          </p:nvGraphicFramePr>
          <p:xfrm>
            <a:off x="2626743" y="3410818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84" name="Equation" r:id="rId5" imgW="177480" imgH="190440" progId="Equation.DSMT4">
                    <p:embed/>
                  </p:oleObj>
                </mc:Choice>
                <mc:Fallback>
                  <p:oleObj name="Equation" r:id="rId5" imgW="177480" imgH="190440" progId="Equation.DSMT4">
                    <p:embed/>
                    <p:pic>
                      <p:nvPicPr>
                        <p:cNvPr id="10" name="对象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6743" y="3410818"/>
                          <a:ext cx="177800" cy="190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7941D256-A25D-4525-A78A-2D04C039231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8306258"/>
                </p:ext>
              </p:extLst>
            </p:nvPr>
          </p:nvGraphicFramePr>
          <p:xfrm>
            <a:off x="735013" y="1958975"/>
            <a:ext cx="195262" cy="236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85" name="Equation" r:id="rId7" imgW="190440" imgH="241200" progId="Equation.DSMT4">
                    <p:embed/>
                  </p:oleObj>
                </mc:Choice>
                <mc:Fallback>
                  <p:oleObj name="Equation" r:id="rId7" imgW="190440" imgH="241200" progId="Equation.DSMT4">
                    <p:embed/>
                    <p:pic>
                      <p:nvPicPr>
                        <p:cNvPr id="11" name="对象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5013" y="1958975"/>
                          <a:ext cx="195262" cy="2365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6567F8EF-D3BA-4EBF-8D64-0BF54272298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9937725"/>
                </p:ext>
              </p:extLst>
            </p:nvPr>
          </p:nvGraphicFramePr>
          <p:xfrm>
            <a:off x="1600746" y="3291830"/>
            <a:ext cx="23495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86" name="Equation" r:id="rId9" imgW="241200" imgH="330120" progId="Equation.DSMT4">
                    <p:embed/>
                  </p:oleObj>
                </mc:Choice>
                <mc:Fallback>
                  <p:oleObj name="Equation" r:id="rId9" imgW="241200" imgH="330120" progId="Equation.DSMT4">
                    <p:embed/>
                    <p:pic>
                      <p:nvPicPr>
                        <p:cNvPr id="12" name="对象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0746" y="3291830"/>
                          <a:ext cx="23495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5A813C2A-8D2E-4529-BB35-CA3DDA68D79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92399939"/>
                </p:ext>
              </p:extLst>
            </p:nvPr>
          </p:nvGraphicFramePr>
          <p:xfrm>
            <a:off x="493713" y="2509838"/>
            <a:ext cx="1017587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87" name="Equation" r:id="rId11" imgW="1015920" imgH="444240" progId="Equation.DSMT4">
                    <p:embed/>
                  </p:oleObj>
                </mc:Choice>
                <mc:Fallback>
                  <p:oleObj name="Equation" r:id="rId11" imgW="1015920" imgH="444240" progId="Equation.DSMT4">
                    <p:embed/>
                    <p:pic>
                      <p:nvPicPr>
                        <p:cNvPr id="13" name="对象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713" y="2509838"/>
                          <a:ext cx="1017587" cy="444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47F6BFDE-66BE-4D87-9956-315F2DDABF2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73534479"/>
                </p:ext>
              </p:extLst>
            </p:nvPr>
          </p:nvGraphicFramePr>
          <p:xfrm>
            <a:off x="2029544" y="2559298"/>
            <a:ext cx="1030288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88" name="Equation" r:id="rId13" imgW="1028520" imgH="444240" progId="Equation.DSMT4">
                    <p:embed/>
                  </p:oleObj>
                </mc:Choice>
                <mc:Fallback>
                  <p:oleObj name="Equation" r:id="rId13" imgW="1028520" imgH="444240" progId="Equation.DSMT4">
                    <p:embed/>
                    <p:pic>
                      <p:nvPicPr>
                        <p:cNvPr id="14" name="对象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9544" y="2559298"/>
                          <a:ext cx="1030288" cy="444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02753FE0-FB1C-433C-AA8D-139F4553A0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61310786"/>
                </p:ext>
              </p:extLst>
            </p:nvPr>
          </p:nvGraphicFramePr>
          <p:xfrm>
            <a:off x="1401763" y="1949450"/>
            <a:ext cx="904875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89" name="Equation" r:id="rId15" imgW="901440" imgH="330120" progId="Equation.DSMT4">
                    <p:embed/>
                  </p:oleObj>
                </mc:Choice>
                <mc:Fallback>
                  <p:oleObj name="Equation" r:id="rId15" imgW="901440" imgH="330120" progId="Equation.DSMT4">
                    <p:embed/>
                    <p:pic>
                      <p:nvPicPr>
                        <p:cNvPr id="15" name="对象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1763" y="1949450"/>
                          <a:ext cx="904875" cy="330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4F4CB35F-CDB5-4164-A285-D73520F6001F}"/>
                </a:ext>
              </a:extLst>
            </p:cNvPr>
            <p:cNvCxnSpPr/>
            <p:nvPr/>
          </p:nvCxnSpPr>
          <p:spPr>
            <a:xfrm>
              <a:off x="1191816" y="3167692"/>
              <a:ext cx="1008112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63F7ED6-CCBD-4645-9CF7-32E9C3D7DA45}"/>
              </a:ext>
            </a:extLst>
          </p:cNvPr>
          <p:cNvGrpSpPr/>
          <p:nvPr/>
        </p:nvGrpSpPr>
        <p:grpSpPr>
          <a:xfrm>
            <a:off x="3463898" y="2100410"/>
            <a:ext cx="2213198" cy="2088232"/>
            <a:chOff x="3726954" y="1635646"/>
            <a:chExt cx="2213198" cy="2088232"/>
          </a:xfrm>
        </p:grpSpPr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CEDEFCC1-E02B-4DFB-AEBC-CDABA44CD97D}"/>
                </a:ext>
              </a:extLst>
            </p:cNvPr>
            <p:cNvCxnSpPr/>
            <p:nvPr/>
          </p:nvCxnSpPr>
          <p:spPr>
            <a:xfrm>
              <a:off x="3726954" y="3363838"/>
              <a:ext cx="208823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9D089B83-F552-4BC6-A1BF-80B1DC2290C8}"/>
                </a:ext>
              </a:extLst>
            </p:cNvPr>
            <p:cNvCxnSpPr/>
            <p:nvPr/>
          </p:nvCxnSpPr>
          <p:spPr>
            <a:xfrm flipV="1">
              <a:off x="4014986" y="1995686"/>
              <a:ext cx="0" cy="172819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A2E364E7-BA08-4D83-991A-7C0F606A3A3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88685354"/>
                </p:ext>
              </p:extLst>
            </p:nvPr>
          </p:nvGraphicFramePr>
          <p:xfrm>
            <a:off x="3759200" y="3389313"/>
            <a:ext cx="228600" cy="247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90" name="Equation" r:id="rId17" imgW="228600" imgH="241200" progId="Equation.DSMT4">
                    <p:embed/>
                  </p:oleObj>
                </mc:Choice>
                <mc:Fallback>
                  <p:oleObj name="Equation" r:id="rId17" imgW="228600" imgH="241200" progId="Equation.DSMT4">
                    <p:embed/>
                    <p:pic>
                      <p:nvPicPr>
                        <p:cNvPr id="20" name="对象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9200" y="3389313"/>
                          <a:ext cx="228600" cy="2476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D9EB5CD8-11C4-4875-8373-E34AA6DE3ED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7605257"/>
                </p:ext>
              </p:extLst>
            </p:nvPr>
          </p:nvGraphicFramePr>
          <p:xfrm>
            <a:off x="5667375" y="3409950"/>
            <a:ext cx="173038" cy="195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91" name="Equation" r:id="rId19" imgW="177480" imgH="190440" progId="Equation.DSMT4">
                    <p:embed/>
                  </p:oleObj>
                </mc:Choice>
                <mc:Fallback>
                  <p:oleObj name="Equation" r:id="rId19" imgW="177480" imgH="190440" progId="Equation.DSMT4">
                    <p:embed/>
                    <p:pic>
                      <p:nvPicPr>
                        <p:cNvPr id="21" name="对象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67375" y="3409950"/>
                          <a:ext cx="173038" cy="1952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DF28C5B5-FF3A-4090-B8DB-68DE5A6D418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77462933"/>
                </p:ext>
              </p:extLst>
            </p:nvPr>
          </p:nvGraphicFramePr>
          <p:xfrm>
            <a:off x="3800475" y="1958975"/>
            <a:ext cx="195263" cy="236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92" name="Equation" r:id="rId21" imgW="190440" imgH="241200" progId="Equation.DSMT4">
                    <p:embed/>
                  </p:oleObj>
                </mc:Choice>
                <mc:Fallback>
                  <p:oleObj name="Equation" r:id="rId21" imgW="190440" imgH="241200" progId="Equation.DSMT4">
                    <p:embed/>
                    <p:pic>
                      <p:nvPicPr>
                        <p:cNvPr id="22" name="对象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0475" y="1958975"/>
                          <a:ext cx="195263" cy="2365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CC139E58-5275-4BCD-8A5F-F86AF968A64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73853492"/>
                </p:ext>
              </p:extLst>
            </p:nvPr>
          </p:nvGraphicFramePr>
          <p:xfrm>
            <a:off x="4537075" y="3338513"/>
            <a:ext cx="233363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93" name="Equation" r:id="rId23" imgW="241200" imgH="330120" progId="Equation.DSMT4">
                    <p:embed/>
                  </p:oleObj>
                </mc:Choice>
                <mc:Fallback>
                  <p:oleObj name="Equation" r:id="rId23" imgW="241200" imgH="330120" progId="Equation.DSMT4">
                    <p:embed/>
                    <p:pic>
                      <p:nvPicPr>
                        <p:cNvPr id="23" name="对象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7075" y="3338513"/>
                          <a:ext cx="233363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467DA948-F7B5-468C-97F7-6D1BBEB5A4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1054267"/>
                </p:ext>
              </p:extLst>
            </p:nvPr>
          </p:nvGraphicFramePr>
          <p:xfrm>
            <a:off x="4215184" y="2766814"/>
            <a:ext cx="1004888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94" name="Equation" r:id="rId25" imgW="1002960" imgH="380880" progId="Equation.DSMT4">
                    <p:embed/>
                  </p:oleObj>
                </mc:Choice>
                <mc:Fallback>
                  <p:oleObj name="Equation" r:id="rId25" imgW="1002960" imgH="380880" progId="Equation.DSMT4">
                    <p:embed/>
                    <p:pic>
                      <p:nvPicPr>
                        <p:cNvPr id="24" name="对象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5184" y="2766814"/>
                          <a:ext cx="1004888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D7B6D94A-F7FD-4FCA-9381-5C46C1FE394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10601469"/>
                </p:ext>
              </p:extLst>
            </p:nvPr>
          </p:nvGraphicFramePr>
          <p:xfrm>
            <a:off x="4933677" y="2082800"/>
            <a:ext cx="1006475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95" name="Equation" r:id="rId27" imgW="1002960" imgH="380880" progId="Equation.DSMT4">
                    <p:embed/>
                  </p:oleObj>
                </mc:Choice>
                <mc:Fallback>
                  <p:oleObj name="Equation" r:id="rId27" imgW="1002960" imgH="380880" progId="Equation.DSMT4">
                    <p:embed/>
                    <p:pic>
                      <p:nvPicPr>
                        <p:cNvPr id="25" name="对象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3677" y="2082800"/>
                          <a:ext cx="1006475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357984FE-3715-4B4F-BE48-A2466958A05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16146151"/>
                </p:ext>
              </p:extLst>
            </p:nvPr>
          </p:nvGraphicFramePr>
          <p:xfrm>
            <a:off x="4139952" y="1635646"/>
            <a:ext cx="930275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96" name="Equation" r:id="rId29" imgW="927000" imgH="304560" progId="Equation.DSMT4">
                    <p:embed/>
                  </p:oleObj>
                </mc:Choice>
                <mc:Fallback>
                  <p:oleObj name="Equation" r:id="rId29" imgW="927000" imgH="304560" progId="Equation.DSMT4">
                    <p:embed/>
                    <p:pic>
                      <p:nvPicPr>
                        <p:cNvPr id="26" name="对象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39952" y="1635646"/>
                          <a:ext cx="930275" cy="304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任意多边形 26">
              <a:extLst>
                <a:ext uri="{FF2B5EF4-FFF2-40B4-BE49-F238E27FC236}">
                  <a16:creationId xmlns:a16="http://schemas.microsoft.com/office/drawing/2014/main" id="{8934935D-96CF-4DF4-A357-42B729A0B02F}"/>
                </a:ext>
              </a:extLst>
            </p:cNvPr>
            <p:cNvSpPr/>
            <p:nvPr/>
          </p:nvSpPr>
          <p:spPr>
            <a:xfrm>
              <a:off x="4140811" y="1838722"/>
              <a:ext cx="848497" cy="1306139"/>
            </a:xfrm>
            <a:custGeom>
              <a:avLst/>
              <a:gdLst>
                <a:gd name="connsiteX0" fmla="*/ 0 w 848497"/>
                <a:gd name="connsiteY0" fmla="*/ 1993557 h 1993557"/>
                <a:gd name="connsiteX1" fmla="*/ 205946 w 848497"/>
                <a:gd name="connsiteY1" fmla="*/ 1243914 h 1993557"/>
                <a:gd name="connsiteX2" fmla="*/ 716692 w 848497"/>
                <a:gd name="connsiteY2" fmla="*/ 980303 h 1993557"/>
                <a:gd name="connsiteX3" fmla="*/ 848497 w 848497"/>
                <a:gd name="connsiteY3" fmla="*/ 0 h 1993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8497" h="1993557">
                  <a:moveTo>
                    <a:pt x="0" y="1993557"/>
                  </a:moveTo>
                  <a:cubicBezTo>
                    <a:pt x="43248" y="1703173"/>
                    <a:pt x="86497" y="1412790"/>
                    <a:pt x="205946" y="1243914"/>
                  </a:cubicBezTo>
                  <a:cubicBezTo>
                    <a:pt x="325395" y="1075038"/>
                    <a:pt x="609600" y="1187622"/>
                    <a:pt x="716692" y="980303"/>
                  </a:cubicBezTo>
                  <a:cubicBezTo>
                    <a:pt x="823784" y="772984"/>
                    <a:pt x="836140" y="386492"/>
                    <a:pt x="848497" y="0"/>
                  </a:cubicBezTo>
                </a:path>
              </a:pathLst>
            </a:custGeom>
            <a:noFill/>
            <a:ln w="19050">
              <a:solidFill>
                <a:srgbClr val="006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D4124838-6F16-4A9D-AAAF-7FBE9A2AD365}"/>
                </a:ext>
              </a:extLst>
            </p:cNvPr>
            <p:cNvCxnSpPr/>
            <p:nvPr/>
          </p:nvCxnSpPr>
          <p:spPr>
            <a:xfrm>
              <a:off x="4611905" y="2567682"/>
              <a:ext cx="0" cy="796156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421F38AC-0CF9-43FB-8893-754E4D728E33}"/>
                </a:ext>
              </a:extLst>
            </p:cNvPr>
            <p:cNvCxnSpPr/>
            <p:nvPr/>
          </p:nvCxnSpPr>
          <p:spPr>
            <a:xfrm>
              <a:off x="4053204" y="2571750"/>
              <a:ext cx="1008112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AF3323E-A1F4-4272-A4D4-C8F3C3673AF1}"/>
              </a:ext>
            </a:extLst>
          </p:cNvPr>
          <p:cNvGrpSpPr/>
          <p:nvPr/>
        </p:nvGrpSpPr>
        <p:grpSpPr>
          <a:xfrm>
            <a:off x="6110881" y="2244485"/>
            <a:ext cx="2609601" cy="1944157"/>
            <a:chOff x="6138863" y="1779662"/>
            <a:chExt cx="2609601" cy="1944157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66AFA27F-9698-40E2-AD09-58D5490EF23C}"/>
                </a:ext>
              </a:extLst>
            </p:cNvPr>
            <p:cNvCxnSpPr/>
            <p:nvPr/>
          </p:nvCxnSpPr>
          <p:spPr>
            <a:xfrm>
              <a:off x="6457121" y="3363779"/>
              <a:ext cx="208823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19580992-467B-4FBE-B6C1-F781415F724D}"/>
                </a:ext>
              </a:extLst>
            </p:cNvPr>
            <p:cNvCxnSpPr/>
            <p:nvPr/>
          </p:nvCxnSpPr>
          <p:spPr>
            <a:xfrm flipV="1">
              <a:off x="6745153" y="1995627"/>
              <a:ext cx="0" cy="172819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01DC0A8F-A39C-4FF1-8599-499B96DC7EC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71053257"/>
                </p:ext>
              </p:extLst>
            </p:nvPr>
          </p:nvGraphicFramePr>
          <p:xfrm>
            <a:off x="6531039" y="3389313"/>
            <a:ext cx="201201" cy="247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97" name="Equation" r:id="rId31" imgW="228600" imgH="241200" progId="Equation.DSMT4">
                    <p:embed/>
                  </p:oleObj>
                </mc:Choice>
                <mc:Fallback>
                  <p:oleObj name="Equation" r:id="rId31" imgW="228600" imgH="241200" progId="Equation.DSMT4">
                    <p:embed/>
                    <p:pic>
                      <p:nvPicPr>
                        <p:cNvPr id="33" name="对象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31039" y="3389313"/>
                          <a:ext cx="201201" cy="2476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4CCD39CC-FA67-469F-A3C3-2825B8C9AA4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98710621"/>
                </p:ext>
              </p:extLst>
            </p:nvPr>
          </p:nvGraphicFramePr>
          <p:xfrm>
            <a:off x="8397875" y="3409950"/>
            <a:ext cx="173038" cy="195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98" name="Equation" r:id="rId33" imgW="177480" imgH="190440" progId="Equation.DSMT4">
                    <p:embed/>
                  </p:oleObj>
                </mc:Choice>
                <mc:Fallback>
                  <p:oleObj name="Equation" r:id="rId33" imgW="177480" imgH="190440" progId="Equation.DSMT4">
                    <p:embed/>
                    <p:pic>
                      <p:nvPicPr>
                        <p:cNvPr id="34" name="对象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7875" y="3409950"/>
                          <a:ext cx="173038" cy="1952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对象 32">
              <a:extLst>
                <a:ext uri="{FF2B5EF4-FFF2-40B4-BE49-F238E27FC236}">
                  <a16:creationId xmlns:a16="http://schemas.microsoft.com/office/drawing/2014/main" id="{F06BEEB1-9C15-473C-9E9C-5C443E5CC40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28452573"/>
                </p:ext>
              </p:extLst>
            </p:nvPr>
          </p:nvGraphicFramePr>
          <p:xfrm>
            <a:off x="6503988" y="1923678"/>
            <a:ext cx="193675" cy="236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99" name="Equation" r:id="rId35" imgW="190440" imgH="241200" progId="Equation.DSMT4">
                    <p:embed/>
                  </p:oleObj>
                </mc:Choice>
                <mc:Fallback>
                  <p:oleObj name="Equation" r:id="rId35" imgW="190440" imgH="241200" progId="Equation.DSMT4">
                    <p:embed/>
                    <p:pic>
                      <p:nvPicPr>
                        <p:cNvPr id="35" name="对象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03988" y="1923678"/>
                          <a:ext cx="193675" cy="2365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对象 33">
              <a:extLst>
                <a:ext uri="{FF2B5EF4-FFF2-40B4-BE49-F238E27FC236}">
                  <a16:creationId xmlns:a16="http://schemas.microsoft.com/office/drawing/2014/main" id="{2149BF63-ABA4-4C80-9C97-28312AEE9D7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8265595"/>
                </p:ext>
              </p:extLst>
            </p:nvPr>
          </p:nvGraphicFramePr>
          <p:xfrm>
            <a:off x="7267575" y="3338513"/>
            <a:ext cx="233363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00" name="Equation" r:id="rId37" imgW="241200" imgH="330120" progId="Equation.DSMT4">
                    <p:embed/>
                  </p:oleObj>
                </mc:Choice>
                <mc:Fallback>
                  <p:oleObj name="Equation" r:id="rId37" imgW="241200" imgH="330120" progId="Equation.DSMT4">
                    <p:embed/>
                    <p:pic>
                      <p:nvPicPr>
                        <p:cNvPr id="36" name="对象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67575" y="3338513"/>
                          <a:ext cx="233363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对象 34">
              <a:extLst>
                <a:ext uri="{FF2B5EF4-FFF2-40B4-BE49-F238E27FC236}">
                  <a16:creationId xmlns:a16="http://schemas.microsoft.com/office/drawing/2014/main" id="{D65CCFD2-6992-4778-9215-162FC82CDB4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8185158"/>
                </p:ext>
              </p:extLst>
            </p:nvPr>
          </p:nvGraphicFramePr>
          <p:xfrm>
            <a:off x="6138863" y="2162175"/>
            <a:ext cx="1006475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01" name="Equation" r:id="rId39" imgW="1002960" imgH="380880" progId="Equation.DSMT4">
                    <p:embed/>
                  </p:oleObj>
                </mc:Choice>
                <mc:Fallback>
                  <p:oleObj name="Equation" r:id="rId39" imgW="1002960" imgH="380880" progId="Equation.DSMT4">
                    <p:embed/>
                    <p:pic>
                      <p:nvPicPr>
                        <p:cNvPr id="37" name="对象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38863" y="2162175"/>
                          <a:ext cx="1006475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对象 35">
              <a:extLst>
                <a:ext uri="{FF2B5EF4-FFF2-40B4-BE49-F238E27FC236}">
                  <a16:creationId xmlns:a16="http://schemas.microsoft.com/office/drawing/2014/main" id="{820E2162-5C56-4916-8963-4D8D4E467CD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8493118"/>
                </p:ext>
              </p:extLst>
            </p:nvPr>
          </p:nvGraphicFramePr>
          <p:xfrm>
            <a:off x="7743577" y="2636838"/>
            <a:ext cx="1004887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02" name="Equation" r:id="rId41" imgW="1002960" imgH="380880" progId="Equation.DSMT4">
                    <p:embed/>
                  </p:oleObj>
                </mc:Choice>
                <mc:Fallback>
                  <p:oleObj name="Equation" r:id="rId41" imgW="1002960" imgH="380880" progId="Equation.DSMT4">
                    <p:embed/>
                    <p:pic>
                      <p:nvPicPr>
                        <p:cNvPr id="38" name="对象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43577" y="2636838"/>
                          <a:ext cx="1004887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对象 36">
              <a:extLst>
                <a:ext uri="{FF2B5EF4-FFF2-40B4-BE49-F238E27FC236}">
                  <a16:creationId xmlns:a16="http://schemas.microsoft.com/office/drawing/2014/main" id="{C1B111FA-543D-4843-B295-8362E5BE268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80994326"/>
                </p:ext>
              </p:extLst>
            </p:nvPr>
          </p:nvGraphicFramePr>
          <p:xfrm>
            <a:off x="7192913" y="1779662"/>
            <a:ext cx="979487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03" name="Equation" r:id="rId43" imgW="977760" imgH="380880" progId="Equation.DSMT4">
                    <p:embed/>
                  </p:oleObj>
                </mc:Choice>
                <mc:Fallback>
                  <p:oleObj name="Equation" r:id="rId43" imgW="977760" imgH="380880" progId="Equation.DSMT4">
                    <p:embed/>
                    <p:pic>
                      <p:nvPicPr>
                        <p:cNvPr id="39" name="对象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92913" y="1779662"/>
                          <a:ext cx="979487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8E27ACA2-801C-4681-A573-16223EB2F965}"/>
                </a:ext>
              </a:extLst>
            </p:cNvPr>
            <p:cNvCxnSpPr/>
            <p:nvPr/>
          </p:nvCxnSpPr>
          <p:spPr>
            <a:xfrm>
              <a:off x="7342072" y="2567623"/>
              <a:ext cx="0" cy="796156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890DD57E-03B9-4AE7-A527-468237447579}"/>
                </a:ext>
              </a:extLst>
            </p:cNvPr>
            <p:cNvCxnSpPr/>
            <p:nvPr/>
          </p:nvCxnSpPr>
          <p:spPr>
            <a:xfrm>
              <a:off x="6783371" y="2558743"/>
              <a:ext cx="1008112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任意多边形 41">
              <a:extLst>
                <a:ext uri="{FF2B5EF4-FFF2-40B4-BE49-F238E27FC236}">
                  <a16:creationId xmlns:a16="http://schemas.microsoft.com/office/drawing/2014/main" id="{0C8EFC31-8F4C-4A0F-A3CC-F29C18DD618C}"/>
                </a:ext>
              </a:extLst>
            </p:cNvPr>
            <p:cNvSpPr/>
            <p:nvPr/>
          </p:nvSpPr>
          <p:spPr>
            <a:xfrm>
              <a:off x="6839059" y="1953034"/>
              <a:ext cx="947062" cy="1131047"/>
            </a:xfrm>
            <a:custGeom>
              <a:avLst/>
              <a:gdLst>
                <a:gd name="connsiteX0" fmla="*/ 0 w 1359243"/>
                <a:gd name="connsiteY0" fmla="*/ 0 h 2726725"/>
                <a:gd name="connsiteX1" fmla="*/ 370703 w 1359243"/>
                <a:gd name="connsiteY1" fmla="*/ 1293341 h 2726725"/>
                <a:gd name="connsiteX2" fmla="*/ 1120346 w 1359243"/>
                <a:gd name="connsiteY2" fmla="*/ 1606379 h 2726725"/>
                <a:gd name="connsiteX3" fmla="*/ 1359243 w 1359243"/>
                <a:gd name="connsiteY3" fmla="*/ 2726725 h 272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9243" h="2726725">
                  <a:moveTo>
                    <a:pt x="0" y="0"/>
                  </a:moveTo>
                  <a:cubicBezTo>
                    <a:pt x="91989" y="512805"/>
                    <a:pt x="183979" y="1025611"/>
                    <a:pt x="370703" y="1293341"/>
                  </a:cubicBezTo>
                  <a:cubicBezTo>
                    <a:pt x="557427" y="1561071"/>
                    <a:pt x="955589" y="1367482"/>
                    <a:pt x="1120346" y="1606379"/>
                  </a:cubicBezTo>
                  <a:cubicBezTo>
                    <a:pt x="1285103" y="1845276"/>
                    <a:pt x="1322173" y="2286000"/>
                    <a:pt x="1359243" y="2726725"/>
                  </a:cubicBezTo>
                </a:path>
              </a:pathLst>
            </a:custGeom>
            <a:noFill/>
            <a:ln w="19050">
              <a:solidFill>
                <a:srgbClr val="006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1" name="文本框 57">
            <a:extLst>
              <a:ext uri="{FF2B5EF4-FFF2-40B4-BE49-F238E27FC236}">
                <a16:creationId xmlns:a16="http://schemas.microsoft.com/office/drawing/2014/main" id="{CE31189F-F917-423A-8F0D-3C95F79D9470}"/>
              </a:ext>
            </a:extLst>
          </p:cNvPr>
          <p:cNvSpPr txBox="1"/>
          <p:nvPr/>
        </p:nvSpPr>
        <p:spPr>
          <a:xfrm>
            <a:off x="755576" y="555526"/>
            <a:ext cx="61761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类似地可以论证情形⑵，情形⑶．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993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49">
            <a:extLst>
              <a:ext uri="{FF2B5EF4-FFF2-40B4-BE49-F238E27FC236}">
                <a16:creationId xmlns:a16="http://schemas.microsoft.com/office/drawing/2014/main" id="{5F171807-BD1C-4A14-93FE-3679B80125F1}"/>
              </a:ext>
            </a:extLst>
          </p:cNvPr>
          <p:cNvSpPr txBox="1"/>
          <p:nvPr/>
        </p:nvSpPr>
        <p:spPr>
          <a:xfrm>
            <a:off x="855670" y="1962534"/>
            <a:ext cx="4815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函数     </a:t>
            </a:r>
            <a:endParaRPr lang="en-US" altLang="zh-CN" sz="2800" b="1" dirty="0">
              <a:latin typeface="+mn-ea"/>
            </a:endParaRPr>
          </a:p>
        </p:txBody>
      </p:sp>
      <p:graphicFrame>
        <p:nvGraphicFramePr>
          <p:cNvPr id="2" name="Object 37">
            <a:extLst>
              <a:ext uri="{FF2B5EF4-FFF2-40B4-BE49-F238E27FC236}">
                <a16:creationId xmlns:a16="http://schemas.microsoft.com/office/drawing/2014/main" id="{56E41B9B-1314-4338-9112-849F5D6D93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1931365"/>
              </p:ext>
            </p:extLst>
          </p:nvPr>
        </p:nvGraphicFramePr>
        <p:xfrm>
          <a:off x="1502701" y="421262"/>
          <a:ext cx="4432301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2" name="Equation" r:id="rId3" imgW="4431960" imgH="1320480" progId="Equation.DSMT4">
                  <p:embed/>
                </p:oleObj>
              </mc:Choice>
              <mc:Fallback>
                <p:oleObj name="Equation" r:id="rId3" imgW="4431960" imgH="1320480" progId="Equation.DSMT4">
                  <p:embed/>
                  <p:pic>
                    <p:nvPicPr>
                      <p:cNvPr id="2" name="Object 37">
                        <a:extLst>
                          <a:ext uri="{FF2B5EF4-FFF2-40B4-BE49-F238E27FC236}">
                            <a16:creationId xmlns:a16="http://schemas.microsoft.com/office/drawing/2014/main" id="{76011E67-DDEE-4EDD-A8F0-C5F7107232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2701" y="421262"/>
                        <a:ext cx="4432301" cy="132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49">
            <a:extLst>
              <a:ext uri="{FF2B5EF4-FFF2-40B4-BE49-F238E27FC236}">
                <a16:creationId xmlns:a16="http://schemas.microsoft.com/office/drawing/2014/main" id="{43BAA637-21DE-441E-A405-2025494C3520}"/>
              </a:ext>
            </a:extLst>
          </p:cNvPr>
          <p:cNvGrpSpPr>
            <a:grpSpLocks/>
          </p:cNvGrpSpPr>
          <p:nvPr/>
        </p:nvGrpSpPr>
        <p:grpSpPr bwMode="auto">
          <a:xfrm>
            <a:off x="6084168" y="1223845"/>
            <a:ext cx="2911475" cy="1814513"/>
            <a:chOff x="1609" y="1015"/>
            <a:chExt cx="3668" cy="2283"/>
          </a:xfrm>
        </p:grpSpPr>
        <p:pic>
          <p:nvPicPr>
            <p:cNvPr id="4" name="Picture 150">
              <a:extLst>
                <a:ext uri="{FF2B5EF4-FFF2-40B4-BE49-F238E27FC236}">
                  <a16:creationId xmlns:a16="http://schemas.microsoft.com/office/drawing/2014/main" id="{1691068D-2362-4F70-BE38-4C023E7A78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0" y="1054"/>
              <a:ext cx="3599" cy="2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5" name="Rectangle 151">
              <a:extLst>
                <a:ext uri="{FF2B5EF4-FFF2-40B4-BE49-F238E27FC236}">
                  <a16:creationId xmlns:a16="http://schemas.microsoft.com/office/drawing/2014/main" id="{9E9671EA-9E04-4AA0-AD1B-F870D3CE9C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9" y="1015"/>
              <a:ext cx="3668" cy="2283"/>
            </a:xfrm>
            <a:prstGeom prst="rect">
              <a:avLst/>
            </a:prstGeom>
            <a:noFill/>
            <a:ln w="38100" cmpd="dbl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6" name="Object 51">
            <a:extLst>
              <a:ext uri="{FF2B5EF4-FFF2-40B4-BE49-F238E27FC236}">
                <a16:creationId xmlns:a16="http://schemas.microsoft.com/office/drawing/2014/main" id="{A7067C78-C5F6-4CFF-B365-8641612EDA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3479843"/>
              </p:ext>
            </p:extLst>
          </p:nvPr>
        </p:nvGraphicFramePr>
        <p:xfrm>
          <a:off x="772929" y="2737679"/>
          <a:ext cx="1066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3" name="Equation" r:id="rId6" imgW="1066680" imgH="342720" progId="Equation.DSMT4">
                  <p:embed/>
                </p:oleObj>
              </mc:Choice>
              <mc:Fallback>
                <p:oleObj name="Equation" r:id="rId6" imgW="1066680" imgH="342720" progId="Equation.DSMT4">
                  <p:embed/>
                  <p:pic>
                    <p:nvPicPr>
                      <p:cNvPr id="9" name="Object 51">
                        <a:extLst>
                          <a:ext uri="{FF2B5EF4-FFF2-40B4-BE49-F238E27FC236}">
                            <a16:creationId xmlns:a16="http://schemas.microsoft.com/office/drawing/2014/main" id="{A57F0F16-A489-438F-9F35-2DFB9979E0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929" y="2737679"/>
                        <a:ext cx="1066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52">
            <a:extLst>
              <a:ext uri="{FF2B5EF4-FFF2-40B4-BE49-F238E27FC236}">
                <a16:creationId xmlns:a16="http://schemas.microsoft.com/office/drawing/2014/main" id="{C05C3407-7781-4A2B-AD95-D3A9229BF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1633" y="2620531"/>
            <a:ext cx="182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为极大值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</a:p>
        </p:txBody>
      </p:sp>
      <p:sp>
        <p:nvSpPr>
          <p:cNvPr id="8" name="文本框 49">
            <a:extLst>
              <a:ext uri="{FF2B5EF4-FFF2-40B4-BE49-F238E27FC236}">
                <a16:creationId xmlns:a16="http://schemas.microsoft.com/office/drawing/2014/main" id="{07A12EA0-9EBE-438B-B787-49024AA1A138}"/>
              </a:ext>
            </a:extLst>
          </p:cNvPr>
          <p:cNvSpPr txBox="1"/>
          <p:nvPr/>
        </p:nvSpPr>
        <p:spPr>
          <a:xfrm>
            <a:off x="920491" y="793177"/>
            <a:ext cx="10662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9" name="文本框 49">
            <a:extLst>
              <a:ext uri="{FF2B5EF4-FFF2-40B4-BE49-F238E27FC236}">
                <a16:creationId xmlns:a16="http://schemas.microsoft.com/office/drawing/2014/main" id="{47A5F1DC-E067-41FE-9A23-179340127DF1}"/>
              </a:ext>
            </a:extLst>
          </p:cNvPr>
          <p:cNvSpPr txBox="1"/>
          <p:nvPr/>
        </p:nvSpPr>
        <p:spPr>
          <a:xfrm>
            <a:off x="868482" y="3388143"/>
            <a:ext cx="8129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说明  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可导函数</a:t>
            </a:r>
            <a:r>
              <a:rPr lang="zh-CN" altLang="en-US" sz="2400" b="1" dirty="0">
                <a:latin typeface="+mn-ea"/>
              </a:rPr>
              <a:t>在极值点两侧的导数符号以及函数单调性</a:t>
            </a:r>
            <a:endParaRPr lang="en-US" altLang="zh-CN" sz="2800" b="1" dirty="0">
              <a:latin typeface="+mn-ea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05B5A55C-E6E5-400A-9253-9091BA1BBF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956713"/>
              </p:ext>
            </p:extLst>
          </p:nvPr>
        </p:nvGraphicFramePr>
        <p:xfrm>
          <a:off x="4050704" y="2068599"/>
          <a:ext cx="1206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4" name="Equation" r:id="rId8" imgW="1206360" imgH="355320" progId="Equation.DSMT4">
                  <p:embed/>
                </p:oleObj>
              </mc:Choice>
              <mc:Fallback>
                <p:oleObj name="Equation" r:id="rId8" imgW="12063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050704" y="2068599"/>
                        <a:ext cx="12065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49">
            <a:extLst>
              <a:ext uri="{FF2B5EF4-FFF2-40B4-BE49-F238E27FC236}">
                <a16:creationId xmlns:a16="http://schemas.microsoft.com/office/drawing/2014/main" id="{A296A7F9-BB47-480F-8843-3E262B2A6B38}"/>
              </a:ext>
            </a:extLst>
          </p:cNvPr>
          <p:cNvSpPr txBox="1"/>
          <p:nvPr/>
        </p:nvSpPr>
        <p:spPr>
          <a:xfrm>
            <a:off x="241578" y="2657337"/>
            <a:ext cx="10662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且</a:t>
            </a:r>
            <a:endParaRPr lang="en-US" altLang="zh-CN" sz="2800" b="1" dirty="0">
              <a:latin typeface="+mn-ea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DA1F12A1-E622-4F4A-B8A1-C0C4E99A68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5787505"/>
              </p:ext>
            </p:extLst>
          </p:nvPr>
        </p:nvGraphicFramePr>
        <p:xfrm>
          <a:off x="1599168" y="2064789"/>
          <a:ext cx="2324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5" name="Equation" r:id="rId10" imgW="2323800" imgH="342720" progId="Equation.DSMT4">
                  <p:embed/>
                </p:oleObj>
              </mc:Choice>
              <mc:Fallback>
                <p:oleObj name="Equation" r:id="rId10" imgW="23238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99168" y="2064789"/>
                        <a:ext cx="2324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F16E2462-97FA-4CF3-BCB8-4858594FB61F}"/>
              </a:ext>
            </a:extLst>
          </p:cNvPr>
          <p:cNvSpPr/>
          <p:nvPr/>
        </p:nvSpPr>
        <p:spPr>
          <a:xfrm>
            <a:off x="255208" y="4103205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</a:rPr>
              <a:t>不能确定！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21396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7778539-4C91-4A98-BD01-5BA929CD73FD}"/>
              </a:ext>
            </a:extLst>
          </p:cNvPr>
          <p:cNvGrpSpPr/>
          <p:nvPr/>
        </p:nvGrpSpPr>
        <p:grpSpPr>
          <a:xfrm>
            <a:off x="518405" y="359555"/>
            <a:ext cx="3672408" cy="461665"/>
            <a:chOff x="899592" y="597917"/>
            <a:chExt cx="3672408" cy="461665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2180572E-9BB3-42D9-A1A6-E7A483C02A17}"/>
                </a:ext>
              </a:extLst>
            </p:cNvPr>
            <p:cNvSpPr txBox="1"/>
            <p:nvPr/>
          </p:nvSpPr>
          <p:spPr>
            <a:xfrm>
              <a:off x="899592" y="597917"/>
              <a:ext cx="36724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求函数    极值的步骤：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F2724B98-02D3-4975-93A7-349B14EF19E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549336"/>
                </p:ext>
              </p:extLst>
            </p:nvPr>
          </p:nvGraphicFramePr>
          <p:xfrm>
            <a:off x="1933476" y="689377"/>
            <a:ext cx="6223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62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6" name="对象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3476" y="689377"/>
                          <a:ext cx="6223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EF6F11F0-F2CC-446E-9789-35C960394A22}"/>
              </a:ext>
            </a:extLst>
          </p:cNvPr>
          <p:cNvGrpSpPr/>
          <p:nvPr/>
        </p:nvGrpSpPr>
        <p:grpSpPr>
          <a:xfrm>
            <a:off x="626417" y="1253139"/>
            <a:ext cx="3456384" cy="461665"/>
            <a:chOff x="642040" y="1254673"/>
            <a:chExt cx="3456384" cy="461665"/>
          </a:xfrm>
        </p:grpSpPr>
        <p:sp>
          <p:nvSpPr>
            <p:cNvPr id="6" name="文本框 3">
              <a:extLst>
                <a:ext uri="{FF2B5EF4-FFF2-40B4-BE49-F238E27FC236}">
                  <a16:creationId xmlns:a16="http://schemas.microsoft.com/office/drawing/2014/main" id="{1CC4BFDF-9C52-41DD-9703-3E077BCA3A6C}"/>
                </a:ext>
              </a:extLst>
            </p:cNvPr>
            <p:cNvSpPr txBox="1"/>
            <p:nvPr/>
          </p:nvSpPr>
          <p:spPr>
            <a:xfrm>
              <a:off x="642040" y="1254673"/>
              <a:ext cx="34563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(</a:t>
              </a:r>
              <a:r>
                <a:rPr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)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确定    定义域；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C017EBAE-5BFB-4578-BDFA-73612CF1C8F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10246266"/>
                </p:ext>
              </p:extLst>
            </p:nvPr>
          </p:nvGraphicFramePr>
          <p:xfrm>
            <a:off x="1784008" y="1344402"/>
            <a:ext cx="6223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63" name="Equation" r:id="rId5" imgW="622030" imgH="342751" progId="Equation.DSMT4">
                    <p:embed/>
                  </p:oleObj>
                </mc:Choice>
                <mc:Fallback>
                  <p:oleObj name="Equation" r:id="rId5" imgW="622030" imgH="342751" progId="Equation.DSMT4">
                    <p:embed/>
                    <p:pic>
                      <p:nvPicPr>
                        <p:cNvPr id="9" name="对象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4008" y="1344402"/>
                          <a:ext cx="6223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2349A9FA-7916-453E-AB00-D44400986F23}"/>
              </a:ext>
            </a:extLst>
          </p:cNvPr>
          <p:cNvGrpSpPr/>
          <p:nvPr/>
        </p:nvGrpSpPr>
        <p:grpSpPr>
          <a:xfrm>
            <a:off x="626417" y="1959007"/>
            <a:ext cx="7374376" cy="474839"/>
            <a:chOff x="634516" y="1944511"/>
            <a:chExt cx="7374376" cy="474839"/>
          </a:xfrm>
        </p:grpSpPr>
        <p:sp>
          <p:nvSpPr>
            <p:cNvPr id="9" name="文本框 4">
              <a:extLst>
                <a:ext uri="{FF2B5EF4-FFF2-40B4-BE49-F238E27FC236}">
                  <a16:creationId xmlns:a16="http://schemas.microsoft.com/office/drawing/2014/main" id="{CE8E88E4-9F01-4B7F-A5CB-D73AB53943E9}"/>
                </a:ext>
              </a:extLst>
            </p:cNvPr>
            <p:cNvSpPr txBox="1"/>
            <p:nvPr/>
          </p:nvSpPr>
          <p:spPr>
            <a:xfrm>
              <a:off x="634516" y="1944511"/>
              <a:ext cx="73743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(</a:t>
              </a:r>
              <a:r>
                <a:rPr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)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计算     ，找出    的所有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驻点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及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不可导点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；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C3F59503-7665-4212-A3F4-418042D9B95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30233155"/>
                </p:ext>
              </p:extLst>
            </p:nvPr>
          </p:nvGraphicFramePr>
          <p:xfrm>
            <a:off x="1790378" y="1987550"/>
            <a:ext cx="738187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64" name="Equation" r:id="rId7" imgW="736560" imgH="431640" progId="Equation.DSMT4">
                    <p:embed/>
                  </p:oleObj>
                </mc:Choice>
                <mc:Fallback>
                  <p:oleObj name="Equation" r:id="rId7" imgW="736560" imgH="431640" progId="Equation.DSMT4">
                    <p:embed/>
                    <p:pic>
                      <p:nvPicPr>
                        <p:cNvPr id="12" name="对象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0378" y="1987550"/>
                          <a:ext cx="738187" cy="431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68943735-9EC3-4D99-A20B-43C688FEE23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91372266"/>
                </p:ext>
              </p:extLst>
            </p:nvPr>
          </p:nvGraphicFramePr>
          <p:xfrm>
            <a:off x="3491880" y="2036321"/>
            <a:ext cx="6223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65" name="Equation" r:id="rId9" imgW="622030" imgH="342751" progId="Equation.DSMT4">
                    <p:embed/>
                  </p:oleObj>
                </mc:Choice>
                <mc:Fallback>
                  <p:oleObj name="Equation" r:id="rId9" imgW="622030" imgH="342751" progId="Equation.DSMT4">
                    <p:embed/>
                    <p:pic>
                      <p:nvPicPr>
                        <p:cNvPr id="13" name="对象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1880" y="2036321"/>
                          <a:ext cx="6223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文本框 12">
            <a:extLst>
              <a:ext uri="{FF2B5EF4-FFF2-40B4-BE49-F238E27FC236}">
                <a16:creationId xmlns:a16="http://schemas.microsoft.com/office/drawing/2014/main" id="{FF3EB425-96A8-492D-929A-EF3C55315018}"/>
              </a:ext>
            </a:extLst>
          </p:cNvPr>
          <p:cNvSpPr txBox="1"/>
          <p:nvPr/>
        </p:nvSpPr>
        <p:spPr>
          <a:xfrm>
            <a:off x="179512" y="3297390"/>
            <a:ext cx="9087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判定该点是否为极值点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并进一步确定是极大值点还是极小值点；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8EBE365-E407-4F79-8ADA-F37CF4E25407}"/>
              </a:ext>
            </a:extLst>
          </p:cNvPr>
          <p:cNvGrpSpPr/>
          <p:nvPr/>
        </p:nvGrpSpPr>
        <p:grpSpPr>
          <a:xfrm>
            <a:off x="626417" y="2654027"/>
            <a:ext cx="8305089" cy="461665"/>
            <a:chOff x="659399" y="2614141"/>
            <a:chExt cx="8305089" cy="461665"/>
          </a:xfrm>
        </p:grpSpPr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D3C43ADD-1232-459F-AB88-DF5BA858B50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0504773"/>
                </p:ext>
              </p:extLst>
            </p:nvPr>
          </p:nvGraphicFramePr>
          <p:xfrm>
            <a:off x="1834828" y="2644006"/>
            <a:ext cx="738187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66" name="Equation" r:id="rId10" imgW="736560" imgH="431640" progId="Equation.DSMT4">
                    <p:embed/>
                  </p:oleObj>
                </mc:Choice>
                <mc:Fallback>
                  <p:oleObj name="Equation" r:id="rId10" imgW="736560" imgH="431640" progId="Equation.DSMT4">
                    <p:embed/>
                    <p:pic>
                      <p:nvPicPr>
                        <p:cNvPr id="16" name="对象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4828" y="2644006"/>
                          <a:ext cx="738187" cy="431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9071ED3E-1EA7-4520-A12E-46F414763512}"/>
                </a:ext>
              </a:extLst>
            </p:cNvPr>
            <p:cNvSpPr txBox="1"/>
            <p:nvPr/>
          </p:nvSpPr>
          <p:spPr>
            <a:xfrm>
              <a:off x="659399" y="2614141"/>
              <a:ext cx="83050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(</a:t>
              </a:r>
              <a:r>
                <a:rPr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)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考察     在每个驻点或不可导点的左右近旁的符号正负，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76621EE-025A-42A2-B485-7D94B2F48034}"/>
              </a:ext>
            </a:extLst>
          </p:cNvPr>
          <p:cNvGrpSpPr/>
          <p:nvPr/>
        </p:nvGrpSpPr>
        <p:grpSpPr>
          <a:xfrm>
            <a:off x="626417" y="3890361"/>
            <a:ext cx="7430834" cy="461665"/>
            <a:chOff x="534978" y="3913544"/>
            <a:chExt cx="7430834" cy="461665"/>
          </a:xfrm>
        </p:grpSpPr>
        <p:sp>
          <p:nvSpPr>
            <p:cNvPr id="17" name="文本框 15">
              <a:extLst>
                <a:ext uri="{FF2B5EF4-FFF2-40B4-BE49-F238E27FC236}">
                  <a16:creationId xmlns:a16="http://schemas.microsoft.com/office/drawing/2014/main" id="{8242FA5E-02D8-4C85-A86F-B8011C916D0F}"/>
                </a:ext>
              </a:extLst>
            </p:cNvPr>
            <p:cNvSpPr txBox="1"/>
            <p:nvPr/>
          </p:nvSpPr>
          <p:spPr>
            <a:xfrm>
              <a:off x="534978" y="3913544"/>
              <a:ext cx="74308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(</a:t>
              </a:r>
              <a:r>
                <a:rPr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)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求出各极值点的函数值，得函数    的全部极值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.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29C6C677-C1F7-4402-94BA-D8BE05F5D1D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94455084"/>
                </p:ext>
              </p:extLst>
            </p:nvPr>
          </p:nvGraphicFramePr>
          <p:xfrm>
            <a:off x="5344657" y="4015593"/>
            <a:ext cx="6223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67" name="Equation" r:id="rId12" imgW="622030" imgH="342751" progId="Equation.DSMT4">
                    <p:embed/>
                  </p:oleObj>
                </mc:Choice>
                <mc:Fallback>
                  <p:oleObj name="Equation" r:id="rId12" imgW="622030" imgH="342751" progId="Equation.DSMT4">
                    <p:embed/>
                    <p:pic>
                      <p:nvPicPr>
                        <p:cNvPr id="20" name="对象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44657" y="4015593"/>
                          <a:ext cx="6223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673184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0">
            <a:extLst>
              <a:ext uri="{FF2B5EF4-FFF2-40B4-BE49-F238E27FC236}">
                <a16:creationId xmlns:a16="http://schemas.microsoft.com/office/drawing/2014/main" id="{444F36F8-5D00-42E7-89FD-E0F7AB314945}"/>
              </a:ext>
            </a:extLst>
          </p:cNvPr>
          <p:cNvSpPr txBox="1"/>
          <p:nvPr/>
        </p:nvSpPr>
        <p:spPr>
          <a:xfrm>
            <a:off x="971600" y="1173460"/>
            <a:ext cx="505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b="1" dirty="0">
              <a:latin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350720D-2ACA-4B9B-9CE7-DC923FEB0676}"/>
              </a:ext>
            </a:extLst>
          </p:cNvPr>
          <p:cNvGrpSpPr/>
          <p:nvPr/>
        </p:nvGrpSpPr>
        <p:grpSpPr>
          <a:xfrm>
            <a:off x="971600" y="483518"/>
            <a:ext cx="7344816" cy="490538"/>
            <a:chOff x="899592" y="1091855"/>
            <a:chExt cx="7344816" cy="490538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59767782-7031-47EB-9AEB-D5AC31080710}"/>
                </a:ext>
              </a:extLst>
            </p:cNvPr>
            <p:cNvSpPr txBox="1"/>
            <p:nvPr/>
          </p:nvSpPr>
          <p:spPr>
            <a:xfrm>
              <a:off x="899592" y="1106292"/>
              <a:ext cx="73448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 dirty="0">
                  <a:solidFill>
                    <a:srgbClr val="0064FF"/>
                  </a:solidFill>
                  <a:latin typeface="+mn-ea"/>
                </a:rPr>
                <a:t> </a:t>
              </a:r>
              <a:r>
                <a:rPr lang="zh-CN" altLang="en-US" sz="2400" b="1" dirty="0">
                  <a:latin typeface="+mn-ea"/>
                </a:rPr>
                <a:t>求函数              的极值</a:t>
              </a:r>
              <a:endParaRPr lang="en-US" altLang="zh-CN" sz="2800" b="1" dirty="0">
                <a:solidFill>
                  <a:srgbClr val="0064FF"/>
                </a:solidFill>
                <a:latin typeface="+mn-ea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72317641-4F83-4A38-8EFD-33E1804EEC0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75359302"/>
                </p:ext>
              </p:extLst>
            </p:nvPr>
          </p:nvGraphicFramePr>
          <p:xfrm>
            <a:off x="2549396" y="1091855"/>
            <a:ext cx="2146300" cy="490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86" name="Equation" r:id="rId3" imgW="2145369" imgH="495085" progId="Equation.DSMT4">
                    <p:embed/>
                  </p:oleObj>
                </mc:Choice>
                <mc:Fallback>
                  <p:oleObj name="Equation" r:id="rId3" imgW="2145369" imgH="495085" progId="Equation.DSMT4">
                    <p:embed/>
                    <p:pic>
                      <p:nvPicPr>
                        <p:cNvPr id="7" name="对象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9396" y="1091855"/>
                          <a:ext cx="2146300" cy="4905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4CBB76A-3655-430A-8007-64BDEF52278D}"/>
              </a:ext>
            </a:extLst>
          </p:cNvPr>
          <p:cNvGrpSpPr/>
          <p:nvPr/>
        </p:nvGrpSpPr>
        <p:grpSpPr>
          <a:xfrm>
            <a:off x="971600" y="1172098"/>
            <a:ext cx="6192688" cy="461665"/>
            <a:chOff x="899592" y="2067694"/>
            <a:chExt cx="6192688" cy="461665"/>
          </a:xfrm>
        </p:grpSpPr>
        <p:sp>
          <p:nvSpPr>
            <p:cNvPr id="7" name="文本框 7">
              <a:extLst>
                <a:ext uri="{FF2B5EF4-FFF2-40B4-BE49-F238E27FC236}">
                  <a16:creationId xmlns:a16="http://schemas.microsoft.com/office/drawing/2014/main" id="{7F51D40E-0F85-4A68-B646-AC161DADAA9E}"/>
                </a:ext>
              </a:extLst>
            </p:cNvPr>
            <p:cNvSpPr txBox="1"/>
            <p:nvPr/>
          </p:nvSpPr>
          <p:spPr>
            <a:xfrm>
              <a:off x="899592" y="2067694"/>
              <a:ext cx="61926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    </a:t>
              </a:r>
              <a:r>
                <a:rPr lang="zh-CN" altLang="en-US" sz="2400" b="1" dirty="0">
                  <a:latin typeface="+mn-ea"/>
                </a:rPr>
                <a:t>在函数的定义域        内，</a:t>
              </a: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25CD3A77-2EC9-4E41-B555-DC26C6F35F0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3134045"/>
                </p:ext>
              </p:extLst>
            </p:nvPr>
          </p:nvGraphicFramePr>
          <p:xfrm>
            <a:off x="3795390" y="2160022"/>
            <a:ext cx="1136650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87" name="Equation" r:id="rId5" imgW="1129810" imgH="342751" progId="Equation.DSMT4">
                    <p:embed/>
                  </p:oleObj>
                </mc:Choice>
                <mc:Fallback>
                  <p:oleObj name="Equation" r:id="rId5" imgW="1129810" imgH="342751" progId="Equation.DSMT4">
                    <p:embed/>
                    <p:pic>
                      <p:nvPicPr>
                        <p:cNvPr id="10" name="对象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5390" y="2160022"/>
                          <a:ext cx="1136650" cy="338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7CE298F6-BF50-4D95-90CE-7CB5EE9B07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9960197"/>
              </p:ext>
            </p:extLst>
          </p:nvPr>
        </p:nvGraphicFramePr>
        <p:xfrm>
          <a:off x="1452689" y="2143918"/>
          <a:ext cx="5867400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8" name="Equation" r:id="rId7" imgW="5867280" imgH="863280" progId="Equation.DSMT4">
                  <p:embed/>
                </p:oleObj>
              </mc:Choice>
              <mc:Fallback>
                <p:oleObj name="Equation" r:id="rId7" imgW="5867280" imgH="86328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2689" y="2143918"/>
                        <a:ext cx="5867400" cy="855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38FB8465-AE4F-48B1-BEF8-C1D6E4265583}"/>
              </a:ext>
            </a:extLst>
          </p:cNvPr>
          <p:cNvGrpSpPr/>
          <p:nvPr/>
        </p:nvGrpSpPr>
        <p:grpSpPr>
          <a:xfrm>
            <a:off x="241935" y="3468586"/>
            <a:ext cx="8650545" cy="727075"/>
            <a:chOff x="169927" y="4076923"/>
            <a:chExt cx="8650545" cy="727075"/>
          </a:xfrm>
        </p:grpSpPr>
        <p:sp>
          <p:nvSpPr>
            <p:cNvPr id="11" name="文本框 20">
              <a:extLst>
                <a:ext uri="{FF2B5EF4-FFF2-40B4-BE49-F238E27FC236}">
                  <a16:creationId xmlns:a16="http://schemas.microsoft.com/office/drawing/2014/main" id="{57F26D95-5A00-44A5-BCE0-3E784B10148D}"/>
                </a:ext>
              </a:extLst>
            </p:cNvPr>
            <p:cNvSpPr txBox="1"/>
            <p:nvPr/>
          </p:nvSpPr>
          <p:spPr>
            <a:xfrm>
              <a:off x="169927" y="4169456"/>
              <a:ext cx="86505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则              存在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驻点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     和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不可导点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         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.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    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4D1F7855-CFA5-4FAF-B627-3D3BD0E8342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95841262"/>
                </p:ext>
              </p:extLst>
            </p:nvPr>
          </p:nvGraphicFramePr>
          <p:xfrm>
            <a:off x="611560" y="4140583"/>
            <a:ext cx="2146300" cy="490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89" name="Equation" r:id="rId9" imgW="2145369" imgH="495085" progId="Equation.DSMT4">
                    <p:embed/>
                  </p:oleObj>
                </mc:Choice>
                <mc:Fallback>
                  <p:oleObj name="Equation" r:id="rId9" imgW="2145369" imgH="495085" progId="Equation.DSMT4">
                    <p:embed/>
                    <p:pic>
                      <p:nvPicPr>
                        <p:cNvPr id="14" name="对象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1560" y="4140583"/>
                          <a:ext cx="2146300" cy="4905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35D00B2D-49BF-4DF0-9558-964741D1EDC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82805866"/>
                </p:ext>
              </p:extLst>
            </p:nvPr>
          </p:nvGraphicFramePr>
          <p:xfrm>
            <a:off x="6300192" y="4249837"/>
            <a:ext cx="1282700" cy="338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90" name="Equation" r:id="rId10" imgW="1282700" imgH="342900" progId="Equation.DSMT4">
                    <p:embed/>
                  </p:oleObj>
                </mc:Choice>
                <mc:Fallback>
                  <p:oleObj name="Equation" r:id="rId10" imgW="1282700" imgH="342900" progId="Equation.DSMT4">
                    <p:embed/>
                    <p:pic>
                      <p:nvPicPr>
                        <p:cNvPr id="15" name="对象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00192" y="4249837"/>
                          <a:ext cx="1282700" cy="3381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03CF4C26-FDA9-4E0C-B7F8-0C5A8C32A13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3789757"/>
                </p:ext>
              </p:extLst>
            </p:nvPr>
          </p:nvGraphicFramePr>
          <p:xfrm>
            <a:off x="3995936" y="4076923"/>
            <a:ext cx="685800" cy="727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91" name="Equation" r:id="rId12" imgW="685800" imgH="736600" progId="Equation.DSMT4">
                    <p:embed/>
                  </p:oleObj>
                </mc:Choice>
                <mc:Fallback>
                  <p:oleObj name="Equation" r:id="rId12" imgW="685800" imgH="736600" progId="Equation.DSMT4">
                    <p:embed/>
                    <p:pic>
                      <p:nvPicPr>
                        <p:cNvPr id="16" name="对象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5936" y="4076923"/>
                          <a:ext cx="685800" cy="7270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740475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ED65F61-4909-483E-AADD-500C26BCEAF8}"/>
              </a:ext>
            </a:extLst>
          </p:cNvPr>
          <p:cNvSpPr/>
          <p:nvPr/>
        </p:nvSpPr>
        <p:spPr>
          <a:xfrm>
            <a:off x="985618" y="879424"/>
            <a:ext cx="6984776" cy="27383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288EDFE-BE8A-40D4-AC0B-7C44A8AD71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1872561"/>
              </p:ext>
            </p:extLst>
          </p:nvPr>
        </p:nvGraphicFramePr>
        <p:xfrm>
          <a:off x="1230758" y="2932852"/>
          <a:ext cx="215900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6" name="Equation" r:id="rId3" imgW="215619" imgH="266353" progId="Equation.DSMT4">
                  <p:embed/>
                </p:oleObj>
              </mc:Choice>
              <mc:Fallback>
                <p:oleObj name="Equation" r:id="rId3" imgW="215619" imgH="266353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0758" y="2932852"/>
                        <a:ext cx="215900" cy="263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1579DB6-BDEC-444D-8FA6-079FB8D363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7597516"/>
              </p:ext>
            </p:extLst>
          </p:nvPr>
        </p:nvGraphicFramePr>
        <p:xfrm>
          <a:off x="1208413" y="1961505"/>
          <a:ext cx="279400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7" name="Equation" r:id="rId5" imgW="279279" imgH="355446" progId="Equation.DSMT4">
                  <p:embed/>
                </p:oleObj>
              </mc:Choice>
              <mc:Fallback>
                <p:oleObj name="Equation" r:id="rId5" imgW="279279" imgH="355446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8413" y="1961505"/>
                        <a:ext cx="279400" cy="350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D3AC4A4-20C2-4E83-A1CA-66E01BC9DA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8496627"/>
              </p:ext>
            </p:extLst>
          </p:nvPr>
        </p:nvGraphicFramePr>
        <p:xfrm>
          <a:off x="1227166" y="1187644"/>
          <a:ext cx="190500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8" name="Equation" r:id="rId7" imgW="190417" imgH="203112" progId="Equation.DSMT4">
                  <p:embed/>
                </p:oleObj>
              </mc:Choice>
              <mc:Fallback>
                <p:oleObj name="Equation" r:id="rId7" imgW="190417" imgH="203112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7166" y="1187644"/>
                        <a:ext cx="190500" cy="200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1CCE921-4EA9-4CF6-BF35-03BFA2CD8B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7550580"/>
              </p:ext>
            </p:extLst>
          </p:nvPr>
        </p:nvGraphicFramePr>
        <p:xfrm>
          <a:off x="3063718" y="1150258"/>
          <a:ext cx="190500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9" name="Equation" r:id="rId9" imgW="190500" imgH="279400" progId="Equation.DSMT4">
                  <p:embed/>
                </p:oleObj>
              </mc:Choice>
              <mc:Fallback>
                <p:oleObj name="Equation" r:id="rId9" imgW="190500" imgH="2794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3718" y="1150258"/>
                        <a:ext cx="190500" cy="274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D6071AF-E977-4962-AADD-20630E44F2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5877373"/>
              </p:ext>
            </p:extLst>
          </p:nvPr>
        </p:nvGraphicFramePr>
        <p:xfrm>
          <a:off x="1831160" y="1149862"/>
          <a:ext cx="882650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0" name="Equation" r:id="rId11" imgW="888614" imgH="342751" progId="Equation.DSMT4">
                  <p:embed/>
                </p:oleObj>
              </mc:Choice>
              <mc:Fallback>
                <p:oleObj name="Equation" r:id="rId11" imgW="888614" imgH="342751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1160" y="1149862"/>
                        <a:ext cx="882650" cy="338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D75796AF-B111-4424-9EB2-B2AE1C979D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4546994"/>
              </p:ext>
            </p:extLst>
          </p:nvPr>
        </p:nvGraphicFramePr>
        <p:xfrm>
          <a:off x="3577906" y="946468"/>
          <a:ext cx="685800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1" name="Equation" r:id="rId13" imgW="685800" imgH="736600" progId="Equation.DSMT4">
                  <p:embed/>
                </p:oleObj>
              </mc:Choice>
              <mc:Fallback>
                <p:oleObj name="Equation" r:id="rId13" imgW="685800" imgH="73660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7906" y="946468"/>
                        <a:ext cx="685800" cy="727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8BE28E6-086F-427C-99EB-66982D9F82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0620374"/>
              </p:ext>
            </p:extLst>
          </p:nvPr>
        </p:nvGraphicFramePr>
        <p:xfrm>
          <a:off x="5306098" y="925396"/>
          <a:ext cx="660400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2" name="Equation" r:id="rId15" imgW="660400" imgH="736600" progId="Equation.DSMT4">
                  <p:embed/>
                </p:oleObj>
              </mc:Choice>
              <mc:Fallback>
                <p:oleObj name="Equation" r:id="rId15" imgW="660400" imgH="7366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6098" y="925396"/>
                        <a:ext cx="660400" cy="727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6DB50ACF-87C4-4EC1-B9E5-259DD3BBBC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7319019"/>
              </p:ext>
            </p:extLst>
          </p:nvPr>
        </p:nvGraphicFramePr>
        <p:xfrm>
          <a:off x="4658026" y="932256"/>
          <a:ext cx="215900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3" name="Equation" r:id="rId17" imgW="215806" imgH="736280" progId="Equation.DSMT4">
                  <p:embed/>
                </p:oleObj>
              </mc:Choice>
              <mc:Fallback>
                <p:oleObj name="Equation" r:id="rId17" imgW="215806" imgH="73628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8026" y="932256"/>
                        <a:ext cx="215900" cy="727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3A68AA4-D02B-4376-9D24-7BC309FDD5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179696"/>
              </p:ext>
            </p:extLst>
          </p:nvPr>
        </p:nvGraphicFramePr>
        <p:xfrm>
          <a:off x="6903939" y="1164027"/>
          <a:ext cx="838200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4" name="Equation" r:id="rId19" imgW="837836" imgH="342751" progId="Equation.DSMT4">
                  <p:embed/>
                </p:oleObj>
              </mc:Choice>
              <mc:Fallback>
                <p:oleObj name="Equation" r:id="rId19" imgW="837836" imgH="342751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3939" y="1164027"/>
                        <a:ext cx="838200" cy="338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5E9020BC-EA7E-4CB2-8B78-ABC076A209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2192592"/>
              </p:ext>
            </p:extLst>
          </p:nvPr>
        </p:nvGraphicFramePr>
        <p:xfrm>
          <a:off x="6386218" y="1169487"/>
          <a:ext cx="127000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5" name="Equation" r:id="rId21" imgW="126835" imgH="266353" progId="Equation.DSMT4">
                  <p:embed/>
                </p:oleObj>
              </mc:Choice>
              <mc:Fallback>
                <p:oleObj name="Equation" r:id="rId21" imgW="126835" imgH="266353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6218" y="1169487"/>
                        <a:ext cx="127000" cy="263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CB72B536-A71A-411F-B25F-FB34574745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2560861"/>
              </p:ext>
            </p:extLst>
          </p:nvPr>
        </p:nvGraphicFramePr>
        <p:xfrm>
          <a:off x="2281238" y="2036515"/>
          <a:ext cx="2159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6" name="Equation" r:id="rId23" imgW="215640" imgH="215640" progId="Equation.DSMT4">
                  <p:embed/>
                </p:oleObj>
              </mc:Choice>
              <mc:Fallback>
                <p:oleObj name="Equation" r:id="rId23" imgW="215640" imgH="21564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1238" y="2036515"/>
                        <a:ext cx="215900" cy="212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1EFDDE77-8920-4846-8725-A129E3A258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1201358"/>
              </p:ext>
            </p:extLst>
          </p:nvPr>
        </p:nvGraphicFramePr>
        <p:xfrm>
          <a:off x="7178430" y="2033583"/>
          <a:ext cx="2159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7" name="Equation" r:id="rId25" imgW="215640" imgH="215640" progId="Equation.DSMT4">
                  <p:embed/>
                </p:oleObj>
              </mc:Choice>
              <mc:Fallback>
                <p:oleObj name="Equation" r:id="rId25" imgW="215640" imgH="21564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8430" y="2033583"/>
                        <a:ext cx="215900" cy="212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E8BFD55C-EE04-43C5-8D55-CAD5A18A57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601811"/>
              </p:ext>
            </p:extLst>
          </p:nvPr>
        </p:nvGraphicFramePr>
        <p:xfrm>
          <a:off x="3878638" y="2029369"/>
          <a:ext cx="2159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8" name="Equation" r:id="rId27" imgW="215640" imgH="215640" progId="Equation.DSMT4">
                  <p:embed/>
                </p:oleObj>
              </mc:Choice>
              <mc:Fallback>
                <p:oleObj name="Equation" r:id="rId27" imgW="215640" imgH="21564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8638" y="2029369"/>
                        <a:ext cx="215900" cy="212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D8C0D419-56EF-43D1-A33D-C04DE6FF9C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6347022"/>
              </p:ext>
            </p:extLst>
          </p:nvPr>
        </p:nvGraphicFramePr>
        <p:xfrm>
          <a:off x="4647866" y="2036818"/>
          <a:ext cx="190500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9" name="Equation" r:id="rId29" imgW="190500" imgH="279400" progId="Equation.DSMT4">
                  <p:embed/>
                </p:oleObj>
              </mc:Choice>
              <mc:Fallback>
                <p:oleObj name="Equation" r:id="rId29" imgW="190500" imgH="27940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7866" y="2036818"/>
                        <a:ext cx="190500" cy="274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955B6437-9BCA-4330-BFF6-415EF188E0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9806563"/>
              </p:ext>
            </p:extLst>
          </p:nvPr>
        </p:nvGraphicFramePr>
        <p:xfrm>
          <a:off x="5522122" y="2111495"/>
          <a:ext cx="203200" cy="13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90" name="Equation" r:id="rId30" imgW="203040" imgH="139680" progId="Equation.DSMT4">
                  <p:embed/>
                </p:oleObj>
              </mc:Choice>
              <mc:Fallback>
                <p:oleObj name="Equation" r:id="rId30" imgW="203040" imgH="139680" progId="Equation.DSMT4">
                  <p:embed/>
                  <p:pic>
                    <p:nvPicPr>
                      <p:cNvPr id="19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2122" y="2111495"/>
                        <a:ext cx="203200" cy="138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" name="Line 203">
            <a:extLst>
              <a:ext uri="{FF2B5EF4-FFF2-40B4-BE49-F238E27FC236}">
                <a16:creationId xmlns:a16="http://schemas.microsoft.com/office/drawing/2014/main" id="{759E60C2-F153-4048-A270-870AD5EA6915}"/>
              </a:ext>
            </a:extLst>
          </p:cNvPr>
          <p:cNvCxnSpPr/>
          <p:nvPr/>
        </p:nvCxnSpPr>
        <p:spPr bwMode="auto">
          <a:xfrm flipV="1">
            <a:off x="2137746" y="3076997"/>
            <a:ext cx="228600" cy="9906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Line 203">
            <a:extLst>
              <a:ext uri="{FF2B5EF4-FFF2-40B4-BE49-F238E27FC236}">
                <a16:creationId xmlns:a16="http://schemas.microsoft.com/office/drawing/2014/main" id="{4245D6F5-5FB9-4846-8969-F49A79AE563C}"/>
              </a:ext>
            </a:extLst>
          </p:cNvPr>
          <p:cNvCxnSpPr/>
          <p:nvPr/>
        </p:nvCxnSpPr>
        <p:spPr bwMode="auto">
          <a:xfrm flipV="1">
            <a:off x="3865938" y="3076997"/>
            <a:ext cx="228600" cy="9906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Line 203">
            <a:extLst>
              <a:ext uri="{FF2B5EF4-FFF2-40B4-BE49-F238E27FC236}">
                <a16:creationId xmlns:a16="http://schemas.microsoft.com/office/drawing/2014/main" id="{384D6823-9A9A-49B1-9200-79BCB25C26D1}"/>
              </a:ext>
            </a:extLst>
          </p:cNvPr>
          <p:cNvCxnSpPr/>
          <p:nvPr/>
        </p:nvCxnSpPr>
        <p:spPr bwMode="auto">
          <a:xfrm flipV="1">
            <a:off x="7250314" y="3076997"/>
            <a:ext cx="228600" cy="9906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Line 209">
            <a:extLst>
              <a:ext uri="{FF2B5EF4-FFF2-40B4-BE49-F238E27FC236}">
                <a16:creationId xmlns:a16="http://schemas.microsoft.com/office/drawing/2014/main" id="{E7F9435B-4BBF-4E63-92E9-181B9B5192F8}"/>
              </a:ext>
            </a:extLst>
          </p:cNvPr>
          <p:cNvCxnSpPr/>
          <p:nvPr/>
        </p:nvCxnSpPr>
        <p:spPr bwMode="auto">
          <a:xfrm>
            <a:off x="5522122" y="3032041"/>
            <a:ext cx="228600" cy="15367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D26B4C3B-5466-4BE8-AE34-303396784436}"/>
              </a:ext>
            </a:extLst>
          </p:cNvPr>
          <p:cNvGrpSpPr/>
          <p:nvPr/>
        </p:nvGrpSpPr>
        <p:grpSpPr>
          <a:xfrm>
            <a:off x="867502" y="3829568"/>
            <a:ext cx="5338492" cy="793750"/>
            <a:chOff x="230673" y="3956050"/>
            <a:chExt cx="5338492" cy="793750"/>
          </a:xfrm>
        </p:grpSpPr>
        <p:sp>
          <p:nvSpPr>
            <p:cNvPr id="23" name="文本框 74">
              <a:extLst>
                <a:ext uri="{FF2B5EF4-FFF2-40B4-BE49-F238E27FC236}">
                  <a16:creationId xmlns:a16="http://schemas.microsoft.com/office/drawing/2014/main" id="{A360F3A6-9D5E-4F63-9E15-8786CED20F71}"/>
                </a:ext>
              </a:extLst>
            </p:cNvPr>
            <p:cNvSpPr txBox="1"/>
            <p:nvPr/>
          </p:nvSpPr>
          <p:spPr>
            <a:xfrm>
              <a:off x="230673" y="4172848"/>
              <a:ext cx="53384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故极大值          ，极小值       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.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2DDE82B4-A2A1-457B-84DE-74FA5121C44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85147669"/>
                </p:ext>
              </p:extLst>
            </p:nvPr>
          </p:nvGraphicFramePr>
          <p:xfrm>
            <a:off x="1603524" y="3956050"/>
            <a:ext cx="1270872" cy="793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91" name="Equation" r:id="rId32" imgW="1384300" imgH="800100" progId="Equation.DSMT4">
                    <p:embed/>
                  </p:oleObj>
                </mc:Choice>
                <mc:Fallback>
                  <p:oleObj name="Equation" r:id="rId32" imgW="1384300" imgH="800100" progId="Equation.DSMT4">
                    <p:embed/>
                    <p:pic>
                      <p:nvPicPr>
                        <p:cNvPr id="26" name="对象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3524" y="3956050"/>
                          <a:ext cx="1270872" cy="7937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77BDCCF2-7247-4D33-8E11-0A3D2FB0523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4123678"/>
                </p:ext>
              </p:extLst>
            </p:nvPr>
          </p:nvGraphicFramePr>
          <p:xfrm>
            <a:off x="4355976" y="4299942"/>
            <a:ext cx="932750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92" name="Equation" r:id="rId34" imgW="1016000" imgH="342900" progId="Equation.DSMT4">
                    <p:embed/>
                  </p:oleObj>
                </mc:Choice>
                <mc:Fallback>
                  <p:oleObj name="Equation" r:id="rId34" imgW="1016000" imgH="342900" progId="Equation.DSMT4">
                    <p:embed/>
                    <p:pic>
                      <p:nvPicPr>
                        <p:cNvPr id="27" name="对象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5976" y="4299942"/>
                          <a:ext cx="932750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6B31AD16-A6D2-4790-BFF6-E5A3342DBDF4}"/>
              </a:ext>
            </a:extLst>
          </p:cNvPr>
          <p:cNvCxnSpPr/>
          <p:nvPr/>
        </p:nvCxnSpPr>
        <p:spPr>
          <a:xfrm>
            <a:off x="985618" y="1817559"/>
            <a:ext cx="698477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9F3D03F-591D-4DCE-9751-9CDAD7DD2B12}"/>
              </a:ext>
            </a:extLst>
          </p:cNvPr>
          <p:cNvCxnSpPr/>
          <p:nvPr/>
        </p:nvCxnSpPr>
        <p:spPr>
          <a:xfrm>
            <a:off x="985618" y="2537639"/>
            <a:ext cx="698477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D7C62F7F-E37D-44BD-B62C-78B77EDEDD29}"/>
              </a:ext>
            </a:extLst>
          </p:cNvPr>
          <p:cNvCxnSpPr/>
          <p:nvPr/>
        </p:nvCxnSpPr>
        <p:spPr>
          <a:xfrm>
            <a:off x="1705698" y="881456"/>
            <a:ext cx="0" cy="273630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68FE66DD-E0B6-4481-B5AD-5EC477A12C63}"/>
              </a:ext>
            </a:extLst>
          </p:cNvPr>
          <p:cNvCxnSpPr/>
          <p:nvPr/>
        </p:nvCxnSpPr>
        <p:spPr>
          <a:xfrm>
            <a:off x="2857826" y="881456"/>
            <a:ext cx="0" cy="273630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CC12C4E-F923-4943-9E7D-056EB6622208}"/>
              </a:ext>
            </a:extLst>
          </p:cNvPr>
          <p:cNvCxnSpPr/>
          <p:nvPr/>
        </p:nvCxnSpPr>
        <p:spPr>
          <a:xfrm>
            <a:off x="3505898" y="881456"/>
            <a:ext cx="0" cy="273630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37F6B662-637F-4617-822D-61A5F581EA44}"/>
              </a:ext>
            </a:extLst>
          </p:cNvPr>
          <p:cNvCxnSpPr/>
          <p:nvPr/>
        </p:nvCxnSpPr>
        <p:spPr>
          <a:xfrm>
            <a:off x="4396597" y="881456"/>
            <a:ext cx="0" cy="273630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9E639D90-2561-4ED9-9EBD-EB8BBD69B2E2}"/>
              </a:ext>
            </a:extLst>
          </p:cNvPr>
          <p:cNvCxnSpPr/>
          <p:nvPr/>
        </p:nvCxnSpPr>
        <p:spPr>
          <a:xfrm>
            <a:off x="5090074" y="874460"/>
            <a:ext cx="0" cy="27432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8B602F9D-B45D-4E34-B9C2-47BC695B67C6}"/>
              </a:ext>
            </a:extLst>
          </p:cNvPr>
          <p:cNvCxnSpPr/>
          <p:nvPr/>
        </p:nvCxnSpPr>
        <p:spPr>
          <a:xfrm>
            <a:off x="6152540" y="881456"/>
            <a:ext cx="0" cy="273630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CA58067-FC23-4AAA-B347-F36D405A685D}"/>
              </a:ext>
            </a:extLst>
          </p:cNvPr>
          <p:cNvCxnSpPr/>
          <p:nvPr/>
        </p:nvCxnSpPr>
        <p:spPr>
          <a:xfrm>
            <a:off x="6746258" y="874460"/>
            <a:ext cx="0" cy="27432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100">
            <a:extLst>
              <a:ext uri="{FF2B5EF4-FFF2-40B4-BE49-F238E27FC236}">
                <a16:creationId xmlns:a16="http://schemas.microsoft.com/office/drawing/2014/main" id="{475EEB96-C019-4B5F-9D02-C71C003B93C0}"/>
              </a:ext>
            </a:extLst>
          </p:cNvPr>
          <p:cNvSpPr txBox="1"/>
          <p:nvPr/>
        </p:nvSpPr>
        <p:spPr>
          <a:xfrm>
            <a:off x="827584" y="195486"/>
            <a:ext cx="2743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列表讨论：   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E2CDB5F-9AB8-4978-90D0-A3AFC891478B}"/>
              </a:ext>
            </a:extLst>
          </p:cNvPr>
          <p:cNvGrpSpPr/>
          <p:nvPr/>
        </p:nvGrpSpPr>
        <p:grpSpPr>
          <a:xfrm>
            <a:off x="2972225" y="2665873"/>
            <a:ext cx="3695442" cy="1800200"/>
            <a:chOff x="3102223" y="2844000"/>
            <a:chExt cx="3695442" cy="1800200"/>
          </a:xfrm>
        </p:grpSpPr>
        <p:sp>
          <p:nvSpPr>
            <p:cNvPr id="37" name="TextBox 38">
              <a:extLst>
                <a:ext uri="{FF2B5EF4-FFF2-40B4-BE49-F238E27FC236}">
                  <a16:creationId xmlns:a16="http://schemas.microsoft.com/office/drawing/2014/main" id="{FBCE16DC-54AF-43F0-B511-7F91209F87AB}"/>
                </a:ext>
              </a:extLst>
            </p:cNvPr>
            <p:cNvSpPr txBox="1"/>
            <p:nvPr/>
          </p:nvSpPr>
          <p:spPr>
            <a:xfrm>
              <a:off x="3102223" y="2844000"/>
              <a:ext cx="461665" cy="180020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非极值</a:t>
              </a:r>
            </a:p>
          </p:txBody>
        </p:sp>
        <p:sp>
          <p:nvSpPr>
            <p:cNvPr id="38" name="TextBox 39">
              <a:extLst>
                <a:ext uri="{FF2B5EF4-FFF2-40B4-BE49-F238E27FC236}">
                  <a16:creationId xmlns:a16="http://schemas.microsoft.com/office/drawing/2014/main" id="{AD8D6BBF-0F10-4455-808E-AEDA64CA8405}"/>
                </a:ext>
              </a:extLst>
            </p:cNvPr>
            <p:cNvSpPr txBox="1"/>
            <p:nvPr/>
          </p:nvSpPr>
          <p:spPr>
            <a:xfrm>
              <a:off x="4572000" y="2844000"/>
              <a:ext cx="461665" cy="180020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极大值</a:t>
              </a:r>
            </a:p>
          </p:txBody>
        </p:sp>
        <p:sp>
          <p:nvSpPr>
            <p:cNvPr id="39" name="TextBox 40">
              <a:extLst>
                <a:ext uri="{FF2B5EF4-FFF2-40B4-BE49-F238E27FC236}">
                  <a16:creationId xmlns:a16="http://schemas.microsoft.com/office/drawing/2014/main" id="{484C2BD0-470E-4E5F-B906-FB587D80D48C}"/>
                </a:ext>
              </a:extLst>
            </p:cNvPr>
            <p:cNvSpPr txBox="1"/>
            <p:nvPr/>
          </p:nvSpPr>
          <p:spPr>
            <a:xfrm>
              <a:off x="6336000" y="2844000"/>
              <a:ext cx="461665" cy="180020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dk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极小值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78704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25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75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25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75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5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75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25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9C34A98-A712-4627-8424-BC52C13CC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5656" y="98757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3EB8390C-6E3C-46D9-8EB6-E3ACB5531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4491" y="314781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124">
            <a:extLst>
              <a:ext uri="{FF2B5EF4-FFF2-40B4-BE49-F238E27FC236}">
                <a16:creationId xmlns:a16="http://schemas.microsoft.com/office/drawing/2014/main" id="{8C53979F-2237-41B0-A49D-1684C11C5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41151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文本框 19">
            <a:extLst>
              <a:ext uri="{FF2B5EF4-FFF2-40B4-BE49-F238E27FC236}">
                <a16:creationId xmlns:a16="http://schemas.microsoft.com/office/drawing/2014/main" id="{B228E6D5-ADD7-46D7-A8E9-4BFC0C82810C}"/>
              </a:ext>
            </a:extLst>
          </p:cNvPr>
          <p:cNvSpPr txBox="1"/>
          <p:nvPr/>
        </p:nvSpPr>
        <p:spPr>
          <a:xfrm>
            <a:off x="1547664" y="707565"/>
            <a:ext cx="7272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（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第二充分条件</a:t>
            </a:r>
            <a:r>
              <a:rPr lang="zh-CN" altLang="en-US" sz="2400" b="1" dirty="0">
                <a:latin typeface="+mn-ea"/>
              </a:rPr>
              <a:t>）</a:t>
            </a:r>
            <a:endParaRPr lang="zh-CN" altLang="en-US" sz="2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文本框 49">
            <a:extLst>
              <a:ext uri="{FF2B5EF4-FFF2-40B4-BE49-F238E27FC236}">
                <a16:creationId xmlns:a16="http://schemas.microsoft.com/office/drawing/2014/main" id="{0ABE402C-A20F-4810-A58D-465C6C42E637}"/>
              </a:ext>
            </a:extLst>
          </p:cNvPr>
          <p:cNvSpPr txBox="1"/>
          <p:nvPr/>
        </p:nvSpPr>
        <p:spPr>
          <a:xfrm>
            <a:off x="724483" y="699542"/>
            <a:ext cx="10662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定理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2800" b="1" dirty="0">
              <a:solidFill>
                <a:srgbClr val="0064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A333A03-6D75-4D0E-A118-A6E16BD429BD}"/>
              </a:ext>
            </a:extLst>
          </p:cNvPr>
          <p:cNvGrpSpPr/>
          <p:nvPr/>
        </p:nvGrpSpPr>
        <p:grpSpPr>
          <a:xfrm>
            <a:off x="769876" y="1494035"/>
            <a:ext cx="4365684" cy="461665"/>
            <a:chOff x="232088" y="1861830"/>
            <a:chExt cx="4348919" cy="461665"/>
          </a:xfrm>
        </p:grpSpPr>
        <p:sp>
          <p:nvSpPr>
            <p:cNvPr id="8" name="文本框 20">
              <a:extLst>
                <a:ext uri="{FF2B5EF4-FFF2-40B4-BE49-F238E27FC236}">
                  <a16:creationId xmlns:a16="http://schemas.microsoft.com/office/drawing/2014/main" id="{41B81169-EE08-4001-9664-2A47FF23C93B}"/>
                </a:ext>
              </a:extLst>
            </p:cNvPr>
            <p:cNvSpPr txBox="1"/>
            <p:nvPr/>
          </p:nvSpPr>
          <p:spPr>
            <a:xfrm>
              <a:off x="232088" y="1861830"/>
              <a:ext cx="43489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且        ，       ，那么</a:t>
              </a:r>
              <a:endParaRPr lang="zh-CN" altLang="en-US" sz="2400" b="1" dirty="0">
                <a:solidFill>
                  <a:schemeClr val="tx1"/>
                </a:solidFill>
                <a:latin typeface="+mn-ea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8FC7CBE7-3151-4CEE-8A7B-D72DB9187AC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13978724"/>
                </p:ext>
              </p:extLst>
            </p:nvPr>
          </p:nvGraphicFramePr>
          <p:xfrm>
            <a:off x="569913" y="1887538"/>
            <a:ext cx="1312862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58" name="Equation" r:id="rId4" imgW="1307880" imgH="431640" progId="Equation.DSMT4">
                    <p:embed/>
                  </p:oleObj>
                </mc:Choice>
                <mc:Fallback>
                  <p:oleObj name="Equation" r:id="rId4" imgW="1307880" imgH="431640" progId="Equation.DSMT4">
                    <p:embed/>
                    <p:pic>
                      <p:nvPicPr>
                        <p:cNvPr id="11" name="对象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9913" y="1887538"/>
                          <a:ext cx="1312862" cy="431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66497846-6961-427B-8477-005CE8F55ED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72934911"/>
                </p:ext>
              </p:extLst>
            </p:nvPr>
          </p:nvGraphicFramePr>
          <p:xfrm>
            <a:off x="1969344" y="1923678"/>
            <a:ext cx="1306512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59" name="Equation" r:id="rId6" imgW="1295280" imgH="380880" progId="Equation.DSMT4">
                    <p:embed/>
                  </p:oleObj>
                </mc:Choice>
                <mc:Fallback>
                  <p:oleObj name="Equation" r:id="rId6" imgW="1295280" imgH="380880" progId="Equation.DSMT4">
                    <p:embed/>
                    <p:pic>
                      <p:nvPicPr>
                        <p:cNvPr id="12" name="对象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9344" y="1923678"/>
                          <a:ext cx="1306512" cy="393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98B3EEA0-E2BB-424C-90BB-3BDD0DB5F30C}"/>
              </a:ext>
            </a:extLst>
          </p:cNvPr>
          <p:cNvGrpSpPr/>
          <p:nvPr/>
        </p:nvGrpSpPr>
        <p:grpSpPr>
          <a:xfrm>
            <a:off x="683346" y="2296552"/>
            <a:ext cx="5832870" cy="461665"/>
            <a:chOff x="827362" y="2656592"/>
            <a:chExt cx="5832870" cy="461665"/>
          </a:xfrm>
        </p:grpSpPr>
        <p:sp>
          <p:nvSpPr>
            <p:cNvPr id="12" name="文本框 46">
              <a:extLst>
                <a:ext uri="{FF2B5EF4-FFF2-40B4-BE49-F238E27FC236}">
                  <a16:creationId xmlns:a16="http://schemas.microsoft.com/office/drawing/2014/main" id="{66490AB4-43D0-45CC-9FA0-D4FB6C11089D}"/>
                </a:ext>
              </a:extLst>
            </p:cNvPr>
            <p:cNvSpPr txBox="1"/>
            <p:nvPr/>
          </p:nvSpPr>
          <p:spPr>
            <a:xfrm>
              <a:off x="827362" y="2656592"/>
              <a:ext cx="58328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(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)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当         时，    是    的极大值；  </a:t>
              </a:r>
              <a:r>
                <a:rPr kumimoji="0" lang="zh-CN" altLang="en-US" sz="2400" b="1" i="0" u="none" strike="noStrike" kern="120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     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63EA9644-5856-4212-A71A-C13D249C580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5721679"/>
                </p:ext>
              </p:extLst>
            </p:nvPr>
          </p:nvGraphicFramePr>
          <p:xfrm>
            <a:off x="1705604" y="2721293"/>
            <a:ext cx="1293812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60" name="Equation" r:id="rId8" imgW="1282680" imgH="380880" progId="Equation.DSMT4">
                    <p:embed/>
                  </p:oleObj>
                </mc:Choice>
                <mc:Fallback>
                  <p:oleObj name="Equation" r:id="rId8" imgW="1282680" imgH="380880" progId="Equation.DSMT4">
                    <p:embed/>
                    <p:pic>
                      <p:nvPicPr>
                        <p:cNvPr id="15" name="对象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5604" y="2721293"/>
                          <a:ext cx="1293812" cy="393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9B5AE08C-C577-4997-999C-22107BA7CF8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15985805"/>
                </p:ext>
              </p:extLst>
            </p:nvPr>
          </p:nvGraphicFramePr>
          <p:xfrm>
            <a:off x="4597772" y="2745077"/>
            <a:ext cx="6223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61" name="Equation" r:id="rId10" imgW="622030" imgH="342751" progId="Equation.DSMT4">
                    <p:embed/>
                  </p:oleObj>
                </mc:Choice>
                <mc:Fallback>
                  <p:oleObj name="Equation" r:id="rId10" imgW="622030" imgH="342751" progId="Equation.DSMT4">
                    <p:embed/>
                    <p:pic>
                      <p:nvPicPr>
                        <p:cNvPr id="16" name="对象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7772" y="2745077"/>
                          <a:ext cx="6223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9838C07C-C8D1-49AB-92BD-C37AB3BF566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7485461"/>
                </p:ext>
              </p:extLst>
            </p:nvPr>
          </p:nvGraphicFramePr>
          <p:xfrm>
            <a:off x="3547368" y="2721865"/>
            <a:ext cx="736600" cy="376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62" name="Equation" r:id="rId12" imgW="736600" imgH="381000" progId="Equation.DSMT4">
                    <p:embed/>
                  </p:oleObj>
                </mc:Choice>
                <mc:Fallback>
                  <p:oleObj name="Equation" r:id="rId12" imgW="736600" imgH="381000" progId="Equation.DSMT4">
                    <p:embed/>
                    <p:pic>
                      <p:nvPicPr>
                        <p:cNvPr id="17" name="对象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7368" y="2721865"/>
                          <a:ext cx="736600" cy="3762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7BF1DF8-A2AD-4CBF-AA0F-2340CA4D64C7}"/>
              </a:ext>
            </a:extLst>
          </p:cNvPr>
          <p:cNvGrpSpPr/>
          <p:nvPr/>
        </p:nvGrpSpPr>
        <p:grpSpPr>
          <a:xfrm>
            <a:off x="647453" y="3160648"/>
            <a:ext cx="5832870" cy="461665"/>
            <a:chOff x="791469" y="3520688"/>
            <a:chExt cx="5832870" cy="461665"/>
          </a:xfrm>
        </p:grpSpPr>
        <p:sp>
          <p:nvSpPr>
            <p:cNvPr id="17" name="文本框 60">
              <a:extLst>
                <a:ext uri="{FF2B5EF4-FFF2-40B4-BE49-F238E27FC236}">
                  <a16:creationId xmlns:a16="http://schemas.microsoft.com/office/drawing/2014/main" id="{B1B5114E-A8EB-4837-A744-A2B7E55B26A7}"/>
                </a:ext>
              </a:extLst>
            </p:cNvPr>
            <p:cNvSpPr txBox="1"/>
            <p:nvPr/>
          </p:nvSpPr>
          <p:spPr>
            <a:xfrm>
              <a:off x="791469" y="3520688"/>
              <a:ext cx="58328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(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)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当         时，    是    的极小值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.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 </a:t>
              </a:r>
              <a:r>
                <a:rPr kumimoji="0" lang="zh-CN" altLang="en-US" sz="2400" b="1" i="0" u="none" strike="noStrike" kern="120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     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E7B08A2B-B375-4E82-870A-3C15AD8FDBB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03993802"/>
                </p:ext>
              </p:extLst>
            </p:nvPr>
          </p:nvGraphicFramePr>
          <p:xfrm>
            <a:off x="1668254" y="3577747"/>
            <a:ext cx="1306513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63" name="Equation" r:id="rId14" imgW="1295280" imgH="380880" progId="Equation.DSMT4">
                    <p:embed/>
                  </p:oleObj>
                </mc:Choice>
                <mc:Fallback>
                  <p:oleObj name="Equation" r:id="rId14" imgW="1295280" imgH="380880" progId="Equation.DSMT4">
                    <p:embed/>
                    <p:pic>
                      <p:nvPicPr>
                        <p:cNvPr id="20" name="对象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8254" y="3577747"/>
                          <a:ext cx="1306513" cy="393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D7C1E0AF-D9EF-4B8E-975D-F2E920ECA4C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43277718"/>
                </p:ext>
              </p:extLst>
            </p:nvPr>
          </p:nvGraphicFramePr>
          <p:xfrm>
            <a:off x="4535924" y="3599013"/>
            <a:ext cx="6223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64" name="Equation" r:id="rId16" imgW="622030" imgH="342751" progId="Equation.DSMT4">
                    <p:embed/>
                  </p:oleObj>
                </mc:Choice>
                <mc:Fallback>
                  <p:oleObj name="Equation" r:id="rId16" imgW="622030" imgH="342751" progId="Equation.DSMT4">
                    <p:embed/>
                    <p:pic>
                      <p:nvPicPr>
                        <p:cNvPr id="21" name="对象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5924" y="3599013"/>
                          <a:ext cx="6223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5C81137E-2D29-49CF-8477-C3ED0E49188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70214837"/>
                </p:ext>
              </p:extLst>
            </p:nvPr>
          </p:nvGraphicFramePr>
          <p:xfrm>
            <a:off x="3547368" y="3578314"/>
            <a:ext cx="736600" cy="376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65" name="Equation" r:id="rId17" imgW="736600" imgH="381000" progId="Equation.DSMT4">
                    <p:embed/>
                  </p:oleObj>
                </mc:Choice>
                <mc:Fallback>
                  <p:oleObj name="Equation" r:id="rId17" imgW="736600" imgH="381000" progId="Equation.DSMT4">
                    <p:embed/>
                    <p:pic>
                      <p:nvPicPr>
                        <p:cNvPr id="22" name="对象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7368" y="3578314"/>
                          <a:ext cx="736600" cy="3762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E0107ED-7978-4BE0-B7E5-F29C4754CA0A}"/>
              </a:ext>
            </a:extLst>
          </p:cNvPr>
          <p:cNvGrpSpPr/>
          <p:nvPr/>
        </p:nvGrpSpPr>
        <p:grpSpPr>
          <a:xfrm>
            <a:off x="3995936" y="699542"/>
            <a:ext cx="5040560" cy="461665"/>
            <a:chOff x="4139952" y="1059582"/>
            <a:chExt cx="5040560" cy="461665"/>
          </a:xfrm>
        </p:grpSpPr>
        <p:sp>
          <p:nvSpPr>
            <p:cNvPr id="22" name="文本框 19">
              <a:extLst>
                <a:ext uri="{FF2B5EF4-FFF2-40B4-BE49-F238E27FC236}">
                  <a16:creationId xmlns:a16="http://schemas.microsoft.com/office/drawing/2014/main" id="{21378AA0-C594-46F9-8E0C-21CF8454AC31}"/>
                </a:ext>
              </a:extLst>
            </p:cNvPr>
            <p:cNvSpPr txBox="1"/>
            <p:nvPr/>
          </p:nvSpPr>
          <p:spPr>
            <a:xfrm>
              <a:off x="4139952" y="1059582"/>
              <a:ext cx="50405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设函数    在点  处具有二阶导数</a:t>
              </a:r>
              <a:endParaRPr lang="zh-CN" altLang="en-US" sz="2400" b="1" dirty="0">
                <a:solidFill>
                  <a:schemeClr val="tx1"/>
                </a:solidFill>
                <a:latin typeface="+mn-ea"/>
              </a:endParaRPr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0FCE947C-E398-48DD-8857-524186ADE6F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965977"/>
                </p:ext>
              </p:extLst>
            </p:nvPr>
          </p:nvGraphicFramePr>
          <p:xfrm>
            <a:off x="5148064" y="1166554"/>
            <a:ext cx="6223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66" name="Equation" r:id="rId18" imgW="622030" imgH="342751" progId="Equation.DSMT4">
                    <p:embed/>
                  </p:oleObj>
                </mc:Choice>
                <mc:Fallback>
                  <p:oleObj name="Equation" r:id="rId18" imgW="622030" imgH="342751" progId="Equation.DSMT4">
                    <p:embed/>
                    <p:pic>
                      <p:nvPicPr>
                        <p:cNvPr id="25" name="对象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8064" y="1166554"/>
                          <a:ext cx="6223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818BC904-B1D5-4ADF-9A0A-9BFFDD002B8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90143042"/>
                </p:ext>
              </p:extLst>
            </p:nvPr>
          </p:nvGraphicFramePr>
          <p:xfrm>
            <a:off x="6426811" y="1118981"/>
            <a:ext cx="284163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67" name="Equation" r:id="rId19" imgW="279279" imgH="380835" progId="Equation.DSMT4">
                    <p:embed/>
                  </p:oleObj>
                </mc:Choice>
                <mc:Fallback>
                  <p:oleObj name="Equation" r:id="rId19" imgW="279279" imgH="380835" progId="Equation.DSMT4">
                    <p:embed/>
                    <p:pic>
                      <p:nvPicPr>
                        <p:cNvPr id="26" name="对象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26811" y="1118981"/>
                          <a:ext cx="284163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608485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7">
            <a:extLst>
              <a:ext uri="{FF2B5EF4-FFF2-40B4-BE49-F238E27FC236}">
                <a16:creationId xmlns:a16="http://schemas.microsoft.com/office/drawing/2014/main" id="{A197128E-C20B-4D23-ADE9-49E5953E169D}"/>
              </a:ext>
            </a:extLst>
          </p:cNvPr>
          <p:cNvSpPr txBox="1"/>
          <p:nvPr/>
        </p:nvSpPr>
        <p:spPr>
          <a:xfrm>
            <a:off x="1763688" y="359822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3" name="文本框 8">
            <a:extLst>
              <a:ext uri="{FF2B5EF4-FFF2-40B4-BE49-F238E27FC236}">
                <a16:creationId xmlns:a16="http://schemas.microsoft.com/office/drawing/2014/main" id="{C5667230-C370-4A51-A4F9-E6702839ADD0}"/>
              </a:ext>
            </a:extLst>
          </p:cNvPr>
          <p:cNvSpPr txBox="1"/>
          <p:nvPr/>
        </p:nvSpPr>
        <p:spPr>
          <a:xfrm>
            <a:off x="2267744" y="339502"/>
            <a:ext cx="7374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对于情形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⑴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，按二阶导数定义，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F4269A5-9E4F-46DD-AB2C-C3C412151E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8165094"/>
              </p:ext>
            </p:extLst>
          </p:nvPr>
        </p:nvGraphicFramePr>
        <p:xfrm>
          <a:off x="2937371" y="855663"/>
          <a:ext cx="3835400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7" name="Equation" r:id="rId3" imgW="3835080" imgH="863280" progId="Equation.DSMT4">
                  <p:embed/>
                </p:oleObj>
              </mc:Choice>
              <mc:Fallback>
                <p:oleObj name="Equation" r:id="rId3" imgW="3835080" imgH="86328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7371" y="855663"/>
                        <a:ext cx="3835400" cy="855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4D97E4A3-91A1-45D1-B568-955EE71EF5EF}"/>
              </a:ext>
            </a:extLst>
          </p:cNvPr>
          <p:cNvGrpSpPr/>
          <p:nvPr/>
        </p:nvGrpSpPr>
        <p:grpSpPr>
          <a:xfrm>
            <a:off x="1208802" y="1795165"/>
            <a:ext cx="7107614" cy="1474903"/>
            <a:chOff x="174483" y="1748743"/>
            <a:chExt cx="7107614" cy="1474903"/>
          </a:xfrm>
        </p:grpSpPr>
        <p:sp>
          <p:nvSpPr>
            <p:cNvPr id="6" name="文本框 10">
              <a:extLst>
                <a:ext uri="{FF2B5EF4-FFF2-40B4-BE49-F238E27FC236}">
                  <a16:creationId xmlns:a16="http://schemas.microsoft.com/office/drawing/2014/main" id="{BB415F72-EA3F-4616-854F-4F997F6C2025}"/>
                </a:ext>
              </a:extLst>
            </p:cNvPr>
            <p:cNvSpPr txBox="1"/>
            <p:nvPr/>
          </p:nvSpPr>
          <p:spPr>
            <a:xfrm>
              <a:off x="174483" y="1748743"/>
              <a:ext cx="71076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由函数极限的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局部保号性，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在  的某去心邻域内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10238D2C-2CD6-4A71-B337-4F7EA3F4D92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57270111"/>
                </p:ext>
              </p:extLst>
            </p:nvPr>
          </p:nvGraphicFramePr>
          <p:xfrm>
            <a:off x="4263648" y="1795972"/>
            <a:ext cx="284163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48" name="Equation" r:id="rId5" imgW="279279" imgH="380835" progId="Equation.DSMT4">
                    <p:embed/>
                  </p:oleObj>
                </mc:Choice>
                <mc:Fallback>
                  <p:oleObj name="Equation" r:id="rId5" imgW="279279" imgH="380835" progId="Equation.DSMT4">
                    <p:embed/>
                    <p:pic>
                      <p:nvPicPr>
                        <p:cNvPr id="17" name="对象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3648" y="1795972"/>
                          <a:ext cx="284163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E4BEB569-8920-42FE-B991-EF75C2FAC2D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8182324"/>
                </p:ext>
              </p:extLst>
            </p:nvPr>
          </p:nvGraphicFramePr>
          <p:xfrm>
            <a:off x="3190409" y="2367983"/>
            <a:ext cx="2336800" cy="855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49" name="Equation" r:id="rId7" imgW="2336760" imgH="863280" progId="Equation.DSMT4">
                    <p:embed/>
                  </p:oleObj>
                </mc:Choice>
                <mc:Fallback>
                  <p:oleObj name="Equation" r:id="rId7" imgW="2336760" imgH="863280" progId="Equation.DSMT4">
                    <p:embed/>
                    <p:pic>
                      <p:nvPicPr>
                        <p:cNvPr id="18" name="对象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0409" y="2367983"/>
                          <a:ext cx="2336800" cy="8556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20F0DF5C-AA14-4CDD-AF0A-CE0A804454E3}"/>
              </a:ext>
            </a:extLst>
          </p:cNvPr>
          <p:cNvGrpSpPr/>
          <p:nvPr/>
        </p:nvGrpSpPr>
        <p:grpSpPr>
          <a:xfrm>
            <a:off x="1115616" y="3579813"/>
            <a:ext cx="6912768" cy="857250"/>
            <a:chOff x="195117" y="2506539"/>
            <a:chExt cx="6912768" cy="857250"/>
          </a:xfrm>
        </p:grpSpPr>
        <p:sp>
          <p:nvSpPr>
            <p:cNvPr id="10" name="文本框 18">
              <a:extLst>
                <a:ext uri="{FF2B5EF4-FFF2-40B4-BE49-F238E27FC236}">
                  <a16:creationId xmlns:a16="http://schemas.microsoft.com/office/drawing/2014/main" id="{8069D125-476A-4D23-86F6-636365C8B83F}"/>
                </a:ext>
              </a:extLst>
            </p:cNvPr>
            <p:cNvSpPr txBox="1"/>
            <p:nvPr/>
          </p:nvSpPr>
          <p:spPr>
            <a:xfrm>
              <a:off x="195117" y="2614141"/>
              <a:ext cx="69127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因为        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,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所以    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4C1E808C-A618-4CE9-8A63-6F93981A4AC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46849259"/>
                </p:ext>
              </p:extLst>
            </p:nvPr>
          </p:nvGraphicFramePr>
          <p:xfrm>
            <a:off x="888237" y="2697981"/>
            <a:ext cx="1257300" cy="377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50" name="Equation" r:id="rId9" imgW="1257300" imgH="381000" progId="Equation.DSMT4">
                    <p:embed/>
                  </p:oleObj>
                </mc:Choice>
                <mc:Fallback>
                  <p:oleObj name="Equation" r:id="rId9" imgW="1257300" imgH="381000" progId="Equation.DSMT4">
                    <p:embed/>
                    <p:pic>
                      <p:nvPicPr>
                        <p:cNvPr id="21" name="对象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8237" y="2697981"/>
                          <a:ext cx="1257300" cy="3778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973841AE-1D8F-42CC-82DF-F2647526D4E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43599816"/>
                </p:ext>
              </p:extLst>
            </p:nvPr>
          </p:nvGraphicFramePr>
          <p:xfrm>
            <a:off x="2940797" y="2506539"/>
            <a:ext cx="3390900" cy="857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51" name="Equation" r:id="rId11" imgW="3390840" imgH="863280" progId="Equation.DSMT4">
                    <p:embed/>
                  </p:oleObj>
                </mc:Choice>
                <mc:Fallback>
                  <p:oleObj name="Equation" r:id="rId11" imgW="3390840" imgH="863280" progId="Equation.DSMT4">
                    <p:embed/>
                    <p:pic>
                      <p:nvPicPr>
                        <p:cNvPr id="22" name="对象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0797" y="2506539"/>
                          <a:ext cx="3390900" cy="857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09838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6CFAD37-CD6C-4DD3-A155-F1B79BCC69B6}"/>
              </a:ext>
            </a:extLst>
          </p:cNvPr>
          <p:cNvGrpSpPr/>
          <p:nvPr/>
        </p:nvGrpSpPr>
        <p:grpSpPr>
          <a:xfrm>
            <a:off x="631971" y="2039139"/>
            <a:ext cx="3204344" cy="490290"/>
            <a:chOff x="215528" y="3558153"/>
            <a:chExt cx="3204344" cy="490290"/>
          </a:xfrm>
        </p:grpSpPr>
        <p:sp>
          <p:nvSpPr>
            <p:cNvPr id="3" name="文本框 25">
              <a:extLst>
                <a:ext uri="{FF2B5EF4-FFF2-40B4-BE49-F238E27FC236}">
                  <a16:creationId xmlns:a16="http://schemas.microsoft.com/office/drawing/2014/main" id="{F96F8353-D979-47FE-A0E6-4B4D4C10B2CA}"/>
                </a:ext>
              </a:extLst>
            </p:cNvPr>
            <p:cNvSpPr txBox="1"/>
            <p:nvPr/>
          </p:nvSpPr>
          <p:spPr>
            <a:xfrm>
              <a:off x="215528" y="3558153"/>
              <a:ext cx="32043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当     时，       ；     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2BD8F4C7-0FC4-4E36-92B5-98D75BFB6DE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65586925"/>
                </p:ext>
              </p:extLst>
            </p:nvPr>
          </p:nvGraphicFramePr>
          <p:xfrm>
            <a:off x="650538" y="3610342"/>
            <a:ext cx="74295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86" name="Equation" r:id="rId3" imgW="736560" imgH="380880" progId="Equation.DSMT4">
                    <p:embed/>
                  </p:oleObj>
                </mc:Choice>
                <mc:Fallback>
                  <p:oleObj name="Equation" r:id="rId3" imgW="736560" imgH="380880" progId="Equation.DSMT4">
                    <p:embed/>
                    <p:pic>
                      <p:nvPicPr>
                        <p:cNvPr id="8" name="对象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0538" y="3610342"/>
                          <a:ext cx="742950" cy="393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AB31815A-C8B5-42F3-A603-E604A698287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8908632"/>
                </p:ext>
              </p:extLst>
            </p:nvPr>
          </p:nvGraphicFramePr>
          <p:xfrm>
            <a:off x="1799273" y="3616643"/>
            <a:ext cx="1196975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87" name="Equation" r:id="rId5" imgW="1193760" imgH="431640" progId="Equation.DSMT4">
                    <p:embed/>
                  </p:oleObj>
                </mc:Choice>
                <mc:Fallback>
                  <p:oleObj name="Equation" r:id="rId5" imgW="1193760" imgH="431640" progId="Equation.DSMT4">
                    <p:embed/>
                    <p:pic>
                      <p:nvPicPr>
                        <p:cNvPr id="9" name="对象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9273" y="3616643"/>
                          <a:ext cx="1196975" cy="431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BB98F009-3314-44C3-A0BA-C7FB3D420A97}"/>
              </a:ext>
            </a:extLst>
          </p:cNvPr>
          <p:cNvGrpSpPr/>
          <p:nvPr/>
        </p:nvGrpSpPr>
        <p:grpSpPr>
          <a:xfrm>
            <a:off x="667741" y="2679303"/>
            <a:ext cx="8425158" cy="461665"/>
            <a:chOff x="323306" y="4198317"/>
            <a:chExt cx="8425158" cy="461665"/>
          </a:xfrm>
        </p:grpSpPr>
        <p:sp>
          <p:nvSpPr>
            <p:cNvPr id="7" name="文本框 33">
              <a:extLst>
                <a:ext uri="{FF2B5EF4-FFF2-40B4-BE49-F238E27FC236}">
                  <a16:creationId xmlns:a16="http://schemas.microsoft.com/office/drawing/2014/main" id="{E7687EEB-D827-4185-9B3F-608700816B7F}"/>
                </a:ext>
              </a:extLst>
            </p:cNvPr>
            <p:cNvSpPr txBox="1"/>
            <p:nvPr/>
          </p:nvSpPr>
          <p:spPr>
            <a:xfrm>
              <a:off x="323306" y="4198317"/>
              <a:ext cx="84251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   是    的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极大值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.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类似地可以证明情形⑵．  </a:t>
              </a:r>
              <a:r>
                <a:rPr kumimoji="0" lang="zh-CN" altLang="en-US" sz="2400" b="1" i="0" u="none" strike="noStrike" kern="120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     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F212E1AD-7B9F-4D87-995F-B713C8A6036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86520057"/>
                </p:ext>
              </p:extLst>
            </p:nvPr>
          </p:nvGraphicFramePr>
          <p:xfrm>
            <a:off x="1331640" y="4299942"/>
            <a:ext cx="6223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88" name="Equation" r:id="rId7" imgW="622030" imgH="342751" progId="Equation.DSMT4">
                    <p:embed/>
                  </p:oleObj>
                </mc:Choice>
                <mc:Fallback>
                  <p:oleObj name="Equation" r:id="rId7" imgW="622030" imgH="342751" progId="Equation.DSMT4">
                    <p:embed/>
                    <p:pic>
                      <p:nvPicPr>
                        <p:cNvPr id="12" name="对象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1640" y="4299942"/>
                          <a:ext cx="6223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F297FC67-C1B0-45A1-9717-6BF63092C82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0500525"/>
                </p:ext>
              </p:extLst>
            </p:nvPr>
          </p:nvGraphicFramePr>
          <p:xfrm>
            <a:off x="326953" y="4241186"/>
            <a:ext cx="736600" cy="376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89" name="Equation" r:id="rId9" imgW="736600" imgH="381000" progId="Equation.DSMT4">
                    <p:embed/>
                  </p:oleObj>
                </mc:Choice>
                <mc:Fallback>
                  <p:oleObj name="Equation" r:id="rId9" imgW="736600" imgH="381000" progId="Equation.DSMT4">
                    <p:embed/>
                    <p:pic>
                      <p:nvPicPr>
                        <p:cNvPr id="13" name="对象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953" y="4241186"/>
                          <a:ext cx="736600" cy="3762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59D7F61-4CE0-4FE3-BDFA-494513F0FAEC}"/>
              </a:ext>
            </a:extLst>
          </p:cNvPr>
          <p:cNvGrpSpPr/>
          <p:nvPr/>
        </p:nvGrpSpPr>
        <p:grpSpPr>
          <a:xfrm>
            <a:off x="667741" y="555526"/>
            <a:ext cx="8212432" cy="857250"/>
            <a:chOff x="195117" y="2506588"/>
            <a:chExt cx="8212432" cy="857250"/>
          </a:xfrm>
        </p:grpSpPr>
        <p:sp>
          <p:nvSpPr>
            <p:cNvPr id="11" name="文本框 18">
              <a:extLst>
                <a:ext uri="{FF2B5EF4-FFF2-40B4-BE49-F238E27FC236}">
                  <a16:creationId xmlns:a16="http://schemas.microsoft.com/office/drawing/2014/main" id="{4578ED8F-FFD8-49AF-BD91-93073EA38876}"/>
                </a:ext>
              </a:extLst>
            </p:cNvPr>
            <p:cNvSpPr txBox="1"/>
            <p:nvPr/>
          </p:nvSpPr>
          <p:spPr>
            <a:xfrm>
              <a:off x="195117" y="2614141"/>
              <a:ext cx="82124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因为        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,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所以    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91B9CB61-163D-4CD3-9154-56BDE2AE03F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9091563"/>
                </p:ext>
              </p:extLst>
            </p:nvPr>
          </p:nvGraphicFramePr>
          <p:xfrm>
            <a:off x="888237" y="2697981"/>
            <a:ext cx="1257300" cy="377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90" name="Equation" r:id="rId11" imgW="1257300" imgH="381000" progId="Equation.DSMT4">
                    <p:embed/>
                  </p:oleObj>
                </mc:Choice>
                <mc:Fallback>
                  <p:oleObj name="Equation" r:id="rId11" imgW="1257300" imgH="381000" progId="Equation.DSMT4">
                    <p:embed/>
                    <p:pic>
                      <p:nvPicPr>
                        <p:cNvPr id="21" name="对象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8237" y="2697981"/>
                          <a:ext cx="1257300" cy="3778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8DB395E7-B705-43BA-BCB9-D2286462916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83465052"/>
                </p:ext>
              </p:extLst>
            </p:nvPr>
          </p:nvGraphicFramePr>
          <p:xfrm>
            <a:off x="2972792" y="2506588"/>
            <a:ext cx="3327400" cy="857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91" name="Equation" r:id="rId13" imgW="3327120" imgH="863280" progId="Equation.DSMT4">
                    <p:embed/>
                  </p:oleObj>
                </mc:Choice>
                <mc:Fallback>
                  <p:oleObj name="Equation" r:id="rId13" imgW="3327120" imgH="863280" progId="Equation.DSMT4">
                    <p:embed/>
                    <p:pic>
                      <p:nvPicPr>
                        <p:cNvPr id="22" name="对象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2792" y="2506588"/>
                          <a:ext cx="3327400" cy="857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C9B5AFD-1899-4ABE-BA15-AD39252E7033}"/>
              </a:ext>
            </a:extLst>
          </p:cNvPr>
          <p:cNvGrpSpPr/>
          <p:nvPr/>
        </p:nvGrpSpPr>
        <p:grpSpPr>
          <a:xfrm>
            <a:off x="3592683" y="2060848"/>
            <a:ext cx="5356200" cy="485144"/>
            <a:chOff x="3176240" y="3579862"/>
            <a:chExt cx="5356200" cy="485144"/>
          </a:xfrm>
        </p:grpSpPr>
        <p:sp>
          <p:nvSpPr>
            <p:cNvPr id="15" name="文本框 25">
              <a:extLst>
                <a:ext uri="{FF2B5EF4-FFF2-40B4-BE49-F238E27FC236}">
                  <a16:creationId xmlns:a16="http://schemas.microsoft.com/office/drawing/2014/main" id="{593D533A-A41A-491C-8927-E5CE75C27844}"/>
                </a:ext>
              </a:extLst>
            </p:cNvPr>
            <p:cNvSpPr txBox="1"/>
            <p:nvPr/>
          </p:nvSpPr>
          <p:spPr>
            <a:xfrm>
              <a:off x="3176240" y="3579862"/>
              <a:ext cx="535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当     时，       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.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根据定理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2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可知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0736A533-D968-42E9-B864-A648294AFDE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51434528"/>
                </p:ext>
              </p:extLst>
            </p:nvPr>
          </p:nvGraphicFramePr>
          <p:xfrm>
            <a:off x="3563888" y="3617619"/>
            <a:ext cx="754698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92" name="Equation" r:id="rId15" imgW="736560" imgH="380880" progId="Equation.DSMT4">
                    <p:embed/>
                  </p:oleObj>
                </mc:Choice>
                <mc:Fallback>
                  <p:oleObj name="Equation" r:id="rId15" imgW="736560" imgH="380880" progId="Equation.DSMT4">
                    <p:embed/>
                    <p:pic>
                      <p:nvPicPr>
                        <p:cNvPr id="25" name="对象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3888" y="3617619"/>
                          <a:ext cx="754698" cy="393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481C59BB-86AB-4CAF-B8B2-68A19D28895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4460499"/>
                </p:ext>
              </p:extLst>
            </p:nvPr>
          </p:nvGraphicFramePr>
          <p:xfrm>
            <a:off x="4788024" y="3633206"/>
            <a:ext cx="1196975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93" name="Equation" r:id="rId17" imgW="1193760" imgH="431640" progId="Equation.DSMT4">
                    <p:embed/>
                  </p:oleObj>
                </mc:Choice>
                <mc:Fallback>
                  <p:oleObj name="Equation" r:id="rId17" imgW="1193760" imgH="431640" progId="Equation.DSMT4">
                    <p:embed/>
                    <p:pic>
                      <p:nvPicPr>
                        <p:cNvPr id="26" name="对象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8024" y="3633206"/>
                          <a:ext cx="1196975" cy="431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216048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095148C7-4E91-49F5-91B1-DB12C4F4BE00}"/>
              </a:ext>
            </a:extLst>
          </p:cNvPr>
          <p:cNvSpPr txBox="1"/>
          <p:nvPr/>
        </p:nvSpPr>
        <p:spPr>
          <a:xfrm>
            <a:off x="884846" y="533486"/>
            <a:ext cx="93620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注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C08D525-D7E4-4562-BC83-C425FC688DC5}"/>
              </a:ext>
            </a:extLst>
          </p:cNvPr>
          <p:cNvGrpSpPr/>
          <p:nvPr/>
        </p:nvGrpSpPr>
        <p:grpSpPr>
          <a:xfrm>
            <a:off x="860396" y="1064126"/>
            <a:ext cx="8136904" cy="461665"/>
            <a:chOff x="971600" y="987574"/>
            <a:chExt cx="8136904" cy="461665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51E3BD7C-7F76-4340-A619-2736B0DD1490}"/>
                </a:ext>
              </a:extLst>
            </p:cNvPr>
            <p:cNvSpPr txBox="1"/>
            <p:nvPr/>
          </p:nvSpPr>
          <p:spPr>
            <a:xfrm>
              <a:off x="971600" y="987574"/>
              <a:ext cx="81369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如果驻点处         ，不能确定     是否为    的极值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.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DF6BCE03-D038-41AE-883F-58C46A7B4BF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9799288"/>
                </p:ext>
              </p:extLst>
            </p:nvPr>
          </p:nvGraphicFramePr>
          <p:xfrm>
            <a:off x="2592388" y="1050925"/>
            <a:ext cx="1306512" cy="395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48" name="Equation" r:id="rId3" imgW="1295280" imgH="380880" progId="Equation.DSMT4">
                    <p:embed/>
                  </p:oleObj>
                </mc:Choice>
                <mc:Fallback>
                  <p:oleObj name="Equation" r:id="rId3" imgW="1295280" imgH="380880" progId="Equation.DSMT4">
                    <p:embed/>
                    <p:pic>
                      <p:nvPicPr>
                        <p:cNvPr id="7" name="对象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2388" y="1050925"/>
                          <a:ext cx="1306512" cy="395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0460B39C-FDBD-4F63-A0A4-6F70323D18A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86619"/>
                </p:ext>
              </p:extLst>
            </p:nvPr>
          </p:nvGraphicFramePr>
          <p:xfrm>
            <a:off x="7190060" y="1079902"/>
            <a:ext cx="6223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49" name="Equation" r:id="rId5" imgW="622030" imgH="342751" progId="Equation.DSMT4">
                    <p:embed/>
                  </p:oleObj>
                </mc:Choice>
                <mc:Fallback>
                  <p:oleObj name="Equation" r:id="rId5" imgW="622030" imgH="342751" progId="Equation.DSMT4">
                    <p:embed/>
                    <p:pic>
                      <p:nvPicPr>
                        <p:cNvPr id="8" name="对象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90060" y="1079902"/>
                          <a:ext cx="6223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3B8F4F7C-F8DE-4E27-8A95-52A7ECD4BDF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19074073"/>
                </p:ext>
              </p:extLst>
            </p:nvPr>
          </p:nvGraphicFramePr>
          <p:xfrm>
            <a:off x="5563592" y="1043385"/>
            <a:ext cx="736600" cy="376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50" name="Equation" r:id="rId7" imgW="736600" imgH="381000" progId="Equation.DSMT4">
                    <p:embed/>
                  </p:oleObj>
                </mc:Choice>
                <mc:Fallback>
                  <p:oleObj name="Equation" r:id="rId7" imgW="736600" imgH="381000" progId="Equation.DSMT4">
                    <p:embed/>
                    <p:pic>
                      <p:nvPicPr>
                        <p:cNvPr id="9" name="对象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63592" y="1043385"/>
                          <a:ext cx="736600" cy="3762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C335EF6B-E039-4DE3-802F-280B0F96112A}"/>
              </a:ext>
            </a:extLst>
          </p:cNvPr>
          <p:cNvGrpSpPr/>
          <p:nvPr/>
        </p:nvGrpSpPr>
        <p:grpSpPr>
          <a:xfrm>
            <a:off x="1255540" y="3525381"/>
            <a:ext cx="7204892" cy="461665"/>
            <a:chOff x="940410" y="3046189"/>
            <a:chExt cx="7204892" cy="461665"/>
          </a:xfrm>
        </p:grpSpPr>
        <p:sp>
          <p:nvSpPr>
            <p:cNvPr id="9" name="文本框 14">
              <a:extLst>
                <a:ext uri="{FF2B5EF4-FFF2-40B4-BE49-F238E27FC236}">
                  <a16:creationId xmlns:a16="http://schemas.microsoft.com/office/drawing/2014/main" id="{C81E70C7-DAEA-4D0A-9152-145BDBAFE40C}"/>
                </a:ext>
              </a:extLst>
            </p:cNvPr>
            <p:cNvSpPr txBox="1"/>
            <p:nvPr/>
          </p:nvSpPr>
          <p:spPr>
            <a:xfrm>
              <a:off x="1001192" y="3046189"/>
              <a:ext cx="71441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   在</a:t>
              </a:r>
              <a:r>
                <a:rPr kumimoji="0" lang="zh-CN" altLang="en-US" sz="2400" b="1" i="0" u="none" strike="noStrike" kern="120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    处         ，但    是    极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小</a:t>
              </a:r>
              <a:r>
                <a:rPr kumimoji="0" lang="zh-CN" altLang="en-US" sz="2400" b="1" i="0" u="none" strike="noStrike" kern="120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值点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72DAD06E-93D0-452B-A5C5-D2F15A8E3D4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540774"/>
                </p:ext>
              </p:extLst>
            </p:nvPr>
          </p:nvGraphicFramePr>
          <p:xfrm>
            <a:off x="940410" y="3073400"/>
            <a:ext cx="884238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51" name="Equation" r:id="rId9" imgW="888840" imgH="406080" progId="Equation.DSMT4">
                    <p:embed/>
                  </p:oleObj>
                </mc:Choice>
                <mc:Fallback>
                  <p:oleObj name="Equation" r:id="rId9" imgW="888840" imgH="406080" progId="Equation.DSMT4">
                    <p:embed/>
                    <p:pic>
                      <p:nvPicPr>
                        <p:cNvPr id="12" name="对象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0410" y="3073400"/>
                          <a:ext cx="884238" cy="40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8C8BDE19-AE48-42CF-909D-6B5B28D8604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01423391"/>
                </p:ext>
              </p:extLst>
            </p:nvPr>
          </p:nvGraphicFramePr>
          <p:xfrm>
            <a:off x="3079943" y="3111183"/>
            <a:ext cx="1306513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52" name="Equation" r:id="rId11" imgW="1295280" imgH="380880" progId="Equation.DSMT4">
                    <p:embed/>
                  </p:oleObj>
                </mc:Choice>
                <mc:Fallback>
                  <p:oleObj name="Equation" r:id="rId11" imgW="1295280" imgH="380880" progId="Equation.DSMT4">
                    <p:embed/>
                    <p:pic>
                      <p:nvPicPr>
                        <p:cNvPr id="13" name="对象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9943" y="3111183"/>
                          <a:ext cx="1306513" cy="393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EB7325FA-79D6-4836-ACA1-AD15D06044B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4881307"/>
                </p:ext>
              </p:extLst>
            </p:nvPr>
          </p:nvGraphicFramePr>
          <p:xfrm>
            <a:off x="2120290" y="3135313"/>
            <a:ext cx="641350" cy="284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53" name="Equation" r:id="rId13" imgW="647640" imgH="279360" progId="Equation.DSMT4">
                    <p:embed/>
                  </p:oleObj>
                </mc:Choice>
                <mc:Fallback>
                  <p:oleObj name="Equation" r:id="rId13" imgW="647640" imgH="279360" progId="Equation.DSMT4">
                    <p:embed/>
                    <p:pic>
                      <p:nvPicPr>
                        <p:cNvPr id="14" name="对象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0290" y="3135313"/>
                          <a:ext cx="641350" cy="2841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69F1CBCD-C293-4B6A-BFD2-1301B76BFC6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98196190"/>
                </p:ext>
              </p:extLst>
            </p:nvPr>
          </p:nvGraphicFramePr>
          <p:xfrm>
            <a:off x="5049520" y="3134678"/>
            <a:ext cx="663560" cy="284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54" name="Equation" r:id="rId15" imgW="647640" imgH="279360" progId="Equation.DSMT4">
                    <p:embed/>
                  </p:oleObj>
                </mc:Choice>
                <mc:Fallback>
                  <p:oleObj name="Equation" r:id="rId15" imgW="647640" imgH="279360" progId="Equation.DSMT4">
                    <p:embed/>
                    <p:pic>
                      <p:nvPicPr>
                        <p:cNvPr id="15" name="对象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9520" y="3134678"/>
                          <a:ext cx="663560" cy="2841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409E7518-16C1-4C65-914B-B3C5C437EB5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0920506"/>
                </p:ext>
              </p:extLst>
            </p:nvPr>
          </p:nvGraphicFramePr>
          <p:xfrm>
            <a:off x="5975196" y="3138055"/>
            <a:ext cx="6223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55" name="Equation" r:id="rId17" imgW="622030" imgH="342751" progId="Equation.DSMT4">
                    <p:embed/>
                  </p:oleObj>
                </mc:Choice>
                <mc:Fallback>
                  <p:oleObj name="Equation" r:id="rId17" imgW="622030" imgH="342751" progId="Equation.DSMT4">
                    <p:embed/>
                    <p:pic>
                      <p:nvPicPr>
                        <p:cNvPr id="16" name="对象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75196" y="3138055"/>
                          <a:ext cx="6223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52DFD0F-2751-4295-AC63-8D419300E714}"/>
              </a:ext>
            </a:extLst>
          </p:cNvPr>
          <p:cNvGrpSpPr/>
          <p:nvPr/>
        </p:nvGrpSpPr>
        <p:grpSpPr>
          <a:xfrm>
            <a:off x="860326" y="1688782"/>
            <a:ext cx="7744122" cy="1404651"/>
            <a:chOff x="559599" y="1130600"/>
            <a:chExt cx="7744122" cy="1404651"/>
          </a:xfrm>
        </p:grpSpPr>
        <p:sp>
          <p:nvSpPr>
            <p:cNvPr id="16" name="文本框 7">
              <a:extLst>
                <a:ext uri="{FF2B5EF4-FFF2-40B4-BE49-F238E27FC236}">
                  <a16:creationId xmlns:a16="http://schemas.microsoft.com/office/drawing/2014/main" id="{65BBBD42-3310-4BF8-B444-D5CCA5886C84}"/>
                </a:ext>
              </a:extLst>
            </p:cNvPr>
            <p:cNvSpPr txBox="1"/>
            <p:nvPr/>
          </p:nvSpPr>
          <p:spPr>
            <a:xfrm>
              <a:off x="1015595" y="2073586"/>
              <a:ext cx="72881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   在 </a:t>
              </a:r>
              <a:r>
                <a:rPr kumimoji="0" lang="zh-CN" altLang="en-US" sz="2400" b="1" i="0" u="none" strike="noStrike" kern="120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   处         ，但    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kumimoji="0" lang="zh-CN" altLang="en-US" sz="2400" b="1" i="0" u="none" strike="noStrike" kern="120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不是    极值点</a:t>
              </a:r>
              <a:r>
                <a:rPr kumimoji="0" lang="en-US" altLang="zh-CN" sz="2400" b="1" i="0" u="none" strike="noStrike" kern="120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;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817F4CA8-2511-4187-93BF-CB5A307EE3B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70761457"/>
                </p:ext>
              </p:extLst>
            </p:nvPr>
          </p:nvGraphicFramePr>
          <p:xfrm>
            <a:off x="1015847" y="2095500"/>
            <a:ext cx="871537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56" name="Equation" r:id="rId18" imgW="876240" imgH="406080" progId="Equation.DSMT4">
                    <p:embed/>
                  </p:oleObj>
                </mc:Choice>
                <mc:Fallback>
                  <p:oleObj name="Equation" r:id="rId18" imgW="876240" imgH="406080" progId="Equation.DSMT4">
                    <p:embed/>
                    <p:pic>
                      <p:nvPicPr>
                        <p:cNvPr id="19" name="对象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5847" y="2095500"/>
                          <a:ext cx="871537" cy="40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57391C19-58BC-4FDD-B031-1E3703F6DC4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09611520"/>
                </p:ext>
              </p:extLst>
            </p:nvPr>
          </p:nvGraphicFramePr>
          <p:xfrm>
            <a:off x="3140903" y="2133283"/>
            <a:ext cx="1306513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57" name="Equation" r:id="rId20" imgW="1295280" imgH="380880" progId="Equation.DSMT4">
                    <p:embed/>
                  </p:oleObj>
                </mc:Choice>
                <mc:Fallback>
                  <p:oleObj name="Equation" r:id="rId20" imgW="1295280" imgH="380880" progId="Equation.DSMT4">
                    <p:embed/>
                    <p:pic>
                      <p:nvPicPr>
                        <p:cNvPr id="20" name="对象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0903" y="2133283"/>
                          <a:ext cx="1306513" cy="393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A8E21E3B-C8CC-4494-B052-D35C81E142B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9829614"/>
                </p:ext>
              </p:extLst>
            </p:nvPr>
          </p:nvGraphicFramePr>
          <p:xfrm>
            <a:off x="2093526" y="2166938"/>
            <a:ext cx="641350" cy="285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58" name="Equation" r:id="rId22" imgW="647640" imgH="279360" progId="Equation.DSMT4">
                    <p:embed/>
                  </p:oleObj>
                </mc:Choice>
                <mc:Fallback>
                  <p:oleObj name="Equation" r:id="rId22" imgW="647640" imgH="279360" progId="Equation.DSMT4">
                    <p:embed/>
                    <p:pic>
                      <p:nvPicPr>
                        <p:cNvPr id="21" name="对象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3526" y="2166938"/>
                          <a:ext cx="641350" cy="2857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886BCD05-A02A-47C3-AED0-D4596A32599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99619654"/>
                </p:ext>
              </p:extLst>
            </p:nvPr>
          </p:nvGraphicFramePr>
          <p:xfrm>
            <a:off x="5182791" y="2166938"/>
            <a:ext cx="642937" cy="285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59" name="Equation" r:id="rId24" imgW="647640" imgH="279360" progId="Equation.DSMT4">
                    <p:embed/>
                  </p:oleObj>
                </mc:Choice>
                <mc:Fallback>
                  <p:oleObj name="Equation" r:id="rId24" imgW="647640" imgH="279360" progId="Equation.DSMT4">
                    <p:embed/>
                    <p:pic>
                      <p:nvPicPr>
                        <p:cNvPr id="22" name="对象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2791" y="2166938"/>
                          <a:ext cx="642937" cy="2857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0D0729A1-5385-4F59-8C3B-9EB624CE46A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960698"/>
                </p:ext>
              </p:extLst>
            </p:nvPr>
          </p:nvGraphicFramePr>
          <p:xfrm>
            <a:off x="6488524" y="2147279"/>
            <a:ext cx="6223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60" name="Equation" r:id="rId26" imgW="622030" imgH="342751" progId="Equation.DSMT4">
                    <p:embed/>
                  </p:oleObj>
                </mc:Choice>
                <mc:Fallback>
                  <p:oleObj name="Equation" r:id="rId26" imgW="622030" imgH="342751" progId="Equation.DSMT4">
                    <p:embed/>
                    <p:pic>
                      <p:nvPicPr>
                        <p:cNvPr id="23" name="对象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88524" y="2147279"/>
                          <a:ext cx="6223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F1A2FB05-A398-49D6-B43A-A1ED253C7AC1}"/>
                </a:ext>
              </a:extLst>
            </p:cNvPr>
            <p:cNvSpPr txBox="1"/>
            <p:nvPr/>
          </p:nvSpPr>
          <p:spPr>
            <a:xfrm>
              <a:off x="559599" y="1130600"/>
              <a:ext cx="6153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如</a:t>
              </a:r>
              <a:endParaRPr lang="zh-CN" altLang="en-US" sz="2400" b="1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9613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796774A-E62E-48B6-BB96-B19BFE29F4A9}"/>
              </a:ext>
            </a:extLst>
          </p:cNvPr>
          <p:cNvGrpSpPr/>
          <p:nvPr/>
        </p:nvGrpSpPr>
        <p:grpSpPr>
          <a:xfrm>
            <a:off x="1331640" y="411510"/>
            <a:ext cx="6480720" cy="461665"/>
            <a:chOff x="899592" y="483518"/>
            <a:chExt cx="6480720" cy="461665"/>
          </a:xfrm>
        </p:grpSpPr>
        <p:sp>
          <p:nvSpPr>
            <p:cNvPr id="3" name="文本框 10">
              <a:extLst>
                <a:ext uri="{FF2B5EF4-FFF2-40B4-BE49-F238E27FC236}">
                  <a16:creationId xmlns:a16="http://schemas.microsoft.com/office/drawing/2014/main" id="{3D580752-21D6-4D3E-8382-C6EB2035D0D2}"/>
                </a:ext>
              </a:extLst>
            </p:cNvPr>
            <p:cNvSpPr txBox="1"/>
            <p:nvPr/>
          </p:nvSpPr>
          <p:spPr>
            <a:xfrm>
              <a:off x="899592" y="483518"/>
              <a:ext cx="64807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 dirty="0">
                  <a:solidFill>
                    <a:srgbClr val="0064FF"/>
                  </a:solidFill>
                  <a:latin typeface="+mn-ea"/>
                </a:rPr>
                <a:t> </a:t>
              </a:r>
              <a:r>
                <a:rPr lang="zh-CN" altLang="en-US" sz="2400" b="1" dirty="0">
                  <a:latin typeface="+mn-ea"/>
                </a:rPr>
                <a:t>求函数                      的极值</a:t>
              </a:r>
              <a:r>
                <a:rPr lang="en-US" altLang="zh-CN" sz="2400" b="1" dirty="0">
                  <a:latin typeface="+mn-ea"/>
                </a:rPr>
                <a:t>.</a:t>
              </a:r>
              <a:endParaRPr lang="en-US" altLang="zh-CN" sz="2800" b="1" dirty="0">
                <a:solidFill>
                  <a:srgbClr val="0064FF"/>
                </a:solidFill>
                <a:latin typeface="+mn-ea"/>
              </a:endParaRP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575D4CCC-7640-412E-939F-708B223566B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573891"/>
                </p:ext>
              </p:extLst>
            </p:nvPr>
          </p:nvGraphicFramePr>
          <p:xfrm>
            <a:off x="2502644" y="530374"/>
            <a:ext cx="33655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48" name="Equation" r:id="rId3" imgW="3365280" imgH="406080" progId="Equation.DSMT4">
                    <p:embed/>
                  </p:oleObj>
                </mc:Choice>
                <mc:Fallback>
                  <p:oleObj name="Equation" r:id="rId3" imgW="3365280" imgH="406080" progId="Equation.DSMT4">
                    <p:embed/>
                    <p:pic>
                      <p:nvPicPr>
                        <p:cNvPr id="6" name="对象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2644" y="530374"/>
                          <a:ext cx="3365500" cy="40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95EAE978-5B32-4CE8-8E5E-31662EEF25F8}"/>
              </a:ext>
            </a:extLst>
          </p:cNvPr>
          <p:cNvGrpSpPr/>
          <p:nvPr/>
        </p:nvGrpSpPr>
        <p:grpSpPr>
          <a:xfrm>
            <a:off x="1353012" y="900629"/>
            <a:ext cx="5135909" cy="473706"/>
            <a:chOff x="899592" y="1101973"/>
            <a:chExt cx="5135909" cy="473706"/>
          </a:xfrm>
        </p:grpSpPr>
        <p:sp>
          <p:nvSpPr>
            <p:cNvPr id="6" name="文本框 9">
              <a:extLst>
                <a:ext uri="{FF2B5EF4-FFF2-40B4-BE49-F238E27FC236}">
                  <a16:creationId xmlns:a16="http://schemas.microsoft.com/office/drawing/2014/main" id="{2AB792DB-E741-494F-A26A-C703FAFC4730}"/>
                </a:ext>
              </a:extLst>
            </p:cNvPr>
            <p:cNvSpPr txBox="1"/>
            <p:nvPr/>
          </p:nvSpPr>
          <p:spPr>
            <a:xfrm>
              <a:off x="899592" y="1101973"/>
              <a:ext cx="5050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解</a:t>
              </a:r>
              <a:endParaRPr lang="zh-CN" altLang="en-US" sz="2400" b="1" dirty="0">
                <a:latin typeface="+mn-ea"/>
              </a:endParaRPr>
            </a:p>
          </p:txBody>
        </p:sp>
        <p:sp>
          <p:nvSpPr>
            <p:cNvPr id="7" name="文本框 13">
              <a:extLst>
                <a:ext uri="{FF2B5EF4-FFF2-40B4-BE49-F238E27FC236}">
                  <a16:creationId xmlns:a16="http://schemas.microsoft.com/office/drawing/2014/main" id="{A7BB44D5-81B6-45A0-BB5A-F796C616A73E}"/>
                </a:ext>
              </a:extLst>
            </p:cNvPr>
            <p:cNvSpPr txBox="1"/>
            <p:nvPr/>
          </p:nvSpPr>
          <p:spPr>
            <a:xfrm>
              <a:off x="899592" y="1114014"/>
              <a:ext cx="513590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    </a:t>
              </a:r>
              <a:r>
                <a:rPr lang="zh-CN" altLang="en-US" sz="2400" b="1" dirty="0">
                  <a:latin typeface="+mn-ea"/>
                </a:rPr>
                <a:t>在函数的定义域        内，</a:t>
              </a: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14091653-C288-4EF3-969A-3BC57B242DC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8462447"/>
                </p:ext>
              </p:extLst>
            </p:nvPr>
          </p:nvGraphicFramePr>
          <p:xfrm>
            <a:off x="3808004" y="1201996"/>
            <a:ext cx="1136650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49" name="Equation" r:id="rId5" imgW="1129810" imgH="342751" progId="Equation.DSMT4">
                    <p:embed/>
                  </p:oleObj>
                </mc:Choice>
                <mc:Fallback>
                  <p:oleObj name="Equation" r:id="rId5" imgW="1129810" imgH="342751" progId="Equation.DSMT4">
                    <p:embed/>
                    <p:pic>
                      <p:nvPicPr>
                        <p:cNvPr id="10" name="对象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8004" y="1201996"/>
                          <a:ext cx="1136650" cy="338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175F7049-E8DC-4831-B36B-974A27D2247B}"/>
              </a:ext>
            </a:extLst>
          </p:cNvPr>
          <p:cNvGrpSpPr/>
          <p:nvPr/>
        </p:nvGrpSpPr>
        <p:grpSpPr>
          <a:xfrm>
            <a:off x="1306699" y="2167098"/>
            <a:ext cx="5909449" cy="461665"/>
            <a:chOff x="246727" y="2499742"/>
            <a:chExt cx="5909449" cy="461665"/>
          </a:xfrm>
        </p:grpSpPr>
        <p:sp>
          <p:nvSpPr>
            <p:cNvPr id="10" name="文本框 17">
              <a:extLst>
                <a:ext uri="{FF2B5EF4-FFF2-40B4-BE49-F238E27FC236}">
                  <a16:creationId xmlns:a16="http://schemas.microsoft.com/office/drawing/2014/main" id="{04725431-E4D9-4906-AF35-6BC150B56EE0}"/>
                </a:ext>
              </a:extLst>
            </p:cNvPr>
            <p:cNvSpPr txBox="1"/>
            <p:nvPr/>
          </p:nvSpPr>
          <p:spPr>
            <a:xfrm>
              <a:off x="246727" y="2499742"/>
              <a:ext cx="59094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令        ，求得驻点            ，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EAD100D7-3D30-4297-AF8D-59936EC4403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48278566"/>
                </p:ext>
              </p:extLst>
            </p:nvPr>
          </p:nvGraphicFramePr>
          <p:xfrm>
            <a:off x="686978" y="2608982"/>
            <a:ext cx="1143000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50" name="Equation" r:id="rId7" imgW="1143000" imgH="355600" progId="Equation.DSMT4">
                    <p:embed/>
                  </p:oleObj>
                </mc:Choice>
                <mc:Fallback>
                  <p:oleObj name="Equation" r:id="rId7" imgW="1143000" imgH="355600" progId="Equation.DSMT4">
                    <p:embed/>
                    <p:pic>
                      <p:nvPicPr>
                        <p:cNvPr id="13" name="对象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6978" y="2608982"/>
                          <a:ext cx="1143000" cy="352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48DD4C53-6412-4669-8ABF-1030FC40A83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54930977"/>
                </p:ext>
              </p:extLst>
            </p:nvPr>
          </p:nvGraphicFramePr>
          <p:xfrm>
            <a:off x="3483347" y="2558043"/>
            <a:ext cx="1736725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51" name="Equation" r:id="rId9" imgW="1752600" imgH="381000" progId="Equation.DSMT4">
                    <p:embed/>
                  </p:oleObj>
                </mc:Choice>
                <mc:Fallback>
                  <p:oleObj name="Equation" r:id="rId9" imgW="1752600" imgH="381000" progId="Equation.DSMT4">
                    <p:embed/>
                    <p:pic>
                      <p:nvPicPr>
                        <p:cNvPr id="14" name="对象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3347" y="2558043"/>
                          <a:ext cx="1736725" cy="3873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795E9D8-FA7C-4E37-8526-1D7ED39AEFBB}"/>
              </a:ext>
            </a:extLst>
          </p:cNvPr>
          <p:cNvGrpSpPr/>
          <p:nvPr/>
        </p:nvGrpSpPr>
        <p:grpSpPr>
          <a:xfrm>
            <a:off x="1318371" y="3558308"/>
            <a:ext cx="6133950" cy="461665"/>
            <a:chOff x="246727" y="4054301"/>
            <a:chExt cx="6133950" cy="461665"/>
          </a:xfrm>
        </p:grpSpPr>
        <p:sp>
          <p:nvSpPr>
            <p:cNvPr id="14" name="文本框 27">
              <a:extLst>
                <a:ext uri="{FF2B5EF4-FFF2-40B4-BE49-F238E27FC236}">
                  <a16:creationId xmlns:a16="http://schemas.microsoft.com/office/drawing/2014/main" id="{6624C078-C7C4-419D-91C5-E27FC00BDB28}"/>
                </a:ext>
              </a:extLst>
            </p:cNvPr>
            <p:cNvSpPr txBox="1"/>
            <p:nvPr/>
          </p:nvSpPr>
          <p:spPr>
            <a:xfrm>
              <a:off x="246727" y="4054301"/>
              <a:ext cx="61339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所以         是极小值，       是极大值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.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293F6E54-D347-4BDE-A984-D6AD34F69C9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85969382"/>
                </p:ext>
              </p:extLst>
            </p:nvPr>
          </p:nvGraphicFramePr>
          <p:xfrm>
            <a:off x="955452" y="4161954"/>
            <a:ext cx="1384300" cy="3540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52" name="Equation" r:id="rId11" imgW="1371600" imgH="342720" progId="Equation.DSMT4">
                    <p:embed/>
                  </p:oleObj>
                </mc:Choice>
                <mc:Fallback>
                  <p:oleObj name="Equation" r:id="rId11" imgW="1371600" imgH="342720" progId="Equation.DSMT4">
                    <p:embed/>
                    <p:pic>
                      <p:nvPicPr>
                        <p:cNvPr id="17" name="对象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5452" y="4161954"/>
                          <a:ext cx="1384300" cy="3540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92CD7DB7-EF4F-48B9-A221-917ADDA3262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18395013"/>
                </p:ext>
              </p:extLst>
            </p:nvPr>
          </p:nvGraphicFramePr>
          <p:xfrm>
            <a:off x="3739828" y="4145598"/>
            <a:ext cx="1192212" cy="3540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53" name="Equation" r:id="rId13" imgW="1180800" imgH="342720" progId="Equation.DSMT4">
                    <p:embed/>
                  </p:oleObj>
                </mc:Choice>
                <mc:Fallback>
                  <p:oleObj name="Equation" r:id="rId13" imgW="1180800" imgH="342720" progId="Equation.DSMT4">
                    <p:embed/>
                    <p:pic>
                      <p:nvPicPr>
                        <p:cNvPr id="18" name="对象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9828" y="4145598"/>
                          <a:ext cx="1192212" cy="3540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80DB4E4C-F07A-4F24-B826-3E0904C901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9198856"/>
              </p:ext>
            </p:extLst>
          </p:nvPr>
        </p:nvGraphicFramePr>
        <p:xfrm>
          <a:off x="1408172" y="1531100"/>
          <a:ext cx="518160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4" name="Equation" r:id="rId15" imgW="5181480" imgH="444240" progId="Equation.DSMT4">
                  <p:embed/>
                </p:oleObj>
              </mc:Choice>
              <mc:Fallback>
                <p:oleObj name="Equation" r:id="rId15" imgW="5181480" imgH="444240" progId="Equation.DSMT4">
                  <p:embed/>
                  <p:pic>
                    <p:nvPicPr>
                      <p:cNvPr id="19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8172" y="1531100"/>
                        <a:ext cx="5181600" cy="439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CE3ABA90-E746-4E33-8003-CED81CF64570}"/>
              </a:ext>
            </a:extLst>
          </p:cNvPr>
          <p:cNvGrpSpPr/>
          <p:nvPr/>
        </p:nvGrpSpPr>
        <p:grpSpPr>
          <a:xfrm>
            <a:off x="1306699" y="2862703"/>
            <a:ext cx="6812887" cy="461665"/>
            <a:chOff x="246726" y="3243450"/>
            <a:chExt cx="6812887" cy="461665"/>
          </a:xfrm>
        </p:grpSpPr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1878B49F-1F9D-4E2A-816E-7E2DA254246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83701135"/>
                </p:ext>
              </p:extLst>
            </p:nvPr>
          </p:nvGraphicFramePr>
          <p:xfrm>
            <a:off x="610766" y="3320415"/>
            <a:ext cx="2305050" cy="366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55" name="Equation" r:id="rId17" imgW="2286000" imgH="355320" progId="Equation.DSMT4">
                    <p:embed/>
                  </p:oleObj>
                </mc:Choice>
                <mc:Fallback>
                  <p:oleObj name="Equation" r:id="rId17" imgW="2286000" imgH="355320" progId="Equation.DSMT4">
                    <p:embed/>
                    <p:pic>
                      <p:nvPicPr>
                        <p:cNvPr id="21" name="对象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0766" y="3320415"/>
                          <a:ext cx="2305050" cy="3667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23E06CB6-2156-4F63-9248-33B7F9130BB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38083794"/>
                </p:ext>
              </p:extLst>
            </p:nvPr>
          </p:nvGraphicFramePr>
          <p:xfrm>
            <a:off x="2921000" y="3310955"/>
            <a:ext cx="4138613" cy="3667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56" name="Equation" r:id="rId19" imgW="4101840" imgH="355320" progId="Equation.DSMT4">
                    <p:embed/>
                  </p:oleObj>
                </mc:Choice>
                <mc:Fallback>
                  <p:oleObj name="Equation" r:id="rId19" imgW="4101840" imgH="355320" progId="Equation.DSMT4">
                    <p:embed/>
                    <p:pic>
                      <p:nvPicPr>
                        <p:cNvPr id="22" name="对象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1000" y="3310955"/>
                          <a:ext cx="4138613" cy="3667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文本框 31">
              <a:extLst>
                <a:ext uri="{FF2B5EF4-FFF2-40B4-BE49-F238E27FC236}">
                  <a16:creationId xmlns:a16="http://schemas.microsoft.com/office/drawing/2014/main" id="{342CD8AE-57AC-401C-A5AE-39E0BA8A7374}"/>
                </a:ext>
              </a:extLst>
            </p:cNvPr>
            <p:cNvSpPr txBox="1"/>
            <p:nvPr/>
          </p:nvSpPr>
          <p:spPr>
            <a:xfrm>
              <a:off x="246726" y="3243450"/>
              <a:ext cx="5357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又             </a:t>
              </a:r>
            </a:p>
          </p:txBody>
        </p:sp>
      </p:grpSp>
      <p:sp>
        <p:nvSpPr>
          <p:cNvPr id="24" name="矩形 23">
            <a:extLst>
              <a:ext uri="{FF2B5EF4-FFF2-40B4-BE49-F238E27FC236}">
                <a16:creationId xmlns:a16="http://schemas.microsoft.com/office/drawing/2014/main" id="{A1C897CE-F031-4EEE-BF16-2E5F26BB00CF}"/>
              </a:ext>
            </a:extLst>
          </p:cNvPr>
          <p:cNvSpPr/>
          <p:nvPr/>
        </p:nvSpPr>
        <p:spPr>
          <a:xfrm>
            <a:off x="1421380" y="4305579"/>
            <a:ext cx="53108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注  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本题也可用第一充分条件判断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.</a:t>
            </a:r>
            <a:endParaRPr lang="zh-CN" altLang="en-US" sz="2400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75173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CAF3820-AB31-4B9F-A52E-94C8E9B03D71}"/>
              </a:ext>
            </a:extLst>
          </p:cNvPr>
          <p:cNvGrpSpPr/>
          <p:nvPr/>
        </p:nvGrpSpPr>
        <p:grpSpPr>
          <a:xfrm>
            <a:off x="824176" y="411510"/>
            <a:ext cx="7920880" cy="546100"/>
            <a:chOff x="899592" y="444700"/>
            <a:chExt cx="7920880" cy="546100"/>
          </a:xfrm>
        </p:grpSpPr>
        <p:sp>
          <p:nvSpPr>
            <p:cNvPr id="3" name="文本框 10">
              <a:extLst>
                <a:ext uri="{FF2B5EF4-FFF2-40B4-BE49-F238E27FC236}">
                  <a16:creationId xmlns:a16="http://schemas.microsoft.com/office/drawing/2014/main" id="{1B68BA95-5CF9-4FF3-9281-78BE52FEA8C7}"/>
                </a:ext>
              </a:extLst>
            </p:cNvPr>
            <p:cNvSpPr txBox="1"/>
            <p:nvPr/>
          </p:nvSpPr>
          <p:spPr>
            <a:xfrm>
              <a:off x="899592" y="483518"/>
              <a:ext cx="7920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400" b="1" dirty="0">
                  <a:solidFill>
                    <a:srgbClr val="0064FF"/>
                  </a:solidFill>
                  <a:latin typeface="+mn-ea"/>
                </a:rPr>
                <a:t> </a:t>
              </a:r>
              <a:r>
                <a:rPr lang="zh-CN" altLang="en-US" sz="2400" b="1" dirty="0">
                  <a:latin typeface="+mn-ea"/>
                </a:rPr>
                <a:t>设     满足                        ，且    在</a:t>
              </a:r>
              <a:endParaRPr lang="en-US" altLang="zh-CN" sz="2800" b="1" dirty="0">
                <a:solidFill>
                  <a:srgbClr val="0064FF"/>
                </a:solidFill>
                <a:latin typeface="+mn-ea"/>
              </a:endParaRP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B745A096-29B8-4F6C-ABCE-A0508CBE17B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382168"/>
                </p:ext>
              </p:extLst>
            </p:nvPr>
          </p:nvGraphicFramePr>
          <p:xfrm>
            <a:off x="1979712" y="566738"/>
            <a:ext cx="6223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30" name="Equation" r:id="rId3" imgW="622030" imgH="342751" progId="Equation.DSMT4">
                    <p:embed/>
                  </p:oleObj>
                </mc:Choice>
                <mc:Fallback>
                  <p:oleObj name="Equation" r:id="rId3" imgW="622030" imgH="342751" progId="Equation.DSMT4">
                    <p:embed/>
                    <p:pic>
                      <p:nvPicPr>
                        <p:cNvPr id="6" name="对象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9712" y="566738"/>
                          <a:ext cx="6223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51071DA2-DFEE-4574-A240-E7FE005ECBF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82981931"/>
                </p:ext>
              </p:extLst>
            </p:nvPr>
          </p:nvGraphicFramePr>
          <p:xfrm>
            <a:off x="3379068" y="444700"/>
            <a:ext cx="3575050" cy="546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31" name="Equation" r:id="rId5" imgW="3568680" imgH="545760" progId="Equation.DSMT4">
                    <p:embed/>
                  </p:oleObj>
                </mc:Choice>
                <mc:Fallback>
                  <p:oleObj name="Equation" r:id="rId5" imgW="3568680" imgH="545760" progId="Equation.DSMT4">
                    <p:embed/>
                    <p:pic>
                      <p:nvPicPr>
                        <p:cNvPr id="7" name="对象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9068" y="444700"/>
                          <a:ext cx="3575050" cy="546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7DE0B866-1058-46CB-A46F-0E500658737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26935459"/>
                </p:ext>
              </p:extLst>
            </p:nvPr>
          </p:nvGraphicFramePr>
          <p:xfrm>
            <a:off x="7611115" y="556691"/>
            <a:ext cx="6223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32" name="Equation" r:id="rId7" imgW="622030" imgH="342751" progId="Equation.DSMT4">
                    <p:embed/>
                  </p:oleObj>
                </mc:Choice>
                <mc:Fallback>
                  <p:oleObj name="Equation" r:id="rId7" imgW="622030" imgH="342751" progId="Equation.DSMT4">
                    <p:embed/>
                    <p:pic>
                      <p:nvPicPr>
                        <p:cNvPr id="8" name="对象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11115" y="556691"/>
                          <a:ext cx="6223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3EE58D5D-261A-4E3B-87CE-699B4EFA2279}"/>
              </a:ext>
            </a:extLst>
          </p:cNvPr>
          <p:cNvGrpSpPr/>
          <p:nvPr/>
        </p:nvGrpSpPr>
        <p:grpSpPr>
          <a:xfrm>
            <a:off x="607883" y="1086799"/>
            <a:ext cx="7920880" cy="479812"/>
            <a:chOff x="107504" y="1105034"/>
            <a:chExt cx="7920880" cy="479812"/>
          </a:xfrm>
        </p:grpSpPr>
        <p:sp>
          <p:nvSpPr>
            <p:cNvPr id="8" name="文本框 25">
              <a:extLst>
                <a:ext uri="{FF2B5EF4-FFF2-40B4-BE49-F238E27FC236}">
                  <a16:creationId xmlns:a16="http://schemas.microsoft.com/office/drawing/2014/main" id="{C13D8956-F664-4848-BD80-B9F33034B49A}"/>
                </a:ext>
              </a:extLst>
            </p:cNvPr>
            <p:cNvSpPr txBox="1"/>
            <p:nvPr/>
          </p:nvSpPr>
          <p:spPr>
            <a:xfrm>
              <a:off x="107504" y="1105034"/>
              <a:ext cx="7920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         处取得极值，那么     为极大值还是极小值？    </a:t>
              </a: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874FA9E1-62B4-4EDD-8873-46C8B682960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5680729"/>
                </p:ext>
              </p:extLst>
            </p:nvPr>
          </p:nvGraphicFramePr>
          <p:xfrm>
            <a:off x="264914" y="1162318"/>
            <a:ext cx="274638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33" name="Equation" r:id="rId8" imgW="279279" imgH="380835" progId="Equation.DSMT4">
                    <p:embed/>
                  </p:oleObj>
                </mc:Choice>
                <mc:Fallback>
                  <p:oleObj name="Equation" r:id="rId8" imgW="279279" imgH="380835" progId="Equation.DSMT4">
                    <p:embed/>
                    <p:pic>
                      <p:nvPicPr>
                        <p:cNvPr id="11" name="对象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914" y="1162318"/>
                          <a:ext cx="274638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5DCC5ABC-63B0-4D50-A2B5-1E86F9D5D3B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1584892"/>
                </p:ext>
              </p:extLst>
            </p:nvPr>
          </p:nvGraphicFramePr>
          <p:xfrm>
            <a:off x="602401" y="1164158"/>
            <a:ext cx="996951" cy="420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34" name="Equation" r:id="rId10" imgW="990170" imgH="431613" progId="Equation.DSMT4">
                    <p:embed/>
                  </p:oleObj>
                </mc:Choice>
                <mc:Fallback>
                  <p:oleObj name="Equation" r:id="rId10" imgW="990170" imgH="431613" progId="Equation.DSMT4">
                    <p:embed/>
                    <p:pic>
                      <p:nvPicPr>
                        <p:cNvPr id="12" name="对象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2401" y="1164158"/>
                          <a:ext cx="996951" cy="4206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307B5F98-88CA-4F87-ABDF-29B97655171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35849234"/>
                </p:ext>
              </p:extLst>
            </p:nvPr>
          </p:nvGraphicFramePr>
          <p:xfrm>
            <a:off x="4006096" y="1147395"/>
            <a:ext cx="787400" cy="436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35" name="Equation" r:id="rId12" imgW="787400" imgH="431800" progId="Equation.DSMT4">
                    <p:embed/>
                  </p:oleObj>
                </mc:Choice>
                <mc:Fallback>
                  <p:oleObj name="Equation" r:id="rId12" imgW="787400" imgH="431800" progId="Equation.DSMT4">
                    <p:embed/>
                    <p:pic>
                      <p:nvPicPr>
                        <p:cNvPr id="13" name="对象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6096" y="1147395"/>
                          <a:ext cx="787400" cy="4365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A6E8932-8F0F-4DBF-A394-BA9FFED9BB66}"/>
              </a:ext>
            </a:extLst>
          </p:cNvPr>
          <p:cNvGrpSpPr/>
          <p:nvPr/>
        </p:nvGrpSpPr>
        <p:grpSpPr>
          <a:xfrm>
            <a:off x="824176" y="1788863"/>
            <a:ext cx="8131693" cy="497185"/>
            <a:chOff x="899592" y="1822053"/>
            <a:chExt cx="8131693" cy="497185"/>
          </a:xfrm>
        </p:grpSpPr>
        <p:sp>
          <p:nvSpPr>
            <p:cNvPr id="13" name="文本框 9">
              <a:extLst>
                <a:ext uri="{FF2B5EF4-FFF2-40B4-BE49-F238E27FC236}">
                  <a16:creationId xmlns:a16="http://schemas.microsoft.com/office/drawing/2014/main" id="{6C6CBE57-245E-48C8-9970-9AC5BAB2EEFE}"/>
                </a:ext>
              </a:extLst>
            </p:cNvPr>
            <p:cNvSpPr txBox="1"/>
            <p:nvPr/>
          </p:nvSpPr>
          <p:spPr>
            <a:xfrm>
              <a:off x="899592" y="1822053"/>
              <a:ext cx="8004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解</a:t>
              </a:r>
              <a:endParaRPr lang="zh-CN" altLang="en-US" sz="2400" b="1" dirty="0">
                <a:latin typeface="+mn-ea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BCBE09D-2F21-4BC5-8041-AEBEDC792EAD}"/>
                </a:ext>
              </a:extLst>
            </p:cNvPr>
            <p:cNvSpPr txBox="1"/>
            <p:nvPr/>
          </p:nvSpPr>
          <p:spPr>
            <a:xfrm>
              <a:off x="1475656" y="1840964"/>
              <a:ext cx="75556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因为</a:t>
              </a:r>
              <a:r>
                <a:rPr lang="en-US" altLang="zh-CN" sz="2400" b="1" dirty="0">
                  <a:latin typeface="+mn-ea"/>
                </a:rPr>
                <a:t>      </a:t>
              </a:r>
              <a:r>
                <a:rPr lang="zh-CN" altLang="en-US" sz="2400" b="1" dirty="0">
                  <a:latin typeface="+mn-ea"/>
                </a:rPr>
                <a:t>存在，当  为    的极值点时，有</a:t>
              </a: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9748C950-B9A0-4977-90E5-EBC043A6E9D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26142042"/>
                </p:ext>
              </p:extLst>
            </p:nvPr>
          </p:nvGraphicFramePr>
          <p:xfrm>
            <a:off x="2267745" y="1920875"/>
            <a:ext cx="723900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36" name="Equation" r:id="rId14" imgW="723600" imgH="355320" progId="Equation.DSMT4">
                    <p:embed/>
                  </p:oleObj>
                </mc:Choice>
                <mc:Fallback>
                  <p:oleObj name="Equation" r:id="rId14" imgW="723600" imgH="355320" progId="Equation.DSMT4">
                    <p:embed/>
                    <p:pic>
                      <p:nvPicPr>
                        <p:cNvPr id="17" name="对象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7745" y="1920875"/>
                          <a:ext cx="723900" cy="352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8E8CF494-7DD6-492E-9CD4-CD1D0BB8178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36588075"/>
                </p:ext>
              </p:extLst>
            </p:nvPr>
          </p:nvGraphicFramePr>
          <p:xfrm>
            <a:off x="4369101" y="1892850"/>
            <a:ext cx="274638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37" name="Equation" r:id="rId16" imgW="279279" imgH="380835" progId="Equation.DSMT4">
                    <p:embed/>
                  </p:oleObj>
                </mc:Choice>
                <mc:Fallback>
                  <p:oleObj name="Equation" r:id="rId16" imgW="279279" imgH="380835" progId="Equation.DSMT4">
                    <p:embed/>
                    <p:pic>
                      <p:nvPicPr>
                        <p:cNvPr id="18" name="对象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9101" y="1892850"/>
                          <a:ext cx="274638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08CDCEC1-E3BD-4039-98CB-2AC3EF96040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81147506"/>
                </p:ext>
              </p:extLst>
            </p:nvPr>
          </p:nvGraphicFramePr>
          <p:xfrm>
            <a:off x="4965203" y="1954845"/>
            <a:ext cx="6223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38" name="Equation" r:id="rId18" imgW="622030" imgH="342751" progId="Equation.DSMT4">
                    <p:embed/>
                  </p:oleObj>
                </mc:Choice>
                <mc:Fallback>
                  <p:oleObj name="Equation" r:id="rId18" imgW="622030" imgH="342751" progId="Equation.DSMT4">
                    <p:embed/>
                    <p:pic>
                      <p:nvPicPr>
                        <p:cNvPr id="19" name="对象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5203" y="1954845"/>
                          <a:ext cx="6223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AE2BCB7D-CD95-4B7F-9295-6A98629C35C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5214640"/>
                </p:ext>
              </p:extLst>
            </p:nvPr>
          </p:nvGraphicFramePr>
          <p:xfrm>
            <a:off x="7554913" y="1882675"/>
            <a:ext cx="1371600" cy="436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39" name="Equation" r:id="rId19" imgW="1371600" imgH="431640" progId="Equation.DSMT4">
                    <p:embed/>
                  </p:oleObj>
                </mc:Choice>
                <mc:Fallback>
                  <p:oleObj name="Equation" r:id="rId19" imgW="1371600" imgH="431640" progId="Equation.DSMT4">
                    <p:embed/>
                    <p:pic>
                      <p:nvPicPr>
                        <p:cNvPr id="20" name="对象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54913" y="1882675"/>
                          <a:ext cx="1371600" cy="4365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EEE86BEE-CB4C-4BB4-90D4-AB4C9A06B9AC}"/>
              </a:ext>
            </a:extLst>
          </p:cNvPr>
          <p:cNvGrpSpPr/>
          <p:nvPr/>
        </p:nvGrpSpPr>
        <p:grpSpPr>
          <a:xfrm>
            <a:off x="145739" y="2466552"/>
            <a:ext cx="5844267" cy="461665"/>
            <a:chOff x="221155" y="2499742"/>
            <a:chExt cx="5844267" cy="461665"/>
          </a:xfrm>
        </p:grpSpPr>
        <p:sp>
          <p:nvSpPr>
            <p:cNvPr id="20" name="文本框 31">
              <a:extLst>
                <a:ext uri="{FF2B5EF4-FFF2-40B4-BE49-F238E27FC236}">
                  <a16:creationId xmlns:a16="http://schemas.microsoft.com/office/drawing/2014/main" id="{8B527050-3966-40BC-8A59-A442355BF664}"/>
                </a:ext>
              </a:extLst>
            </p:cNvPr>
            <p:cNvSpPr txBox="1"/>
            <p:nvPr/>
          </p:nvSpPr>
          <p:spPr>
            <a:xfrm>
              <a:off x="221155" y="2499742"/>
              <a:ext cx="58442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则已知等式化为               ，所以</a:t>
              </a:r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5601C1D4-DEB8-493F-86F3-166633F219D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50299389"/>
                </p:ext>
              </p:extLst>
            </p:nvPr>
          </p:nvGraphicFramePr>
          <p:xfrm>
            <a:off x="2571873" y="2540257"/>
            <a:ext cx="2216151" cy="414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40" name="Equation" r:id="rId21" imgW="2209680" imgH="419040" progId="Equation.DSMT4">
                    <p:embed/>
                  </p:oleObj>
                </mc:Choice>
                <mc:Fallback>
                  <p:oleObj name="Equation" r:id="rId21" imgW="2209680" imgH="419040" progId="Equation.DSMT4">
                    <p:embed/>
                    <p:pic>
                      <p:nvPicPr>
                        <p:cNvPr id="23" name="对象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1873" y="2540257"/>
                          <a:ext cx="2216151" cy="4143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A34E2EDE-8552-44D7-828D-0472226312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0522818"/>
              </p:ext>
            </p:extLst>
          </p:nvPr>
        </p:nvGraphicFramePr>
        <p:xfrm>
          <a:off x="1675597" y="3200448"/>
          <a:ext cx="493395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41" name="Equation" r:id="rId23" imgW="4940280" imgH="850680" progId="Equation.DSMT4">
                  <p:embed/>
                </p:oleObj>
              </mc:Choice>
              <mc:Fallback>
                <p:oleObj name="Equation" r:id="rId23" imgW="4940280" imgH="85068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5597" y="3200448"/>
                        <a:ext cx="4933950" cy="85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组合 22">
            <a:extLst>
              <a:ext uri="{FF2B5EF4-FFF2-40B4-BE49-F238E27FC236}">
                <a16:creationId xmlns:a16="http://schemas.microsoft.com/office/drawing/2014/main" id="{54E2A016-164C-43CB-BF52-51F340BACF4E}"/>
              </a:ext>
            </a:extLst>
          </p:cNvPr>
          <p:cNvGrpSpPr/>
          <p:nvPr/>
        </p:nvGrpSpPr>
        <p:grpSpPr>
          <a:xfrm>
            <a:off x="251520" y="4331814"/>
            <a:ext cx="5472608" cy="461665"/>
            <a:chOff x="299234" y="4311376"/>
            <a:chExt cx="5472608" cy="461665"/>
          </a:xfrm>
        </p:grpSpPr>
        <p:sp>
          <p:nvSpPr>
            <p:cNvPr id="24" name="文本框 61">
              <a:extLst>
                <a:ext uri="{FF2B5EF4-FFF2-40B4-BE49-F238E27FC236}">
                  <a16:creationId xmlns:a16="http://schemas.microsoft.com/office/drawing/2014/main" id="{52306795-F564-4270-AE42-F706C73652DC}"/>
                </a:ext>
              </a:extLst>
            </p:cNvPr>
            <p:cNvSpPr txBox="1"/>
            <p:nvPr/>
          </p:nvSpPr>
          <p:spPr>
            <a:xfrm>
              <a:off x="299234" y="4311376"/>
              <a:ext cx="54726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由定理</a:t>
              </a:r>
              <a:r>
                <a:rPr lang="en-US" altLang="zh-CN" sz="2400" b="1" dirty="0">
                  <a:latin typeface="+mn-ea"/>
                </a:rPr>
                <a:t>3</a:t>
              </a:r>
              <a:r>
                <a:rPr lang="zh-CN" altLang="en-US" sz="2400" b="1" dirty="0">
                  <a:latin typeface="+mn-ea"/>
                </a:rPr>
                <a:t>知     为函数    的极小值</a:t>
              </a:r>
              <a:r>
                <a:rPr lang="en-US" altLang="zh-CN" sz="2400" b="1" dirty="0">
                  <a:latin typeface="+mn-ea"/>
                </a:rPr>
                <a:t>.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F70D82D8-7970-43E6-AD47-B83F2BB10BD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13407644"/>
                </p:ext>
              </p:extLst>
            </p:nvPr>
          </p:nvGraphicFramePr>
          <p:xfrm>
            <a:off x="1820863" y="4377055"/>
            <a:ext cx="736600" cy="385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42" name="Equation" r:id="rId25" imgW="736560" imgH="380880" progId="Equation.DSMT4">
                    <p:embed/>
                  </p:oleObj>
                </mc:Choice>
                <mc:Fallback>
                  <p:oleObj name="Equation" r:id="rId25" imgW="736560" imgH="380880" progId="Equation.DSMT4">
                    <p:embed/>
                    <p:pic>
                      <p:nvPicPr>
                        <p:cNvPr id="27" name="对象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0863" y="4377055"/>
                          <a:ext cx="736600" cy="3857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654F8950-5A29-44F0-BFF5-B16CE428C08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96889794"/>
                </p:ext>
              </p:extLst>
            </p:nvPr>
          </p:nvGraphicFramePr>
          <p:xfrm>
            <a:off x="3440192" y="4412585"/>
            <a:ext cx="6223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43" name="Equation" r:id="rId27" imgW="622030" imgH="342751" progId="Equation.DSMT4">
                    <p:embed/>
                  </p:oleObj>
                </mc:Choice>
                <mc:Fallback>
                  <p:oleObj name="Equation" r:id="rId27" imgW="622030" imgH="342751" progId="Equation.DSMT4">
                    <p:embed/>
                    <p:pic>
                      <p:nvPicPr>
                        <p:cNvPr id="28" name="对象 27">
                          <a:extLst>
                            <a:ext uri="{FF2B5EF4-FFF2-40B4-BE49-F238E27FC236}">
                              <a16:creationId xmlns:a16="http://schemas.microsoft.com/office/drawing/2014/main" id="{3C18D6AF-7C89-429C-A004-1D86DF94F13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0192" y="4412585"/>
                          <a:ext cx="6223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351BEF59-A80C-4721-AE08-D0DC1BDC4AD8}"/>
              </a:ext>
            </a:extLst>
          </p:cNvPr>
          <p:cNvGrpSpPr/>
          <p:nvPr/>
        </p:nvGrpSpPr>
        <p:grpSpPr>
          <a:xfrm>
            <a:off x="5127352" y="2922792"/>
            <a:ext cx="3234934" cy="467102"/>
            <a:chOff x="5127352" y="2922792"/>
            <a:chExt cx="3234934" cy="467102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04BB3B85-68DC-48EA-9475-FD17C05C8686}"/>
                </a:ext>
              </a:extLst>
            </p:cNvPr>
            <p:cNvGrpSpPr/>
            <p:nvPr/>
          </p:nvGrpSpPr>
          <p:grpSpPr>
            <a:xfrm>
              <a:off x="5990006" y="2928229"/>
              <a:ext cx="2372280" cy="461665"/>
              <a:chOff x="5990006" y="2928229"/>
              <a:chExt cx="2372280" cy="461665"/>
            </a:xfrm>
          </p:grpSpPr>
          <p:graphicFrame>
            <p:nvGraphicFramePr>
              <p:cNvPr id="27" name="对象 26">
                <a:extLst>
                  <a:ext uri="{FF2B5EF4-FFF2-40B4-BE49-F238E27FC236}">
                    <a16:creationId xmlns:a16="http://schemas.microsoft.com/office/drawing/2014/main" id="{8035F3E3-78E7-43CD-BA17-31ACBD1AFCB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43798020"/>
                  </p:ext>
                </p:extLst>
              </p:nvPr>
            </p:nvGraphicFramePr>
            <p:xfrm>
              <a:off x="5990006" y="2979137"/>
              <a:ext cx="7366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944" name="Equation" r:id="rId28" imgW="736560" imgH="342720" progId="Equation.DSMT4">
                      <p:embed/>
                    </p:oleObj>
                  </mc:Choice>
                  <mc:Fallback>
                    <p:oleObj name="Equation" r:id="rId28" imgW="736560" imgH="3427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9"/>
                          <a:stretch>
                            <a:fillRect/>
                          </a:stretch>
                        </p:blipFill>
                        <p:spPr>
                          <a:xfrm>
                            <a:off x="5990006" y="2979137"/>
                            <a:ext cx="7366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DD629B5B-9498-4C31-8FEB-FCF7D127F8FC}"/>
                  </a:ext>
                </a:extLst>
              </p:cNvPr>
              <p:cNvSpPr/>
              <p:nvPr/>
            </p:nvSpPr>
            <p:spPr>
              <a:xfrm>
                <a:off x="6587365" y="2928229"/>
                <a:ext cx="177492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与  同符号</a:t>
                </a:r>
                <a:endParaRPr lang="zh-CN" altLang="en-US" sz="24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graphicFrame>
            <p:nvGraphicFramePr>
              <p:cNvPr id="29" name="对象 28">
                <a:extLst>
                  <a:ext uri="{FF2B5EF4-FFF2-40B4-BE49-F238E27FC236}">
                    <a16:creationId xmlns:a16="http://schemas.microsoft.com/office/drawing/2014/main" id="{0DA19BAF-6BFE-41CC-B9F4-EDF98F873E5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19079216"/>
                  </p:ext>
                </p:extLst>
              </p:nvPr>
            </p:nvGraphicFramePr>
            <p:xfrm>
              <a:off x="7002109" y="2957017"/>
              <a:ext cx="2794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945" name="Equation" r:id="rId30" imgW="279360" imgH="380880" progId="Equation.DSMT4">
                      <p:embed/>
                    </p:oleObj>
                  </mc:Choice>
                  <mc:Fallback>
                    <p:oleObj name="Equation" r:id="rId30" imgW="279360" imgH="3808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31"/>
                          <a:stretch>
                            <a:fillRect/>
                          </a:stretch>
                        </p:blipFill>
                        <p:spPr>
                          <a:xfrm>
                            <a:off x="7002109" y="2957017"/>
                            <a:ext cx="279400" cy="381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09CE45DE-DAEE-40FF-8861-BF915434A2FA}"/>
                </a:ext>
              </a:extLst>
            </p:cNvPr>
            <p:cNvGrpSpPr/>
            <p:nvPr/>
          </p:nvGrpSpPr>
          <p:grpSpPr>
            <a:xfrm>
              <a:off x="5127352" y="2922792"/>
              <a:ext cx="3105520" cy="461665"/>
              <a:chOff x="4706840" y="3942579"/>
              <a:chExt cx="3105520" cy="461665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1EEFB3EA-6AB7-4330-BB3B-A4622FF19880}"/>
                  </a:ext>
                </a:extLst>
              </p:cNvPr>
              <p:cNvSpPr/>
              <p:nvPr/>
            </p:nvSpPr>
            <p:spPr>
              <a:xfrm>
                <a:off x="5512087" y="3942579"/>
                <a:ext cx="2300273" cy="444376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C1A077B1-1ED7-4EFF-99BB-7929FDFE1869}"/>
                  </a:ext>
                </a:extLst>
              </p:cNvPr>
              <p:cNvCxnSpPr>
                <a:cxnSpLocks/>
                <a:endCxn id="31" idx="1"/>
              </p:cNvCxnSpPr>
              <p:nvPr/>
            </p:nvCxnSpPr>
            <p:spPr>
              <a:xfrm flipV="1">
                <a:off x="4706840" y="4164767"/>
                <a:ext cx="805247" cy="239477"/>
              </a:xfrm>
              <a:prstGeom prst="line">
                <a:avLst/>
              </a:prstGeom>
              <a:ln>
                <a:solidFill>
                  <a:srgbClr val="FF0000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462801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C0AF1F1-01F3-42FE-AED4-2696D94FC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7382" y="143820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8471A04-6B6B-4FA1-B5A1-0A630012E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863" y="252873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F585445-DAEF-40AB-87FF-565D5129F39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216217" y="3552730"/>
            <a:ext cx="738823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B628576-A502-4DA7-825C-632353096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848" y="396100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124">
            <a:extLst>
              <a:ext uri="{FF2B5EF4-FFF2-40B4-BE49-F238E27FC236}">
                <a16:creationId xmlns:a16="http://schemas.microsoft.com/office/drawing/2014/main" id="{D0AE67E6-9C96-490A-B8D2-B8ECFBA6D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0770" y="86214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文本框 40">
            <a:extLst>
              <a:ext uri="{FF2B5EF4-FFF2-40B4-BE49-F238E27FC236}">
                <a16:creationId xmlns:a16="http://schemas.microsoft.com/office/drawing/2014/main" id="{14CCE298-1B9E-45CC-A1A2-D5356A3CF503}"/>
              </a:ext>
            </a:extLst>
          </p:cNvPr>
          <p:cNvSpPr txBox="1"/>
          <p:nvPr/>
        </p:nvSpPr>
        <p:spPr>
          <a:xfrm>
            <a:off x="1603496" y="190942"/>
            <a:ext cx="6533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定理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的推广及不连续点为极值点举例</a:t>
            </a:r>
            <a:endParaRPr lang="zh-CN" altLang="en-US" sz="28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文本框 42">
            <a:extLst>
              <a:ext uri="{FF2B5EF4-FFF2-40B4-BE49-F238E27FC236}">
                <a16:creationId xmlns:a16="http://schemas.microsoft.com/office/drawing/2014/main" id="{302DEA55-AFAB-4C79-B88B-09F22CA98600}"/>
              </a:ext>
            </a:extLst>
          </p:cNvPr>
          <p:cNvSpPr txBox="1"/>
          <p:nvPr/>
        </p:nvSpPr>
        <p:spPr>
          <a:xfrm>
            <a:off x="885181" y="191615"/>
            <a:ext cx="793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三、</a:t>
            </a:r>
          </a:p>
        </p:txBody>
      </p:sp>
      <p:sp>
        <p:nvSpPr>
          <p:cNvPr id="9" name="文本框 49">
            <a:extLst>
              <a:ext uri="{FF2B5EF4-FFF2-40B4-BE49-F238E27FC236}">
                <a16:creationId xmlns:a16="http://schemas.microsoft.com/office/drawing/2014/main" id="{6D1D9614-5468-417D-AA87-42B69B856FBD}"/>
              </a:ext>
            </a:extLst>
          </p:cNvPr>
          <p:cNvSpPr txBox="1"/>
          <p:nvPr/>
        </p:nvSpPr>
        <p:spPr>
          <a:xfrm>
            <a:off x="954459" y="985897"/>
            <a:ext cx="2298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.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定理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的推广</a:t>
            </a:r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96361BA-147B-49B3-AF1D-760EF9C2600A}"/>
              </a:ext>
            </a:extLst>
          </p:cNvPr>
          <p:cNvGrpSpPr/>
          <p:nvPr/>
        </p:nvGrpSpPr>
        <p:grpSpPr>
          <a:xfrm>
            <a:off x="882494" y="1740443"/>
            <a:ext cx="8226010" cy="461665"/>
            <a:chOff x="935596" y="1658085"/>
            <a:chExt cx="8226010" cy="461665"/>
          </a:xfrm>
        </p:grpSpPr>
        <p:sp>
          <p:nvSpPr>
            <p:cNvPr id="11" name="文本框 19">
              <a:extLst>
                <a:ext uri="{FF2B5EF4-FFF2-40B4-BE49-F238E27FC236}">
                  <a16:creationId xmlns:a16="http://schemas.microsoft.com/office/drawing/2014/main" id="{0138F5AB-7527-4133-855C-DCC0285520A8}"/>
                </a:ext>
              </a:extLst>
            </p:cNvPr>
            <p:cNvSpPr txBox="1"/>
            <p:nvPr/>
          </p:nvSpPr>
          <p:spPr>
            <a:xfrm>
              <a:off x="935596" y="1658085"/>
              <a:ext cx="82260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设函数    在点  处的某邻域      内  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</a:rPr>
                <a:t>阶导数连续</a:t>
              </a:r>
              <a:r>
                <a:rPr lang="zh-CN" altLang="en-US" sz="2400" b="1" dirty="0">
                  <a:latin typeface="+mn-ea"/>
                </a:rPr>
                <a:t>，并且</a:t>
              </a:r>
              <a:endParaRPr lang="zh-CN" altLang="en-US" sz="2400" b="1" dirty="0">
                <a:solidFill>
                  <a:schemeClr val="tx1"/>
                </a:solidFill>
                <a:latin typeface="+mn-ea"/>
              </a:endParaRP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3E280039-2AC3-4DA7-966F-56A6DDABED8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5852090"/>
                </p:ext>
              </p:extLst>
            </p:nvPr>
          </p:nvGraphicFramePr>
          <p:xfrm>
            <a:off x="1983159" y="1741182"/>
            <a:ext cx="6223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05" name="Equation" r:id="rId3" imgW="622030" imgH="342751" progId="Equation.DSMT4">
                    <p:embed/>
                  </p:oleObj>
                </mc:Choice>
                <mc:Fallback>
                  <p:oleObj name="Equation" r:id="rId3" imgW="622030" imgH="342751" progId="Equation.DSMT4">
                    <p:embed/>
                    <p:pic>
                      <p:nvPicPr>
                        <p:cNvPr id="14" name="对象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3159" y="1741182"/>
                          <a:ext cx="6223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957AEAEB-A89D-49A0-8BBC-E611070859A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5347310"/>
                </p:ext>
              </p:extLst>
            </p:nvPr>
          </p:nvGraphicFramePr>
          <p:xfrm>
            <a:off x="3167214" y="1717853"/>
            <a:ext cx="284163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06" name="Equation" r:id="rId5" imgW="279279" imgH="380835" progId="Equation.DSMT4">
                    <p:embed/>
                  </p:oleObj>
                </mc:Choice>
                <mc:Fallback>
                  <p:oleObj name="Equation" r:id="rId5" imgW="279279" imgH="380835" progId="Equation.DSMT4">
                    <p:embed/>
                    <p:pic>
                      <p:nvPicPr>
                        <p:cNvPr id="15" name="对象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7214" y="1717853"/>
                          <a:ext cx="284163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01F9926C-8AD5-4E9D-A292-D353FF39A8B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4839485"/>
                </p:ext>
              </p:extLst>
            </p:nvPr>
          </p:nvGraphicFramePr>
          <p:xfrm>
            <a:off x="5138099" y="1741538"/>
            <a:ext cx="736600" cy="377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07" name="Equation" r:id="rId7" imgW="748975" imgH="380835" progId="Equation.DSMT4">
                    <p:embed/>
                  </p:oleObj>
                </mc:Choice>
                <mc:Fallback>
                  <p:oleObj name="Equation" r:id="rId7" imgW="748975" imgH="380835" progId="Equation.DSMT4">
                    <p:embed/>
                    <p:pic>
                      <p:nvPicPr>
                        <p:cNvPr id="16" name="对象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8099" y="1741538"/>
                          <a:ext cx="736600" cy="3778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60307E23-CB76-472B-B6CF-C56F7C04316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6123231"/>
                </p:ext>
              </p:extLst>
            </p:nvPr>
          </p:nvGraphicFramePr>
          <p:xfrm>
            <a:off x="6300192" y="1852613"/>
            <a:ext cx="187325" cy="200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08" name="Equation" r:id="rId9" imgW="190440" imgH="203040" progId="Equation.DSMT4">
                    <p:embed/>
                  </p:oleObj>
                </mc:Choice>
                <mc:Fallback>
                  <p:oleObj name="Equation" r:id="rId9" imgW="190440" imgH="203040" progId="Equation.DSMT4">
                    <p:embed/>
                    <p:pic>
                      <p:nvPicPr>
                        <p:cNvPr id="17" name="对象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00192" y="1852613"/>
                          <a:ext cx="187325" cy="2000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02CC7428-8394-46DE-B455-F44AA00D7E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3213257"/>
              </p:ext>
            </p:extLst>
          </p:nvPr>
        </p:nvGraphicFramePr>
        <p:xfrm>
          <a:off x="1314796" y="2396249"/>
          <a:ext cx="631825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09" name="Equation" r:id="rId11" imgW="6324480" imgH="469800" progId="Equation.DSMT4">
                  <p:embed/>
                </p:oleObj>
              </mc:Choice>
              <mc:Fallback>
                <p:oleObj name="Equation" r:id="rId11" imgW="6324480" imgH="46980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4796" y="2396249"/>
                        <a:ext cx="631825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id="{4B9CDCE0-712A-4DD5-B68F-EBE29640EE6B}"/>
              </a:ext>
            </a:extLst>
          </p:cNvPr>
          <p:cNvGrpSpPr/>
          <p:nvPr/>
        </p:nvGrpSpPr>
        <p:grpSpPr>
          <a:xfrm>
            <a:off x="445133" y="3126309"/>
            <a:ext cx="5927067" cy="461665"/>
            <a:chOff x="189743" y="3003612"/>
            <a:chExt cx="5927067" cy="461665"/>
          </a:xfrm>
        </p:grpSpPr>
        <p:sp>
          <p:nvSpPr>
            <p:cNvPr id="18" name="文本框 20">
              <a:extLst>
                <a:ext uri="{FF2B5EF4-FFF2-40B4-BE49-F238E27FC236}">
                  <a16:creationId xmlns:a16="http://schemas.microsoft.com/office/drawing/2014/main" id="{05E0CC7B-FA95-43F2-8B5B-A4C377DF39F6}"/>
                </a:ext>
              </a:extLst>
            </p:cNvPr>
            <p:cNvSpPr txBox="1"/>
            <p:nvPr/>
          </p:nvSpPr>
          <p:spPr>
            <a:xfrm>
              <a:off x="189743" y="3003612"/>
              <a:ext cx="59270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那么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当  为奇数时，       不是函数的极值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F6AD6736-41C5-4FBC-8B8B-AA8FB86C2E5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32424065"/>
                </p:ext>
              </p:extLst>
            </p:nvPr>
          </p:nvGraphicFramePr>
          <p:xfrm>
            <a:off x="2814082" y="3046325"/>
            <a:ext cx="736600" cy="376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10" name="Equation" r:id="rId13" imgW="736600" imgH="381000" progId="Equation.DSMT4">
                    <p:embed/>
                  </p:oleObj>
                </mc:Choice>
                <mc:Fallback>
                  <p:oleObj name="Equation" r:id="rId13" imgW="736600" imgH="381000" progId="Equation.DSMT4">
                    <p:embed/>
                    <p:pic>
                      <p:nvPicPr>
                        <p:cNvPr id="21" name="对象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4082" y="3046325"/>
                          <a:ext cx="736600" cy="3762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CF8A60B4-B126-4808-904E-6C87E7BB502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4897061"/>
                </p:ext>
              </p:extLst>
            </p:nvPr>
          </p:nvGraphicFramePr>
          <p:xfrm>
            <a:off x="1283623" y="3153575"/>
            <a:ext cx="187325" cy="200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11" name="Equation" r:id="rId15" imgW="190417" imgH="203112" progId="Equation.DSMT4">
                    <p:embed/>
                  </p:oleObj>
                </mc:Choice>
                <mc:Fallback>
                  <p:oleObj name="Equation" r:id="rId15" imgW="190417" imgH="203112" progId="Equation.DSMT4">
                    <p:embed/>
                    <p:pic>
                      <p:nvPicPr>
                        <p:cNvPr id="22" name="对象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3623" y="3153575"/>
                          <a:ext cx="187325" cy="2000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3FD2DBC-5DFA-4BF5-BD1E-F78184B7B316}"/>
              </a:ext>
            </a:extLst>
          </p:cNvPr>
          <p:cNvGrpSpPr/>
          <p:nvPr/>
        </p:nvGrpSpPr>
        <p:grpSpPr>
          <a:xfrm>
            <a:off x="225255" y="3942558"/>
            <a:ext cx="5927067" cy="461665"/>
            <a:chOff x="189743" y="3738659"/>
            <a:chExt cx="5927067" cy="461665"/>
          </a:xfrm>
        </p:grpSpPr>
        <p:sp>
          <p:nvSpPr>
            <p:cNvPr id="22" name="文本框 45">
              <a:extLst>
                <a:ext uri="{FF2B5EF4-FFF2-40B4-BE49-F238E27FC236}">
                  <a16:creationId xmlns:a16="http://schemas.microsoft.com/office/drawing/2014/main" id="{319AFE51-62FA-457B-A96F-2CAA07F81FB3}"/>
                </a:ext>
              </a:extLst>
            </p:cNvPr>
            <p:cNvSpPr txBox="1"/>
            <p:nvPr/>
          </p:nvSpPr>
          <p:spPr>
            <a:xfrm>
              <a:off x="189743" y="3738659"/>
              <a:ext cx="59270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      当  为偶数时，    是函数的极值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r>
                <a:rPr lang="en-US" altLang="zh-CN" sz="2400" b="1" dirty="0">
                  <a:latin typeface="+mn-ea"/>
                </a:rPr>
                <a:t>         </a:t>
              </a:r>
              <a:endParaRPr lang="zh-CN" altLang="en-US" sz="2400" b="1" dirty="0">
                <a:solidFill>
                  <a:schemeClr val="tx1"/>
                </a:solidFill>
                <a:latin typeface="+mn-ea"/>
              </a:endParaRPr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05D8C30F-8F2C-463E-8D75-85EB89A3B5A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67033081"/>
                </p:ext>
              </p:extLst>
            </p:nvPr>
          </p:nvGraphicFramePr>
          <p:xfrm>
            <a:off x="3187534" y="3813612"/>
            <a:ext cx="736600" cy="376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12" name="Equation" r:id="rId17" imgW="736600" imgH="381000" progId="Equation.DSMT4">
                    <p:embed/>
                  </p:oleObj>
                </mc:Choice>
                <mc:Fallback>
                  <p:oleObj name="Equation" r:id="rId17" imgW="736600" imgH="381000" progId="Equation.DSMT4">
                    <p:embed/>
                    <p:pic>
                      <p:nvPicPr>
                        <p:cNvPr id="25" name="对象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7534" y="3813612"/>
                          <a:ext cx="736600" cy="3762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3E36A349-610F-4489-8492-E81CF9460C2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40787140"/>
                </p:ext>
              </p:extLst>
            </p:nvPr>
          </p:nvGraphicFramePr>
          <p:xfrm>
            <a:off x="1567984" y="3920068"/>
            <a:ext cx="187325" cy="200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13" name="Equation" r:id="rId18" imgW="190417" imgH="203112" progId="Equation.DSMT4">
                    <p:embed/>
                  </p:oleObj>
                </mc:Choice>
                <mc:Fallback>
                  <p:oleObj name="Equation" r:id="rId18" imgW="190417" imgH="203112" progId="Equation.DSMT4">
                    <p:embed/>
                    <p:pic>
                      <p:nvPicPr>
                        <p:cNvPr id="26" name="对象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7984" y="3920068"/>
                          <a:ext cx="187325" cy="2000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370305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1AF1A0D-7E35-4F95-9F0E-64BF6B29C461}"/>
              </a:ext>
            </a:extLst>
          </p:cNvPr>
          <p:cNvGrpSpPr/>
          <p:nvPr/>
        </p:nvGrpSpPr>
        <p:grpSpPr>
          <a:xfrm>
            <a:off x="496569" y="339502"/>
            <a:ext cx="8719952" cy="462463"/>
            <a:chOff x="194376" y="4505563"/>
            <a:chExt cx="8719952" cy="462463"/>
          </a:xfrm>
        </p:grpSpPr>
        <p:sp>
          <p:nvSpPr>
            <p:cNvPr id="3" name="文本框 50">
              <a:extLst>
                <a:ext uri="{FF2B5EF4-FFF2-40B4-BE49-F238E27FC236}">
                  <a16:creationId xmlns:a16="http://schemas.microsoft.com/office/drawing/2014/main" id="{7EF37521-87CD-4C8E-B334-3FD35DEAC690}"/>
                </a:ext>
              </a:extLst>
            </p:cNvPr>
            <p:cNvSpPr txBox="1"/>
            <p:nvPr/>
          </p:nvSpPr>
          <p:spPr>
            <a:xfrm>
              <a:off x="215461" y="4506361"/>
              <a:ext cx="86988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      由所给的  阶导数条件，利用    的    阶泰勒展开式</a:t>
              </a:r>
              <a:r>
                <a:rPr lang="en-US" altLang="zh-CN" sz="2400" b="1" dirty="0">
                  <a:latin typeface="+mn-ea"/>
                </a:rPr>
                <a:t>.</a:t>
              </a:r>
              <a:endParaRPr lang="zh-CN" altLang="en-US" sz="24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" name="文本框 51">
              <a:extLst>
                <a:ext uri="{FF2B5EF4-FFF2-40B4-BE49-F238E27FC236}">
                  <a16:creationId xmlns:a16="http://schemas.microsoft.com/office/drawing/2014/main" id="{E0C3BC14-C8E7-4E21-B4FC-B13FAE6C3F65}"/>
                </a:ext>
              </a:extLst>
            </p:cNvPr>
            <p:cNvSpPr txBox="1"/>
            <p:nvPr/>
          </p:nvSpPr>
          <p:spPr>
            <a:xfrm>
              <a:off x="194376" y="4505563"/>
              <a:ext cx="921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分析</a:t>
              </a:r>
              <a:endParaRPr lang="en-US" altLang="zh-CN" sz="2800" b="1" dirty="0">
                <a:solidFill>
                  <a:srgbClr val="0064FF"/>
                </a:solidFill>
                <a:latin typeface="+mn-ea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4163B840-F91E-40D6-BD83-369E78D91EC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08332690"/>
                </p:ext>
              </p:extLst>
            </p:nvPr>
          </p:nvGraphicFramePr>
          <p:xfrm>
            <a:off x="2512467" y="4675981"/>
            <a:ext cx="187325" cy="200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10" name="Equation" r:id="rId3" imgW="190417" imgH="203112" progId="Equation.DSMT4">
                    <p:embed/>
                  </p:oleObj>
                </mc:Choice>
                <mc:Fallback>
                  <p:oleObj name="Equation" r:id="rId3" imgW="190417" imgH="203112" progId="Equation.DSMT4">
                    <p:embed/>
                    <p:pic>
                      <p:nvPicPr>
                        <p:cNvPr id="28" name="对象 27">
                          <a:extLst>
                            <a:ext uri="{FF2B5EF4-FFF2-40B4-BE49-F238E27FC236}">
                              <a16:creationId xmlns:a16="http://schemas.microsoft.com/office/drawing/2014/main" id="{E8CF588A-64AB-4BC0-9B46-A1A11109327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2467" y="4675981"/>
                          <a:ext cx="187325" cy="2000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7E4DCECA-AF70-4BC6-ADF3-17B76C3BACE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80370454"/>
                </p:ext>
              </p:extLst>
            </p:nvPr>
          </p:nvGraphicFramePr>
          <p:xfrm>
            <a:off x="5221919" y="4600459"/>
            <a:ext cx="6223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11" name="Equation" r:id="rId5" imgW="622030" imgH="342751" progId="Equation.DSMT4">
                    <p:embed/>
                  </p:oleObj>
                </mc:Choice>
                <mc:Fallback>
                  <p:oleObj name="Equation" r:id="rId5" imgW="622030" imgH="342751" progId="Equation.DSMT4">
                    <p:embed/>
                    <p:pic>
                      <p:nvPicPr>
                        <p:cNvPr id="29" name="对象 28">
                          <a:extLst>
                            <a:ext uri="{FF2B5EF4-FFF2-40B4-BE49-F238E27FC236}">
                              <a16:creationId xmlns:a16="http://schemas.microsoft.com/office/drawing/2014/main" id="{4CEA695F-B31C-46A8-A4F2-757E8CFD9C6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1919" y="4600459"/>
                          <a:ext cx="6223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87115B92-6A3E-42E1-9F02-C88892DFB7A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9549399"/>
                </p:ext>
              </p:extLst>
            </p:nvPr>
          </p:nvGraphicFramePr>
          <p:xfrm>
            <a:off x="6091566" y="4603070"/>
            <a:ext cx="696913" cy="312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12" name="Equation" r:id="rId7" imgW="711000" imgH="317160" progId="Equation.DSMT4">
                    <p:embed/>
                  </p:oleObj>
                </mc:Choice>
                <mc:Fallback>
                  <p:oleObj name="Equation" r:id="rId7" imgW="711000" imgH="317160" progId="Equation.DSMT4">
                    <p:embed/>
                    <p:pic>
                      <p:nvPicPr>
                        <p:cNvPr id="30" name="对象 29">
                          <a:extLst>
                            <a:ext uri="{FF2B5EF4-FFF2-40B4-BE49-F238E27FC236}">
                              <a16:creationId xmlns:a16="http://schemas.microsoft.com/office/drawing/2014/main" id="{F786EA3F-F7BA-4E9B-974A-7FD4B7E8297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91566" y="4603070"/>
                          <a:ext cx="696913" cy="3127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文本框 2">
            <a:extLst>
              <a:ext uri="{FF2B5EF4-FFF2-40B4-BE49-F238E27FC236}">
                <a16:creationId xmlns:a16="http://schemas.microsoft.com/office/drawing/2014/main" id="{818F35A9-26C8-4454-A0CD-A412B27A8C4A}"/>
              </a:ext>
            </a:extLst>
          </p:cNvPr>
          <p:cNvSpPr txBox="1"/>
          <p:nvPr/>
        </p:nvSpPr>
        <p:spPr>
          <a:xfrm>
            <a:off x="605036" y="1057895"/>
            <a:ext cx="800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  <a:endParaRPr lang="zh-CN" altLang="en-US" sz="2400" b="1" dirty="0">
              <a:latin typeface="+mn-ea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9170BBB-B307-41E1-BE1D-951F18CFB3F2}"/>
              </a:ext>
            </a:extLst>
          </p:cNvPr>
          <p:cNvGrpSpPr/>
          <p:nvPr/>
        </p:nvGrpSpPr>
        <p:grpSpPr>
          <a:xfrm>
            <a:off x="1109092" y="1059582"/>
            <a:ext cx="7515990" cy="482049"/>
            <a:chOff x="1331640" y="557213"/>
            <a:chExt cx="7515990" cy="482049"/>
          </a:xfrm>
        </p:grpSpPr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00426529-FC59-4679-8692-6CD8EEB2D6A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8053359"/>
                </p:ext>
              </p:extLst>
            </p:nvPr>
          </p:nvGraphicFramePr>
          <p:xfrm>
            <a:off x="2120404" y="557213"/>
            <a:ext cx="158750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13" name="Equation" r:id="rId9" imgW="1587240" imgH="469800" progId="Equation.DSMT4">
                    <p:embed/>
                  </p:oleObj>
                </mc:Choice>
                <mc:Fallback>
                  <p:oleObj name="Equation" r:id="rId9" imgW="1587240" imgH="469800" progId="Equation.DSMT4">
                    <p:embed/>
                    <p:pic>
                      <p:nvPicPr>
                        <p:cNvPr id="6" name="对象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0404" y="557213"/>
                          <a:ext cx="1587500" cy="469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文本框 5">
              <a:extLst>
                <a:ext uri="{FF2B5EF4-FFF2-40B4-BE49-F238E27FC236}">
                  <a16:creationId xmlns:a16="http://schemas.microsoft.com/office/drawing/2014/main" id="{8A48319C-F07F-4E4E-B23C-4AB8845ACE66}"/>
                </a:ext>
              </a:extLst>
            </p:cNvPr>
            <p:cNvSpPr txBox="1"/>
            <p:nvPr/>
          </p:nvSpPr>
          <p:spPr>
            <a:xfrm>
              <a:off x="1331640" y="557277"/>
              <a:ext cx="75159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因为           不妨设          </a:t>
              </a:r>
              <a:r>
                <a:rPr lang="en-US" altLang="zh-CN" sz="2400" b="1" dirty="0">
                  <a:latin typeface="+mn-ea"/>
                </a:rPr>
                <a:t>.</a:t>
              </a:r>
              <a:r>
                <a:rPr lang="zh-CN" altLang="en-US" sz="2400" b="1" dirty="0">
                  <a:latin typeface="+mn-ea"/>
                </a:rPr>
                <a:t>由于      连续，</a:t>
              </a: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96ADB15B-1237-4621-9945-2042D0BEBA2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50797745"/>
                </p:ext>
              </p:extLst>
            </p:nvPr>
          </p:nvGraphicFramePr>
          <p:xfrm>
            <a:off x="4562325" y="567980"/>
            <a:ext cx="1593851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14" name="Equation" r:id="rId11" imgW="1587500" imgH="469900" progId="Equation.DSMT4">
                    <p:embed/>
                  </p:oleObj>
                </mc:Choice>
                <mc:Fallback>
                  <p:oleObj name="Equation" r:id="rId11" imgW="1587500" imgH="469900" progId="Equation.DSMT4">
                    <p:embed/>
                    <p:pic>
                      <p:nvPicPr>
                        <p:cNvPr id="8" name="对象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2325" y="567980"/>
                          <a:ext cx="1593851" cy="469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17D7D7C7-1A84-4457-8FA0-9AA64505022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7612351"/>
                </p:ext>
              </p:extLst>
            </p:nvPr>
          </p:nvGraphicFramePr>
          <p:xfrm>
            <a:off x="6804248" y="569362"/>
            <a:ext cx="1022351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15" name="Equation" r:id="rId13" imgW="1028700" imgH="469900" progId="Equation.DSMT4">
                    <p:embed/>
                  </p:oleObj>
                </mc:Choice>
                <mc:Fallback>
                  <p:oleObj name="Equation" r:id="rId13" imgW="1028700" imgH="469900" progId="Equation.DSMT4">
                    <p:embed/>
                    <p:pic>
                      <p:nvPicPr>
                        <p:cNvPr id="9" name="对象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04248" y="569362"/>
                          <a:ext cx="1022351" cy="469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A50B8815-29F0-4E54-A6DD-A492BD6DF4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8556894"/>
              </p:ext>
            </p:extLst>
          </p:nvPr>
        </p:nvGraphicFramePr>
        <p:xfrm>
          <a:off x="28972" y="1739032"/>
          <a:ext cx="337185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16" name="Equation" r:id="rId15" imgW="3377880" imgH="583920" progId="Equation.DSMT4">
                  <p:embed/>
                </p:oleObj>
              </mc:Choice>
              <mc:Fallback>
                <p:oleObj name="Equation" r:id="rId15" imgW="3377880" imgH="58392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72" y="1739032"/>
                        <a:ext cx="3371850" cy="577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D13E9647-0A71-4488-B2C6-C65B0F19A69A}"/>
              </a:ext>
            </a:extLst>
          </p:cNvPr>
          <p:cNvGrpSpPr/>
          <p:nvPr/>
        </p:nvGrpSpPr>
        <p:grpSpPr>
          <a:xfrm>
            <a:off x="3541943" y="1642765"/>
            <a:ext cx="5530474" cy="577418"/>
            <a:chOff x="3764491" y="1140396"/>
            <a:chExt cx="5530474" cy="577418"/>
          </a:xfrm>
        </p:grpSpPr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CC11383C-6BF4-4085-806A-617190F9516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93517193"/>
                </p:ext>
              </p:extLst>
            </p:nvPr>
          </p:nvGraphicFramePr>
          <p:xfrm>
            <a:off x="5724128" y="1140396"/>
            <a:ext cx="1200151" cy="5524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17" name="Equation" r:id="rId17" imgW="1206500" imgH="558800" progId="Equation.DSMT4">
                    <p:embed/>
                  </p:oleObj>
                </mc:Choice>
                <mc:Fallback>
                  <p:oleObj name="Equation" r:id="rId17" imgW="1206500" imgH="558800" progId="Equation.DSMT4">
                    <p:embed/>
                    <p:pic>
                      <p:nvPicPr>
                        <p:cNvPr id="12" name="对象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24128" y="1140396"/>
                          <a:ext cx="1200151" cy="5524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FC7F0F2C-1FCF-4F75-A374-76563C3DE5E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9457632"/>
                </p:ext>
              </p:extLst>
            </p:nvPr>
          </p:nvGraphicFramePr>
          <p:xfrm>
            <a:off x="7164288" y="1249680"/>
            <a:ext cx="1473990" cy="4681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18" name="Equation" r:id="rId19" imgW="1485900" imgH="469900" progId="Equation.DSMT4">
                    <p:embed/>
                  </p:oleObj>
                </mc:Choice>
                <mc:Fallback>
                  <p:oleObj name="Equation" r:id="rId19" imgW="1485900" imgH="469900" progId="Equation.DSMT4">
                    <p:embed/>
                    <p:pic>
                      <p:nvPicPr>
                        <p:cNvPr id="13" name="对象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64288" y="1249680"/>
                          <a:ext cx="1473990" cy="46813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49175375-AB5F-44FE-B58B-F1B8C1B41903}"/>
                </a:ext>
              </a:extLst>
            </p:cNvPr>
            <p:cNvSpPr txBox="1"/>
            <p:nvPr/>
          </p:nvSpPr>
          <p:spPr>
            <a:xfrm>
              <a:off x="3764491" y="1245989"/>
              <a:ext cx="55304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由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</a:rPr>
                <a:t>保号性，</a:t>
              </a:r>
              <a:r>
                <a:rPr lang="zh-CN" altLang="en-US" sz="2400" b="1" dirty="0">
                  <a:latin typeface="+mn-ea"/>
                </a:rPr>
                <a:t>当        时         </a:t>
              </a:r>
              <a:r>
                <a:rPr lang="en-US" altLang="zh-CN" sz="2400" b="1" dirty="0">
                  <a:latin typeface="+mn-ea"/>
                </a:rPr>
                <a:t>.</a:t>
              </a:r>
              <a:endParaRPr lang="zh-CN" altLang="en-US" sz="2400" b="1" dirty="0">
                <a:latin typeface="+mn-ea"/>
              </a:endParaRPr>
            </a:p>
          </p:txBody>
        </p:sp>
      </p:grp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13ADB92D-522D-410E-A104-C9D9284FB5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1888388"/>
              </p:ext>
            </p:extLst>
          </p:nvPr>
        </p:nvGraphicFramePr>
        <p:xfrm>
          <a:off x="677044" y="3002111"/>
          <a:ext cx="726916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19" name="Equation" r:id="rId21" imgW="7264080" imgH="939600" progId="Equation.DSMT4">
                  <p:embed/>
                </p:oleObj>
              </mc:Choice>
              <mc:Fallback>
                <p:oleObj name="Equation" r:id="rId21" imgW="7264080" imgH="93960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044" y="3002111"/>
                        <a:ext cx="7269163" cy="93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176C2E45-5B53-451E-B4AD-BA2E0632DFF8}"/>
              </a:ext>
            </a:extLst>
          </p:cNvPr>
          <p:cNvGrpSpPr/>
          <p:nvPr/>
        </p:nvGrpSpPr>
        <p:grpSpPr>
          <a:xfrm>
            <a:off x="4435648" y="4128330"/>
            <a:ext cx="4179416" cy="461665"/>
            <a:chOff x="4857080" y="3723878"/>
            <a:chExt cx="4179416" cy="461665"/>
          </a:xfrm>
        </p:grpSpPr>
        <p:sp>
          <p:nvSpPr>
            <p:cNvPr id="21" name="文本框 29">
              <a:extLst>
                <a:ext uri="{FF2B5EF4-FFF2-40B4-BE49-F238E27FC236}">
                  <a16:creationId xmlns:a16="http://schemas.microsoft.com/office/drawing/2014/main" id="{14A4BADD-A874-46ED-B8A4-C6F8CD2FBEF4}"/>
                </a:ext>
              </a:extLst>
            </p:cNvPr>
            <p:cNvSpPr txBox="1"/>
            <p:nvPr/>
          </p:nvSpPr>
          <p:spPr>
            <a:xfrm>
              <a:off x="4857080" y="3723878"/>
              <a:ext cx="41794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  <a:cs typeface="Times New Roman" panose="02020603050405020304" pitchFamily="18" charset="0"/>
                </a:rPr>
                <a:t>（  介于  与  之间）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F017A6EE-A2F1-4AA7-901F-8360A055B16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2786736"/>
                </p:ext>
              </p:extLst>
            </p:nvPr>
          </p:nvGraphicFramePr>
          <p:xfrm>
            <a:off x="5309666" y="3830488"/>
            <a:ext cx="198438" cy="325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20" name="Equation" r:id="rId23" imgW="203112" imgH="330057" progId="Equation.DSMT4">
                    <p:embed/>
                  </p:oleObj>
                </mc:Choice>
                <mc:Fallback>
                  <p:oleObj name="Equation" r:id="rId23" imgW="203112" imgH="330057" progId="Equation.DSMT4">
                    <p:embed/>
                    <p:pic>
                      <p:nvPicPr>
                        <p:cNvPr id="24" name="对象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09666" y="3830488"/>
                          <a:ext cx="198438" cy="3254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28BB0793-24BB-46DF-8468-B7055C48991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244654"/>
                </p:ext>
              </p:extLst>
            </p:nvPr>
          </p:nvGraphicFramePr>
          <p:xfrm>
            <a:off x="6160045" y="3795886"/>
            <a:ext cx="284163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21" name="Equation" r:id="rId25" imgW="279279" imgH="380835" progId="Equation.DSMT4">
                    <p:embed/>
                  </p:oleObj>
                </mc:Choice>
                <mc:Fallback>
                  <p:oleObj name="Equation" r:id="rId25" imgW="279279" imgH="380835" progId="Equation.DSMT4">
                    <p:embed/>
                    <p:pic>
                      <p:nvPicPr>
                        <p:cNvPr id="25" name="对象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60045" y="3795886"/>
                          <a:ext cx="284163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A8A4D6CE-A720-4DA3-A6CE-0202B80F5A4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553707"/>
                </p:ext>
              </p:extLst>
            </p:nvPr>
          </p:nvGraphicFramePr>
          <p:xfrm>
            <a:off x="6826597" y="3888214"/>
            <a:ext cx="193675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22" name="Equation" r:id="rId27" imgW="190417" imgH="203112" progId="Equation.DSMT4">
                    <p:embed/>
                  </p:oleObj>
                </mc:Choice>
                <mc:Fallback>
                  <p:oleObj name="Equation" r:id="rId27" imgW="190417" imgH="203112" progId="Equation.DSMT4">
                    <p:embed/>
                    <p:pic>
                      <p:nvPicPr>
                        <p:cNvPr id="26" name="对象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26597" y="3888214"/>
                          <a:ext cx="193675" cy="203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27E7E95F-25A2-486D-818A-35EFCEE0B6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0970049"/>
              </p:ext>
            </p:extLst>
          </p:nvPr>
        </p:nvGraphicFramePr>
        <p:xfrm>
          <a:off x="2261220" y="3938215"/>
          <a:ext cx="2155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23" name="Equation" r:id="rId29" imgW="2184120" imgH="838080" progId="Equation.DSMT4">
                  <p:embed/>
                </p:oleObj>
              </mc:Choice>
              <mc:Fallback>
                <p:oleObj name="Equation" r:id="rId29" imgW="2184120" imgH="83808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C9FF2A09-927E-46B2-951A-24CD5F4B37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1220" y="3938215"/>
                        <a:ext cx="21558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25">
            <a:extLst>
              <a:ext uri="{FF2B5EF4-FFF2-40B4-BE49-F238E27FC236}">
                <a16:creationId xmlns:a16="http://schemas.microsoft.com/office/drawing/2014/main" id="{E76FF9F3-E542-4294-BC43-3A283E47B883}"/>
              </a:ext>
            </a:extLst>
          </p:cNvPr>
          <p:cNvGrpSpPr/>
          <p:nvPr/>
        </p:nvGrpSpPr>
        <p:grpSpPr>
          <a:xfrm>
            <a:off x="192823" y="2407069"/>
            <a:ext cx="8528372" cy="553993"/>
            <a:chOff x="182772" y="1831350"/>
            <a:chExt cx="8528372" cy="553993"/>
          </a:xfrm>
        </p:grpSpPr>
        <p:sp>
          <p:nvSpPr>
            <p:cNvPr id="27" name="文本框 10">
              <a:extLst>
                <a:ext uri="{FF2B5EF4-FFF2-40B4-BE49-F238E27FC236}">
                  <a16:creationId xmlns:a16="http://schemas.microsoft.com/office/drawing/2014/main" id="{9066EA27-5A7D-462B-9479-24D4F371B039}"/>
                </a:ext>
              </a:extLst>
            </p:cNvPr>
            <p:cNvSpPr txBox="1"/>
            <p:nvPr/>
          </p:nvSpPr>
          <p:spPr>
            <a:xfrm>
              <a:off x="182772" y="1923678"/>
              <a:ext cx="85283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对任意的        ，   在  的      阶泰勒展开式为</a:t>
              </a:r>
            </a:p>
          </p:txBody>
        </p:sp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F3D55100-515E-45A5-9D6A-7E63B1F3735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83351643"/>
                </p:ext>
              </p:extLst>
            </p:nvPr>
          </p:nvGraphicFramePr>
          <p:xfrm>
            <a:off x="1503452" y="1831350"/>
            <a:ext cx="1206500" cy="552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24" name="Equation" r:id="rId31" imgW="1206360" imgH="558720" progId="Equation.DSMT4">
                    <p:embed/>
                  </p:oleObj>
                </mc:Choice>
                <mc:Fallback>
                  <p:oleObj name="Equation" r:id="rId31" imgW="1206360" imgH="558720" progId="Equation.DSMT4">
                    <p:embed/>
                    <p:pic>
                      <p:nvPicPr>
                        <p:cNvPr id="17" name="对象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3452" y="1831350"/>
                          <a:ext cx="1206500" cy="5524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C94B214B-D0F0-45AC-9167-71D43FE0F54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1537045"/>
                </p:ext>
              </p:extLst>
            </p:nvPr>
          </p:nvGraphicFramePr>
          <p:xfrm>
            <a:off x="2864128" y="2026166"/>
            <a:ext cx="6223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25" name="Equation" r:id="rId33" imgW="622030" imgH="342751" progId="Equation.DSMT4">
                    <p:embed/>
                  </p:oleObj>
                </mc:Choice>
                <mc:Fallback>
                  <p:oleObj name="Equation" r:id="rId33" imgW="622030" imgH="342751" progId="Equation.DSMT4">
                    <p:embed/>
                    <p:pic>
                      <p:nvPicPr>
                        <p:cNvPr id="18" name="对象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4128" y="2026166"/>
                          <a:ext cx="6223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D7AB0D08-2A04-44F8-A00F-590C722D88E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6874569"/>
                </p:ext>
              </p:extLst>
            </p:nvPr>
          </p:nvGraphicFramePr>
          <p:xfrm>
            <a:off x="3845629" y="1964318"/>
            <a:ext cx="284163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26" name="Equation" r:id="rId34" imgW="279279" imgH="380835" progId="Equation.DSMT4">
                    <p:embed/>
                  </p:oleObj>
                </mc:Choice>
                <mc:Fallback>
                  <p:oleObj name="Equation" r:id="rId34" imgW="279279" imgH="380835" progId="Equation.DSMT4">
                    <p:embed/>
                    <p:pic>
                      <p:nvPicPr>
                        <p:cNvPr id="19" name="对象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5629" y="1964318"/>
                          <a:ext cx="284163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761FF0D0-A71B-46BC-A5B7-775BFF32651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1739351"/>
                </p:ext>
              </p:extLst>
            </p:nvPr>
          </p:nvGraphicFramePr>
          <p:xfrm>
            <a:off x="4516169" y="2047524"/>
            <a:ext cx="749300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27" name="Equation" r:id="rId35" imgW="761760" imgH="342720" progId="Equation.DSMT4">
                    <p:embed/>
                  </p:oleObj>
                </mc:Choice>
                <mc:Fallback>
                  <p:oleObj name="Equation" r:id="rId35" imgW="761760" imgH="342720" progId="Equation.DSMT4">
                    <p:embed/>
                    <p:pic>
                      <p:nvPicPr>
                        <p:cNvPr id="20" name="对象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6169" y="2047524"/>
                          <a:ext cx="749300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33679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C030D94-147B-4250-B199-2107EE996739}"/>
              </a:ext>
            </a:extLst>
          </p:cNvPr>
          <p:cNvGrpSpPr/>
          <p:nvPr/>
        </p:nvGrpSpPr>
        <p:grpSpPr>
          <a:xfrm>
            <a:off x="827584" y="195486"/>
            <a:ext cx="7341556" cy="844551"/>
            <a:chOff x="182772" y="4302355"/>
            <a:chExt cx="7341556" cy="844551"/>
          </a:xfrm>
        </p:grpSpPr>
        <p:sp>
          <p:nvSpPr>
            <p:cNvPr id="3" name="文本框 34">
              <a:extLst>
                <a:ext uri="{FF2B5EF4-FFF2-40B4-BE49-F238E27FC236}">
                  <a16:creationId xmlns:a16="http://schemas.microsoft.com/office/drawing/2014/main" id="{68A135CE-284A-4EB4-AA7B-8E4B6100DF81}"/>
                </a:ext>
              </a:extLst>
            </p:cNvPr>
            <p:cNvSpPr txBox="1"/>
            <p:nvPr/>
          </p:nvSpPr>
          <p:spPr>
            <a:xfrm>
              <a:off x="182772" y="4540040"/>
              <a:ext cx="73415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  <a:cs typeface="Times New Roman" panose="02020603050405020304" pitchFamily="18" charset="0"/>
                </a:rPr>
                <a:t>由已知条件有                          </a:t>
              </a:r>
              <a:r>
                <a:rPr lang="en-US" altLang="zh-CN" sz="2400" b="1" dirty="0">
                  <a:latin typeface="+mn-ea"/>
                  <a:cs typeface="Times New Roman" panose="02020603050405020304" pitchFamily="18" charset="0"/>
                </a:rPr>
                <a:t>.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A09C885A-F49B-4A26-AA1E-2E38B6B1E3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44762819"/>
                </p:ext>
              </p:extLst>
            </p:nvPr>
          </p:nvGraphicFramePr>
          <p:xfrm>
            <a:off x="2174719" y="4302355"/>
            <a:ext cx="4083051" cy="8445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80" name="Equation" r:id="rId3" imgW="4076700" imgH="838200" progId="Equation.DSMT4">
                    <p:embed/>
                  </p:oleObj>
                </mc:Choice>
                <mc:Fallback>
                  <p:oleObj name="Equation" r:id="rId3" imgW="4076700" imgH="838200" progId="Equation.DSMT4">
                    <p:embed/>
                    <p:pic>
                      <p:nvPicPr>
                        <p:cNvPr id="29" name="对象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4719" y="4302355"/>
                          <a:ext cx="4083051" cy="8445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4898A8AE-9FD3-4A42-AF80-F1B637CB3131}"/>
              </a:ext>
            </a:extLst>
          </p:cNvPr>
          <p:cNvGrpSpPr/>
          <p:nvPr/>
        </p:nvGrpSpPr>
        <p:grpSpPr>
          <a:xfrm>
            <a:off x="827584" y="1688829"/>
            <a:ext cx="6696744" cy="467793"/>
            <a:chOff x="899592" y="1173981"/>
            <a:chExt cx="6696744" cy="467793"/>
          </a:xfrm>
        </p:grpSpPr>
        <p:sp>
          <p:nvSpPr>
            <p:cNvPr id="7" name="文本框 2">
              <a:extLst>
                <a:ext uri="{FF2B5EF4-FFF2-40B4-BE49-F238E27FC236}">
                  <a16:creationId xmlns:a16="http://schemas.microsoft.com/office/drawing/2014/main" id="{02FFC3F3-A001-419A-BDFA-BF93F30DEF22}"/>
                </a:ext>
              </a:extLst>
            </p:cNvPr>
            <p:cNvSpPr txBox="1"/>
            <p:nvPr/>
          </p:nvSpPr>
          <p:spPr>
            <a:xfrm>
              <a:off x="899592" y="1173981"/>
              <a:ext cx="66967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  <a:cs typeface="Times New Roman" panose="02020603050405020304" pitchFamily="18" charset="0"/>
                </a:rPr>
                <a:t>当  为奇数时，在         内              ，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11C0815E-46BA-40BB-BFFC-D405D17D167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7756698"/>
                </p:ext>
              </p:extLst>
            </p:nvPr>
          </p:nvGraphicFramePr>
          <p:xfrm>
            <a:off x="1406600" y="1347614"/>
            <a:ext cx="187325" cy="200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81" name="Equation" r:id="rId5" imgW="190417" imgH="203112" progId="Equation.DSMT4">
                    <p:embed/>
                  </p:oleObj>
                </mc:Choice>
                <mc:Fallback>
                  <p:oleObj name="Equation" r:id="rId5" imgW="190417" imgH="203112" progId="Equation.DSMT4">
                    <p:embed/>
                    <p:pic>
                      <p:nvPicPr>
                        <p:cNvPr id="7" name="对象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6600" y="1347614"/>
                          <a:ext cx="187325" cy="2000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D1D27379-9ACC-4538-9A12-20867C7C104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3421662"/>
                </p:ext>
              </p:extLst>
            </p:nvPr>
          </p:nvGraphicFramePr>
          <p:xfrm>
            <a:off x="3529013" y="1181100"/>
            <a:ext cx="1246187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82" name="Equation" r:id="rId7" imgW="1257120" imgH="431640" progId="Equation.DSMT4">
                    <p:embed/>
                  </p:oleObj>
                </mc:Choice>
                <mc:Fallback>
                  <p:oleObj name="Equation" r:id="rId7" imgW="1257120" imgH="431640" progId="Equation.DSMT4">
                    <p:embed/>
                    <p:pic>
                      <p:nvPicPr>
                        <p:cNvPr id="8" name="对象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9013" y="1181100"/>
                          <a:ext cx="1246187" cy="431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DEE836FB-A15B-4501-B742-57AFAA36A35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28036877"/>
                </p:ext>
              </p:extLst>
            </p:nvPr>
          </p:nvGraphicFramePr>
          <p:xfrm>
            <a:off x="5177656" y="1205211"/>
            <a:ext cx="2133600" cy="436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83" name="Equation" r:id="rId9" imgW="2133360" imgH="431640" progId="Equation.DSMT4">
                    <p:embed/>
                  </p:oleObj>
                </mc:Choice>
                <mc:Fallback>
                  <p:oleObj name="Equation" r:id="rId9" imgW="2133360" imgH="431640" progId="Equation.DSMT4">
                    <p:embed/>
                    <p:pic>
                      <p:nvPicPr>
                        <p:cNvPr id="9" name="对象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77656" y="1205211"/>
                          <a:ext cx="2133600" cy="4365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0E464E7-60E2-4FA9-A3B0-F121307E81A8}"/>
              </a:ext>
            </a:extLst>
          </p:cNvPr>
          <p:cNvGrpSpPr/>
          <p:nvPr/>
        </p:nvGrpSpPr>
        <p:grpSpPr>
          <a:xfrm>
            <a:off x="809631" y="3047500"/>
            <a:ext cx="7920880" cy="469486"/>
            <a:chOff x="899592" y="2629314"/>
            <a:chExt cx="7920880" cy="469486"/>
          </a:xfrm>
        </p:grpSpPr>
        <p:sp>
          <p:nvSpPr>
            <p:cNvPr id="12" name="文本框 28">
              <a:extLst>
                <a:ext uri="{FF2B5EF4-FFF2-40B4-BE49-F238E27FC236}">
                  <a16:creationId xmlns:a16="http://schemas.microsoft.com/office/drawing/2014/main" id="{B9163DB9-5AB2-48E9-95B3-D63E76BFE678}"/>
                </a:ext>
              </a:extLst>
            </p:cNvPr>
            <p:cNvSpPr txBox="1"/>
            <p:nvPr/>
          </p:nvSpPr>
          <p:spPr>
            <a:xfrm>
              <a:off x="899592" y="2629314"/>
              <a:ext cx="7920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  <a:cs typeface="Times New Roman" panose="02020603050405020304" pitchFamily="18" charset="0"/>
                </a:rPr>
                <a:t>当  为偶数时，不论在         内还是在          内，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95C40702-2A95-4168-A620-61EA9970BB7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2663978"/>
                </p:ext>
              </p:extLst>
            </p:nvPr>
          </p:nvGraphicFramePr>
          <p:xfrm>
            <a:off x="1406600" y="2811974"/>
            <a:ext cx="187325" cy="200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84" name="Equation" r:id="rId11" imgW="190417" imgH="203112" progId="Equation.DSMT4">
                    <p:embed/>
                  </p:oleObj>
                </mc:Choice>
                <mc:Fallback>
                  <p:oleObj name="Equation" r:id="rId11" imgW="190417" imgH="203112" progId="Equation.DSMT4">
                    <p:embed/>
                    <p:pic>
                      <p:nvPicPr>
                        <p:cNvPr id="12" name="对象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6600" y="2811974"/>
                          <a:ext cx="187325" cy="2000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67C25C31-6D8A-4B57-976E-9EFD629CF3F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63906123"/>
                </p:ext>
              </p:extLst>
            </p:nvPr>
          </p:nvGraphicFramePr>
          <p:xfrm>
            <a:off x="4089400" y="2641600"/>
            <a:ext cx="1347788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85" name="Equation" r:id="rId12" imgW="1358640" imgH="431640" progId="Equation.DSMT4">
                    <p:embed/>
                  </p:oleObj>
                </mc:Choice>
                <mc:Fallback>
                  <p:oleObj name="Equation" r:id="rId12" imgW="1358640" imgH="431640" progId="Equation.DSMT4">
                    <p:embed/>
                    <p:pic>
                      <p:nvPicPr>
                        <p:cNvPr id="13" name="对象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9400" y="2641600"/>
                          <a:ext cx="1347788" cy="431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17F382E3-F52E-4621-A7EA-4C49AA156B0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10662936"/>
                </p:ext>
              </p:extLst>
            </p:nvPr>
          </p:nvGraphicFramePr>
          <p:xfrm>
            <a:off x="6773863" y="2667000"/>
            <a:ext cx="1271587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86" name="Equation" r:id="rId14" imgW="1282680" imgH="431640" progId="Equation.DSMT4">
                    <p:embed/>
                  </p:oleObj>
                </mc:Choice>
                <mc:Fallback>
                  <p:oleObj name="Equation" r:id="rId14" imgW="1282680" imgH="431640" progId="Equation.DSMT4">
                    <p:embed/>
                    <p:pic>
                      <p:nvPicPr>
                        <p:cNvPr id="14" name="对象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73863" y="2667000"/>
                          <a:ext cx="1271587" cy="431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5B08026-DF97-4457-9EBF-016ACF009275}"/>
              </a:ext>
            </a:extLst>
          </p:cNvPr>
          <p:cNvGrpSpPr/>
          <p:nvPr/>
        </p:nvGrpSpPr>
        <p:grpSpPr>
          <a:xfrm>
            <a:off x="232486" y="2390260"/>
            <a:ext cx="8804010" cy="467725"/>
            <a:chOff x="206988" y="1911871"/>
            <a:chExt cx="8804010" cy="467725"/>
          </a:xfrm>
        </p:grpSpPr>
        <p:sp>
          <p:nvSpPr>
            <p:cNvPr id="17" name="文本框 4">
              <a:extLst>
                <a:ext uri="{FF2B5EF4-FFF2-40B4-BE49-F238E27FC236}">
                  <a16:creationId xmlns:a16="http://schemas.microsoft.com/office/drawing/2014/main" id="{426D1B85-67E6-40F1-9E2A-36F488A80403}"/>
                </a:ext>
              </a:extLst>
            </p:cNvPr>
            <p:cNvSpPr txBox="1"/>
            <p:nvPr/>
          </p:nvSpPr>
          <p:spPr>
            <a:xfrm>
              <a:off x="5102741" y="1917931"/>
              <a:ext cx="39082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  <a:cs typeface="Times New Roman" panose="02020603050405020304" pitchFamily="18" charset="0"/>
                </a:rPr>
                <a:t>，故     不是函数的极值；</a:t>
              </a:r>
              <a:endParaRPr lang="en-US" altLang="zh-CN" sz="2400" b="1" dirty="0">
                <a:latin typeface="+mn-ea"/>
              </a:endParaRPr>
            </a:p>
          </p:txBody>
        </p:sp>
        <p:sp>
          <p:nvSpPr>
            <p:cNvPr id="18" name="文本框 5">
              <a:extLst>
                <a:ext uri="{FF2B5EF4-FFF2-40B4-BE49-F238E27FC236}">
                  <a16:creationId xmlns:a16="http://schemas.microsoft.com/office/drawing/2014/main" id="{92D830B4-F93A-4E28-AB46-FB5F5213026E}"/>
                </a:ext>
              </a:extLst>
            </p:cNvPr>
            <p:cNvSpPr txBox="1"/>
            <p:nvPr/>
          </p:nvSpPr>
          <p:spPr>
            <a:xfrm>
              <a:off x="206988" y="1911871"/>
              <a:ext cx="30753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  <a:cs typeface="Times New Roman" panose="02020603050405020304" pitchFamily="18" charset="0"/>
                </a:rPr>
                <a:t>在         内有，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EE07F265-D7D5-4D2E-B9B5-A7E37AD62A6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8912011"/>
                </p:ext>
              </p:extLst>
            </p:nvPr>
          </p:nvGraphicFramePr>
          <p:xfrm>
            <a:off x="2878525" y="1943033"/>
            <a:ext cx="2146300" cy="436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87" name="Equation" r:id="rId16" imgW="2145960" imgH="431640" progId="Equation.DSMT4">
                    <p:embed/>
                  </p:oleObj>
                </mc:Choice>
                <mc:Fallback>
                  <p:oleObj name="Equation" r:id="rId16" imgW="2145960" imgH="431640" progId="Equation.DSMT4">
                    <p:embed/>
                    <p:pic>
                      <p:nvPicPr>
                        <p:cNvPr id="18" name="对象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8525" y="1943033"/>
                          <a:ext cx="2146300" cy="4365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9BB2A30F-5D7E-453A-8F19-8E16886F754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3287033"/>
                </p:ext>
              </p:extLst>
            </p:nvPr>
          </p:nvGraphicFramePr>
          <p:xfrm>
            <a:off x="5860964" y="1973195"/>
            <a:ext cx="736600" cy="376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88" name="Equation" r:id="rId18" imgW="736600" imgH="381000" progId="Equation.DSMT4">
                    <p:embed/>
                  </p:oleObj>
                </mc:Choice>
                <mc:Fallback>
                  <p:oleObj name="Equation" r:id="rId18" imgW="736600" imgH="381000" progId="Equation.DSMT4">
                    <p:embed/>
                    <p:pic>
                      <p:nvPicPr>
                        <p:cNvPr id="19" name="对象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60964" y="1973195"/>
                          <a:ext cx="736600" cy="3762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6B11FB7F-AE4A-46EE-880C-7DD91C6AD22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51138491"/>
                </p:ext>
              </p:extLst>
            </p:nvPr>
          </p:nvGraphicFramePr>
          <p:xfrm>
            <a:off x="677863" y="1930400"/>
            <a:ext cx="1271587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89" name="Equation" r:id="rId20" imgW="1282680" imgH="431640" progId="Equation.DSMT4">
                    <p:embed/>
                  </p:oleObj>
                </mc:Choice>
                <mc:Fallback>
                  <p:oleObj name="Equation" r:id="rId20" imgW="1282680" imgH="43164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E8330CB4-2018-45E7-A626-22A0C907BF0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7863" y="1930400"/>
                          <a:ext cx="1271587" cy="431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60C7B88D-7B65-49F1-A2A4-4700A41D3FC5}"/>
              </a:ext>
            </a:extLst>
          </p:cNvPr>
          <p:cNvGrpSpPr/>
          <p:nvPr/>
        </p:nvGrpSpPr>
        <p:grpSpPr>
          <a:xfrm>
            <a:off x="162367" y="3669249"/>
            <a:ext cx="6740215" cy="495444"/>
            <a:chOff x="286117" y="3273639"/>
            <a:chExt cx="6740215" cy="495444"/>
          </a:xfrm>
        </p:grpSpPr>
        <p:sp>
          <p:nvSpPr>
            <p:cNvPr id="23" name="文本框 33">
              <a:extLst>
                <a:ext uri="{FF2B5EF4-FFF2-40B4-BE49-F238E27FC236}">
                  <a16:creationId xmlns:a16="http://schemas.microsoft.com/office/drawing/2014/main" id="{341E339D-5CDD-4EF6-9BE8-BE8A66FAAB69}"/>
                </a:ext>
              </a:extLst>
            </p:cNvPr>
            <p:cNvSpPr txBox="1"/>
            <p:nvPr/>
          </p:nvSpPr>
          <p:spPr>
            <a:xfrm>
              <a:off x="3264029" y="3307418"/>
              <a:ext cx="37623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  <a:cs typeface="Times New Roman" panose="02020603050405020304" pitchFamily="18" charset="0"/>
                </a:rPr>
                <a:t>，故     是函数的极值；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D89B6D8F-D2FF-4FCF-97DC-13357BF31EC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06265415"/>
                </p:ext>
              </p:extLst>
            </p:nvPr>
          </p:nvGraphicFramePr>
          <p:xfrm>
            <a:off x="1039813" y="3332520"/>
            <a:ext cx="2146300" cy="436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90" name="Equation" r:id="rId22" imgW="2145960" imgH="431640" progId="Equation.DSMT4">
                    <p:embed/>
                  </p:oleObj>
                </mc:Choice>
                <mc:Fallback>
                  <p:oleObj name="Equation" r:id="rId22" imgW="2145960" imgH="431640" progId="Equation.DSMT4">
                    <p:embed/>
                    <p:pic>
                      <p:nvPicPr>
                        <p:cNvPr id="23" name="对象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9813" y="3332520"/>
                          <a:ext cx="2146300" cy="4365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F17476B0-A7E4-465D-A788-F61BE05A10C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4347296"/>
                </p:ext>
              </p:extLst>
            </p:nvPr>
          </p:nvGraphicFramePr>
          <p:xfrm>
            <a:off x="4022252" y="3362682"/>
            <a:ext cx="736600" cy="376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91" name="Equation" r:id="rId24" imgW="736600" imgH="381000" progId="Equation.DSMT4">
                    <p:embed/>
                  </p:oleObj>
                </mc:Choice>
                <mc:Fallback>
                  <p:oleObj name="Equation" r:id="rId24" imgW="736600" imgH="381000" progId="Equation.DSMT4">
                    <p:embed/>
                    <p:pic>
                      <p:nvPicPr>
                        <p:cNvPr id="24" name="对象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2252" y="3362682"/>
                          <a:ext cx="736600" cy="3762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文本框 40">
              <a:extLst>
                <a:ext uri="{FF2B5EF4-FFF2-40B4-BE49-F238E27FC236}">
                  <a16:creationId xmlns:a16="http://schemas.microsoft.com/office/drawing/2014/main" id="{88362ECE-9578-441F-AE46-18FCEE0F1B35}"/>
                </a:ext>
              </a:extLst>
            </p:cNvPr>
            <p:cNvSpPr txBox="1"/>
            <p:nvPr/>
          </p:nvSpPr>
          <p:spPr>
            <a:xfrm>
              <a:off x="286117" y="3273639"/>
              <a:ext cx="8008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  <a:cs typeface="Times New Roman" panose="02020603050405020304" pitchFamily="18" charset="0"/>
                </a:rPr>
                <a:t>都有</a:t>
              </a:r>
              <a:endParaRPr lang="en-US" altLang="zh-CN" sz="2400" b="1" dirty="0">
                <a:latin typeface="+mn-ea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13C4BEE-E62F-4E71-A6E4-0FEDF15031BC}"/>
              </a:ext>
            </a:extLst>
          </p:cNvPr>
          <p:cNvGrpSpPr/>
          <p:nvPr/>
        </p:nvGrpSpPr>
        <p:grpSpPr>
          <a:xfrm>
            <a:off x="794343" y="4355345"/>
            <a:ext cx="4179416" cy="499079"/>
            <a:chOff x="916600" y="4130433"/>
            <a:chExt cx="4179416" cy="499079"/>
          </a:xfrm>
        </p:grpSpPr>
        <p:sp>
          <p:nvSpPr>
            <p:cNvPr id="28" name="文本框 41">
              <a:extLst>
                <a:ext uri="{FF2B5EF4-FFF2-40B4-BE49-F238E27FC236}">
                  <a16:creationId xmlns:a16="http://schemas.microsoft.com/office/drawing/2014/main" id="{FB5522C7-8513-49DB-92E1-E2AA694F5526}"/>
                </a:ext>
              </a:extLst>
            </p:cNvPr>
            <p:cNvSpPr txBox="1"/>
            <p:nvPr/>
          </p:nvSpPr>
          <p:spPr>
            <a:xfrm>
              <a:off x="916600" y="4130433"/>
              <a:ext cx="41794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  <a:cs typeface="Times New Roman" panose="02020603050405020304" pitchFamily="18" charset="0"/>
                </a:rPr>
                <a:t>对           可类似证明</a:t>
              </a:r>
              <a:r>
                <a:rPr lang="en-US" altLang="zh-CN" sz="2400" b="1" dirty="0">
                  <a:latin typeface="+mn-ea"/>
                  <a:cs typeface="Times New Roman" panose="02020603050405020304" pitchFamily="18" charset="0"/>
                </a:rPr>
                <a:t>.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3B0ED382-D5E6-4005-B1E1-C152E2B6A42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6659630"/>
                </p:ext>
              </p:extLst>
            </p:nvPr>
          </p:nvGraphicFramePr>
          <p:xfrm>
            <a:off x="1284674" y="4159612"/>
            <a:ext cx="1593851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92" name="Equation" r:id="rId25" imgW="1587500" imgH="469900" progId="Equation.DSMT4">
                    <p:embed/>
                  </p:oleObj>
                </mc:Choice>
                <mc:Fallback>
                  <p:oleObj name="Equation" r:id="rId25" imgW="1587500" imgH="469900" progId="Equation.DSMT4">
                    <p:embed/>
                    <p:pic>
                      <p:nvPicPr>
                        <p:cNvPr id="28" name="对象 27">
                          <a:extLst>
                            <a:ext uri="{FF2B5EF4-FFF2-40B4-BE49-F238E27FC236}">
                              <a16:creationId xmlns:a16="http://schemas.microsoft.com/office/drawing/2014/main" id="{2B5D66A6-797C-400E-8489-D12C44A09F2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4674" y="4159612"/>
                          <a:ext cx="1593851" cy="469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D70E3331-531F-47B4-9ABC-0752D2AFEB17}"/>
              </a:ext>
            </a:extLst>
          </p:cNvPr>
          <p:cNvGrpSpPr/>
          <p:nvPr/>
        </p:nvGrpSpPr>
        <p:grpSpPr>
          <a:xfrm>
            <a:off x="793833" y="982127"/>
            <a:ext cx="4662733" cy="563889"/>
            <a:chOff x="782614" y="1103036"/>
            <a:chExt cx="4662733" cy="563889"/>
          </a:xfrm>
        </p:grpSpPr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3329ADAA-F8D2-497D-BECF-4A7DF0D6CA7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97029768"/>
                </p:ext>
              </p:extLst>
            </p:nvPr>
          </p:nvGraphicFramePr>
          <p:xfrm>
            <a:off x="1500262" y="1103036"/>
            <a:ext cx="1219200" cy="552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93" name="Equation" r:id="rId27" imgW="1218960" imgH="558720" progId="Equation.DSMT4">
                    <p:embed/>
                  </p:oleObj>
                </mc:Choice>
                <mc:Fallback>
                  <p:oleObj name="Equation" r:id="rId27" imgW="1218960" imgH="558720" progId="Equation.DSMT4">
                    <p:embed/>
                    <p:pic>
                      <p:nvPicPr>
                        <p:cNvPr id="4" name="对象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0262" y="1103036"/>
                          <a:ext cx="1219200" cy="5524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0A479EDC-8B52-4E44-B6D1-D2B202F14DB9}"/>
                </a:ext>
              </a:extLst>
            </p:cNvPr>
            <p:cNvGrpSpPr/>
            <p:nvPr/>
          </p:nvGrpSpPr>
          <p:grpSpPr>
            <a:xfrm>
              <a:off x="782614" y="1175246"/>
              <a:ext cx="4662733" cy="491679"/>
              <a:chOff x="782614" y="1175246"/>
              <a:chExt cx="4662733" cy="491679"/>
            </a:xfrm>
          </p:grpSpPr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2DA7D0BF-A65D-4E96-80AD-20E36C2878A3}"/>
                  </a:ext>
                </a:extLst>
              </p:cNvPr>
              <p:cNvSpPr/>
              <p:nvPr/>
            </p:nvSpPr>
            <p:spPr>
              <a:xfrm>
                <a:off x="782614" y="1175246"/>
                <a:ext cx="223224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>
                    <a:latin typeface="+mn-ea"/>
                    <a:cs typeface="Times New Roman" panose="02020603050405020304" pitchFamily="18" charset="0"/>
                  </a:rPr>
                  <a:t>因为        ，</a:t>
                </a:r>
              </a:p>
            </p:txBody>
          </p:sp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4EDFC1BE-705A-4851-B06F-B952140EE534}"/>
                  </a:ext>
                </a:extLst>
              </p:cNvPr>
              <p:cNvGrpSpPr/>
              <p:nvPr/>
            </p:nvGrpSpPr>
            <p:grpSpPr>
              <a:xfrm>
                <a:off x="2931517" y="1175246"/>
                <a:ext cx="2513830" cy="491679"/>
                <a:chOff x="3048495" y="525909"/>
                <a:chExt cx="2513830" cy="491679"/>
              </a:xfrm>
            </p:grpSpPr>
            <p:graphicFrame>
              <p:nvGraphicFramePr>
                <p:cNvPr id="32" name="对象 31">
                  <a:extLst>
                    <a:ext uri="{FF2B5EF4-FFF2-40B4-BE49-F238E27FC236}">
                      <a16:creationId xmlns:a16="http://schemas.microsoft.com/office/drawing/2014/main" id="{8BEB2BF2-244C-4164-9631-9F3D13523BD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761442876"/>
                    </p:ext>
                  </p:extLst>
                </p:nvPr>
              </p:nvGraphicFramePr>
              <p:xfrm>
                <a:off x="3779912" y="547688"/>
                <a:ext cx="1414463" cy="4699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7994" name="Equation" r:id="rId29" imgW="1409400" imgH="469800" progId="Equation.DSMT4">
                        <p:embed/>
                      </p:oleObj>
                    </mc:Choice>
                    <mc:Fallback>
                      <p:oleObj name="Equation" r:id="rId29" imgW="1409400" imgH="469800" progId="Equation.DSMT4">
                        <p:embed/>
                        <p:pic>
                          <p:nvPicPr>
                            <p:cNvPr id="31" name="对象 3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779912" y="547688"/>
                              <a:ext cx="1414463" cy="4699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153D15FF-B713-4A64-A531-CCB13563B598}"/>
                    </a:ext>
                  </a:extLst>
                </p:cNvPr>
                <p:cNvSpPr/>
                <p:nvPr/>
              </p:nvSpPr>
              <p:spPr>
                <a:xfrm>
                  <a:off x="3048495" y="525909"/>
                  <a:ext cx="2513830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400" b="1" dirty="0">
                      <a:latin typeface="+mn-ea"/>
                      <a:cs typeface="Times New Roman" panose="02020603050405020304" pitchFamily="18" charset="0"/>
                    </a:rPr>
                    <a:t>所以          </a:t>
                  </a:r>
                  <a:r>
                    <a:rPr lang="en-US" altLang="zh-CN" sz="2400" b="1" dirty="0">
                      <a:latin typeface="+mn-ea"/>
                      <a:cs typeface="Times New Roman" panose="02020603050405020304" pitchFamily="18" charset="0"/>
                    </a:rPr>
                    <a:t>.</a:t>
                  </a:r>
                  <a:endParaRPr lang="zh-CN" altLang="en-US" sz="2400" b="1" dirty="0">
                    <a:latin typeface="+mn-ea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302655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8FCA4D6-C96F-460F-A0C2-4CF8548A74A4}"/>
              </a:ext>
            </a:extLst>
          </p:cNvPr>
          <p:cNvSpPr txBox="1">
            <a:spLocks noChangeArrowheads="1"/>
          </p:cNvSpPr>
          <p:nvPr/>
        </p:nvSpPr>
        <p:spPr>
          <a:xfrm>
            <a:off x="723900" y="567529"/>
            <a:ext cx="933068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0064FF"/>
                </a:solidFill>
                <a:latin typeface="+mj-ea"/>
              </a:rPr>
              <a:t>例如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0E7BFD52-6650-47CF-886A-F06A7B3064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0601370"/>
              </p:ext>
            </p:extLst>
          </p:nvPr>
        </p:nvGraphicFramePr>
        <p:xfrm>
          <a:off x="1858442" y="587363"/>
          <a:ext cx="2349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49" name="Equation" r:id="rId3" imgW="2349360" imgH="406080" progId="Equation.DSMT4">
                  <p:embed/>
                </p:oleObj>
              </mc:Choice>
              <mc:Fallback>
                <p:oleObj name="Equation" r:id="rId3" imgW="2349360" imgH="406080" progId="Equation.DSMT4">
                  <p:embed/>
                  <p:pic>
                    <p:nvPicPr>
                      <p:cNvPr id="19459" name="Object 3">
                        <a:extLst>
                          <a:ext uri="{FF2B5EF4-FFF2-40B4-BE49-F238E27FC236}">
                            <a16:creationId xmlns:a16="http://schemas.microsoft.com/office/drawing/2014/main" id="{98A64516-F6B2-4D52-8F2F-4C46BEA2DD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8442" y="587363"/>
                        <a:ext cx="2349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0">
            <a:extLst>
              <a:ext uri="{FF2B5EF4-FFF2-40B4-BE49-F238E27FC236}">
                <a16:creationId xmlns:a16="http://schemas.microsoft.com/office/drawing/2014/main" id="{1FD61E2F-208E-48DD-8003-281389753E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2659203"/>
              </p:ext>
            </p:extLst>
          </p:nvPr>
        </p:nvGraphicFramePr>
        <p:xfrm>
          <a:off x="1772865" y="2434834"/>
          <a:ext cx="2743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50" name="Equation" r:id="rId5" imgW="2743200" imgH="406080" progId="Equation.DSMT4">
                  <p:embed/>
                </p:oleObj>
              </mc:Choice>
              <mc:Fallback>
                <p:oleObj name="Equation" r:id="rId5" imgW="2743200" imgH="406080" progId="Equation.DSMT4">
                  <p:embed/>
                  <p:pic>
                    <p:nvPicPr>
                      <p:cNvPr id="19466" name="Object 10">
                        <a:extLst>
                          <a:ext uri="{FF2B5EF4-FFF2-40B4-BE49-F238E27FC236}">
                            <a16:creationId xmlns:a16="http://schemas.microsoft.com/office/drawing/2014/main" id="{647C9781-42DC-42A9-9A7F-3428332A97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2865" y="2434834"/>
                        <a:ext cx="2743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1">
            <a:extLst>
              <a:ext uri="{FF2B5EF4-FFF2-40B4-BE49-F238E27FC236}">
                <a16:creationId xmlns:a16="http://schemas.microsoft.com/office/drawing/2014/main" id="{8E875328-EACF-4EC8-97C6-484A6A8DF9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1616062"/>
              </p:ext>
            </p:extLst>
          </p:nvPr>
        </p:nvGraphicFramePr>
        <p:xfrm>
          <a:off x="4913288" y="3087360"/>
          <a:ext cx="1435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51" name="Equation" r:id="rId7" imgW="1434960" imgH="355320" progId="Equation.DSMT4">
                  <p:embed/>
                </p:oleObj>
              </mc:Choice>
              <mc:Fallback>
                <p:oleObj name="Equation" r:id="rId7" imgW="1434960" imgH="355320" progId="Equation.DSMT4">
                  <p:embed/>
                  <p:pic>
                    <p:nvPicPr>
                      <p:cNvPr id="19467" name="Object 11">
                        <a:extLst>
                          <a:ext uri="{FF2B5EF4-FFF2-40B4-BE49-F238E27FC236}">
                            <a16:creationId xmlns:a16="http://schemas.microsoft.com/office/drawing/2014/main" id="{94CA1C62-3C01-4547-92D1-AE085A96F6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3288" y="3087360"/>
                        <a:ext cx="14351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75">
            <a:extLst>
              <a:ext uri="{FF2B5EF4-FFF2-40B4-BE49-F238E27FC236}">
                <a16:creationId xmlns:a16="http://schemas.microsoft.com/office/drawing/2014/main" id="{0D1E5603-B93B-42D0-8545-B13855FBC13A}"/>
              </a:ext>
            </a:extLst>
          </p:cNvPr>
          <p:cNvGrpSpPr>
            <a:grpSpLocks/>
          </p:cNvGrpSpPr>
          <p:nvPr/>
        </p:nvGrpSpPr>
        <p:grpSpPr bwMode="auto">
          <a:xfrm>
            <a:off x="880018" y="3727449"/>
            <a:ext cx="4191000" cy="479426"/>
            <a:chOff x="384" y="997"/>
            <a:chExt cx="2640" cy="302"/>
          </a:xfrm>
        </p:grpSpPr>
        <p:sp>
          <p:nvSpPr>
            <p:cNvPr id="7" name="Text Box 12">
              <a:extLst>
                <a:ext uri="{FF2B5EF4-FFF2-40B4-BE49-F238E27FC236}">
                  <a16:creationId xmlns:a16="http://schemas.microsoft.com/office/drawing/2014/main" id="{75367A7C-5176-4831-894C-48A0467F06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997"/>
              <a:ext cx="67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所以</a:t>
              </a:r>
            </a:p>
          </p:txBody>
        </p:sp>
        <p:graphicFrame>
          <p:nvGraphicFramePr>
            <p:cNvPr id="8" name="Object 13">
              <a:extLst>
                <a:ext uri="{FF2B5EF4-FFF2-40B4-BE49-F238E27FC236}">
                  <a16:creationId xmlns:a16="http://schemas.microsoft.com/office/drawing/2014/main" id="{CE03284E-31E1-456E-B640-77CB70B4CFF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86366300"/>
                </p:ext>
              </p:extLst>
            </p:nvPr>
          </p:nvGraphicFramePr>
          <p:xfrm>
            <a:off x="988" y="1068"/>
            <a:ext cx="504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52" name="Equation" r:id="rId9" imgW="799920" imgH="279360" progId="Equation.DSMT4">
                    <p:embed/>
                  </p:oleObj>
                </mc:Choice>
                <mc:Fallback>
                  <p:oleObj name="Equation" r:id="rId9" imgW="799920" imgH="279360" progId="Equation.DSMT4">
                    <p:embed/>
                    <p:pic>
                      <p:nvPicPr>
                        <p:cNvPr id="19469" name="Object 13">
                          <a:extLst>
                            <a:ext uri="{FF2B5EF4-FFF2-40B4-BE49-F238E27FC236}">
                              <a16:creationId xmlns:a16="http://schemas.microsoft.com/office/drawing/2014/main" id="{8EE2C5AF-9738-49BA-AA7C-204265BB6E8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8" y="1068"/>
                          <a:ext cx="504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Text Box 14">
              <a:extLst>
                <a:ext uri="{FF2B5EF4-FFF2-40B4-BE49-F238E27FC236}">
                  <a16:creationId xmlns:a16="http://schemas.microsoft.com/office/drawing/2014/main" id="{5ABF2742-8FF5-4DE3-9753-1A96B981A0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1008"/>
              <a:ext cx="15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不是极值点 </a:t>
              </a:r>
              <a:r>
                <a:rPr lang="en-US" altLang="zh-CN" sz="2400" b="1" dirty="0">
                  <a:latin typeface="+mj-ea"/>
                  <a:ea typeface="+mj-ea"/>
                </a:rPr>
                <a:t>.</a:t>
              </a:r>
            </a:p>
          </p:txBody>
        </p:sp>
      </p:grp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96D4D39-B30A-4025-BA1C-1B71456672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8163947"/>
              </p:ext>
            </p:extLst>
          </p:nvPr>
        </p:nvGraphicFramePr>
        <p:xfrm>
          <a:off x="1808163" y="1176338"/>
          <a:ext cx="2374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53" name="Equation" r:id="rId11" imgW="2374560" imgH="406080" progId="Equation.DSMT4">
                  <p:embed/>
                </p:oleObj>
              </mc:Choice>
              <mc:Fallback>
                <p:oleObj name="Equation" r:id="rId11" imgW="23745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08163" y="1176338"/>
                        <a:ext cx="23749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57B4B25-DEA5-4102-BE99-C3C728C781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6373753"/>
              </p:ext>
            </p:extLst>
          </p:nvPr>
        </p:nvGraphicFramePr>
        <p:xfrm>
          <a:off x="1763688" y="1805586"/>
          <a:ext cx="3149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54" name="Equation" r:id="rId13" imgW="3149280" imgH="406080" progId="Equation.DSMT4">
                  <p:embed/>
                </p:oleObj>
              </mc:Choice>
              <mc:Fallback>
                <p:oleObj name="Equation" r:id="rId13" imgW="3149280" imgH="4060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E96D4D39-B30A-4025-BA1C-1B71456672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763688" y="1805586"/>
                        <a:ext cx="3149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DCEEE908-25EB-4721-8D60-C881F5DA57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3947507"/>
              </p:ext>
            </p:extLst>
          </p:nvPr>
        </p:nvGraphicFramePr>
        <p:xfrm>
          <a:off x="1730375" y="3079750"/>
          <a:ext cx="2489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55" name="Equation" r:id="rId15" imgW="2489040" imgH="355320" progId="Equation.DSMT4">
                  <p:embed/>
                </p:oleObj>
              </mc:Choice>
              <mc:Fallback>
                <p:oleObj name="Equation" r:id="rId15" imgW="248904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730375" y="3079750"/>
                        <a:ext cx="2489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84299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D7F07EAD-3301-4E7A-B519-0737E905BB02}"/>
              </a:ext>
            </a:extLst>
          </p:cNvPr>
          <p:cNvSpPr txBox="1"/>
          <p:nvPr/>
        </p:nvSpPr>
        <p:spPr>
          <a:xfrm>
            <a:off x="1547664" y="514754"/>
            <a:ext cx="4231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.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不连续点取得极值举例</a:t>
            </a:r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3" name="文本框 5">
            <a:extLst>
              <a:ext uri="{FF2B5EF4-FFF2-40B4-BE49-F238E27FC236}">
                <a16:creationId xmlns:a16="http://schemas.microsoft.com/office/drawing/2014/main" id="{C5E69DBC-8921-4757-A606-47A9BA193729}"/>
              </a:ext>
            </a:extLst>
          </p:cNvPr>
          <p:cNvSpPr txBox="1"/>
          <p:nvPr/>
        </p:nvSpPr>
        <p:spPr>
          <a:xfrm>
            <a:off x="1435783" y="1344195"/>
            <a:ext cx="6840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前面给出求极值的方法要求函数在极值点连续，</a:t>
            </a:r>
            <a:endParaRPr lang="en-US" altLang="zh-CN" sz="2400" b="1" dirty="0">
              <a:latin typeface="+mn-ea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FBB9FD9-1D4B-4009-A412-F881DF3FF337}"/>
              </a:ext>
            </a:extLst>
          </p:cNvPr>
          <p:cNvGrpSpPr/>
          <p:nvPr/>
        </p:nvGrpSpPr>
        <p:grpSpPr>
          <a:xfrm>
            <a:off x="755576" y="2007934"/>
            <a:ext cx="7704856" cy="461665"/>
            <a:chOff x="755576" y="1923678"/>
            <a:chExt cx="7704856" cy="461665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5B6B1BD0-4A25-4007-81BB-05B8BDA1F815}"/>
                </a:ext>
              </a:extLst>
            </p:cNvPr>
            <p:cNvSpPr txBox="1"/>
            <p:nvPr/>
          </p:nvSpPr>
          <p:spPr>
            <a:xfrm>
              <a:off x="755576" y="1923678"/>
              <a:ext cx="77048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  <a:cs typeface="Times New Roman" panose="02020603050405020304" pitchFamily="18" charset="0"/>
                </a:rPr>
                <a:t>但极值定义中只要求函数在  的某邻域     内有定义，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AE35882E-7D97-4010-A652-3983D837467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756251"/>
                </p:ext>
              </p:extLst>
            </p:nvPr>
          </p:nvGraphicFramePr>
          <p:xfrm>
            <a:off x="4572000" y="1974726"/>
            <a:ext cx="284163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53" name="Equation" r:id="rId3" imgW="279279" imgH="380835" progId="Equation.DSMT4">
                    <p:embed/>
                  </p:oleObj>
                </mc:Choice>
                <mc:Fallback>
                  <p:oleObj name="Equation" r:id="rId3" imgW="279279" imgH="380835" progId="Equation.DSMT4">
                    <p:embed/>
                    <p:pic>
                      <p:nvPicPr>
                        <p:cNvPr id="8" name="对象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2000" y="1974726"/>
                          <a:ext cx="284163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A636DDB0-E98D-455E-ADF6-9BD1D6D5A7E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2347638"/>
                </p:ext>
              </p:extLst>
            </p:nvPr>
          </p:nvGraphicFramePr>
          <p:xfrm>
            <a:off x="6139656" y="1995686"/>
            <a:ext cx="736600" cy="377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54" name="Equation" r:id="rId5" imgW="748975" imgH="380835" progId="Equation.DSMT4">
                    <p:embed/>
                  </p:oleObj>
                </mc:Choice>
                <mc:Fallback>
                  <p:oleObj name="Equation" r:id="rId5" imgW="748975" imgH="380835" progId="Equation.DSMT4">
                    <p:embed/>
                    <p:pic>
                      <p:nvPicPr>
                        <p:cNvPr id="9" name="对象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39656" y="1995686"/>
                          <a:ext cx="736600" cy="3778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B965DFDE-BDF0-4F21-9972-D72934303601}"/>
              </a:ext>
            </a:extLst>
          </p:cNvPr>
          <p:cNvGrpSpPr/>
          <p:nvPr/>
        </p:nvGrpSpPr>
        <p:grpSpPr>
          <a:xfrm>
            <a:off x="755576" y="2743487"/>
            <a:ext cx="7416824" cy="461665"/>
            <a:chOff x="755576" y="2659231"/>
            <a:chExt cx="7416824" cy="461665"/>
          </a:xfrm>
        </p:grpSpPr>
        <p:sp>
          <p:nvSpPr>
            <p:cNvPr id="9" name="文本框 11">
              <a:extLst>
                <a:ext uri="{FF2B5EF4-FFF2-40B4-BE49-F238E27FC236}">
                  <a16:creationId xmlns:a16="http://schemas.microsoft.com/office/drawing/2014/main" id="{703C34AE-3C63-4325-8AAB-CE35ED18B29C}"/>
                </a:ext>
              </a:extLst>
            </p:cNvPr>
            <p:cNvSpPr txBox="1"/>
            <p:nvPr/>
          </p:nvSpPr>
          <p:spPr>
            <a:xfrm>
              <a:off x="755576" y="2659231"/>
              <a:ext cx="74168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  <a:cs typeface="Times New Roman" panose="02020603050405020304" pitchFamily="18" charset="0"/>
                </a:rPr>
                <a:t>并没要求函数在  点连续，因此不连续的点也有可能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C1A0AA9A-AECD-461A-B96D-DA1C0BFCE11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47119067"/>
                </p:ext>
              </p:extLst>
            </p:nvPr>
          </p:nvGraphicFramePr>
          <p:xfrm>
            <a:off x="3043312" y="2711105"/>
            <a:ext cx="284163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55" name="Equation" r:id="rId7" imgW="279279" imgH="380835" progId="Equation.DSMT4">
                    <p:embed/>
                  </p:oleObj>
                </mc:Choice>
                <mc:Fallback>
                  <p:oleObj name="Equation" r:id="rId7" imgW="279279" imgH="380835" progId="Equation.DSMT4">
                    <p:embed/>
                    <p:pic>
                      <p:nvPicPr>
                        <p:cNvPr id="12" name="对象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3312" y="2711105"/>
                          <a:ext cx="284163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CFECEBA2-2DFA-4563-A3FA-389C2A1A15DF}"/>
              </a:ext>
            </a:extLst>
          </p:cNvPr>
          <p:cNvSpPr txBox="1"/>
          <p:nvPr/>
        </p:nvSpPr>
        <p:spPr>
          <a:xfrm>
            <a:off x="739056" y="3502123"/>
            <a:ext cx="2304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是极值点</a:t>
            </a:r>
            <a:r>
              <a:rPr lang="en-US" altLang="zh-CN" sz="2400" b="1" dirty="0">
                <a:latin typeface="+mn-ea"/>
                <a:cs typeface="Times New Roman" panose="02020603050405020304" pitchFamily="18" charset="0"/>
              </a:rPr>
              <a:t>.</a:t>
            </a:r>
            <a:endParaRPr lang="en-US" altLang="zh-CN" sz="2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875930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>
            <a:extLst>
              <a:ext uri="{FF2B5EF4-FFF2-40B4-BE49-F238E27FC236}">
                <a16:creationId xmlns:a16="http://schemas.microsoft.com/office/drawing/2014/main" id="{CB8EE5E2-6330-4D10-B0DD-2C7775921610}"/>
              </a:ext>
            </a:extLst>
          </p:cNvPr>
          <p:cNvSpPr txBox="1"/>
          <p:nvPr/>
        </p:nvSpPr>
        <p:spPr>
          <a:xfrm>
            <a:off x="1043608" y="411510"/>
            <a:ext cx="7632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 </a:t>
            </a:r>
            <a:r>
              <a:rPr lang="zh-CN" altLang="en-US" sz="2400" b="1" dirty="0">
                <a:latin typeface="+mn-ea"/>
              </a:rPr>
              <a:t>设函数                  </a:t>
            </a:r>
            <a:r>
              <a:rPr lang="en-US" altLang="zh-CN" sz="2400" b="1" dirty="0">
                <a:latin typeface="+mn-ea"/>
              </a:rPr>
              <a:t>,</a:t>
            </a:r>
            <a:r>
              <a:rPr lang="zh-CN" altLang="en-US" sz="2400" b="1" dirty="0">
                <a:latin typeface="+mn-ea"/>
              </a:rPr>
              <a:t>求    的极值</a:t>
            </a:r>
            <a:r>
              <a:rPr lang="en-US" altLang="zh-CN" sz="2400" b="1" dirty="0">
                <a:latin typeface="+mn-ea"/>
              </a:rPr>
              <a:t>.</a:t>
            </a:r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64F3B46-D4D4-4E75-BCAB-E5C868AA33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2251864"/>
              </p:ext>
            </p:extLst>
          </p:nvPr>
        </p:nvGraphicFramePr>
        <p:xfrm>
          <a:off x="2656829" y="222156"/>
          <a:ext cx="2635251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2" name="Equation" r:id="rId3" imgW="2641320" imgH="914400" progId="Equation.DSMT4">
                  <p:embed/>
                </p:oleObj>
              </mc:Choice>
              <mc:Fallback>
                <p:oleObj name="Equation" r:id="rId3" imgW="2641320" imgH="91440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6829" y="222156"/>
                        <a:ext cx="2635251" cy="901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09D3FCB-AA24-4583-AF71-8E02366D43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6960569"/>
              </p:ext>
            </p:extLst>
          </p:nvPr>
        </p:nvGraphicFramePr>
        <p:xfrm>
          <a:off x="5893916" y="503143"/>
          <a:ext cx="622300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3" name="Equation" r:id="rId5" imgW="622030" imgH="342751" progId="Equation.DSMT4">
                  <p:embed/>
                </p:oleObj>
              </mc:Choice>
              <mc:Fallback>
                <p:oleObj name="Equation" r:id="rId5" imgW="622030" imgH="342751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3916" y="503143"/>
                        <a:ext cx="622300" cy="339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9">
            <a:extLst>
              <a:ext uri="{FF2B5EF4-FFF2-40B4-BE49-F238E27FC236}">
                <a16:creationId xmlns:a16="http://schemas.microsoft.com/office/drawing/2014/main" id="{D6271517-60B6-448A-9181-017391E1E646}"/>
              </a:ext>
            </a:extLst>
          </p:cNvPr>
          <p:cNvSpPr txBox="1"/>
          <p:nvPr/>
        </p:nvSpPr>
        <p:spPr>
          <a:xfrm>
            <a:off x="1043608" y="1351068"/>
            <a:ext cx="800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b="1" dirty="0">
              <a:latin typeface="+mn-ea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06EADFF2-6701-4913-971E-3A28981AE84C}"/>
              </a:ext>
            </a:extLst>
          </p:cNvPr>
          <p:cNvGrpSpPr/>
          <p:nvPr/>
        </p:nvGrpSpPr>
        <p:grpSpPr>
          <a:xfrm>
            <a:off x="1727040" y="1361951"/>
            <a:ext cx="7237448" cy="461665"/>
            <a:chOff x="1583024" y="1534021"/>
            <a:chExt cx="7237448" cy="461665"/>
          </a:xfrm>
        </p:grpSpPr>
        <p:sp>
          <p:nvSpPr>
            <p:cNvPr id="7" name="文本框 3">
              <a:extLst>
                <a:ext uri="{FF2B5EF4-FFF2-40B4-BE49-F238E27FC236}">
                  <a16:creationId xmlns:a16="http://schemas.microsoft.com/office/drawing/2014/main" id="{E84ED1F9-B907-4CD5-88A4-F6985ABDF7B2}"/>
                </a:ext>
              </a:extLst>
            </p:cNvPr>
            <p:cNvSpPr txBox="1"/>
            <p:nvPr/>
          </p:nvSpPr>
          <p:spPr>
            <a:xfrm>
              <a:off x="1583024" y="1534021"/>
              <a:ext cx="72374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  <a:cs typeface="Times New Roman" panose="02020603050405020304" pitchFamily="18" charset="0"/>
                </a:rPr>
                <a:t>     是函数    的分段点，且        ，因为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826FAE1B-613B-44E0-9511-89774686295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1310299"/>
                </p:ext>
              </p:extLst>
            </p:nvPr>
          </p:nvGraphicFramePr>
          <p:xfrm>
            <a:off x="1763688" y="1630374"/>
            <a:ext cx="641351" cy="284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54" name="Equation" r:id="rId7" imgW="647700" imgH="279400" progId="Equation.DSMT4">
                    <p:embed/>
                  </p:oleObj>
                </mc:Choice>
                <mc:Fallback>
                  <p:oleObj name="Equation" r:id="rId7" imgW="647700" imgH="279400" progId="Equation.DSMT4">
                    <p:embed/>
                    <p:pic>
                      <p:nvPicPr>
                        <p:cNvPr id="10" name="对象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3688" y="1630374"/>
                          <a:ext cx="641351" cy="2841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C9926E41-4234-49CE-A828-F72BA0CB7E1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38139698"/>
                </p:ext>
              </p:extLst>
            </p:nvPr>
          </p:nvGraphicFramePr>
          <p:xfrm>
            <a:off x="3347864" y="1625340"/>
            <a:ext cx="6223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55" name="Equation" r:id="rId9" imgW="622030" imgH="342751" progId="Equation.DSMT4">
                    <p:embed/>
                  </p:oleObj>
                </mc:Choice>
                <mc:Fallback>
                  <p:oleObj name="Equation" r:id="rId9" imgW="622030" imgH="342751" progId="Equation.DSMT4">
                    <p:embed/>
                    <p:pic>
                      <p:nvPicPr>
                        <p:cNvPr id="11" name="对象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7864" y="1625340"/>
                          <a:ext cx="6223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556ABA13-6D42-4568-85A6-3C1342EC92D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56289469"/>
                </p:ext>
              </p:extLst>
            </p:nvPr>
          </p:nvGraphicFramePr>
          <p:xfrm>
            <a:off x="5947121" y="1625492"/>
            <a:ext cx="1073151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56" name="Equation" r:id="rId10" imgW="1066800" imgH="342900" progId="Equation.DSMT4">
                    <p:embed/>
                  </p:oleObj>
                </mc:Choice>
                <mc:Fallback>
                  <p:oleObj name="Equation" r:id="rId10" imgW="1066800" imgH="342900" progId="Equation.DSMT4">
                    <p:embed/>
                    <p:pic>
                      <p:nvPicPr>
                        <p:cNvPr id="12" name="对象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47121" y="1625492"/>
                          <a:ext cx="1073151" cy="338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35442BB-F37A-445B-BB2E-D6EE298307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1333571"/>
              </p:ext>
            </p:extLst>
          </p:nvPr>
        </p:nvGraphicFramePr>
        <p:xfrm>
          <a:off x="461516" y="2159968"/>
          <a:ext cx="26416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7" name="Equation" r:id="rId12" imgW="2654280" imgH="520560" progId="Equation.DSMT4">
                  <p:embed/>
                </p:oleObj>
              </mc:Choice>
              <mc:Fallback>
                <p:oleObj name="Equation" r:id="rId12" imgW="2654280" imgH="52056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516" y="2159968"/>
                        <a:ext cx="2641600" cy="527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358E820A-660D-4457-89C9-D8C175BA23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5843391"/>
              </p:ext>
            </p:extLst>
          </p:nvPr>
        </p:nvGraphicFramePr>
        <p:xfrm>
          <a:off x="3287266" y="2148141"/>
          <a:ext cx="52133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8" name="Equation" r:id="rId14" imgW="5206680" imgH="533160" progId="Equation.DSMT4">
                  <p:embed/>
                </p:oleObj>
              </mc:Choice>
              <mc:Fallback>
                <p:oleObj name="Equation" r:id="rId14" imgW="5206680" imgH="53316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266" y="2148141"/>
                        <a:ext cx="521335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4E69519C-B965-4F39-91E3-ACA9D491570B}"/>
              </a:ext>
            </a:extLst>
          </p:cNvPr>
          <p:cNvGrpSpPr/>
          <p:nvPr/>
        </p:nvGrpSpPr>
        <p:grpSpPr>
          <a:xfrm>
            <a:off x="377264" y="2848524"/>
            <a:ext cx="4108300" cy="461665"/>
            <a:chOff x="233248" y="3020594"/>
            <a:chExt cx="4108300" cy="461665"/>
          </a:xfrm>
        </p:grpSpPr>
        <p:sp>
          <p:nvSpPr>
            <p:cNvPr id="14" name="文本框 20">
              <a:extLst>
                <a:ext uri="{FF2B5EF4-FFF2-40B4-BE49-F238E27FC236}">
                  <a16:creationId xmlns:a16="http://schemas.microsoft.com/office/drawing/2014/main" id="{E06FF71B-367E-462E-95A1-86A8C3B0BF91}"/>
                </a:ext>
              </a:extLst>
            </p:cNvPr>
            <p:cNvSpPr txBox="1"/>
            <p:nvPr/>
          </p:nvSpPr>
          <p:spPr>
            <a:xfrm>
              <a:off x="233248" y="3020594"/>
              <a:ext cx="41083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  <a:cs typeface="Times New Roman" panose="02020603050405020304" pitchFamily="18" charset="0"/>
                </a:rPr>
                <a:t>所以    在     点不连续</a:t>
              </a:r>
              <a:r>
                <a:rPr lang="en-US" altLang="zh-CN" sz="2400" b="1" dirty="0">
                  <a:latin typeface="+mn-ea"/>
                  <a:cs typeface="Times New Roman" panose="02020603050405020304" pitchFamily="18" charset="0"/>
                </a:rPr>
                <a:t>.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7ADA5C92-07F5-4636-8E9C-BD72F0002B4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61927282"/>
                </p:ext>
              </p:extLst>
            </p:nvPr>
          </p:nvGraphicFramePr>
          <p:xfrm>
            <a:off x="934656" y="3113834"/>
            <a:ext cx="6223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59" name="Equation" r:id="rId16" imgW="622030" imgH="342751" progId="Equation.DSMT4">
                    <p:embed/>
                  </p:oleObj>
                </mc:Choice>
                <mc:Fallback>
                  <p:oleObj name="Equation" r:id="rId16" imgW="622030" imgH="342751" progId="Equation.DSMT4">
                    <p:embed/>
                    <p:pic>
                      <p:nvPicPr>
                        <p:cNvPr id="17" name="对象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4656" y="3113834"/>
                          <a:ext cx="6223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F3DCB13F-76A9-41FB-9C4C-DC1C8D51D9A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5347985"/>
                </p:ext>
              </p:extLst>
            </p:nvPr>
          </p:nvGraphicFramePr>
          <p:xfrm>
            <a:off x="1955953" y="3128756"/>
            <a:ext cx="641351" cy="284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60" name="Equation" r:id="rId17" imgW="647700" imgH="279400" progId="Equation.DSMT4">
                    <p:embed/>
                  </p:oleObj>
                </mc:Choice>
                <mc:Fallback>
                  <p:oleObj name="Equation" r:id="rId17" imgW="647700" imgH="279400" progId="Equation.DSMT4">
                    <p:embed/>
                    <p:pic>
                      <p:nvPicPr>
                        <p:cNvPr id="18" name="对象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5953" y="3128756"/>
                          <a:ext cx="641351" cy="2841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63067D31-1014-4A14-A8F1-D8A544B81EAB}"/>
              </a:ext>
            </a:extLst>
          </p:cNvPr>
          <p:cNvGrpSpPr/>
          <p:nvPr/>
        </p:nvGrpSpPr>
        <p:grpSpPr>
          <a:xfrm>
            <a:off x="347690" y="3588546"/>
            <a:ext cx="5675237" cy="461665"/>
            <a:chOff x="192906" y="3691979"/>
            <a:chExt cx="5675237" cy="461665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F17AC786-C8B2-4125-9BAD-9D045E20B2B3}"/>
                </a:ext>
              </a:extLst>
            </p:cNvPr>
            <p:cNvSpPr txBox="1"/>
            <p:nvPr/>
          </p:nvSpPr>
          <p:spPr>
            <a:xfrm>
              <a:off x="192906" y="3691979"/>
              <a:ext cx="567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当     时，         ，函数单调增加；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8F628BD9-6B69-46C0-9E9D-1F2B4F56E91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27350710"/>
                </p:ext>
              </p:extLst>
            </p:nvPr>
          </p:nvGraphicFramePr>
          <p:xfrm>
            <a:off x="611560" y="3795886"/>
            <a:ext cx="641351" cy="2698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61" name="Equation" r:id="rId19" imgW="647700" imgH="279400" progId="Equation.DSMT4">
                    <p:embed/>
                  </p:oleObj>
                </mc:Choice>
                <mc:Fallback>
                  <p:oleObj name="Equation" r:id="rId19" imgW="647700" imgH="279400" progId="Equation.DSMT4">
                    <p:embed/>
                    <p:pic>
                      <p:nvPicPr>
                        <p:cNvPr id="21" name="对象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1560" y="3795886"/>
                          <a:ext cx="641351" cy="2698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D67F008B-594D-47CD-A705-8D4EE56A47A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2724953"/>
                </p:ext>
              </p:extLst>
            </p:nvPr>
          </p:nvGraphicFramePr>
          <p:xfrm>
            <a:off x="1819915" y="3790117"/>
            <a:ext cx="1428751" cy="350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62" name="Equation" r:id="rId21" imgW="1434477" imgH="355446" progId="Equation.DSMT4">
                    <p:embed/>
                  </p:oleObj>
                </mc:Choice>
                <mc:Fallback>
                  <p:oleObj name="Equation" r:id="rId21" imgW="1434477" imgH="355446" progId="Equation.DSMT4">
                    <p:embed/>
                    <p:pic>
                      <p:nvPicPr>
                        <p:cNvPr id="22" name="对象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9915" y="3790117"/>
                          <a:ext cx="1428751" cy="3508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50A8516-0593-464F-A5E8-3B654A8BEED1}"/>
              </a:ext>
            </a:extLst>
          </p:cNvPr>
          <p:cNvGrpSpPr/>
          <p:nvPr/>
        </p:nvGrpSpPr>
        <p:grpSpPr>
          <a:xfrm>
            <a:off x="336922" y="4094796"/>
            <a:ext cx="8723709" cy="730251"/>
            <a:chOff x="192906" y="4266866"/>
            <a:chExt cx="8723709" cy="730251"/>
          </a:xfrm>
        </p:grpSpPr>
        <p:sp>
          <p:nvSpPr>
            <p:cNvPr id="22" name="文本框 28">
              <a:extLst>
                <a:ext uri="{FF2B5EF4-FFF2-40B4-BE49-F238E27FC236}">
                  <a16:creationId xmlns:a16="http://schemas.microsoft.com/office/drawing/2014/main" id="{20E0E0F3-52B7-41A3-8C14-43AD379CBE2C}"/>
                </a:ext>
              </a:extLst>
            </p:cNvPr>
            <p:cNvSpPr txBox="1"/>
            <p:nvPr/>
          </p:nvSpPr>
          <p:spPr>
            <a:xfrm>
              <a:off x="192906" y="4401160"/>
              <a:ext cx="81636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当     时，                            令        得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41ABEE8B-2BB4-4FB1-A7F0-90C570ECEE7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44879845"/>
                </p:ext>
              </p:extLst>
            </p:nvPr>
          </p:nvGraphicFramePr>
          <p:xfrm>
            <a:off x="642040" y="4505067"/>
            <a:ext cx="641351" cy="2698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63" name="Equation" r:id="rId23" imgW="647700" imgH="279400" progId="Equation.DSMT4">
                    <p:embed/>
                  </p:oleObj>
                </mc:Choice>
                <mc:Fallback>
                  <p:oleObj name="Equation" r:id="rId23" imgW="647700" imgH="279400" progId="Equation.DSMT4">
                    <p:embed/>
                    <p:pic>
                      <p:nvPicPr>
                        <p:cNvPr id="25" name="对象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2040" y="4505067"/>
                          <a:ext cx="641351" cy="2698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DAAFFDB7-C91D-4B22-9319-D360FD240D0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6407908"/>
                </p:ext>
              </p:extLst>
            </p:nvPr>
          </p:nvGraphicFramePr>
          <p:xfrm>
            <a:off x="1819915" y="4314283"/>
            <a:ext cx="4422776" cy="5524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64" name="Equation" r:id="rId25" imgW="4406760" imgH="558720" progId="Equation.DSMT4">
                    <p:embed/>
                  </p:oleObj>
                </mc:Choice>
                <mc:Fallback>
                  <p:oleObj name="Equation" r:id="rId25" imgW="4406760" imgH="558720" progId="Equation.DSMT4">
                    <p:embed/>
                    <p:pic>
                      <p:nvPicPr>
                        <p:cNvPr id="26" name="对象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9915" y="4314283"/>
                          <a:ext cx="4422776" cy="5524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9ABB3FF9-488A-4213-8C9B-C9477649A23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22489182"/>
                </p:ext>
              </p:extLst>
            </p:nvPr>
          </p:nvGraphicFramePr>
          <p:xfrm>
            <a:off x="6588224" y="4464586"/>
            <a:ext cx="1225551" cy="350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65" name="Equation" r:id="rId27" imgW="1218671" imgH="355446" progId="Equation.DSMT4">
                    <p:embed/>
                  </p:oleObj>
                </mc:Choice>
                <mc:Fallback>
                  <p:oleObj name="Equation" r:id="rId27" imgW="1218671" imgH="355446" progId="Equation.DSMT4">
                    <p:embed/>
                    <p:pic>
                      <p:nvPicPr>
                        <p:cNvPr id="27" name="对象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88224" y="4464586"/>
                          <a:ext cx="1225551" cy="3508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50F11CA2-2270-4A88-BC3D-9BF279A15AE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48744495"/>
                </p:ext>
              </p:extLst>
            </p:nvPr>
          </p:nvGraphicFramePr>
          <p:xfrm>
            <a:off x="8148264" y="4266866"/>
            <a:ext cx="768351" cy="730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66" name="Equation" r:id="rId29" imgW="761760" imgH="736560" progId="Equation.DSMT4">
                    <p:embed/>
                  </p:oleObj>
                </mc:Choice>
                <mc:Fallback>
                  <p:oleObj name="Equation" r:id="rId29" imgW="761760" imgH="736560" progId="Equation.DSMT4">
                    <p:embed/>
                    <p:pic>
                      <p:nvPicPr>
                        <p:cNvPr id="28" name="对象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48264" y="4266866"/>
                          <a:ext cx="768351" cy="7302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204623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A56218E2-0A3D-4CF4-B4EB-45937B01111D}"/>
              </a:ext>
            </a:extLst>
          </p:cNvPr>
          <p:cNvSpPr txBox="1"/>
          <p:nvPr/>
        </p:nvSpPr>
        <p:spPr>
          <a:xfrm>
            <a:off x="833401" y="241522"/>
            <a:ext cx="5172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列表讨论各子区间上导数的符号</a:t>
            </a:r>
            <a:r>
              <a:rPr lang="en-US" altLang="zh-CN" sz="2400" b="1" dirty="0">
                <a:latin typeface="+mn-ea"/>
                <a:cs typeface="Times New Roman" panose="02020603050405020304" pitchFamily="18" charset="0"/>
              </a:rPr>
              <a:t>.</a:t>
            </a:r>
            <a:endParaRPr lang="en-US" altLang="zh-CN" sz="2400" b="1" dirty="0">
              <a:latin typeface="+mn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C01CEE4-AAF8-49C5-AC59-65052140E0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3405224"/>
              </p:ext>
            </p:extLst>
          </p:nvPr>
        </p:nvGraphicFramePr>
        <p:xfrm>
          <a:off x="1991352" y="3029207"/>
          <a:ext cx="215900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94" name="Equation" r:id="rId3" imgW="215619" imgH="266353" progId="Equation.DSMT4">
                  <p:embed/>
                </p:oleObj>
              </mc:Choice>
              <mc:Fallback>
                <p:oleObj name="Equation" r:id="rId3" imgW="215619" imgH="266353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1352" y="3029207"/>
                        <a:ext cx="215900" cy="263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07A44BF-4F7B-42A5-8329-E574576E77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1221106"/>
              </p:ext>
            </p:extLst>
          </p:nvPr>
        </p:nvGraphicFramePr>
        <p:xfrm>
          <a:off x="1988430" y="2129114"/>
          <a:ext cx="279400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95" name="Equation" r:id="rId5" imgW="279279" imgH="355446" progId="Equation.DSMT4">
                  <p:embed/>
                </p:oleObj>
              </mc:Choice>
              <mc:Fallback>
                <p:oleObj name="Equation" r:id="rId5" imgW="279279" imgH="355446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8430" y="2129114"/>
                        <a:ext cx="279400" cy="350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21FD0C2-194E-4EA0-AD4C-312C86B27E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9287370"/>
              </p:ext>
            </p:extLst>
          </p:nvPr>
        </p:nvGraphicFramePr>
        <p:xfrm>
          <a:off x="1986396" y="1345093"/>
          <a:ext cx="190500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96" name="Equation" r:id="rId7" imgW="190417" imgH="203112" progId="Equation.DSMT4">
                  <p:embed/>
                </p:oleObj>
              </mc:Choice>
              <mc:Fallback>
                <p:oleObj name="Equation" r:id="rId7" imgW="190417" imgH="203112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6396" y="1345093"/>
                        <a:ext cx="190500" cy="200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4E2894F-BD42-4B62-AD8B-3B70560B59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8770829"/>
              </p:ext>
            </p:extLst>
          </p:nvPr>
        </p:nvGraphicFramePr>
        <p:xfrm>
          <a:off x="3822948" y="1307707"/>
          <a:ext cx="190500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97" name="Equation" r:id="rId9" imgW="190500" imgH="279400" progId="Equation.DSMT4">
                  <p:embed/>
                </p:oleObj>
              </mc:Choice>
              <mc:Fallback>
                <p:oleObj name="Equation" r:id="rId9" imgW="190500" imgH="2794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2948" y="1307707"/>
                        <a:ext cx="190500" cy="274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9A8F22C-D669-4319-8500-843F54FBEE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3789878"/>
              </p:ext>
            </p:extLst>
          </p:nvPr>
        </p:nvGraphicFramePr>
        <p:xfrm>
          <a:off x="2590390" y="1276831"/>
          <a:ext cx="882650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98" name="Equation" r:id="rId11" imgW="888614" imgH="342751" progId="Equation.DSMT4">
                  <p:embed/>
                </p:oleObj>
              </mc:Choice>
              <mc:Fallback>
                <p:oleObj name="Equation" r:id="rId11" imgW="888614" imgH="342751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390" y="1276831"/>
                        <a:ext cx="882650" cy="338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ED5E35E-0B6A-4FE6-9A55-69D4EDAFEF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5017984"/>
              </p:ext>
            </p:extLst>
          </p:nvPr>
        </p:nvGraphicFramePr>
        <p:xfrm>
          <a:off x="4337136" y="1103917"/>
          <a:ext cx="685800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99" name="Equation" r:id="rId13" imgW="685800" imgH="736560" progId="Equation.DSMT4">
                  <p:embed/>
                </p:oleObj>
              </mc:Choice>
              <mc:Fallback>
                <p:oleObj name="Equation" r:id="rId13" imgW="685800" imgH="73656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7136" y="1103917"/>
                        <a:ext cx="685800" cy="727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F282917-1D2F-47BF-ABAF-DDE511C60F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1961011"/>
              </p:ext>
            </p:extLst>
          </p:nvPr>
        </p:nvGraphicFramePr>
        <p:xfrm>
          <a:off x="5919236" y="1103897"/>
          <a:ext cx="952500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00" name="Equation" r:id="rId15" imgW="952200" imgH="736560" progId="Equation.DSMT4">
                  <p:embed/>
                </p:oleObj>
              </mc:Choice>
              <mc:Fallback>
                <p:oleObj name="Equation" r:id="rId15" imgW="952200" imgH="73656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9236" y="1103897"/>
                        <a:ext cx="952500" cy="727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4A5A36C7-303C-4FE0-BD03-FAC0B0C46A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5380994"/>
              </p:ext>
            </p:extLst>
          </p:nvPr>
        </p:nvGraphicFramePr>
        <p:xfrm>
          <a:off x="5417256" y="1099865"/>
          <a:ext cx="215900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01" name="Equation" r:id="rId17" imgW="215640" imgH="736560" progId="Equation.DSMT4">
                  <p:embed/>
                </p:oleObj>
              </mc:Choice>
              <mc:Fallback>
                <p:oleObj name="Equation" r:id="rId17" imgW="215640" imgH="73656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7256" y="1099865"/>
                        <a:ext cx="215900" cy="727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90C02EFE-66BA-485F-8F99-BD5D80D4D0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7428291"/>
              </p:ext>
            </p:extLst>
          </p:nvPr>
        </p:nvGraphicFramePr>
        <p:xfrm>
          <a:off x="3040992" y="2194331"/>
          <a:ext cx="2159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02" name="Equation" r:id="rId19" imgW="215619" imgH="215619" progId="Equation.DSMT4">
                  <p:embed/>
                </p:oleObj>
              </mc:Choice>
              <mc:Fallback>
                <p:oleObj name="Equation" r:id="rId19" imgW="215619" imgH="215619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0992" y="2194331"/>
                        <a:ext cx="215900" cy="212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D4B365BF-F13C-41E4-9649-25BDC07198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1745288"/>
              </p:ext>
            </p:extLst>
          </p:nvPr>
        </p:nvGraphicFramePr>
        <p:xfrm>
          <a:off x="4575576" y="2261820"/>
          <a:ext cx="203200" cy="13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03" name="Equation" r:id="rId21" imgW="203112" imgH="139639" progId="Equation.DSMT4">
                  <p:embed/>
                </p:oleObj>
              </mc:Choice>
              <mc:Fallback>
                <p:oleObj name="Equation" r:id="rId21" imgW="203112" imgH="139639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5576" y="2261820"/>
                        <a:ext cx="203200" cy="138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CA036C72-D495-4F97-ABD2-75E48F82F1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6201640"/>
              </p:ext>
            </p:extLst>
          </p:nvPr>
        </p:nvGraphicFramePr>
        <p:xfrm>
          <a:off x="5432620" y="2152739"/>
          <a:ext cx="190500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04" name="Equation" r:id="rId23" imgW="190500" imgH="279400" progId="Equation.DSMT4">
                  <p:embed/>
                </p:oleObj>
              </mc:Choice>
              <mc:Fallback>
                <p:oleObj name="Equation" r:id="rId23" imgW="190500" imgH="27940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2620" y="2152739"/>
                        <a:ext cx="190500" cy="274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994ED76C-3D1F-4E38-AD17-E9A703F029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9076461"/>
              </p:ext>
            </p:extLst>
          </p:nvPr>
        </p:nvGraphicFramePr>
        <p:xfrm>
          <a:off x="6360561" y="2231340"/>
          <a:ext cx="215900" cy="21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05" name="Equation" r:id="rId24" imgW="215619" imgH="215619" progId="Equation.DSMT4">
                  <p:embed/>
                </p:oleObj>
              </mc:Choice>
              <mc:Fallback>
                <p:oleObj name="Equation" r:id="rId24" imgW="215619" imgH="215619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0561" y="2231340"/>
                        <a:ext cx="215900" cy="214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Line 203">
            <a:extLst>
              <a:ext uri="{FF2B5EF4-FFF2-40B4-BE49-F238E27FC236}">
                <a16:creationId xmlns:a16="http://schemas.microsoft.com/office/drawing/2014/main" id="{887BB85C-7B3C-46E3-A3B9-A7C23C279069}"/>
              </a:ext>
            </a:extLst>
          </p:cNvPr>
          <p:cNvCxnSpPr/>
          <p:nvPr/>
        </p:nvCxnSpPr>
        <p:spPr bwMode="auto">
          <a:xfrm flipV="1">
            <a:off x="2896976" y="3097797"/>
            <a:ext cx="228600" cy="9906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Line 203">
            <a:extLst>
              <a:ext uri="{FF2B5EF4-FFF2-40B4-BE49-F238E27FC236}">
                <a16:creationId xmlns:a16="http://schemas.microsoft.com/office/drawing/2014/main" id="{C2E80ED5-412A-419F-81B2-15D86A8ED857}"/>
              </a:ext>
            </a:extLst>
          </p:cNvPr>
          <p:cNvCxnSpPr/>
          <p:nvPr/>
        </p:nvCxnSpPr>
        <p:spPr bwMode="auto">
          <a:xfrm flipV="1">
            <a:off x="6263698" y="3097797"/>
            <a:ext cx="228600" cy="9906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Line 209">
            <a:extLst>
              <a:ext uri="{FF2B5EF4-FFF2-40B4-BE49-F238E27FC236}">
                <a16:creationId xmlns:a16="http://schemas.microsoft.com/office/drawing/2014/main" id="{31641A50-A1DC-4186-92D1-0E065F88BE16}"/>
              </a:ext>
            </a:extLst>
          </p:cNvPr>
          <p:cNvCxnSpPr/>
          <p:nvPr/>
        </p:nvCxnSpPr>
        <p:spPr bwMode="auto">
          <a:xfrm>
            <a:off x="4607514" y="3052841"/>
            <a:ext cx="228600" cy="15367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8317EE3E-E1A9-4A43-A9FD-5D81494D3EC3}"/>
              </a:ext>
            </a:extLst>
          </p:cNvPr>
          <p:cNvCxnSpPr/>
          <p:nvPr/>
        </p:nvCxnSpPr>
        <p:spPr>
          <a:xfrm flipV="1">
            <a:off x="1744848" y="1968013"/>
            <a:ext cx="5166922" cy="69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C54E8762-7C9F-493E-ABE1-F82EFD30FF54}"/>
              </a:ext>
            </a:extLst>
          </p:cNvPr>
          <p:cNvCxnSpPr/>
          <p:nvPr/>
        </p:nvCxnSpPr>
        <p:spPr>
          <a:xfrm flipV="1">
            <a:off x="1744848" y="2688093"/>
            <a:ext cx="5166922" cy="69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13AC3E1D-4064-4096-9C8E-D5571DD8261A}"/>
              </a:ext>
            </a:extLst>
          </p:cNvPr>
          <p:cNvCxnSpPr/>
          <p:nvPr/>
        </p:nvCxnSpPr>
        <p:spPr>
          <a:xfrm>
            <a:off x="2464928" y="1038905"/>
            <a:ext cx="0" cy="250357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1685A009-011D-4644-8B34-AD04E6EBE013}"/>
              </a:ext>
            </a:extLst>
          </p:cNvPr>
          <p:cNvCxnSpPr/>
          <p:nvPr/>
        </p:nvCxnSpPr>
        <p:spPr>
          <a:xfrm>
            <a:off x="3617056" y="1038905"/>
            <a:ext cx="0" cy="250357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C27F6A91-2F93-473C-885D-AAF85C92D22C}"/>
              </a:ext>
            </a:extLst>
          </p:cNvPr>
          <p:cNvCxnSpPr/>
          <p:nvPr/>
        </p:nvCxnSpPr>
        <p:spPr>
          <a:xfrm>
            <a:off x="4265128" y="1038905"/>
            <a:ext cx="0" cy="250357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9D545C1-0582-443B-AD20-72A313081DEE}"/>
              </a:ext>
            </a:extLst>
          </p:cNvPr>
          <p:cNvCxnSpPr/>
          <p:nvPr/>
        </p:nvCxnSpPr>
        <p:spPr>
          <a:xfrm flipH="1">
            <a:off x="5129224" y="1038905"/>
            <a:ext cx="26603" cy="250357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CEB0F538-49A2-4636-AE55-FA810513C52C}"/>
              </a:ext>
            </a:extLst>
          </p:cNvPr>
          <p:cNvCxnSpPr/>
          <p:nvPr/>
        </p:nvCxnSpPr>
        <p:spPr>
          <a:xfrm>
            <a:off x="5849304" y="1031909"/>
            <a:ext cx="0" cy="2510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35">
            <a:extLst>
              <a:ext uri="{FF2B5EF4-FFF2-40B4-BE49-F238E27FC236}">
                <a16:creationId xmlns:a16="http://schemas.microsoft.com/office/drawing/2014/main" id="{1D174BFC-6328-4D0C-A2D3-4ED8245ACB2B}"/>
              </a:ext>
            </a:extLst>
          </p:cNvPr>
          <p:cNvSpPr txBox="1"/>
          <p:nvPr/>
        </p:nvSpPr>
        <p:spPr>
          <a:xfrm>
            <a:off x="3669622" y="2750393"/>
            <a:ext cx="461665" cy="100111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极大值</a:t>
            </a:r>
          </a:p>
        </p:txBody>
      </p:sp>
      <p:sp>
        <p:nvSpPr>
          <p:cNvPr id="26" name="文本框 36">
            <a:extLst>
              <a:ext uri="{FF2B5EF4-FFF2-40B4-BE49-F238E27FC236}">
                <a16:creationId xmlns:a16="http://schemas.microsoft.com/office/drawing/2014/main" id="{FFC56A09-7D05-4C49-8B6E-E9CF6A0855EF}"/>
              </a:ext>
            </a:extLst>
          </p:cNvPr>
          <p:cNvSpPr txBox="1"/>
          <p:nvPr/>
        </p:nvSpPr>
        <p:spPr>
          <a:xfrm>
            <a:off x="5225541" y="2764755"/>
            <a:ext cx="461665" cy="100111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极小值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C17F6A3-6BF1-40E8-9993-6E2ECC41C72D}"/>
              </a:ext>
            </a:extLst>
          </p:cNvPr>
          <p:cNvGrpSpPr/>
          <p:nvPr/>
        </p:nvGrpSpPr>
        <p:grpSpPr>
          <a:xfrm>
            <a:off x="1744848" y="1031909"/>
            <a:ext cx="5166922" cy="2510572"/>
            <a:chOff x="1691680" y="1141298"/>
            <a:chExt cx="5166922" cy="2510572"/>
          </a:xfrm>
        </p:grpSpPr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015A84B5-23B5-4FC8-9329-308E159AE769}"/>
                </a:ext>
              </a:extLst>
            </p:cNvPr>
            <p:cNvCxnSpPr/>
            <p:nvPr/>
          </p:nvCxnSpPr>
          <p:spPr>
            <a:xfrm>
              <a:off x="6858602" y="1148294"/>
              <a:ext cx="0" cy="250357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1DB16B26-9141-4BCD-AFD1-DCC5185E6065}"/>
                </a:ext>
              </a:extLst>
            </p:cNvPr>
            <p:cNvCxnSpPr/>
            <p:nvPr/>
          </p:nvCxnSpPr>
          <p:spPr>
            <a:xfrm>
              <a:off x="1691680" y="1141298"/>
              <a:ext cx="0" cy="2510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6C0F1F69-269E-42A0-95AB-36DB31FAE0F0}"/>
              </a:ext>
            </a:extLst>
          </p:cNvPr>
          <p:cNvCxnSpPr/>
          <p:nvPr/>
        </p:nvCxnSpPr>
        <p:spPr>
          <a:xfrm>
            <a:off x="1744848" y="1036934"/>
            <a:ext cx="5166922" cy="69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010E684B-DDA1-4196-B1ED-3EBBBAAEDB50}"/>
              </a:ext>
            </a:extLst>
          </p:cNvPr>
          <p:cNvCxnSpPr/>
          <p:nvPr/>
        </p:nvCxnSpPr>
        <p:spPr>
          <a:xfrm>
            <a:off x="1744848" y="3542481"/>
            <a:ext cx="51669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048D758E-17AF-4494-A8CA-282CC4A85B50}"/>
              </a:ext>
            </a:extLst>
          </p:cNvPr>
          <p:cNvGrpSpPr/>
          <p:nvPr/>
        </p:nvGrpSpPr>
        <p:grpSpPr>
          <a:xfrm>
            <a:off x="833401" y="3703025"/>
            <a:ext cx="8895432" cy="461665"/>
            <a:chOff x="248568" y="3844734"/>
            <a:chExt cx="8895432" cy="461665"/>
          </a:xfrm>
        </p:grpSpPr>
        <p:sp>
          <p:nvSpPr>
            <p:cNvPr id="33" name="文本框 51">
              <a:extLst>
                <a:ext uri="{FF2B5EF4-FFF2-40B4-BE49-F238E27FC236}">
                  <a16:creationId xmlns:a16="http://schemas.microsoft.com/office/drawing/2014/main" id="{1BB02095-894A-432F-A932-3D6D40062ECE}"/>
                </a:ext>
              </a:extLst>
            </p:cNvPr>
            <p:cNvSpPr txBox="1"/>
            <p:nvPr/>
          </p:nvSpPr>
          <p:spPr>
            <a:xfrm>
              <a:off x="248568" y="3844734"/>
              <a:ext cx="88954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  <a:cs typeface="Times New Roman" panose="02020603050405020304" pitchFamily="18" charset="0"/>
                </a:rPr>
                <a:t>由极值的定义知，    在     处取得极大值      </a:t>
              </a:r>
              <a:r>
                <a:rPr lang="en-US" altLang="zh-CN" sz="2400" b="1" dirty="0">
                  <a:latin typeface="+mn-ea"/>
                  <a:cs typeface="Times New Roman" panose="02020603050405020304" pitchFamily="18" charset="0"/>
                </a:rPr>
                <a:t>;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34" name="对象 33">
              <a:extLst>
                <a:ext uri="{FF2B5EF4-FFF2-40B4-BE49-F238E27FC236}">
                  <a16:creationId xmlns:a16="http://schemas.microsoft.com/office/drawing/2014/main" id="{D962139E-75DD-4A2C-871F-2A1B321673B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3776077"/>
                </p:ext>
              </p:extLst>
            </p:nvPr>
          </p:nvGraphicFramePr>
          <p:xfrm>
            <a:off x="2761258" y="3921322"/>
            <a:ext cx="6223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06" name="Equation" r:id="rId26" imgW="622030" imgH="342751" progId="Equation.DSMT4">
                    <p:embed/>
                  </p:oleObj>
                </mc:Choice>
                <mc:Fallback>
                  <p:oleObj name="Equation" r:id="rId26" imgW="622030" imgH="342751" progId="Equation.DSMT4">
                    <p:embed/>
                    <p:pic>
                      <p:nvPicPr>
                        <p:cNvPr id="36" name="对象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1258" y="3921322"/>
                          <a:ext cx="6223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对象 34">
              <a:extLst>
                <a:ext uri="{FF2B5EF4-FFF2-40B4-BE49-F238E27FC236}">
                  <a16:creationId xmlns:a16="http://schemas.microsoft.com/office/drawing/2014/main" id="{40E1E3A4-DE79-44D8-B355-3D522B4FFAD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7278487"/>
                </p:ext>
              </p:extLst>
            </p:nvPr>
          </p:nvGraphicFramePr>
          <p:xfrm>
            <a:off x="3784610" y="3946404"/>
            <a:ext cx="641351" cy="284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07" name="Equation" r:id="rId28" imgW="647700" imgH="279400" progId="Equation.DSMT4">
                    <p:embed/>
                  </p:oleObj>
                </mc:Choice>
                <mc:Fallback>
                  <p:oleObj name="Equation" r:id="rId28" imgW="647700" imgH="279400" progId="Equation.DSMT4">
                    <p:embed/>
                    <p:pic>
                      <p:nvPicPr>
                        <p:cNvPr id="37" name="对象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4610" y="3946404"/>
                          <a:ext cx="641351" cy="2841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对象 35">
              <a:extLst>
                <a:ext uri="{FF2B5EF4-FFF2-40B4-BE49-F238E27FC236}">
                  <a16:creationId xmlns:a16="http://schemas.microsoft.com/office/drawing/2014/main" id="{944C905C-9C0F-4E2B-BDF9-EB52091D1EB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5931495"/>
                </p:ext>
              </p:extLst>
            </p:nvPr>
          </p:nvGraphicFramePr>
          <p:xfrm>
            <a:off x="6307050" y="3952595"/>
            <a:ext cx="958851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08" name="Equation" r:id="rId30" imgW="965200" imgH="342900" progId="Equation.DSMT4">
                    <p:embed/>
                  </p:oleObj>
                </mc:Choice>
                <mc:Fallback>
                  <p:oleObj name="Equation" r:id="rId30" imgW="965200" imgH="342900" progId="Equation.DSMT4">
                    <p:embed/>
                    <p:pic>
                      <p:nvPicPr>
                        <p:cNvPr id="38" name="对象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07050" y="3952595"/>
                          <a:ext cx="958851" cy="338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090AE60A-EB6A-4A59-B653-EF81B3B5DEE6}"/>
              </a:ext>
            </a:extLst>
          </p:cNvPr>
          <p:cNvGrpSpPr/>
          <p:nvPr/>
        </p:nvGrpSpPr>
        <p:grpSpPr>
          <a:xfrm>
            <a:off x="833401" y="4292472"/>
            <a:ext cx="7635800" cy="775163"/>
            <a:chOff x="258728" y="4364955"/>
            <a:chExt cx="7635800" cy="775163"/>
          </a:xfrm>
        </p:grpSpPr>
        <p:sp>
          <p:nvSpPr>
            <p:cNvPr id="38" name="文本框 65">
              <a:extLst>
                <a:ext uri="{FF2B5EF4-FFF2-40B4-BE49-F238E27FC236}">
                  <a16:creationId xmlns:a16="http://schemas.microsoft.com/office/drawing/2014/main" id="{4172E183-62DE-4F4E-AF34-77AAA38696CC}"/>
                </a:ext>
              </a:extLst>
            </p:cNvPr>
            <p:cNvSpPr txBox="1"/>
            <p:nvPr/>
          </p:nvSpPr>
          <p:spPr>
            <a:xfrm>
              <a:off x="258728" y="4544161"/>
              <a:ext cx="763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  <a:cs typeface="Times New Roman" panose="02020603050405020304" pitchFamily="18" charset="0"/>
                </a:rPr>
                <a:t>在     处    取得极小值 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39" name="对象 38">
              <a:extLst>
                <a:ext uri="{FF2B5EF4-FFF2-40B4-BE49-F238E27FC236}">
                  <a16:creationId xmlns:a16="http://schemas.microsoft.com/office/drawing/2014/main" id="{D85FAB48-8D16-40CC-AFBE-A15B47895F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3716217"/>
                </p:ext>
              </p:extLst>
            </p:nvPr>
          </p:nvGraphicFramePr>
          <p:xfrm>
            <a:off x="683568" y="4409867"/>
            <a:ext cx="692151" cy="730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09" name="Equation" r:id="rId32" imgW="685800" imgH="736560" progId="Equation.DSMT4">
                    <p:embed/>
                  </p:oleObj>
                </mc:Choice>
                <mc:Fallback>
                  <p:oleObj name="Equation" r:id="rId32" imgW="685800" imgH="736560" progId="Equation.DSMT4">
                    <p:embed/>
                    <p:pic>
                      <p:nvPicPr>
                        <p:cNvPr id="41" name="对象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3568" y="4409867"/>
                          <a:ext cx="692151" cy="7302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对象 39">
              <a:extLst>
                <a:ext uri="{FF2B5EF4-FFF2-40B4-BE49-F238E27FC236}">
                  <a16:creationId xmlns:a16="http://schemas.microsoft.com/office/drawing/2014/main" id="{5AF162B4-929A-453A-BA7A-2561373EBBE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00462523"/>
                </p:ext>
              </p:extLst>
            </p:nvPr>
          </p:nvGraphicFramePr>
          <p:xfrm>
            <a:off x="1712000" y="4638194"/>
            <a:ext cx="6223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10" name="Equation" r:id="rId34" imgW="622030" imgH="342751" progId="Equation.DSMT4">
                    <p:embed/>
                  </p:oleObj>
                </mc:Choice>
                <mc:Fallback>
                  <p:oleObj name="Equation" r:id="rId34" imgW="622030" imgH="342751" progId="Equation.DSMT4">
                    <p:embed/>
                    <p:pic>
                      <p:nvPicPr>
                        <p:cNvPr id="42" name="对象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2000" y="4638194"/>
                          <a:ext cx="6223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" name="对象 40">
              <a:extLst>
                <a:ext uri="{FF2B5EF4-FFF2-40B4-BE49-F238E27FC236}">
                  <a16:creationId xmlns:a16="http://schemas.microsoft.com/office/drawing/2014/main" id="{E666859F-FFA1-4A34-BC1D-24312431E6D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70730125"/>
                </p:ext>
              </p:extLst>
            </p:nvPr>
          </p:nvGraphicFramePr>
          <p:xfrm>
            <a:off x="3890856" y="4364955"/>
            <a:ext cx="1397000" cy="769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11" name="Equation" r:id="rId35" imgW="1396800" imgH="787320" progId="Equation.DSMT4">
                    <p:embed/>
                  </p:oleObj>
                </mc:Choice>
                <mc:Fallback>
                  <p:oleObj name="Equation" r:id="rId35" imgW="1396800" imgH="787320" progId="Equation.DSMT4">
                    <p:embed/>
                    <p:pic>
                      <p:nvPicPr>
                        <p:cNvPr id="43" name="对象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0856" y="4364955"/>
                          <a:ext cx="1397000" cy="7699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167091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286392C3-9BB3-458F-A3B8-572C61B02884}"/>
              </a:ext>
            </a:extLst>
          </p:cNvPr>
          <p:cNvSpPr txBox="1"/>
          <p:nvPr/>
        </p:nvSpPr>
        <p:spPr>
          <a:xfrm>
            <a:off x="1043608" y="627534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由上面的讨论，可以做出函数图形如下</a:t>
            </a:r>
            <a:endParaRPr lang="en-US" altLang="zh-CN" sz="2400" b="1" dirty="0">
              <a:latin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A622A80-F691-4D45-B51C-A600C0A8CF0C}"/>
              </a:ext>
            </a:extLst>
          </p:cNvPr>
          <p:cNvGrpSpPr/>
          <p:nvPr/>
        </p:nvGrpSpPr>
        <p:grpSpPr>
          <a:xfrm>
            <a:off x="1907704" y="1848061"/>
            <a:ext cx="3553495" cy="2660600"/>
            <a:chOff x="2483768" y="1609725"/>
            <a:chExt cx="3553495" cy="2660600"/>
          </a:xfrm>
        </p:grpSpPr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F0C0A8B7-57C4-4F8C-B34C-36917732F8F6}"/>
                </a:ext>
              </a:extLst>
            </p:cNvPr>
            <p:cNvCxnSpPr/>
            <p:nvPr/>
          </p:nvCxnSpPr>
          <p:spPr>
            <a:xfrm>
              <a:off x="2483768" y="3694261"/>
              <a:ext cx="352839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D2E16932-7EDB-4F07-B9B4-6EA5C2AABAD8}"/>
                </a:ext>
              </a:extLst>
            </p:cNvPr>
            <p:cNvCxnSpPr/>
            <p:nvPr/>
          </p:nvCxnSpPr>
          <p:spPr>
            <a:xfrm flipV="1">
              <a:off x="4139952" y="1678037"/>
              <a:ext cx="0" cy="25922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任意多边形 7">
              <a:extLst>
                <a:ext uri="{FF2B5EF4-FFF2-40B4-BE49-F238E27FC236}">
                  <a16:creationId xmlns:a16="http://schemas.microsoft.com/office/drawing/2014/main" id="{E935C2A6-87F4-4A83-BC63-87AD7A7B2035}"/>
                </a:ext>
              </a:extLst>
            </p:cNvPr>
            <p:cNvSpPr/>
            <p:nvPr/>
          </p:nvSpPr>
          <p:spPr>
            <a:xfrm>
              <a:off x="4157683" y="2504107"/>
              <a:ext cx="990381" cy="974130"/>
            </a:xfrm>
            <a:custGeom>
              <a:avLst/>
              <a:gdLst>
                <a:gd name="connsiteX0" fmla="*/ 0 w 1095632"/>
                <a:gd name="connsiteY0" fmla="*/ 601362 h 1228179"/>
                <a:gd name="connsiteX1" fmla="*/ 354227 w 1095632"/>
                <a:gd name="connsiteY1" fmla="*/ 1210962 h 1228179"/>
                <a:gd name="connsiteX2" fmla="*/ 1095632 w 1095632"/>
                <a:gd name="connsiteY2" fmla="*/ 0 h 1228179"/>
                <a:gd name="connsiteX3" fmla="*/ 1095632 w 1095632"/>
                <a:gd name="connsiteY3" fmla="*/ 0 h 1228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5632" h="1228179">
                  <a:moveTo>
                    <a:pt x="0" y="601362"/>
                  </a:moveTo>
                  <a:cubicBezTo>
                    <a:pt x="85811" y="956275"/>
                    <a:pt x="171622" y="1311189"/>
                    <a:pt x="354227" y="1210962"/>
                  </a:cubicBezTo>
                  <a:cubicBezTo>
                    <a:pt x="536832" y="1110735"/>
                    <a:pt x="1095632" y="0"/>
                    <a:pt x="1095632" y="0"/>
                  </a:cubicBezTo>
                  <a:lnTo>
                    <a:pt x="1095632" y="0"/>
                  </a:lnTo>
                </a:path>
              </a:pathLst>
            </a:custGeom>
            <a:noFill/>
            <a:ln w="19050">
              <a:solidFill>
                <a:srgbClr val="006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88F6C4C1-CEEC-4A4E-AB25-7CC5615195C8}"/>
                </a:ext>
              </a:extLst>
            </p:cNvPr>
            <p:cNvSpPr/>
            <p:nvPr/>
          </p:nvSpPr>
          <p:spPr>
            <a:xfrm>
              <a:off x="4112813" y="2918168"/>
              <a:ext cx="66867" cy="7918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C0BF104B-F8F3-4B2C-8B2F-153C2F70B221}"/>
                </a:ext>
              </a:extLst>
            </p:cNvPr>
            <p:cNvCxnSpPr/>
            <p:nvPr/>
          </p:nvCxnSpPr>
          <p:spPr>
            <a:xfrm flipH="1">
              <a:off x="2654288" y="2186084"/>
              <a:ext cx="1485029" cy="1512168"/>
            </a:xfrm>
            <a:prstGeom prst="line">
              <a:avLst/>
            </a:prstGeom>
            <a:ln w="19050">
              <a:solidFill>
                <a:srgbClr val="0064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7F683162-DE54-45B1-8CAD-463848C18C3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5977398"/>
                </p:ext>
              </p:extLst>
            </p:nvPr>
          </p:nvGraphicFramePr>
          <p:xfrm>
            <a:off x="3883025" y="3711135"/>
            <a:ext cx="228600" cy="241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50" name="Equation" r:id="rId3" imgW="228600" imgH="241200" progId="Equation.DSMT4">
                    <p:embed/>
                  </p:oleObj>
                </mc:Choice>
                <mc:Fallback>
                  <p:oleObj name="Equation" r:id="rId3" imgW="228600" imgH="241200" progId="Equation.DSMT4">
                    <p:embed/>
                    <p:pic>
                      <p:nvPicPr>
                        <p:cNvPr id="11" name="对象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3025" y="3711135"/>
                          <a:ext cx="228600" cy="241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16BA245D-BADC-4D2A-A577-B9152822DF3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73411223"/>
                </p:ext>
              </p:extLst>
            </p:nvPr>
          </p:nvGraphicFramePr>
          <p:xfrm>
            <a:off x="5864225" y="3740150"/>
            <a:ext cx="173038" cy="193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51" name="Equation" r:id="rId5" imgW="177480" imgH="190440" progId="Equation.DSMT4">
                    <p:embed/>
                  </p:oleObj>
                </mc:Choice>
                <mc:Fallback>
                  <p:oleObj name="Equation" r:id="rId5" imgW="177480" imgH="190440" progId="Equation.DSMT4">
                    <p:embed/>
                    <p:pic>
                      <p:nvPicPr>
                        <p:cNvPr id="12" name="对象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64225" y="3740150"/>
                          <a:ext cx="173038" cy="1936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39CDB364-D6B9-4743-AA92-30432474C3A0}"/>
                </a:ext>
              </a:extLst>
            </p:cNvPr>
            <p:cNvCxnSpPr/>
            <p:nvPr/>
          </p:nvCxnSpPr>
          <p:spPr>
            <a:xfrm>
              <a:off x="4211960" y="3478237"/>
              <a:ext cx="43204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C3B4860C-FC39-4A31-86B3-55EFC5468FDC}"/>
                </a:ext>
              </a:extLst>
            </p:cNvPr>
            <p:cNvCxnSpPr/>
            <p:nvPr/>
          </p:nvCxnSpPr>
          <p:spPr>
            <a:xfrm>
              <a:off x="4427984" y="3478237"/>
              <a:ext cx="0" cy="21602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D21E6D3E-BAF3-4E6E-A64E-6F48CBD73FD6}"/>
                </a:ext>
              </a:extLst>
            </p:cNvPr>
            <p:cNvCxnSpPr/>
            <p:nvPr/>
          </p:nvCxnSpPr>
          <p:spPr>
            <a:xfrm>
              <a:off x="4139952" y="2997350"/>
              <a:ext cx="72008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28939BD0-562B-4431-B8FD-177C65B828FC}"/>
                </a:ext>
              </a:extLst>
            </p:cNvPr>
            <p:cNvCxnSpPr/>
            <p:nvPr/>
          </p:nvCxnSpPr>
          <p:spPr>
            <a:xfrm>
              <a:off x="4860032" y="2997350"/>
              <a:ext cx="0" cy="69691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5EB6806D-E9D3-4090-B30D-04D3E1D3E6C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26347029"/>
                </p:ext>
              </p:extLst>
            </p:nvPr>
          </p:nvGraphicFramePr>
          <p:xfrm>
            <a:off x="3887788" y="1609725"/>
            <a:ext cx="185737" cy="244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52" name="Equation" r:id="rId7" imgW="190440" imgH="241200" progId="Equation.DSMT4">
                    <p:embed/>
                  </p:oleObj>
                </mc:Choice>
                <mc:Fallback>
                  <p:oleObj name="Equation" r:id="rId7" imgW="190440" imgH="24120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1630A4D7-0E50-4696-9AA4-86A94BCCDF3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7788" y="1609725"/>
                          <a:ext cx="185737" cy="2444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4804F93B-3D51-4A2E-8ED7-E944C989CF3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67390859"/>
                </p:ext>
              </p:extLst>
            </p:nvPr>
          </p:nvGraphicFramePr>
          <p:xfrm>
            <a:off x="4818504" y="3723878"/>
            <a:ext cx="111125" cy="233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53" name="Equation" r:id="rId9" imgW="114120" imgH="228600" progId="Equation.DSMT4">
                    <p:embed/>
                  </p:oleObj>
                </mc:Choice>
                <mc:Fallback>
                  <p:oleObj name="Equation" r:id="rId9" imgW="114120" imgH="22860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AF9737D3-D19F-4147-ACE9-C97C18516C4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18504" y="3723878"/>
                          <a:ext cx="111125" cy="2333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622D73DA-E665-4ACA-AF6A-0D3CF621184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84909700"/>
                </p:ext>
              </p:extLst>
            </p:nvPr>
          </p:nvGraphicFramePr>
          <p:xfrm>
            <a:off x="4355976" y="3672190"/>
            <a:ext cx="185738" cy="4984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54" name="Equation" r:id="rId11" imgW="190440" imgH="609480" progId="Equation.DSMT4">
                    <p:embed/>
                  </p:oleObj>
                </mc:Choice>
                <mc:Fallback>
                  <p:oleObj name="Equation" r:id="rId11" imgW="190440" imgH="60948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2FB49C27-9CE0-45EC-849C-6235363AFA9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5976" y="3672190"/>
                          <a:ext cx="185738" cy="4984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771DA53E-A143-4949-9E08-8C7213EADC6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5372577"/>
                </p:ext>
              </p:extLst>
            </p:nvPr>
          </p:nvGraphicFramePr>
          <p:xfrm>
            <a:off x="4160272" y="2067694"/>
            <a:ext cx="160338" cy="231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55" name="Equation" r:id="rId13" imgW="164880" imgH="228600" progId="Equation.DSMT4">
                    <p:embed/>
                  </p:oleObj>
                </mc:Choice>
                <mc:Fallback>
                  <p:oleObj name="Equation" r:id="rId13" imgW="164880" imgH="22860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FD65AED7-7710-4FD9-B35E-C12B2C60CAF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0272" y="2067694"/>
                          <a:ext cx="160338" cy="2317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529BF969-82DD-4C4A-ACEF-A8DCDD5CA84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780622"/>
                </p:ext>
              </p:extLst>
            </p:nvPr>
          </p:nvGraphicFramePr>
          <p:xfrm>
            <a:off x="4201800" y="2839462"/>
            <a:ext cx="111125" cy="233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56" name="Equation" r:id="rId15" imgW="114120" imgH="228600" progId="Equation.DSMT4">
                    <p:embed/>
                  </p:oleObj>
                </mc:Choice>
                <mc:Fallback>
                  <p:oleObj name="Equation" r:id="rId15" imgW="114120" imgH="22860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B2499190-2EA9-4982-845F-1D9B209A0A8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1800" y="2839462"/>
                          <a:ext cx="111125" cy="2333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9F61B82A-7C63-49E4-970D-D70E51C0319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00009691"/>
                </p:ext>
              </p:extLst>
            </p:nvPr>
          </p:nvGraphicFramePr>
          <p:xfrm>
            <a:off x="2555776" y="3708127"/>
            <a:ext cx="160337" cy="231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57" name="Equation" r:id="rId16" imgW="164880" imgH="228600" progId="Equation.DSMT4">
                    <p:embed/>
                  </p:oleObj>
                </mc:Choice>
                <mc:Fallback>
                  <p:oleObj name="Equation" r:id="rId16" imgW="164880" imgH="228600" progId="Equation.DSMT4">
                    <p:embed/>
                    <p:pic>
                      <p:nvPicPr>
                        <p:cNvPr id="22" name="对象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5776" y="3708127"/>
                          <a:ext cx="160337" cy="2317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68221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CE573EA-17B0-4247-85D3-A38770088367}"/>
              </a:ext>
            </a:extLst>
          </p:cNvPr>
          <p:cNvGrpSpPr/>
          <p:nvPr/>
        </p:nvGrpSpPr>
        <p:grpSpPr>
          <a:xfrm>
            <a:off x="899592" y="195486"/>
            <a:ext cx="7920880" cy="524470"/>
            <a:chOff x="899592" y="787931"/>
            <a:chExt cx="7920880" cy="524470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14F687BD-1C8C-44F9-AEBD-0D0BE98B3BAC}"/>
                </a:ext>
              </a:extLst>
            </p:cNvPr>
            <p:cNvSpPr txBox="1"/>
            <p:nvPr/>
          </p:nvSpPr>
          <p:spPr>
            <a:xfrm>
              <a:off x="1689914" y="787931"/>
              <a:ext cx="713055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最大值最小值问题</a:t>
              </a:r>
              <a:endParaRPr lang="zh-CN" altLang="en-US" sz="28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39620D6B-7E9F-418E-9D44-FED67E1EF299}"/>
                </a:ext>
              </a:extLst>
            </p:cNvPr>
            <p:cNvSpPr txBox="1"/>
            <p:nvPr/>
          </p:nvSpPr>
          <p:spPr>
            <a:xfrm>
              <a:off x="899592" y="789181"/>
              <a:ext cx="7183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四、</a:t>
              </a:r>
              <a:endParaRPr lang="zh-CN" altLang="en-US" sz="2800" b="1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" name="文本框 6">
            <a:extLst>
              <a:ext uri="{FF2B5EF4-FFF2-40B4-BE49-F238E27FC236}">
                <a16:creationId xmlns:a16="http://schemas.microsoft.com/office/drawing/2014/main" id="{257A216F-81E4-427D-96E7-DF20926678E5}"/>
              </a:ext>
            </a:extLst>
          </p:cNvPr>
          <p:cNvSpPr txBox="1"/>
          <p:nvPr/>
        </p:nvSpPr>
        <p:spPr>
          <a:xfrm>
            <a:off x="845256" y="804004"/>
            <a:ext cx="7130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就两种情形给出求函数最大值最小值的方法．</a:t>
            </a:r>
            <a:endParaRPr lang="zh-CN" altLang="en-US" sz="2400" b="1" dirty="0">
              <a:latin typeface="+mn-ea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79A760AD-A9A8-4A7E-B9A9-48EA5502C74E}"/>
              </a:ext>
            </a:extLst>
          </p:cNvPr>
          <p:cNvGrpSpPr/>
          <p:nvPr/>
        </p:nvGrpSpPr>
        <p:grpSpPr>
          <a:xfrm>
            <a:off x="645232" y="1416544"/>
            <a:ext cx="8244408" cy="461665"/>
            <a:chOff x="899592" y="1944886"/>
            <a:chExt cx="7560840" cy="461665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796438A4-B0D3-47B7-B01F-2B7BF7573F90}"/>
                </a:ext>
              </a:extLst>
            </p:cNvPr>
            <p:cNvGrpSpPr/>
            <p:nvPr/>
          </p:nvGrpSpPr>
          <p:grpSpPr>
            <a:xfrm>
              <a:off x="899592" y="1944886"/>
              <a:ext cx="7560840" cy="461665"/>
              <a:chOff x="899592" y="1944886"/>
              <a:chExt cx="7560840" cy="461665"/>
            </a:xfrm>
          </p:grpSpPr>
          <p:sp>
            <p:nvSpPr>
              <p:cNvPr id="10" name="文本框 8">
                <a:extLst>
                  <a:ext uri="{FF2B5EF4-FFF2-40B4-BE49-F238E27FC236}">
                    <a16:creationId xmlns:a16="http://schemas.microsoft.com/office/drawing/2014/main" id="{FF60EF85-8092-43EB-AA0A-C443DA762C74}"/>
                  </a:ext>
                </a:extLst>
              </p:cNvPr>
              <p:cNvSpPr txBox="1"/>
              <p:nvPr/>
            </p:nvSpPr>
            <p:spPr>
              <a:xfrm>
                <a:off x="899592" y="1944886"/>
                <a:ext cx="75608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latin typeface="+mn-ea"/>
                    <a:cs typeface="Times New Roman" panose="02020603050405020304" pitchFamily="18" charset="0"/>
                  </a:rPr>
                  <a:t>(1)</a:t>
                </a:r>
                <a:r>
                  <a:rPr lang="zh-CN" altLang="en-US" sz="2400" b="1" dirty="0">
                    <a:latin typeface="+mn-ea"/>
                    <a:cs typeface="Times New Roman" panose="02020603050405020304" pitchFamily="18" charset="0"/>
                  </a:rPr>
                  <a:t>函数    在闭区间     上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+mn-ea"/>
                    <a:cs typeface="Times New Roman" panose="02020603050405020304" pitchFamily="18" charset="0"/>
                  </a:rPr>
                  <a:t>连续</a:t>
                </a:r>
                <a:r>
                  <a:rPr lang="zh-CN" altLang="en-US" sz="2400" b="1" dirty="0">
                    <a:latin typeface="+mn-ea"/>
                    <a:cs typeface="Times New Roman" panose="02020603050405020304" pitchFamily="18" charset="0"/>
                  </a:rPr>
                  <a:t>，在     内除有限个点</a:t>
                </a:r>
                <a:endParaRPr lang="en-US" altLang="zh-CN" sz="2400" b="1" dirty="0">
                  <a:latin typeface="+mn-ea"/>
                </a:endParaRPr>
              </a:p>
            </p:txBody>
          </p:sp>
          <p:graphicFrame>
            <p:nvGraphicFramePr>
              <p:cNvPr id="11" name="对象 10">
                <a:extLst>
                  <a:ext uri="{FF2B5EF4-FFF2-40B4-BE49-F238E27FC236}">
                    <a16:creationId xmlns:a16="http://schemas.microsoft.com/office/drawing/2014/main" id="{9F745C56-DBD6-49BA-9B1B-C54B3D62640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77562262"/>
                  </p:ext>
                </p:extLst>
              </p:nvPr>
            </p:nvGraphicFramePr>
            <p:xfrm>
              <a:off x="1956194" y="2049388"/>
              <a:ext cx="622300" cy="3397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088" name="Equation" r:id="rId4" imgW="622080" imgH="342720" progId="Equation.DSMT4">
                      <p:embed/>
                    </p:oleObj>
                  </mc:Choice>
                  <mc:Fallback>
                    <p:oleObj name="Equation" r:id="rId4" imgW="622080" imgH="342720" progId="Equation.DSMT4">
                      <p:embed/>
                      <p:pic>
                        <p:nvPicPr>
                          <p:cNvPr id="35" name="对象 34">
                            <a:extLst>
                              <a:ext uri="{FF2B5EF4-FFF2-40B4-BE49-F238E27FC236}">
                                <a16:creationId xmlns:a16="http://schemas.microsoft.com/office/drawing/2014/main" id="{D2C01A9A-0923-40D6-B4EE-414649A322E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56194" y="2049388"/>
                            <a:ext cx="622300" cy="3397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CD4547CD-D6AF-4CA4-8F98-2334ACD3BE1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64301860"/>
                </p:ext>
              </p:extLst>
            </p:nvPr>
          </p:nvGraphicFramePr>
          <p:xfrm>
            <a:off x="3805247" y="2030184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89" name="Equation" r:id="rId6" imgW="634680" imgH="330120" progId="Equation.DSMT4">
                    <p:embed/>
                  </p:oleObj>
                </mc:Choice>
                <mc:Fallback>
                  <p:oleObj name="Equation" r:id="rId6" imgW="634680" imgH="330120" progId="Equation.DSMT4">
                    <p:embed/>
                    <p:pic>
                      <p:nvPicPr>
                        <p:cNvPr id="32" name="对象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5247" y="2030184"/>
                          <a:ext cx="635000" cy="330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78074DCD-548D-49E9-8444-8576C9EA864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0954967"/>
                </p:ext>
              </p:extLst>
            </p:nvPr>
          </p:nvGraphicFramePr>
          <p:xfrm>
            <a:off x="5852412" y="2042443"/>
            <a:ext cx="660689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90" name="Equation" r:id="rId8" imgW="660240" imgH="342720" progId="Equation.DSMT4">
                    <p:embed/>
                  </p:oleObj>
                </mc:Choice>
                <mc:Fallback>
                  <p:oleObj name="Equation" r:id="rId8" imgW="660240" imgH="342720" progId="Equation.DSMT4">
                    <p:embed/>
                    <p:pic>
                      <p:nvPicPr>
                        <p:cNvPr id="33" name="对象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52412" y="2042443"/>
                          <a:ext cx="660689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369CEDD-843B-4F94-A627-FEF0076D52C1}"/>
              </a:ext>
            </a:extLst>
          </p:cNvPr>
          <p:cNvGrpSpPr/>
          <p:nvPr/>
        </p:nvGrpSpPr>
        <p:grpSpPr>
          <a:xfrm>
            <a:off x="120517" y="2018062"/>
            <a:ext cx="8496944" cy="461665"/>
            <a:chOff x="323528" y="2989577"/>
            <a:chExt cx="8496944" cy="461665"/>
          </a:xfrm>
        </p:grpSpPr>
        <p:sp>
          <p:nvSpPr>
            <p:cNvPr id="13" name="文本框 7">
              <a:extLst>
                <a:ext uri="{FF2B5EF4-FFF2-40B4-BE49-F238E27FC236}">
                  <a16:creationId xmlns:a16="http://schemas.microsoft.com/office/drawing/2014/main" id="{B8C796D9-2876-46E9-BAF8-8ADB2A21382E}"/>
                </a:ext>
              </a:extLst>
            </p:cNvPr>
            <p:cNvSpPr txBox="1"/>
            <p:nvPr/>
          </p:nvSpPr>
          <p:spPr>
            <a:xfrm>
              <a:off x="323528" y="2989577"/>
              <a:ext cx="84969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  <a:cs typeface="Times New Roman" panose="02020603050405020304" pitchFamily="18" charset="0"/>
                </a:rPr>
                <a:t>点外可导，且至多有有限个驻点，求     在    上的最大值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7F4C26DB-2844-4E9C-9714-708F88D433E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0128208"/>
                </p:ext>
              </p:extLst>
            </p:nvPr>
          </p:nvGraphicFramePr>
          <p:xfrm>
            <a:off x="5364088" y="3089275"/>
            <a:ext cx="651933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91" name="Equation" r:id="rId10" imgW="622080" imgH="342720" progId="Equation.DSMT4">
                    <p:embed/>
                  </p:oleObj>
                </mc:Choice>
                <mc:Fallback>
                  <p:oleObj name="Equation" r:id="rId10" imgW="622080" imgH="342720" progId="Equation.DSMT4">
                    <p:embed/>
                    <p:pic>
                      <p:nvPicPr>
                        <p:cNvPr id="37" name="对象 36">
                          <a:extLst>
                            <a:ext uri="{FF2B5EF4-FFF2-40B4-BE49-F238E27FC236}">
                              <a16:creationId xmlns:a16="http://schemas.microsoft.com/office/drawing/2014/main" id="{D2C01A9A-0923-40D6-B4EE-414649A322E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4088" y="3089275"/>
                          <a:ext cx="651933" cy="3397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4966FDB9-20CC-4A1A-94B5-4B10D2526A0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61652912"/>
                </p:ext>
              </p:extLst>
            </p:nvPr>
          </p:nvGraphicFramePr>
          <p:xfrm>
            <a:off x="6372200" y="3074875"/>
            <a:ext cx="665238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92" name="Equation" r:id="rId11" imgW="634680" imgH="330120" progId="Equation.DSMT4">
                    <p:embed/>
                  </p:oleObj>
                </mc:Choice>
                <mc:Fallback>
                  <p:oleObj name="Equation" r:id="rId11" imgW="634680" imgH="330120" progId="Equation.DSMT4">
                    <p:embed/>
                    <p:pic>
                      <p:nvPicPr>
                        <p:cNvPr id="38" name="对象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72200" y="3074875"/>
                          <a:ext cx="665238" cy="3302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9AC6411E-96DC-4047-8BA5-DB3EA94D661F}"/>
              </a:ext>
            </a:extLst>
          </p:cNvPr>
          <p:cNvSpPr/>
          <p:nvPr/>
        </p:nvSpPr>
        <p:spPr>
          <a:xfrm>
            <a:off x="134736" y="2539346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和最小值；</a:t>
            </a:r>
            <a:endParaRPr lang="en-US" altLang="zh-CN" sz="2400" b="1" dirty="0">
              <a:latin typeface="+mn-ea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3D771DC-DC8F-4C09-9101-62F79996CDBA}"/>
              </a:ext>
            </a:extLst>
          </p:cNvPr>
          <p:cNvGrpSpPr/>
          <p:nvPr/>
        </p:nvGrpSpPr>
        <p:grpSpPr>
          <a:xfrm>
            <a:off x="239521" y="2945379"/>
            <a:ext cx="8605196" cy="1165681"/>
            <a:chOff x="417434" y="4149080"/>
            <a:chExt cx="8605196" cy="1165681"/>
          </a:xfrm>
        </p:grpSpPr>
        <p:sp>
          <p:nvSpPr>
            <p:cNvPr id="18" name="文本框 2">
              <a:extLst>
                <a:ext uri="{FF2B5EF4-FFF2-40B4-BE49-F238E27FC236}">
                  <a16:creationId xmlns:a16="http://schemas.microsoft.com/office/drawing/2014/main" id="{7CBC0893-18D7-4973-85C9-9F7AC976A8B5}"/>
                </a:ext>
              </a:extLst>
            </p:cNvPr>
            <p:cNvSpPr txBox="1"/>
            <p:nvPr/>
          </p:nvSpPr>
          <p:spPr>
            <a:xfrm>
              <a:off x="957945" y="4149080"/>
              <a:ext cx="713055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分析</a:t>
              </a:r>
              <a:r>
                <a:rPr lang="zh-CN" altLang="en-US" sz="2800" b="1" dirty="0">
                  <a:solidFill>
                    <a:srgbClr val="0000FF"/>
                  </a:solidFill>
                  <a:latin typeface="+mn-ea"/>
                </a:rPr>
                <a:t> </a:t>
              </a:r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26879DCC-19E6-4496-BB6E-2E7F5CD2FA67}"/>
                </a:ext>
              </a:extLst>
            </p:cNvPr>
            <p:cNvGrpSpPr/>
            <p:nvPr/>
          </p:nvGrpSpPr>
          <p:grpSpPr>
            <a:xfrm>
              <a:off x="1892072" y="4149080"/>
              <a:ext cx="7130558" cy="461665"/>
              <a:chOff x="899592" y="1944886"/>
              <a:chExt cx="6806442" cy="461665"/>
            </a:xfrm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CBDDAAE2-7D73-4039-AB86-1EC203137034}"/>
                  </a:ext>
                </a:extLst>
              </p:cNvPr>
              <p:cNvGrpSpPr/>
              <p:nvPr/>
            </p:nvGrpSpPr>
            <p:grpSpPr>
              <a:xfrm>
                <a:off x="899592" y="1944886"/>
                <a:ext cx="6806442" cy="461665"/>
                <a:chOff x="899592" y="1944886"/>
                <a:chExt cx="6806442" cy="461665"/>
              </a:xfrm>
            </p:grpSpPr>
            <p:sp>
              <p:nvSpPr>
                <p:cNvPr id="23" name="文本框 8">
                  <a:extLst>
                    <a:ext uri="{FF2B5EF4-FFF2-40B4-BE49-F238E27FC236}">
                      <a16:creationId xmlns:a16="http://schemas.microsoft.com/office/drawing/2014/main" id="{0D819E2F-C057-4016-95DE-D2404E2588CD}"/>
                    </a:ext>
                  </a:extLst>
                </p:cNvPr>
                <p:cNvSpPr txBox="1"/>
                <p:nvPr/>
              </p:nvSpPr>
              <p:spPr>
                <a:xfrm>
                  <a:off x="899592" y="1944886"/>
                  <a:ext cx="680644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b="1" dirty="0">
                      <a:latin typeface="楷体" panose="02010609060101010101" pitchFamily="49" charset="-122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①</a:t>
                  </a:r>
                  <a:r>
                    <a:rPr lang="zh-CN" altLang="en-US" sz="2400" b="1" dirty="0">
                      <a:latin typeface="楷体" panose="02010609060101010101" pitchFamily="49" charset="-122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函数    在闭区间     上连续，故存在最大值和</a:t>
                  </a:r>
                  <a:endParaRPr lang="en-US" altLang="zh-CN" sz="2400" b="1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  <p:graphicFrame>
              <p:nvGraphicFramePr>
                <p:cNvPr id="24" name="对象 23">
                  <a:extLst>
                    <a:ext uri="{FF2B5EF4-FFF2-40B4-BE49-F238E27FC236}">
                      <a16:creationId xmlns:a16="http://schemas.microsoft.com/office/drawing/2014/main" id="{B54144F3-3F56-44B8-A8B9-A1787BB23C40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3250553"/>
                    </p:ext>
                  </p:extLst>
                </p:nvPr>
              </p:nvGraphicFramePr>
              <p:xfrm>
                <a:off x="1861881" y="2066826"/>
                <a:ext cx="622300" cy="3397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4093" name="Equation" r:id="rId12" imgW="622080" imgH="342720" progId="Equation.DSMT4">
                        <p:embed/>
                      </p:oleObj>
                    </mc:Choice>
                    <mc:Fallback>
                      <p:oleObj name="Equation" r:id="rId12" imgW="622080" imgH="342720" progId="Equation.DSMT4">
                        <p:embed/>
                        <p:pic>
                          <p:nvPicPr>
                            <p:cNvPr id="46" name="对象 45">
                              <a:extLst>
                                <a:ext uri="{FF2B5EF4-FFF2-40B4-BE49-F238E27FC236}">
                                  <a16:creationId xmlns:a16="http://schemas.microsoft.com/office/drawing/2014/main" id="{D2C01A9A-0923-40D6-B4EE-414649A322E4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861881" y="2066826"/>
                              <a:ext cx="622300" cy="33972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22" name="对象 21">
                <a:extLst>
                  <a:ext uri="{FF2B5EF4-FFF2-40B4-BE49-F238E27FC236}">
                    <a16:creationId xmlns:a16="http://schemas.microsoft.com/office/drawing/2014/main" id="{98CC4462-8196-4FEA-9EA9-70A2BF195AB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59408047"/>
                  </p:ext>
                </p:extLst>
              </p:nvPr>
            </p:nvGraphicFramePr>
            <p:xfrm>
              <a:off x="3732645" y="2041396"/>
              <a:ext cx="6350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094" name="Equation" r:id="rId13" imgW="634680" imgH="330120" progId="Equation.DSMT4">
                      <p:embed/>
                    </p:oleObj>
                  </mc:Choice>
                  <mc:Fallback>
                    <p:oleObj name="Equation" r:id="rId13" imgW="634680" imgH="330120" progId="Equation.DSMT4">
                      <p:embed/>
                      <p:pic>
                        <p:nvPicPr>
                          <p:cNvPr id="43" name="对象 4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32645" y="2041396"/>
                            <a:ext cx="635000" cy="3302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0" name="文本框 8">
              <a:extLst>
                <a:ext uri="{FF2B5EF4-FFF2-40B4-BE49-F238E27FC236}">
                  <a16:creationId xmlns:a16="http://schemas.microsoft.com/office/drawing/2014/main" id="{BE6A3437-787F-4EED-BACE-5EEDFCF3BB70}"/>
                </a:ext>
              </a:extLst>
            </p:cNvPr>
            <p:cNvSpPr txBox="1"/>
            <p:nvPr/>
          </p:nvSpPr>
          <p:spPr>
            <a:xfrm>
              <a:off x="417434" y="4853096"/>
              <a:ext cx="14746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最大小值</a:t>
              </a: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.</a:t>
              </a:r>
              <a:endPara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6E5537C5-A668-4021-A691-DCC36852ECF4}"/>
              </a:ext>
            </a:extLst>
          </p:cNvPr>
          <p:cNvGrpSpPr/>
          <p:nvPr/>
        </p:nvGrpSpPr>
        <p:grpSpPr>
          <a:xfrm>
            <a:off x="721679" y="4218818"/>
            <a:ext cx="7920880" cy="461665"/>
            <a:chOff x="967857" y="5593586"/>
            <a:chExt cx="7920880" cy="461665"/>
          </a:xfrm>
        </p:grpSpPr>
        <p:sp>
          <p:nvSpPr>
            <p:cNvPr id="31" name="文本框 8">
              <a:extLst>
                <a:ext uri="{FF2B5EF4-FFF2-40B4-BE49-F238E27FC236}">
                  <a16:creationId xmlns:a16="http://schemas.microsoft.com/office/drawing/2014/main" id="{71A4817C-FDC1-4E53-8CAF-B51F91ADB6BE}"/>
                </a:ext>
              </a:extLst>
            </p:cNvPr>
            <p:cNvSpPr txBox="1"/>
            <p:nvPr/>
          </p:nvSpPr>
          <p:spPr>
            <a:xfrm>
              <a:off x="967857" y="5593586"/>
              <a:ext cx="7920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②</a:t>
              </a: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若函数    在闭区间     上最大值或最小值在开区间</a:t>
              </a:r>
              <a:endPara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4A37EBF8-56A7-49E4-A0FE-4634639406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90470184"/>
                </p:ext>
              </p:extLst>
            </p:nvPr>
          </p:nvGraphicFramePr>
          <p:xfrm>
            <a:off x="2277653" y="5666624"/>
            <a:ext cx="651933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95" name="Equation" r:id="rId14" imgW="622080" imgH="342720" progId="Equation.DSMT4">
                    <p:embed/>
                  </p:oleObj>
                </mc:Choice>
                <mc:Fallback>
                  <p:oleObj name="Equation" r:id="rId14" imgW="622080" imgH="342720" progId="Equation.DSMT4">
                    <p:embed/>
                    <p:pic>
                      <p:nvPicPr>
                        <p:cNvPr id="49" name="对象 48">
                          <a:extLst>
                            <a:ext uri="{FF2B5EF4-FFF2-40B4-BE49-F238E27FC236}">
                              <a16:creationId xmlns:a16="http://schemas.microsoft.com/office/drawing/2014/main" id="{D2C01A9A-0923-40D6-B4EE-414649A322E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7653" y="5666624"/>
                          <a:ext cx="651933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对象 32">
              <a:extLst>
                <a:ext uri="{FF2B5EF4-FFF2-40B4-BE49-F238E27FC236}">
                  <a16:creationId xmlns:a16="http://schemas.microsoft.com/office/drawing/2014/main" id="{9261B228-14FC-4805-91BF-7456FDF6E15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58286687"/>
                </p:ext>
              </p:extLst>
            </p:nvPr>
          </p:nvGraphicFramePr>
          <p:xfrm>
            <a:off x="4239381" y="5691088"/>
            <a:ext cx="665238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96" name="Equation" r:id="rId15" imgW="634680" imgH="330120" progId="Equation.DSMT4">
                    <p:embed/>
                  </p:oleObj>
                </mc:Choice>
                <mc:Fallback>
                  <p:oleObj name="Equation" r:id="rId15" imgW="634680" imgH="330120" progId="Equation.DSMT4">
                    <p:embed/>
                    <p:pic>
                      <p:nvPicPr>
                        <p:cNvPr id="50" name="对象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9381" y="5691088"/>
                          <a:ext cx="665238" cy="330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40244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42C8506-4AF6-48D8-997B-589A3A66FE64}"/>
              </a:ext>
            </a:extLst>
          </p:cNvPr>
          <p:cNvGrpSpPr/>
          <p:nvPr/>
        </p:nvGrpSpPr>
        <p:grpSpPr>
          <a:xfrm>
            <a:off x="308377" y="354399"/>
            <a:ext cx="8579648" cy="461665"/>
            <a:chOff x="240824" y="807095"/>
            <a:chExt cx="8579648" cy="461665"/>
          </a:xfrm>
        </p:grpSpPr>
        <p:sp>
          <p:nvSpPr>
            <p:cNvPr id="3" name="文本框 5">
              <a:extLst>
                <a:ext uri="{FF2B5EF4-FFF2-40B4-BE49-F238E27FC236}">
                  <a16:creationId xmlns:a16="http://schemas.microsoft.com/office/drawing/2014/main" id="{E82AAC07-2B6A-4ECD-82F0-C7337DAD34A0}"/>
                </a:ext>
              </a:extLst>
            </p:cNvPr>
            <p:cNvSpPr txBox="1"/>
            <p:nvPr/>
          </p:nvSpPr>
          <p:spPr>
            <a:xfrm>
              <a:off x="251520" y="807095"/>
              <a:ext cx="85689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    内某点   处取到，由于只有有限个驻点和有限个不可导</a:t>
              </a:r>
              <a:endPara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60183F63-2471-4150-AA20-7A85F82904E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220578"/>
                </p:ext>
              </p:extLst>
            </p:nvPr>
          </p:nvGraphicFramePr>
          <p:xfrm>
            <a:off x="240824" y="911816"/>
            <a:ext cx="720421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18" name="Equation" r:id="rId3" imgW="660240" imgH="342720" progId="Equation.DSMT4">
                    <p:embed/>
                  </p:oleObj>
                </mc:Choice>
                <mc:Fallback>
                  <p:oleObj name="Equation" r:id="rId3" imgW="660240" imgH="342720" progId="Equation.DSMT4">
                    <p:embed/>
                    <p:pic>
                      <p:nvPicPr>
                        <p:cNvPr id="6" name="对象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824" y="911816"/>
                          <a:ext cx="720421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1CD5067C-29C4-4FC3-9755-8C3FBD394C2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70130268"/>
                </p:ext>
              </p:extLst>
            </p:nvPr>
          </p:nvGraphicFramePr>
          <p:xfrm>
            <a:off x="1979712" y="847427"/>
            <a:ext cx="3048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19" name="Equation" r:id="rId5" imgW="279360" imgH="380880" progId="Equation.DSMT4">
                    <p:embed/>
                  </p:oleObj>
                </mc:Choice>
                <mc:Fallback>
                  <p:oleObj name="Equation" r:id="rId5" imgW="279360" imgH="380880" progId="Equation.DSMT4">
                    <p:embed/>
                    <p:pic>
                      <p:nvPicPr>
                        <p:cNvPr id="7" name="对象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9712" y="847427"/>
                          <a:ext cx="3048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25C24B13-0E74-4927-B3A9-BB3C9AE1DC8C}"/>
              </a:ext>
            </a:extLst>
          </p:cNvPr>
          <p:cNvGrpSpPr/>
          <p:nvPr/>
        </p:nvGrpSpPr>
        <p:grpSpPr>
          <a:xfrm>
            <a:off x="107504" y="972912"/>
            <a:ext cx="4824536" cy="461665"/>
            <a:chOff x="287524" y="1556792"/>
            <a:chExt cx="4824536" cy="461665"/>
          </a:xfrm>
        </p:grpSpPr>
        <p:sp>
          <p:nvSpPr>
            <p:cNvPr id="7" name="文本框 5">
              <a:extLst>
                <a:ext uri="{FF2B5EF4-FFF2-40B4-BE49-F238E27FC236}">
                  <a16:creationId xmlns:a16="http://schemas.microsoft.com/office/drawing/2014/main" id="{CFF09A57-A9BB-498D-B9F7-66DE1C8C4381}"/>
                </a:ext>
              </a:extLst>
            </p:cNvPr>
            <p:cNvSpPr txBox="1"/>
            <p:nvPr/>
          </p:nvSpPr>
          <p:spPr>
            <a:xfrm>
              <a:off x="287524" y="1556792"/>
              <a:ext cx="48245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点，从而      为极大值或极小值</a:t>
              </a: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.</a:t>
              </a:r>
              <a:endPara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D6D91BE6-A314-43AA-9AD2-4906E46688C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98210108"/>
                </p:ext>
              </p:extLst>
            </p:nvPr>
          </p:nvGraphicFramePr>
          <p:xfrm>
            <a:off x="1728810" y="1610234"/>
            <a:ext cx="803275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20" name="Equation" r:id="rId7" imgW="736560" imgH="380880" progId="Equation.DSMT4">
                    <p:embed/>
                  </p:oleObj>
                </mc:Choice>
                <mc:Fallback>
                  <p:oleObj name="Equation" r:id="rId7" imgW="736560" imgH="380880" progId="Equation.DSMT4">
                    <p:embed/>
                    <p:pic>
                      <p:nvPicPr>
                        <p:cNvPr id="9" name="对象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810" y="1610234"/>
                          <a:ext cx="803275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A69563D-CAE6-4F15-8A95-2D4DBCABDF6F}"/>
              </a:ext>
            </a:extLst>
          </p:cNvPr>
          <p:cNvGrpSpPr/>
          <p:nvPr/>
        </p:nvGrpSpPr>
        <p:grpSpPr>
          <a:xfrm>
            <a:off x="575048" y="1523723"/>
            <a:ext cx="6877272" cy="461665"/>
            <a:chOff x="863080" y="2967333"/>
            <a:chExt cx="6877272" cy="461665"/>
          </a:xfrm>
        </p:grpSpPr>
        <p:sp>
          <p:nvSpPr>
            <p:cNvPr id="11" name="文本框 5">
              <a:extLst>
                <a:ext uri="{FF2B5EF4-FFF2-40B4-BE49-F238E27FC236}">
                  <a16:creationId xmlns:a16="http://schemas.microsoft.com/office/drawing/2014/main" id="{1F8B78F4-D840-44A8-A03F-88A8DF31BA2D}"/>
                </a:ext>
              </a:extLst>
            </p:cNvPr>
            <p:cNvSpPr txBox="1"/>
            <p:nvPr/>
          </p:nvSpPr>
          <p:spPr>
            <a:xfrm>
              <a:off x="863080" y="2967333"/>
              <a:ext cx="68772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③     的最大值和最小值可能在区间端点处取得</a:t>
              </a: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.</a:t>
              </a:r>
              <a:endPara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F73C67FE-AAAC-4A44-A82D-63FA22F19C3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2192089"/>
                </p:ext>
              </p:extLst>
            </p:nvPr>
          </p:nvGraphicFramePr>
          <p:xfrm>
            <a:off x="1259632" y="3028304"/>
            <a:ext cx="678562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21" name="Equation" r:id="rId9" imgW="622080" imgH="342720" progId="Equation.DSMT4">
                    <p:embed/>
                  </p:oleObj>
                </mc:Choice>
                <mc:Fallback>
                  <p:oleObj name="Equation" r:id="rId9" imgW="622080" imgH="34272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D2C01A9A-0923-40D6-B4EE-414649A322E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9632" y="3028304"/>
                          <a:ext cx="678562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BABBB987-8C34-4A0F-9E7B-141C8705A7F3}"/>
              </a:ext>
            </a:extLst>
          </p:cNvPr>
          <p:cNvGrpSpPr/>
          <p:nvPr/>
        </p:nvGrpSpPr>
        <p:grpSpPr>
          <a:xfrm>
            <a:off x="458172" y="2070062"/>
            <a:ext cx="8003740" cy="461665"/>
            <a:chOff x="786604" y="3355935"/>
            <a:chExt cx="8003740" cy="461665"/>
          </a:xfrm>
        </p:grpSpPr>
        <p:sp>
          <p:nvSpPr>
            <p:cNvPr id="14" name="文本框 5">
              <a:extLst>
                <a:ext uri="{FF2B5EF4-FFF2-40B4-BE49-F238E27FC236}">
                  <a16:creationId xmlns:a16="http://schemas.microsoft.com/office/drawing/2014/main" id="{2E3F4D2F-63CB-4AF7-983D-E644C744A0C3}"/>
                </a:ext>
              </a:extLst>
            </p:cNvPr>
            <p:cNvSpPr txBox="1"/>
            <p:nvPr/>
          </p:nvSpPr>
          <p:spPr>
            <a:xfrm>
              <a:off x="786604" y="3355935"/>
              <a:ext cx="80037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+mn-ea"/>
                  <a:cs typeface="Times New Roman" panose="02020603050405020304" pitchFamily="18" charset="0"/>
                </a:rPr>
                <a:t>求函数    在区间     上的最大值和最小值方法如下： </a:t>
              </a:r>
              <a:endParaRPr lang="en-US" altLang="zh-CN" sz="2400" b="1" dirty="0">
                <a:solidFill>
                  <a:srgbClr val="0064FF"/>
                </a:solidFill>
                <a:latin typeface="+mn-ea"/>
              </a:endParaRP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9EF5200A-564A-4F52-8643-AEE3BD4CCC6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39790150"/>
                </p:ext>
              </p:extLst>
            </p:nvPr>
          </p:nvGraphicFramePr>
          <p:xfrm>
            <a:off x="1763688" y="3448258"/>
            <a:ext cx="678562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22" name="Equation" r:id="rId11" imgW="622080" imgH="342720" progId="Equation.DSMT4">
                    <p:embed/>
                  </p:oleObj>
                </mc:Choice>
                <mc:Fallback>
                  <p:oleObj name="Equation" r:id="rId11" imgW="622080" imgH="34272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D2C01A9A-0923-40D6-B4EE-414649A322E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3688" y="3448258"/>
                          <a:ext cx="678562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696849C5-84F3-46B1-AB51-343AEF7AD4F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40987403"/>
                </p:ext>
              </p:extLst>
            </p:nvPr>
          </p:nvGraphicFramePr>
          <p:xfrm>
            <a:off x="3450174" y="3429784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23" name="Equation" r:id="rId13" imgW="634680" imgH="330120" progId="Equation.DSMT4">
                    <p:embed/>
                  </p:oleObj>
                </mc:Choice>
                <mc:Fallback>
                  <p:oleObj name="Equation" r:id="rId13" imgW="634680" imgH="330120" progId="Equation.DSMT4">
                    <p:embed/>
                    <p:pic>
                      <p:nvPicPr>
                        <p:cNvPr id="18" name="对象 17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450174" y="3429784"/>
                          <a:ext cx="635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872950F-638C-4E03-A152-8AFA6904A389}"/>
              </a:ext>
            </a:extLst>
          </p:cNvPr>
          <p:cNvGrpSpPr/>
          <p:nvPr/>
        </p:nvGrpSpPr>
        <p:grpSpPr>
          <a:xfrm>
            <a:off x="351202" y="2605576"/>
            <a:ext cx="7317142" cy="461665"/>
            <a:chOff x="949896" y="4077072"/>
            <a:chExt cx="7317142" cy="461665"/>
          </a:xfrm>
        </p:grpSpPr>
        <p:sp>
          <p:nvSpPr>
            <p:cNvPr id="18" name="文本框 5">
              <a:extLst>
                <a:ext uri="{FF2B5EF4-FFF2-40B4-BE49-F238E27FC236}">
                  <a16:creationId xmlns:a16="http://schemas.microsoft.com/office/drawing/2014/main" id="{21D9AEBD-5493-4726-BB4B-8D77A711609C}"/>
                </a:ext>
              </a:extLst>
            </p:cNvPr>
            <p:cNvSpPr txBox="1"/>
            <p:nvPr/>
          </p:nvSpPr>
          <p:spPr>
            <a:xfrm>
              <a:off x="949896" y="4077072"/>
              <a:ext cx="73171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Times New Roman" pitchFamily="18" charset="0"/>
                  <a:cs typeface="Times New Roman" pitchFamily="18" charset="0"/>
                </a:rPr>
                <a:t>（</a:t>
              </a:r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zh-CN" altLang="en-US" sz="2400" b="1" dirty="0">
                  <a:latin typeface="Times New Roman" pitchFamily="18" charset="0"/>
                  <a:cs typeface="Times New Roman" pitchFamily="18" charset="0"/>
                </a:rPr>
                <a:t>）求出函数   </a:t>
              </a:r>
              <a:r>
                <a:rPr lang="zh-CN" altLang="en-US" sz="2400" b="1" dirty="0">
                  <a:latin typeface="+mn-ea"/>
                  <a:cs typeface="Times New Roman" panose="02020603050405020304" pitchFamily="18" charset="0"/>
                </a:rPr>
                <a:t>    在     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  <a:cs typeface="Times New Roman" panose="02020603050405020304" pitchFamily="18" charset="0"/>
                </a:rPr>
                <a:t>内</a:t>
              </a:r>
              <a:r>
                <a:rPr lang="zh-CN" altLang="en-US" sz="2400" b="1" dirty="0">
                  <a:latin typeface="+mn-ea"/>
                  <a:cs typeface="Times New Roman" panose="02020603050405020304" pitchFamily="18" charset="0"/>
                </a:rPr>
                <a:t>的驻点和不可导的点</a:t>
              </a:r>
              <a:r>
                <a:rPr lang="en-US" altLang="zh-CN" sz="2400" b="1" dirty="0">
                  <a:latin typeface="+mn-ea"/>
                  <a:cs typeface="Times New Roman" panose="02020603050405020304" pitchFamily="18" charset="0"/>
                </a:rPr>
                <a:t>.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67125CE1-09D5-400C-A867-E5C062FDA34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4777689"/>
                </p:ext>
              </p:extLst>
            </p:nvPr>
          </p:nvGraphicFramePr>
          <p:xfrm>
            <a:off x="3131840" y="4169395"/>
            <a:ext cx="678562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24" name="Equation" r:id="rId15" imgW="622080" imgH="342720" progId="Equation.DSMT4">
                    <p:embed/>
                  </p:oleObj>
                </mc:Choice>
                <mc:Fallback>
                  <p:oleObj name="Equation" r:id="rId15" imgW="622080" imgH="34272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D2C01A9A-0923-40D6-B4EE-414649A322E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1840" y="4169395"/>
                          <a:ext cx="678562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E46407DA-5C31-468E-B2FF-6A9E52F5B87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2826172"/>
                </p:ext>
              </p:extLst>
            </p:nvPr>
          </p:nvGraphicFramePr>
          <p:xfrm>
            <a:off x="4211789" y="4166220"/>
            <a:ext cx="720421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25" name="Equation" r:id="rId16" imgW="660240" imgH="342720" progId="Equation.DSMT4">
                    <p:embed/>
                  </p:oleObj>
                </mc:Choice>
                <mc:Fallback>
                  <p:oleObj name="Equation" r:id="rId16" imgW="660240" imgH="342720" progId="Equation.DSMT4">
                    <p:embed/>
                    <p:pic>
                      <p:nvPicPr>
                        <p:cNvPr id="22" name="对象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1789" y="4166220"/>
                          <a:ext cx="720421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44A5CC55-6ADD-4CD4-B415-EB96E1688B37}"/>
              </a:ext>
            </a:extLst>
          </p:cNvPr>
          <p:cNvGrpSpPr/>
          <p:nvPr/>
        </p:nvGrpSpPr>
        <p:grpSpPr>
          <a:xfrm>
            <a:off x="380738" y="3114453"/>
            <a:ext cx="8763262" cy="461665"/>
            <a:chOff x="949896" y="4941168"/>
            <a:chExt cx="8829680" cy="461665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6AA2423D-252C-40C0-BDD2-AD452A0300CC}"/>
                </a:ext>
              </a:extLst>
            </p:cNvPr>
            <p:cNvGrpSpPr/>
            <p:nvPr/>
          </p:nvGrpSpPr>
          <p:grpSpPr>
            <a:xfrm>
              <a:off x="949896" y="4941168"/>
              <a:ext cx="8568952" cy="461665"/>
              <a:chOff x="949896" y="4077072"/>
              <a:chExt cx="8568952" cy="461665"/>
            </a:xfrm>
          </p:grpSpPr>
          <p:sp>
            <p:nvSpPr>
              <p:cNvPr id="25" name="文本框 5">
                <a:extLst>
                  <a:ext uri="{FF2B5EF4-FFF2-40B4-BE49-F238E27FC236}">
                    <a16:creationId xmlns:a16="http://schemas.microsoft.com/office/drawing/2014/main" id="{D4AF2827-5EB1-479A-8C41-55F93B99173E}"/>
                  </a:ext>
                </a:extLst>
              </p:cNvPr>
              <p:cNvSpPr txBox="1"/>
              <p:nvPr/>
            </p:nvSpPr>
            <p:spPr>
              <a:xfrm>
                <a:off x="949896" y="4077072"/>
                <a:ext cx="85689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latin typeface="Times New Roman" pitchFamily="18" charset="0"/>
                    <a:cs typeface="Times New Roman" pitchFamily="18" charset="0"/>
                  </a:rPr>
                  <a:t>（</a:t>
                </a:r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zh-CN" altLang="en-US" sz="2400" b="1" dirty="0">
                    <a:latin typeface="Times New Roman" pitchFamily="18" charset="0"/>
                    <a:cs typeface="Times New Roman" pitchFamily="18" charset="0"/>
                  </a:rPr>
                  <a:t>）计算</a:t>
                </a:r>
                <a:r>
                  <a:rPr lang="zh-CN" altLang="en-US" sz="2400" b="1" dirty="0">
                    <a:latin typeface="+mn-ea"/>
                    <a:cs typeface="Times New Roman" panose="02020603050405020304" pitchFamily="18" charset="0"/>
                  </a:rPr>
                  <a:t>    在上述不可导点和驻点处的函数值以及</a:t>
                </a:r>
                <a:endParaRPr lang="en-US" altLang="zh-CN" sz="2400" b="1" dirty="0">
                  <a:latin typeface="+mn-ea"/>
                </a:endParaRPr>
              </a:p>
            </p:txBody>
          </p:sp>
          <p:graphicFrame>
            <p:nvGraphicFramePr>
              <p:cNvPr id="26" name="对象 25">
                <a:extLst>
                  <a:ext uri="{FF2B5EF4-FFF2-40B4-BE49-F238E27FC236}">
                    <a16:creationId xmlns:a16="http://schemas.microsoft.com/office/drawing/2014/main" id="{EF2B7C75-5344-4C3C-9E95-1450E82A3AE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49218041"/>
                  </p:ext>
                </p:extLst>
              </p:nvPr>
            </p:nvGraphicFramePr>
            <p:xfrm>
              <a:off x="2375507" y="4162277"/>
              <a:ext cx="678562" cy="3397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5126" name="Equation" r:id="rId18" imgW="622080" imgH="342720" progId="Equation.DSMT4">
                      <p:embed/>
                    </p:oleObj>
                  </mc:Choice>
                  <mc:Fallback>
                    <p:oleObj name="Equation" r:id="rId18" imgW="622080" imgH="342720" progId="Equation.DSMT4">
                      <p:embed/>
                      <p:pic>
                        <p:nvPicPr>
                          <p:cNvPr id="26" name="对象 25">
                            <a:extLst>
                              <a:ext uri="{FF2B5EF4-FFF2-40B4-BE49-F238E27FC236}">
                                <a16:creationId xmlns:a16="http://schemas.microsoft.com/office/drawing/2014/main" id="{D2C01A9A-0923-40D6-B4EE-414649A322E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75507" y="4162277"/>
                            <a:ext cx="678562" cy="3397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1B1890F9-28D7-4A1B-B5D2-870DD23E2CE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00649"/>
                </p:ext>
              </p:extLst>
            </p:nvPr>
          </p:nvGraphicFramePr>
          <p:xfrm>
            <a:off x="8282563" y="5013547"/>
            <a:ext cx="1497013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27" name="Equation" r:id="rId19" imgW="1371600" imgH="342720" progId="Equation.DSMT4">
                    <p:embed/>
                  </p:oleObj>
                </mc:Choice>
                <mc:Fallback>
                  <p:oleObj name="Equation" r:id="rId19" imgW="1371600" imgH="342720" progId="Equation.DSMT4">
                    <p:embed/>
                    <p:pic>
                      <p:nvPicPr>
                        <p:cNvPr id="29" name="对象 28">
                          <a:extLst>
                            <a:ext uri="{FF2B5EF4-FFF2-40B4-BE49-F238E27FC236}">
                              <a16:creationId xmlns:a16="http://schemas.microsoft.com/office/drawing/2014/main" id="{D2C01A9A-0923-40D6-B4EE-414649A322E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82563" y="5013547"/>
                          <a:ext cx="1497013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" name="文本框 5">
            <a:extLst>
              <a:ext uri="{FF2B5EF4-FFF2-40B4-BE49-F238E27FC236}">
                <a16:creationId xmlns:a16="http://schemas.microsoft.com/office/drawing/2014/main" id="{E7E818E3-8F42-4AF5-B8D1-7EFD7BC7BAB3}"/>
              </a:ext>
            </a:extLst>
          </p:cNvPr>
          <p:cNvSpPr txBox="1"/>
          <p:nvPr/>
        </p:nvSpPr>
        <p:spPr>
          <a:xfrm>
            <a:off x="380738" y="3778025"/>
            <a:ext cx="6567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）比较上述各点函数值大小即可得到最值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zh-CN" sz="2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41213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8">
            <a:extLst>
              <a:ext uri="{FF2B5EF4-FFF2-40B4-BE49-F238E27FC236}">
                <a16:creationId xmlns:a16="http://schemas.microsoft.com/office/drawing/2014/main" id="{F9BD04DA-3553-497F-8005-E1045FFDFBC2}"/>
              </a:ext>
            </a:extLst>
          </p:cNvPr>
          <p:cNvSpPr txBox="1"/>
          <p:nvPr/>
        </p:nvSpPr>
        <p:spPr>
          <a:xfrm>
            <a:off x="602376" y="555526"/>
            <a:ext cx="8244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  <a:cs typeface="Times New Roman" panose="02020603050405020304" pitchFamily="18" charset="0"/>
              </a:rPr>
              <a:t>(2)</a:t>
            </a: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实际问题中的最大值和最小值</a:t>
            </a:r>
            <a:r>
              <a:rPr lang="en-US" altLang="zh-CN" sz="2400" b="1" dirty="0">
                <a:latin typeface="+mn-ea"/>
                <a:cs typeface="Times New Roman" panose="02020603050405020304" pitchFamily="18" charset="0"/>
              </a:rPr>
              <a:t>.</a:t>
            </a:r>
            <a:endParaRPr lang="en-US" altLang="zh-CN" sz="2400" b="1" dirty="0">
              <a:latin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5ED8615-2587-41A1-B6F0-B50151C71C45}"/>
              </a:ext>
            </a:extLst>
          </p:cNvPr>
          <p:cNvGrpSpPr/>
          <p:nvPr/>
        </p:nvGrpSpPr>
        <p:grpSpPr>
          <a:xfrm>
            <a:off x="602376" y="1707654"/>
            <a:ext cx="8784976" cy="461665"/>
            <a:chOff x="755576" y="2060848"/>
            <a:chExt cx="8784976" cy="461665"/>
          </a:xfrm>
        </p:grpSpPr>
        <p:sp>
          <p:nvSpPr>
            <p:cNvPr id="4" name="文本框 2">
              <a:extLst>
                <a:ext uri="{FF2B5EF4-FFF2-40B4-BE49-F238E27FC236}">
                  <a16:creationId xmlns:a16="http://schemas.microsoft.com/office/drawing/2014/main" id="{B7FCEE71-A53F-4B7F-866E-7722F834CD91}"/>
                </a:ext>
              </a:extLst>
            </p:cNvPr>
            <p:cNvSpPr txBox="1"/>
            <p:nvPr/>
          </p:nvSpPr>
          <p:spPr>
            <a:xfrm>
              <a:off x="755576" y="2060848"/>
              <a:ext cx="87849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注</a:t>
              </a:r>
              <a:r>
                <a:rPr lang="zh-CN" altLang="en-US" sz="2400" b="1" dirty="0">
                  <a:solidFill>
                    <a:srgbClr val="0000FF"/>
                  </a:solidFill>
                  <a:latin typeface="+mn-ea"/>
                </a:rPr>
                <a:t>      </a:t>
              </a:r>
              <a:r>
                <a:rPr lang="zh-CN" altLang="en-US" sz="2400" b="1" dirty="0">
                  <a:latin typeface="+mn-ea"/>
                </a:rPr>
                <a:t>在一个区间（有限或者无限）内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</a:rPr>
                <a:t>可导</a:t>
              </a:r>
              <a:r>
                <a:rPr lang="zh-CN" altLang="en-US" sz="2400" b="1" dirty="0">
                  <a:latin typeface="+mn-ea"/>
                </a:rPr>
                <a:t>，且只有唯一</a:t>
              </a:r>
              <a:endParaRPr lang="en-US" altLang="zh-CN" sz="2800" b="1" dirty="0">
                <a:solidFill>
                  <a:srgbClr val="0064FF"/>
                </a:solidFill>
                <a:latin typeface="+mn-ea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F2FC3E25-2901-485A-B7BD-B1749797669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5635190"/>
                </p:ext>
              </p:extLst>
            </p:nvPr>
          </p:nvGraphicFramePr>
          <p:xfrm>
            <a:off x="1331640" y="2149996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097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6" name="对象 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331640" y="2149996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2D3DC4DE-6610-471B-94FA-03E0FCD07AA6}"/>
              </a:ext>
            </a:extLst>
          </p:cNvPr>
          <p:cNvGrpSpPr/>
          <p:nvPr/>
        </p:nvGrpSpPr>
        <p:grpSpPr>
          <a:xfrm>
            <a:off x="134832" y="2427734"/>
            <a:ext cx="8964488" cy="465311"/>
            <a:chOff x="288032" y="3126160"/>
            <a:chExt cx="8964488" cy="465311"/>
          </a:xfrm>
        </p:grpSpPr>
        <p:sp>
          <p:nvSpPr>
            <p:cNvPr id="7" name="文本框 2">
              <a:extLst>
                <a:ext uri="{FF2B5EF4-FFF2-40B4-BE49-F238E27FC236}">
                  <a16:creationId xmlns:a16="http://schemas.microsoft.com/office/drawing/2014/main" id="{35E579C5-545B-4EEC-B659-1CF3D2170D0B}"/>
                </a:ext>
              </a:extLst>
            </p:cNvPr>
            <p:cNvSpPr txBox="1"/>
            <p:nvPr/>
          </p:nvSpPr>
          <p:spPr>
            <a:xfrm>
              <a:off x="288032" y="3126160"/>
              <a:ext cx="89644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驻点</a:t>
              </a:r>
              <a:r>
                <a:rPr lang="zh-CN" altLang="en-US" sz="2400" b="1" dirty="0">
                  <a:solidFill>
                    <a:srgbClr val="0000FF"/>
                  </a:solidFill>
                  <a:latin typeface="+mn-ea"/>
                </a:rPr>
                <a:t>    </a:t>
              </a:r>
              <a:r>
                <a:rPr lang="zh-CN" altLang="en-US" sz="2400" b="1" dirty="0">
                  <a:latin typeface="+mn-ea"/>
                </a:rPr>
                <a:t>且     为极值点，那么，当其为极大值时，则为最大</a:t>
              </a:r>
              <a:endParaRPr lang="en-US" altLang="zh-CN" sz="2800" b="1" dirty="0">
                <a:solidFill>
                  <a:srgbClr val="0064FF"/>
                </a:solidFill>
                <a:latin typeface="+mn-ea"/>
              </a:endParaRP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818BD7C9-CE79-4AAD-A8EF-15916031E88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74666657"/>
                </p:ext>
              </p:extLst>
            </p:nvPr>
          </p:nvGraphicFramePr>
          <p:xfrm>
            <a:off x="1092200" y="3180309"/>
            <a:ext cx="381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098" name="Equation" r:id="rId5" imgW="380880" imgH="380880" progId="Equation.DSMT4">
                    <p:embed/>
                  </p:oleObj>
                </mc:Choice>
                <mc:Fallback>
                  <p:oleObj name="Equation" r:id="rId5" imgW="380880" imgH="380880" progId="Equation.DSMT4">
                    <p:embed/>
                    <p:pic>
                      <p:nvPicPr>
                        <p:cNvPr id="8" name="对象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2200" y="3180309"/>
                          <a:ext cx="3810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A8D00F67-CC34-40E7-948F-9323D5636C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55858231"/>
                </p:ext>
              </p:extLst>
            </p:nvPr>
          </p:nvGraphicFramePr>
          <p:xfrm>
            <a:off x="1963192" y="3210471"/>
            <a:ext cx="736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099" name="Equation" r:id="rId7" imgW="736560" imgH="380880" progId="Equation.DSMT4">
                    <p:embed/>
                  </p:oleObj>
                </mc:Choice>
                <mc:Fallback>
                  <p:oleObj name="Equation" r:id="rId7" imgW="736560" imgH="380880" progId="Equation.DSMT4">
                    <p:embed/>
                    <p:pic>
                      <p:nvPicPr>
                        <p:cNvPr id="9" name="对象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3192" y="3210471"/>
                          <a:ext cx="7366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文本框 2">
            <a:extLst>
              <a:ext uri="{FF2B5EF4-FFF2-40B4-BE49-F238E27FC236}">
                <a16:creationId xmlns:a16="http://schemas.microsoft.com/office/drawing/2014/main" id="{CFA993D5-ED71-474F-A1BF-F71FF460B9A7}"/>
              </a:ext>
            </a:extLst>
          </p:cNvPr>
          <p:cNvSpPr txBox="1"/>
          <p:nvPr/>
        </p:nvSpPr>
        <p:spPr>
          <a:xfrm>
            <a:off x="26312" y="3118197"/>
            <a:ext cx="8640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值；当其为极小值时，则一定为最小值</a:t>
            </a:r>
            <a:r>
              <a:rPr lang="en-US" altLang="zh-CN" sz="2400" b="1" dirty="0">
                <a:latin typeface="+mn-ea"/>
              </a:rPr>
              <a:t>.</a:t>
            </a:r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955630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A0FAD9FD-D2D0-4FC1-91C1-0E866D6AF92F}"/>
              </a:ext>
            </a:extLst>
          </p:cNvPr>
          <p:cNvSpPr txBox="1"/>
          <p:nvPr/>
        </p:nvSpPr>
        <p:spPr>
          <a:xfrm>
            <a:off x="922864" y="483518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 </a:t>
            </a:r>
            <a:r>
              <a:rPr lang="zh-CN" altLang="en-US" sz="2400" b="1" dirty="0">
                <a:latin typeface="+mn-ea"/>
              </a:rPr>
              <a:t>求函数                  在     上的最值</a:t>
            </a:r>
            <a:r>
              <a:rPr lang="en-US" altLang="zh-CN" sz="2400" b="1" dirty="0">
                <a:latin typeface="+mn-ea"/>
              </a:rPr>
              <a:t>.</a:t>
            </a:r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9A58F42-FB6E-4B1C-9B62-1545811664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1438633"/>
              </p:ext>
            </p:extLst>
          </p:nvPr>
        </p:nvGraphicFramePr>
        <p:xfrm>
          <a:off x="2596609" y="511150"/>
          <a:ext cx="2660651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71" name="Equation" r:id="rId3" imgW="2654300" imgH="406400" progId="Equation.DSMT4">
                  <p:embed/>
                </p:oleObj>
              </mc:Choice>
              <mc:Fallback>
                <p:oleObj name="Equation" r:id="rId3" imgW="2654300" imgH="40640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6609" y="511150"/>
                        <a:ext cx="2660651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3BA7869-5801-474E-92E9-7D4FBE6949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1428525"/>
              </p:ext>
            </p:extLst>
          </p:nvPr>
        </p:nvGraphicFramePr>
        <p:xfrm>
          <a:off x="5675392" y="577428"/>
          <a:ext cx="74930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72" name="Equation" r:id="rId5" imgW="748975" imgH="342751" progId="Equation.DSMT4">
                  <p:embed/>
                </p:oleObj>
              </mc:Choice>
              <mc:Fallback>
                <p:oleObj name="Equation" r:id="rId5" imgW="748975" imgH="342751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5392" y="577428"/>
                        <a:ext cx="749300" cy="338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2023D721-1580-457A-9F6E-72B5EA30A109}"/>
              </a:ext>
            </a:extLst>
          </p:cNvPr>
          <p:cNvGrpSpPr/>
          <p:nvPr/>
        </p:nvGrpSpPr>
        <p:grpSpPr>
          <a:xfrm>
            <a:off x="922864" y="1271605"/>
            <a:ext cx="7632848" cy="480863"/>
            <a:chOff x="899592" y="1343613"/>
            <a:chExt cx="7632848" cy="480863"/>
          </a:xfrm>
        </p:grpSpPr>
        <p:sp>
          <p:nvSpPr>
            <p:cNvPr id="6" name="文本框 6">
              <a:extLst>
                <a:ext uri="{FF2B5EF4-FFF2-40B4-BE49-F238E27FC236}">
                  <a16:creationId xmlns:a16="http://schemas.microsoft.com/office/drawing/2014/main" id="{804CB522-1503-418E-A2D8-B918E3F18575}"/>
                </a:ext>
              </a:extLst>
            </p:cNvPr>
            <p:cNvSpPr txBox="1"/>
            <p:nvPr/>
          </p:nvSpPr>
          <p:spPr>
            <a:xfrm>
              <a:off x="899592" y="1343613"/>
              <a:ext cx="76328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    </a:t>
              </a:r>
              <a:r>
                <a:rPr lang="zh-CN" altLang="en-US" sz="2400" b="1" dirty="0">
                  <a:latin typeface="+mn-ea"/>
                </a:rPr>
                <a:t>所给函数是闭区间     上的连续函数，令</a:t>
              </a:r>
            </a:p>
          </p:txBody>
        </p:sp>
        <p:sp>
          <p:nvSpPr>
            <p:cNvPr id="7" name="文本框 21">
              <a:extLst>
                <a:ext uri="{FF2B5EF4-FFF2-40B4-BE49-F238E27FC236}">
                  <a16:creationId xmlns:a16="http://schemas.microsoft.com/office/drawing/2014/main" id="{2D38544E-898E-4437-8D24-75AE3A1FEC82}"/>
                </a:ext>
              </a:extLst>
            </p:cNvPr>
            <p:cNvSpPr txBox="1"/>
            <p:nvPr/>
          </p:nvSpPr>
          <p:spPr>
            <a:xfrm>
              <a:off x="920612" y="1362811"/>
              <a:ext cx="5050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解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E3934751-6A39-400E-B2F6-B1EC7E24DB3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9069071"/>
                </p:ext>
              </p:extLst>
            </p:nvPr>
          </p:nvGraphicFramePr>
          <p:xfrm>
            <a:off x="4100196" y="1428272"/>
            <a:ext cx="749300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73" name="Equation" r:id="rId7" imgW="748975" imgH="342751" progId="Equation.DSMT4">
                    <p:embed/>
                  </p:oleObj>
                </mc:Choice>
                <mc:Fallback>
                  <p:oleObj name="Equation" r:id="rId7" imgW="748975" imgH="342751" progId="Equation.DSMT4">
                    <p:embed/>
                    <p:pic>
                      <p:nvPicPr>
                        <p:cNvPr id="11" name="对象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0196" y="1428272"/>
                          <a:ext cx="749300" cy="338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8AEFFC7-27DA-4666-9AD6-2706DDAF4C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1956882"/>
              </p:ext>
            </p:extLst>
          </p:nvPr>
        </p:nvGraphicFramePr>
        <p:xfrm>
          <a:off x="2279110" y="1997644"/>
          <a:ext cx="30162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74" name="Equation" r:id="rId8" imgW="3022560" imgH="406080" progId="Equation.DSMT4">
                  <p:embed/>
                </p:oleObj>
              </mc:Choice>
              <mc:Fallback>
                <p:oleObj name="Equation" r:id="rId8" imgW="3022560" imgH="40608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110" y="1997644"/>
                        <a:ext cx="301625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80957A74-7886-4A99-9DFA-893B888E9F82}"/>
              </a:ext>
            </a:extLst>
          </p:cNvPr>
          <p:cNvGrpSpPr/>
          <p:nvPr/>
        </p:nvGrpSpPr>
        <p:grpSpPr>
          <a:xfrm>
            <a:off x="325742" y="2573444"/>
            <a:ext cx="6645794" cy="461665"/>
            <a:chOff x="302470" y="2645452"/>
            <a:chExt cx="6645794" cy="461665"/>
          </a:xfrm>
        </p:grpSpPr>
        <p:sp>
          <p:nvSpPr>
            <p:cNvPr id="11" name="文本框 26">
              <a:extLst>
                <a:ext uri="{FF2B5EF4-FFF2-40B4-BE49-F238E27FC236}">
                  <a16:creationId xmlns:a16="http://schemas.microsoft.com/office/drawing/2014/main" id="{8483BDA8-4D18-4167-85D7-2A8BEC53EB8E}"/>
                </a:ext>
              </a:extLst>
            </p:cNvPr>
            <p:cNvSpPr txBox="1"/>
            <p:nvPr/>
          </p:nvSpPr>
          <p:spPr>
            <a:xfrm>
              <a:off x="302470" y="2645452"/>
              <a:ext cx="66457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    在      内的驻点    及     ，又   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DBEC8C0B-DD3D-4630-9B3D-885B35038F0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43238027"/>
                </p:ext>
              </p:extLst>
            </p:nvPr>
          </p:nvGraphicFramePr>
          <p:xfrm>
            <a:off x="313103" y="2726399"/>
            <a:ext cx="622300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75" name="Equation" r:id="rId10" imgW="622030" imgH="342751" progId="Equation.DSMT4">
                    <p:embed/>
                  </p:oleObj>
                </mc:Choice>
                <mc:Fallback>
                  <p:oleObj name="Equation" r:id="rId10" imgW="622030" imgH="342751" progId="Equation.DSMT4">
                    <p:embed/>
                    <p:pic>
                      <p:nvPicPr>
                        <p:cNvPr id="15" name="对象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103" y="2726399"/>
                          <a:ext cx="622300" cy="338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6DE03297-D743-4A30-8CEB-8773D902151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84555662"/>
                </p:ext>
              </p:extLst>
            </p:nvPr>
          </p:nvGraphicFramePr>
          <p:xfrm>
            <a:off x="1401985" y="2737668"/>
            <a:ext cx="793751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76" name="Equation" r:id="rId12" imgW="787058" imgH="342751" progId="Equation.DSMT4">
                    <p:embed/>
                  </p:oleObj>
                </mc:Choice>
                <mc:Fallback>
                  <p:oleObj name="Equation" r:id="rId12" imgW="787058" imgH="342751" progId="Equation.DSMT4">
                    <p:embed/>
                    <p:pic>
                      <p:nvPicPr>
                        <p:cNvPr id="16" name="对象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1985" y="2737668"/>
                          <a:ext cx="793751" cy="338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54C04296-4755-4559-94B1-E089870D400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08794043"/>
                </p:ext>
              </p:extLst>
            </p:nvPr>
          </p:nvGraphicFramePr>
          <p:xfrm>
            <a:off x="3472176" y="2741478"/>
            <a:ext cx="604838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77" name="Equation" r:id="rId14" imgW="609336" imgH="342751" progId="Equation.DSMT4">
                    <p:embed/>
                  </p:oleObj>
                </mc:Choice>
                <mc:Fallback>
                  <p:oleObj name="Equation" r:id="rId14" imgW="609336" imgH="342751" progId="Equation.DSMT4">
                    <p:embed/>
                    <p:pic>
                      <p:nvPicPr>
                        <p:cNvPr id="17" name="对象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2176" y="2741478"/>
                          <a:ext cx="604838" cy="338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8B502B9E-10E1-4195-B842-40238D80318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7929521"/>
                </p:ext>
              </p:extLst>
            </p:nvPr>
          </p:nvGraphicFramePr>
          <p:xfrm>
            <a:off x="4495800" y="2738438"/>
            <a:ext cx="555625" cy="338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78" name="Equation" r:id="rId16" imgW="558558" imgH="342751" progId="Equation.DSMT4">
                    <p:embed/>
                  </p:oleObj>
                </mc:Choice>
                <mc:Fallback>
                  <p:oleObj name="Equation" r:id="rId16" imgW="558558" imgH="342751" progId="Equation.DSMT4">
                    <p:embed/>
                    <p:pic>
                      <p:nvPicPr>
                        <p:cNvPr id="18" name="对象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5800" y="2738438"/>
                          <a:ext cx="555625" cy="3381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C99113EE-356D-48B0-8F52-8FFC513EC5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6401711"/>
              </p:ext>
            </p:extLst>
          </p:nvPr>
        </p:nvGraphicFramePr>
        <p:xfrm>
          <a:off x="1545685" y="3335907"/>
          <a:ext cx="5791200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79" name="Equation" r:id="rId18" imgW="5790960" imgH="342720" progId="Equation.DSMT4">
                  <p:embed/>
                </p:oleObj>
              </mc:Choice>
              <mc:Fallback>
                <p:oleObj name="Equation" r:id="rId18" imgW="5790960" imgH="342720" progId="Equation.DSMT4">
                  <p:embed/>
                  <p:pic>
                    <p:nvPicPr>
                      <p:cNvPr id="19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5685" y="3335907"/>
                        <a:ext cx="5791200" cy="338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id="{613C17C5-E62D-4F5A-837F-573D6AE3BB9A}"/>
              </a:ext>
            </a:extLst>
          </p:cNvPr>
          <p:cNvGrpSpPr/>
          <p:nvPr/>
        </p:nvGrpSpPr>
        <p:grpSpPr>
          <a:xfrm>
            <a:off x="202784" y="3936254"/>
            <a:ext cx="8973006" cy="461665"/>
            <a:chOff x="179512" y="4008262"/>
            <a:chExt cx="8973006" cy="461665"/>
          </a:xfrm>
        </p:grpSpPr>
        <p:sp>
          <p:nvSpPr>
            <p:cNvPr id="18" name="文本框 36">
              <a:extLst>
                <a:ext uri="{FF2B5EF4-FFF2-40B4-BE49-F238E27FC236}">
                  <a16:creationId xmlns:a16="http://schemas.microsoft.com/office/drawing/2014/main" id="{24F0F3D7-AFCA-4FAD-9D95-1724ACD79356}"/>
                </a:ext>
              </a:extLst>
            </p:cNvPr>
            <p:cNvSpPr txBox="1"/>
            <p:nvPr/>
          </p:nvSpPr>
          <p:spPr>
            <a:xfrm>
              <a:off x="179512" y="4008262"/>
              <a:ext cx="8973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所以    在     上的最大值为        </a:t>
              </a:r>
              <a:r>
                <a:rPr lang="en-US" altLang="zh-CN" sz="2400" b="1" dirty="0">
                  <a:latin typeface="+mn-ea"/>
                </a:rPr>
                <a:t>,</a:t>
              </a:r>
              <a:r>
                <a:rPr lang="zh-CN" altLang="en-US" sz="2400" b="1" dirty="0">
                  <a:latin typeface="+mn-ea"/>
                </a:rPr>
                <a:t>最小值为         </a:t>
              </a:r>
              <a:r>
                <a:rPr lang="en-US" altLang="zh-CN" sz="2400" b="1" dirty="0">
                  <a:latin typeface="+mn-ea"/>
                </a:rPr>
                <a:t>.</a:t>
              </a:r>
              <a:r>
                <a:rPr lang="zh-CN" altLang="en-US" sz="2400" b="1" dirty="0">
                  <a:latin typeface="+mn-ea"/>
                </a:rPr>
                <a:t> 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3D327D8E-94CA-4F11-BFF9-FE70214CB54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55777627"/>
                </p:ext>
              </p:extLst>
            </p:nvPr>
          </p:nvGraphicFramePr>
          <p:xfrm>
            <a:off x="872486" y="4107901"/>
            <a:ext cx="622300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80" name="Equation" r:id="rId20" imgW="622030" imgH="342751" progId="Equation.DSMT4">
                    <p:embed/>
                  </p:oleObj>
                </mc:Choice>
                <mc:Fallback>
                  <p:oleObj name="Equation" r:id="rId20" imgW="622030" imgH="342751" progId="Equation.DSMT4">
                    <p:embed/>
                    <p:pic>
                      <p:nvPicPr>
                        <p:cNvPr id="22" name="对象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2486" y="4107901"/>
                          <a:ext cx="622300" cy="338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EFBCE013-2CB2-48E5-AD4F-D33F6FD7A47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81904056"/>
                </p:ext>
              </p:extLst>
            </p:nvPr>
          </p:nvGraphicFramePr>
          <p:xfrm>
            <a:off x="1835696" y="4094078"/>
            <a:ext cx="749300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81" name="Equation" r:id="rId22" imgW="748975" imgH="342751" progId="Equation.DSMT4">
                    <p:embed/>
                  </p:oleObj>
                </mc:Choice>
                <mc:Fallback>
                  <p:oleObj name="Equation" r:id="rId22" imgW="748975" imgH="342751" progId="Equation.DSMT4">
                    <p:embed/>
                    <p:pic>
                      <p:nvPicPr>
                        <p:cNvPr id="23" name="对象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5696" y="4094078"/>
                          <a:ext cx="749300" cy="338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3CA91BC5-14B0-4DE3-B5C7-52B44470075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84830822"/>
                </p:ext>
              </p:extLst>
            </p:nvPr>
          </p:nvGraphicFramePr>
          <p:xfrm>
            <a:off x="4422236" y="4104238"/>
            <a:ext cx="1168400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82" name="Equation" r:id="rId23" imgW="1167893" imgH="342751" progId="Equation.DSMT4">
                    <p:embed/>
                  </p:oleObj>
                </mc:Choice>
                <mc:Fallback>
                  <p:oleObj name="Equation" r:id="rId23" imgW="1167893" imgH="342751" progId="Equation.DSMT4">
                    <p:embed/>
                    <p:pic>
                      <p:nvPicPr>
                        <p:cNvPr id="24" name="对象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2236" y="4104238"/>
                          <a:ext cx="1168400" cy="338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661A73A1-DADC-4E43-90DB-5267DC6FDFD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1888126"/>
                </p:ext>
              </p:extLst>
            </p:nvPr>
          </p:nvGraphicFramePr>
          <p:xfrm>
            <a:off x="6974768" y="4105820"/>
            <a:ext cx="1441451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83" name="Equation" r:id="rId25" imgW="1447172" imgH="342751" progId="Equation.DSMT4">
                    <p:embed/>
                  </p:oleObj>
                </mc:Choice>
                <mc:Fallback>
                  <p:oleObj name="Equation" r:id="rId25" imgW="1447172" imgH="342751" progId="Equation.DSMT4">
                    <p:embed/>
                    <p:pic>
                      <p:nvPicPr>
                        <p:cNvPr id="25" name="对象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74768" y="4105820"/>
                          <a:ext cx="1441451" cy="338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173762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F5424F62-B30F-4140-A19E-F3ED6349E734}"/>
              </a:ext>
            </a:extLst>
          </p:cNvPr>
          <p:cNvSpPr txBox="1"/>
          <p:nvPr/>
        </p:nvSpPr>
        <p:spPr>
          <a:xfrm>
            <a:off x="827584" y="344946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 </a:t>
            </a:r>
            <a:r>
              <a:rPr lang="zh-CN" altLang="en-US" sz="2400" b="1" dirty="0">
                <a:latin typeface="+mn-ea"/>
              </a:rPr>
              <a:t>求数列     的最大项</a:t>
            </a:r>
            <a:r>
              <a:rPr lang="en-US" altLang="zh-CN" sz="2400" b="1" dirty="0">
                <a:latin typeface="+mn-ea"/>
              </a:rPr>
              <a:t>.</a:t>
            </a:r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3" name="文本框 6">
            <a:extLst>
              <a:ext uri="{FF2B5EF4-FFF2-40B4-BE49-F238E27FC236}">
                <a16:creationId xmlns:a16="http://schemas.microsoft.com/office/drawing/2014/main" id="{F971EC2C-DDAD-4500-9088-26BB8423234F}"/>
              </a:ext>
            </a:extLst>
          </p:cNvPr>
          <p:cNvSpPr txBox="1"/>
          <p:nvPr/>
        </p:nvSpPr>
        <p:spPr>
          <a:xfrm>
            <a:off x="899592" y="1066301"/>
            <a:ext cx="8164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     </a:t>
            </a:r>
            <a:r>
              <a:rPr lang="zh-CN" altLang="en-US" sz="2400" b="1" dirty="0">
                <a:latin typeface="+mn-ea"/>
              </a:rPr>
              <a:t>数列是特殊函数，不能求导，将其过渡到函数解决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4" name="文本框 21">
            <a:extLst>
              <a:ext uri="{FF2B5EF4-FFF2-40B4-BE49-F238E27FC236}">
                <a16:creationId xmlns:a16="http://schemas.microsoft.com/office/drawing/2014/main" id="{E36B9E84-4F77-4C87-AF80-9BEFC477604B}"/>
              </a:ext>
            </a:extLst>
          </p:cNvPr>
          <p:cNvSpPr txBox="1"/>
          <p:nvPr/>
        </p:nvSpPr>
        <p:spPr>
          <a:xfrm>
            <a:off x="898704" y="1675755"/>
            <a:ext cx="505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6200BA0-73F3-441F-A182-C098753C8D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9571491"/>
              </p:ext>
            </p:extLst>
          </p:nvPr>
        </p:nvGraphicFramePr>
        <p:xfrm>
          <a:off x="2508414" y="344947"/>
          <a:ext cx="666751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85" name="Equation" r:id="rId3" imgW="672808" imgH="558558" progId="Equation.DSMT4">
                  <p:embed/>
                </p:oleObj>
              </mc:Choice>
              <mc:Fallback>
                <p:oleObj name="Equation" r:id="rId3" imgW="672808" imgH="558558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414" y="344947"/>
                        <a:ext cx="666751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43">
            <a:extLst>
              <a:ext uri="{FF2B5EF4-FFF2-40B4-BE49-F238E27FC236}">
                <a16:creationId xmlns:a16="http://schemas.microsoft.com/office/drawing/2014/main" id="{E35DEF3D-E844-4997-BD18-402C067CF067}"/>
              </a:ext>
            </a:extLst>
          </p:cNvPr>
          <p:cNvSpPr txBox="1"/>
          <p:nvPr/>
        </p:nvSpPr>
        <p:spPr>
          <a:xfrm>
            <a:off x="827584" y="1059582"/>
            <a:ext cx="834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分析</a:t>
            </a:r>
            <a:endParaRPr lang="zh-CN" altLang="en-US" sz="2400" b="1" dirty="0">
              <a:latin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7510178-0A75-484D-A9AB-31B621E8140B}"/>
              </a:ext>
            </a:extLst>
          </p:cNvPr>
          <p:cNvGrpSpPr/>
          <p:nvPr/>
        </p:nvGrpSpPr>
        <p:grpSpPr>
          <a:xfrm>
            <a:off x="1305868" y="1518518"/>
            <a:ext cx="4274244" cy="641350"/>
            <a:chOff x="1305868" y="1622425"/>
            <a:chExt cx="4274244" cy="641350"/>
          </a:xfrm>
        </p:grpSpPr>
        <p:sp>
          <p:nvSpPr>
            <p:cNvPr id="8" name="文本框 26">
              <a:extLst>
                <a:ext uri="{FF2B5EF4-FFF2-40B4-BE49-F238E27FC236}">
                  <a16:creationId xmlns:a16="http://schemas.microsoft.com/office/drawing/2014/main" id="{3C84BFD2-8DED-4565-8CDB-1C884B50F6A1}"/>
                </a:ext>
              </a:extLst>
            </p:cNvPr>
            <p:cNvSpPr txBox="1"/>
            <p:nvPr/>
          </p:nvSpPr>
          <p:spPr>
            <a:xfrm>
              <a:off x="1305868" y="1779661"/>
              <a:ext cx="42742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  设                   ，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79784FBE-D1C3-4465-8802-CAE4192026E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81407931"/>
                </p:ext>
              </p:extLst>
            </p:nvPr>
          </p:nvGraphicFramePr>
          <p:xfrm>
            <a:off x="1979712" y="1622425"/>
            <a:ext cx="2997200" cy="641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86" name="Equation" r:id="rId5" imgW="2984400" imgH="647640" progId="Equation.DSMT4">
                    <p:embed/>
                  </p:oleObj>
                </mc:Choice>
                <mc:Fallback>
                  <p:oleObj name="Equation" r:id="rId5" imgW="2984400" imgH="647640" progId="Equation.DSMT4">
                    <p:embed/>
                    <p:pic>
                      <p:nvPicPr>
                        <p:cNvPr id="11" name="对象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9712" y="1622425"/>
                          <a:ext cx="2997200" cy="6413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754964B-F436-4A46-940E-76DD31EA7CEA}"/>
              </a:ext>
            </a:extLst>
          </p:cNvPr>
          <p:cNvGrpSpPr/>
          <p:nvPr/>
        </p:nvGrpSpPr>
        <p:grpSpPr>
          <a:xfrm>
            <a:off x="178355" y="2284942"/>
            <a:ext cx="3745573" cy="470933"/>
            <a:chOff x="178355" y="2388849"/>
            <a:chExt cx="3745573" cy="470933"/>
          </a:xfrm>
        </p:grpSpPr>
        <p:sp>
          <p:nvSpPr>
            <p:cNvPr id="11" name="文本框 36">
              <a:extLst>
                <a:ext uri="{FF2B5EF4-FFF2-40B4-BE49-F238E27FC236}">
                  <a16:creationId xmlns:a16="http://schemas.microsoft.com/office/drawing/2014/main" id="{2B9D1887-7F14-4D31-A0BF-38EED6824D01}"/>
                </a:ext>
              </a:extLst>
            </p:cNvPr>
            <p:cNvSpPr txBox="1"/>
            <p:nvPr/>
          </p:nvSpPr>
          <p:spPr>
            <a:xfrm>
              <a:off x="178355" y="2388849"/>
              <a:ext cx="37455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令        ，得驻点    </a:t>
              </a:r>
              <a:r>
                <a:rPr lang="en-US" altLang="zh-CN" sz="2400" b="1" dirty="0">
                  <a:latin typeface="+mn-ea"/>
                </a:rPr>
                <a:t>.</a:t>
              </a: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C9895022-9D4C-4372-BCB0-8F3B9032E1A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48349099"/>
                </p:ext>
              </p:extLst>
            </p:nvPr>
          </p:nvGraphicFramePr>
          <p:xfrm>
            <a:off x="614337" y="2508945"/>
            <a:ext cx="1149351" cy="3508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87" name="Equation" r:id="rId7" imgW="1143000" imgH="355600" progId="Equation.DSMT4">
                    <p:embed/>
                  </p:oleObj>
                </mc:Choice>
                <mc:Fallback>
                  <p:oleObj name="Equation" r:id="rId7" imgW="1143000" imgH="355600" progId="Equation.DSMT4">
                    <p:embed/>
                    <p:pic>
                      <p:nvPicPr>
                        <p:cNvPr id="14" name="对象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4337" y="2508945"/>
                          <a:ext cx="1149351" cy="3508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34610DAC-DB16-496C-96E0-249605AFB48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28681228"/>
                </p:ext>
              </p:extLst>
            </p:nvPr>
          </p:nvGraphicFramePr>
          <p:xfrm>
            <a:off x="3059113" y="2557743"/>
            <a:ext cx="635000" cy="206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88" name="Equation" r:id="rId9" imgW="634680" imgH="215640" progId="Equation.DSMT4">
                    <p:embed/>
                  </p:oleObj>
                </mc:Choice>
                <mc:Fallback>
                  <p:oleObj name="Equation" r:id="rId9" imgW="634680" imgH="215640" progId="Equation.DSMT4">
                    <p:embed/>
                    <p:pic>
                      <p:nvPicPr>
                        <p:cNvPr id="15" name="对象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9113" y="2557743"/>
                          <a:ext cx="635000" cy="206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29235A4-FE96-4C03-B77C-48743AD4DA72}"/>
              </a:ext>
            </a:extLst>
          </p:cNvPr>
          <p:cNvGrpSpPr/>
          <p:nvPr/>
        </p:nvGrpSpPr>
        <p:grpSpPr>
          <a:xfrm>
            <a:off x="295813" y="2967447"/>
            <a:ext cx="9362197" cy="461665"/>
            <a:chOff x="178355" y="3118197"/>
            <a:chExt cx="8973006" cy="461665"/>
          </a:xfrm>
        </p:grpSpPr>
        <p:sp>
          <p:nvSpPr>
            <p:cNvPr id="15" name="文本框 51">
              <a:extLst>
                <a:ext uri="{FF2B5EF4-FFF2-40B4-BE49-F238E27FC236}">
                  <a16:creationId xmlns:a16="http://schemas.microsoft.com/office/drawing/2014/main" id="{893301B8-ECEB-4C83-A3A2-4CD029605D09}"/>
                </a:ext>
              </a:extLst>
            </p:cNvPr>
            <p:cNvSpPr txBox="1"/>
            <p:nvPr/>
          </p:nvSpPr>
          <p:spPr>
            <a:xfrm>
              <a:off x="178355" y="3118197"/>
              <a:ext cx="8973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当     时，        ； 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AFFE8655-05AD-4B99-AFF5-12281424F2B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91080078"/>
                </p:ext>
              </p:extLst>
            </p:nvPr>
          </p:nvGraphicFramePr>
          <p:xfrm>
            <a:off x="683568" y="3267420"/>
            <a:ext cx="622300" cy="206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89" name="Equation" r:id="rId11" imgW="622080" imgH="215640" progId="Equation.DSMT4">
                    <p:embed/>
                  </p:oleObj>
                </mc:Choice>
                <mc:Fallback>
                  <p:oleObj name="Equation" r:id="rId11" imgW="622080" imgH="215640" progId="Equation.DSMT4">
                    <p:embed/>
                    <p:pic>
                      <p:nvPicPr>
                        <p:cNvPr id="18" name="对象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3568" y="3267420"/>
                          <a:ext cx="622300" cy="2063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63C18B23-4DE0-4A00-9FB8-D3DBE3323E6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0470438"/>
                </p:ext>
              </p:extLst>
            </p:nvPr>
          </p:nvGraphicFramePr>
          <p:xfrm>
            <a:off x="1953072" y="3185414"/>
            <a:ext cx="1149351" cy="3508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90" name="Equation" r:id="rId13" imgW="1143000" imgH="355600" progId="Equation.DSMT4">
                    <p:embed/>
                  </p:oleObj>
                </mc:Choice>
                <mc:Fallback>
                  <p:oleObj name="Equation" r:id="rId13" imgW="1143000" imgH="355600" progId="Equation.DSMT4">
                    <p:embed/>
                    <p:pic>
                      <p:nvPicPr>
                        <p:cNvPr id="19" name="对象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3072" y="3185414"/>
                          <a:ext cx="1149351" cy="3508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704CD22-B92F-4C69-B597-A226BB897F5E}"/>
              </a:ext>
            </a:extLst>
          </p:cNvPr>
          <p:cNvGrpSpPr/>
          <p:nvPr/>
        </p:nvGrpSpPr>
        <p:grpSpPr>
          <a:xfrm>
            <a:off x="3607447" y="2974181"/>
            <a:ext cx="3181907" cy="461665"/>
            <a:chOff x="3275856" y="3094028"/>
            <a:chExt cx="3181907" cy="461665"/>
          </a:xfrm>
        </p:grpSpPr>
        <p:sp>
          <p:nvSpPr>
            <p:cNvPr id="19" name="文本框 56">
              <a:extLst>
                <a:ext uri="{FF2B5EF4-FFF2-40B4-BE49-F238E27FC236}">
                  <a16:creationId xmlns:a16="http://schemas.microsoft.com/office/drawing/2014/main" id="{D1000B8A-7B77-433A-BBEA-3178922C27EE}"/>
                </a:ext>
              </a:extLst>
            </p:cNvPr>
            <p:cNvSpPr txBox="1"/>
            <p:nvPr/>
          </p:nvSpPr>
          <p:spPr>
            <a:xfrm>
              <a:off x="3275856" y="3094028"/>
              <a:ext cx="31819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当     时，        </a:t>
              </a:r>
              <a:r>
                <a:rPr lang="en-US" altLang="zh-CN" sz="2400" b="1" dirty="0">
                  <a:latin typeface="+mn-ea"/>
                </a:rPr>
                <a:t>.</a:t>
              </a:r>
              <a:r>
                <a:rPr lang="zh-CN" altLang="en-US" sz="2400" b="1" dirty="0">
                  <a:latin typeface="+mn-ea"/>
                </a:rPr>
                <a:t>  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C1138314-7E87-4CD1-97DD-E0FD1EC3192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56052076"/>
                </p:ext>
              </p:extLst>
            </p:nvPr>
          </p:nvGraphicFramePr>
          <p:xfrm>
            <a:off x="3761396" y="3263981"/>
            <a:ext cx="635000" cy="206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91" name="Equation" r:id="rId15" imgW="634680" imgH="215640" progId="Equation.DSMT4">
                    <p:embed/>
                  </p:oleObj>
                </mc:Choice>
                <mc:Fallback>
                  <p:oleObj name="Equation" r:id="rId15" imgW="634680" imgH="215640" progId="Equation.DSMT4">
                    <p:embed/>
                    <p:pic>
                      <p:nvPicPr>
                        <p:cNvPr id="22" name="对象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61396" y="3263981"/>
                          <a:ext cx="635000" cy="206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1B258C9A-6A38-4FE7-B139-D7F85F72489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6801512"/>
                </p:ext>
              </p:extLst>
            </p:nvPr>
          </p:nvGraphicFramePr>
          <p:xfrm>
            <a:off x="4991650" y="3181636"/>
            <a:ext cx="1149351" cy="3508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92" name="Equation" r:id="rId17" imgW="1143000" imgH="355600" progId="Equation.DSMT4">
                    <p:embed/>
                  </p:oleObj>
                </mc:Choice>
                <mc:Fallback>
                  <p:oleObj name="Equation" r:id="rId17" imgW="1143000" imgH="355600" progId="Equation.DSMT4">
                    <p:embed/>
                    <p:pic>
                      <p:nvPicPr>
                        <p:cNvPr id="23" name="对象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1650" y="3181636"/>
                          <a:ext cx="1149351" cy="3508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01BDE916-8E1C-4F1A-8655-13308ED07D20}"/>
              </a:ext>
            </a:extLst>
          </p:cNvPr>
          <p:cNvGrpSpPr/>
          <p:nvPr/>
        </p:nvGrpSpPr>
        <p:grpSpPr>
          <a:xfrm>
            <a:off x="5076056" y="1490223"/>
            <a:ext cx="3291657" cy="641350"/>
            <a:chOff x="5076056" y="1594130"/>
            <a:chExt cx="3291657" cy="641350"/>
          </a:xfrm>
        </p:grpSpPr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3A8FD029-CF76-45FA-A581-5DA9D98B884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0577517"/>
                </p:ext>
              </p:extLst>
            </p:nvPr>
          </p:nvGraphicFramePr>
          <p:xfrm>
            <a:off x="5732463" y="1594130"/>
            <a:ext cx="2635250" cy="641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93" name="Equation" r:id="rId19" imgW="2641320" imgH="647640" progId="Equation.DSMT4">
                    <p:embed/>
                  </p:oleObj>
                </mc:Choice>
                <mc:Fallback>
                  <p:oleObj name="Equation" r:id="rId19" imgW="2641320" imgH="647640" progId="Equation.DSMT4">
                    <p:embed/>
                    <p:pic>
                      <p:nvPicPr>
                        <p:cNvPr id="25" name="对象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32463" y="1594130"/>
                          <a:ext cx="2635250" cy="6413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文本框 61">
              <a:extLst>
                <a:ext uri="{FF2B5EF4-FFF2-40B4-BE49-F238E27FC236}">
                  <a16:creationId xmlns:a16="http://schemas.microsoft.com/office/drawing/2014/main" id="{31E4A757-470E-4C24-AB27-6B0B0111D1E2}"/>
                </a:ext>
              </a:extLst>
            </p:cNvPr>
            <p:cNvSpPr txBox="1"/>
            <p:nvPr/>
          </p:nvSpPr>
          <p:spPr>
            <a:xfrm>
              <a:off x="5076056" y="1762907"/>
              <a:ext cx="9775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由于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63A2046C-A3D2-4274-A549-A4E644F54DD7}"/>
              </a:ext>
            </a:extLst>
          </p:cNvPr>
          <p:cNvGrpSpPr/>
          <p:nvPr/>
        </p:nvGrpSpPr>
        <p:grpSpPr>
          <a:xfrm>
            <a:off x="205832" y="3532525"/>
            <a:ext cx="7030464" cy="628865"/>
            <a:chOff x="205832" y="3636432"/>
            <a:chExt cx="7030464" cy="628865"/>
          </a:xfrm>
        </p:grpSpPr>
        <p:sp>
          <p:nvSpPr>
            <p:cNvPr id="26" name="文本框 50">
              <a:extLst>
                <a:ext uri="{FF2B5EF4-FFF2-40B4-BE49-F238E27FC236}">
                  <a16:creationId xmlns:a16="http://schemas.microsoft.com/office/drawing/2014/main" id="{7A696923-F963-4D99-9B27-AD4A65E41DB4}"/>
                </a:ext>
              </a:extLst>
            </p:cNvPr>
            <p:cNvSpPr txBox="1"/>
            <p:nvPr/>
          </p:nvSpPr>
          <p:spPr>
            <a:xfrm>
              <a:off x="2907298" y="3803632"/>
              <a:ext cx="432899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 的唯一极大值点也是最大值点</a:t>
              </a:r>
              <a:r>
                <a:rPr lang="en-US" altLang="zh-CN" sz="2400" b="1" dirty="0">
                  <a:latin typeface="+mn-ea"/>
                </a:rPr>
                <a:t>.</a:t>
              </a:r>
            </a:p>
          </p:txBody>
        </p:sp>
        <p:sp>
          <p:nvSpPr>
            <p:cNvPr id="27" name="文本框 65">
              <a:extLst>
                <a:ext uri="{FF2B5EF4-FFF2-40B4-BE49-F238E27FC236}">
                  <a16:creationId xmlns:a16="http://schemas.microsoft.com/office/drawing/2014/main" id="{0BD6D874-E2C6-4C4E-B711-488E3ACB957C}"/>
                </a:ext>
              </a:extLst>
            </p:cNvPr>
            <p:cNvSpPr txBox="1"/>
            <p:nvPr/>
          </p:nvSpPr>
          <p:spPr>
            <a:xfrm>
              <a:off x="205832" y="3796907"/>
              <a:ext cx="27229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所以     是       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BA2308B1-4EB2-43E4-923D-AADCA6F047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65943520"/>
                </p:ext>
              </p:extLst>
            </p:nvPr>
          </p:nvGraphicFramePr>
          <p:xfrm>
            <a:off x="985838" y="3988080"/>
            <a:ext cx="635000" cy="206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94" name="Equation" r:id="rId21" imgW="634680" imgH="215640" progId="Equation.DSMT4">
                    <p:embed/>
                  </p:oleObj>
                </mc:Choice>
                <mc:Fallback>
                  <p:oleObj name="Equation" r:id="rId21" imgW="634680" imgH="215640" progId="Equation.DSMT4">
                    <p:embed/>
                    <p:pic>
                      <p:nvPicPr>
                        <p:cNvPr id="30" name="对象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5838" y="3988080"/>
                          <a:ext cx="635000" cy="206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F4591885-117D-4B94-A47C-35041D684B0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3152348"/>
                </p:ext>
              </p:extLst>
            </p:nvPr>
          </p:nvGraphicFramePr>
          <p:xfrm>
            <a:off x="2051720" y="3636432"/>
            <a:ext cx="1079500" cy="601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95" name="Equation" r:id="rId23" imgW="1079280" imgH="609480" progId="Equation.DSMT4">
                    <p:embed/>
                  </p:oleObj>
                </mc:Choice>
                <mc:Fallback>
                  <p:oleObj name="Equation" r:id="rId23" imgW="1079280" imgH="609480" progId="Equation.DSMT4">
                    <p:embed/>
                    <p:pic>
                      <p:nvPicPr>
                        <p:cNvPr id="31" name="对象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1720" y="3636432"/>
                          <a:ext cx="1079500" cy="6016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439334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021C14E0-38C3-4001-B759-33061CFCEB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4532331"/>
              </p:ext>
            </p:extLst>
          </p:nvPr>
        </p:nvGraphicFramePr>
        <p:xfrm>
          <a:off x="2896617" y="3080056"/>
          <a:ext cx="248285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96" name="Equation" r:id="rId3" imgW="2476440" imgH="431640" progId="Equation.DSMT4">
                  <p:embed/>
                </p:oleObj>
              </mc:Choice>
              <mc:Fallback>
                <p:oleObj name="Equation" r:id="rId3" imgW="2476440" imgH="431640" progId="Equation.DSMT4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6617" y="3080056"/>
                        <a:ext cx="2482850" cy="425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A4133EB3-62CC-4FDF-8933-7410522347FF}"/>
              </a:ext>
            </a:extLst>
          </p:cNvPr>
          <p:cNvGrpSpPr/>
          <p:nvPr/>
        </p:nvGrpSpPr>
        <p:grpSpPr>
          <a:xfrm>
            <a:off x="107504" y="3872069"/>
            <a:ext cx="7760273" cy="558800"/>
            <a:chOff x="179512" y="4022455"/>
            <a:chExt cx="7760273" cy="558800"/>
          </a:xfrm>
        </p:grpSpPr>
        <p:sp>
          <p:nvSpPr>
            <p:cNvPr id="4" name="文本框 4">
              <a:extLst>
                <a:ext uri="{FF2B5EF4-FFF2-40B4-BE49-F238E27FC236}">
                  <a16:creationId xmlns:a16="http://schemas.microsoft.com/office/drawing/2014/main" id="{B765342F-887B-40A3-AAC5-4154DAF793D6}"/>
                </a:ext>
              </a:extLst>
            </p:cNvPr>
            <p:cNvSpPr txBox="1"/>
            <p:nvPr/>
          </p:nvSpPr>
          <p:spPr>
            <a:xfrm>
              <a:off x="179512" y="4071023"/>
              <a:ext cx="77602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比较知 ：   是数列     的最大项</a:t>
              </a:r>
              <a:r>
                <a:rPr lang="en-US" altLang="zh-CN" sz="2400" b="1" dirty="0">
                  <a:latin typeface="+mn-ea"/>
                </a:rPr>
                <a:t>.</a:t>
              </a: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2100C339-A756-4456-82BF-D7E0E8C00D6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23795"/>
                </p:ext>
              </p:extLst>
            </p:nvPr>
          </p:nvGraphicFramePr>
          <p:xfrm>
            <a:off x="1547664" y="4138988"/>
            <a:ext cx="4064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197" name="Equation" r:id="rId5" imgW="406048" imgH="393359" progId="Equation.DSMT4">
                    <p:embed/>
                  </p:oleObj>
                </mc:Choice>
                <mc:Fallback>
                  <p:oleObj name="Equation" r:id="rId5" imgW="406048" imgH="393359" progId="Equation.DSMT4">
                    <p:embed/>
                    <p:pic>
                      <p:nvPicPr>
                        <p:cNvPr id="7" name="对象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7664" y="4138988"/>
                          <a:ext cx="406400" cy="393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5C4F7801-FED9-46DE-BB89-D98F221F2B9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9968082"/>
                </p:ext>
              </p:extLst>
            </p:nvPr>
          </p:nvGraphicFramePr>
          <p:xfrm>
            <a:off x="3059832" y="4022455"/>
            <a:ext cx="666751" cy="558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198" name="Equation" r:id="rId7" imgW="672808" imgH="558558" progId="Equation.DSMT4">
                    <p:embed/>
                  </p:oleObj>
                </mc:Choice>
                <mc:Fallback>
                  <p:oleObj name="Equation" r:id="rId7" imgW="672808" imgH="558558" progId="Equation.DSMT4">
                    <p:embed/>
                    <p:pic>
                      <p:nvPicPr>
                        <p:cNvPr id="8" name="对象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9832" y="4022455"/>
                          <a:ext cx="666751" cy="558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35676BAF-5ADB-4C53-8FC0-3C6FBD21AACA}"/>
              </a:ext>
            </a:extLst>
          </p:cNvPr>
          <p:cNvGrpSpPr/>
          <p:nvPr/>
        </p:nvGrpSpPr>
        <p:grpSpPr>
          <a:xfrm>
            <a:off x="159271" y="2229072"/>
            <a:ext cx="7760273" cy="461665"/>
            <a:chOff x="231279" y="2379458"/>
            <a:chExt cx="7760273" cy="461665"/>
          </a:xfrm>
        </p:grpSpPr>
        <p:sp>
          <p:nvSpPr>
            <p:cNvPr id="8" name="文本框 8">
              <a:extLst>
                <a:ext uri="{FF2B5EF4-FFF2-40B4-BE49-F238E27FC236}">
                  <a16:creationId xmlns:a16="http://schemas.microsoft.com/office/drawing/2014/main" id="{0057EC44-709A-44DB-B25C-6D3D8F412D9E}"/>
                </a:ext>
              </a:extLst>
            </p:cNvPr>
            <p:cNvSpPr txBox="1"/>
            <p:nvPr/>
          </p:nvSpPr>
          <p:spPr>
            <a:xfrm>
              <a:off x="231279" y="2379458"/>
              <a:ext cx="77602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所对应的项       之中，由于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0A61A57D-61B3-4A06-8123-D222841D8E2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69965986"/>
                </p:ext>
              </p:extLst>
            </p:nvPr>
          </p:nvGraphicFramePr>
          <p:xfrm>
            <a:off x="1919339" y="2405512"/>
            <a:ext cx="996951" cy="4254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199" name="Equation" r:id="rId9" imgW="990170" imgH="431613" progId="Equation.DSMT4">
                    <p:embed/>
                  </p:oleObj>
                </mc:Choice>
                <mc:Fallback>
                  <p:oleObj name="Equation" r:id="rId9" imgW="990170" imgH="431613" progId="Equation.DSMT4">
                    <p:embed/>
                    <p:pic>
                      <p:nvPicPr>
                        <p:cNvPr id="11" name="对象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9339" y="2405512"/>
                          <a:ext cx="996951" cy="4254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文本框 13">
            <a:extLst>
              <a:ext uri="{FF2B5EF4-FFF2-40B4-BE49-F238E27FC236}">
                <a16:creationId xmlns:a16="http://schemas.microsoft.com/office/drawing/2014/main" id="{47D1565A-5431-4DFE-8CB7-0BDC8DAD815B}"/>
              </a:ext>
            </a:extLst>
          </p:cNvPr>
          <p:cNvSpPr txBox="1"/>
          <p:nvPr/>
        </p:nvSpPr>
        <p:spPr>
          <a:xfrm>
            <a:off x="827584" y="483518"/>
            <a:ext cx="4176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 </a:t>
            </a:r>
            <a:r>
              <a:rPr lang="zh-CN" altLang="en-US" sz="2400" b="1" dirty="0">
                <a:latin typeface="+mn-ea"/>
              </a:rPr>
              <a:t>求数列     的最大项</a:t>
            </a:r>
            <a:r>
              <a:rPr lang="en-US" altLang="zh-CN" sz="2400" b="1" dirty="0">
                <a:latin typeface="+mn-ea"/>
              </a:rPr>
              <a:t>.</a:t>
            </a:r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D14CC7D-332B-4C71-BD86-4C78B4C304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8835581"/>
              </p:ext>
            </p:extLst>
          </p:nvPr>
        </p:nvGraphicFramePr>
        <p:xfrm>
          <a:off x="2523542" y="477148"/>
          <a:ext cx="666751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00" name="Equation" r:id="rId11" imgW="672808" imgH="558558" progId="Equation.DSMT4">
                  <p:embed/>
                </p:oleObj>
              </mc:Choice>
              <mc:Fallback>
                <p:oleObj name="Equation" r:id="rId11" imgW="672808" imgH="558558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3542" y="477148"/>
                        <a:ext cx="666751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E6B68A18-4747-41CC-91D4-8128C4F97697}"/>
              </a:ext>
            </a:extLst>
          </p:cNvPr>
          <p:cNvGrpSpPr/>
          <p:nvPr/>
        </p:nvGrpSpPr>
        <p:grpSpPr>
          <a:xfrm>
            <a:off x="539552" y="1269236"/>
            <a:ext cx="8101479" cy="702816"/>
            <a:chOff x="611560" y="1419622"/>
            <a:chExt cx="8101479" cy="702816"/>
          </a:xfrm>
        </p:grpSpPr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1CDDE97C-BBB1-4DD0-BA5F-D4DF26B44D7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59825822"/>
                </p:ext>
              </p:extLst>
            </p:nvPr>
          </p:nvGraphicFramePr>
          <p:xfrm>
            <a:off x="5709221" y="1722011"/>
            <a:ext cx="165100" cy="207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01" name="Equation" r:id="rId12" imgW="164880" imgH="215640" progId="Equation.DSMT4">
                    <p:embed/>
                  </p:oleObj>
                </mc:Choice>
                <mc:Fallback>
                  <p:oleObj name="Equation" r:id="rId12" imgW="164880" imgH="215640" progId="Equation.DSMT4">
                    <p:embed/>
                    <p:pic>
                      <p:nvPicPr>
                        <p:cNvPr id="15" name="对象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09221" y="1722011"/>
                          <a:ext cx="165100" cy="207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文本框 11">
              <a:extLst>
                <a:ext uri="{FF2B5EF4-FFF2-40B4-BE49-F238E27FC236}">
                  <a16:creationId xmlns:a16="http://schemas.microsoft.com/office/drawing/2014/main" id="{7A8E512E-DA56-44D4-8D55-9FA2AB4239AF}"/>
                </a:ext>
              </a:extLst>
            </p:cNvPr>
            <p:cNvSpPr txBox="1"/>
            <p:nvPr/>
          </p:nvSpPr>
          <p:spPr>
            <a:xfrm>
              <a:off x="827584" y="1603921"/>
              <a:ext cx="78854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由此可见数列     的最大项在接近</a:t>
              </a:r>
              <a:r>
                <a:rPr lang="zh-CN" altLang="en-US" sz="2400" b="1" dirty="0">
                  <a:latin typeface="Times New Roman" pitchFamily="18" charset="0"/>
                  <a:cs typeface="Times New Roman" pitchFamily="18" charset="0"/>
                </a:rPr>
                <a:t>   </a:t>
              </a:r>
              <a:r>
                <a:rPr lang="zh-CN" altLang="en-US" sz="2400" b="1" dirty="0">
                  <a:latin typeface="+mn-ea"/>
                </a:rPr>
                <a:t>的两个自然数</a:t>
              </a:r>
              <a:r>
                <a:rPr lang="en-US" altLang="zh-CN" sz="2400" b="1" dirty="0">
                  <a:latin typeface="+mn-ea"/>
                </a:rPr>
                <a:t>2</a:t>
              </a:r>
              <a:r>
                <a:rPr lang="zh-CN" altLang="en-US" sz="2400" b="1" dirty="0">
                  <a:latin typeface="+mn-ea"/>
                </a:rPr>
                <a:t>和</a:t>
              </a:r>
              <a:r>
                <a:rPr lang="en-US" altLang="zh-CN" sz="2400" b="1" dirty="0">
                  <a:latin typeface="+mn-ea"/>
                </a:rPr>
                <a:t>3</a:t>
              </a: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AF4E70FA-09C4-48F1-9176-CD404C30AF0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1422010"/>
                </p:ext>
              </p:extLst>
            </p:nvPr>
          </p:nvGraphicFramePr>
          <p:xfrm>
            <a:off x="2829582" y="1563638"/>
            <a:ext cx="666751" cy="558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02" name="Equation" r:id="rId14" imgW="672808" imgH="558558" progId="Equation.DSMT4">
                    <p:embed/>
                  </p:oleObj>
                </mc:Choice>
                <mc:Fallback>
                  <p:oleObj name="Equation" r:id="rId14" imgW="672808" imgH="558558" progId="Equation.DSMT4">
                    <p:embed/>
                    <p:pic>
                      <p:nvPicPr>
                        <p:cNvPr id="17" name="对象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9582" y="1563638"/>
                          <a:ext cx="666751" cy="558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CC5C2BE4-829F-4D7C-B6DF-865FDA74CE79}"/>
                </a:ext>
              </a:extLst>
            </p:cNvPr>
            <p:cNvCxnSpPr/>
            <p:nvPr/>
          </p:nvCxnSpPr>
          <p:spPr>
            <a:xfrm flipV="1">
              <a:off x="611560" y="1419622"/>
              <a:ext cx="7848872" cy="0"/>
            </a:xfrm>
            <a:prstGeom prst="line">
              <a:avLst/>
            </a:prstGeom>
            <a:ln w="1905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39546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2">
            <a:extLst>
              <a:ext uri="{FF2B5EF4-FFF2-40B4-BE49-F238E27FC236}">
                <a16:creationId xmlns:a16="http://schemas.microsoft.com/office/drawing/2014/main" id="{1E9F4B87-290C-432A-9A7C-26AE6C673695}"/>
              </a:ext>
            </a:extLst>
          </p:cNvPr>
          <p:cNvSpPr txBox="1"/>
          <p:nvPr/>
        </p:nvSpPr>
        <p:spPr>
          <a:xfrm>
            <a:off x="683568" y="483518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 </a:t>
            </a:r>
            <a:r>
              <a:rPr lang="zh-CN" altLang="en-US" sz="2400" b="1" dirty="0">
                <a:latin typeface="+mn-ea"/>
              </a:rPr>
              <a:t>要做一个容积为  的圆柱形容器，问怎样设计才能</a:t>
            </a:r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0A266B3-E8CE-4D2D-835B-DD6CA8CDB0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1619736"/>
              </p:ext>
            </p:extLst>
          </p:nvPr>
        </p:nvGraphicFramePr>
        <p:xfrm>
          <a:off x="3591888" y="587451"/>
          <a:ext cx="239712" cy="27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13" name="Equation" r:id="rId3" imgW="241195" imgH="279279" progId="Equation.DSMT4">
                  <p:embed/>
                </p:oleObj>
              </mc:Choice>
              <mc:Fallback>
                <p:oleObj name="Equation" r:id="rId3" imgW="241195" imgH="279279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1888" y="587451"/>
                        <a:ext cx="239712" cy="277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22">
            <a:extLst>
              <a:ext uri="{FF2B5EF4-FFF2-40B4-BE49-F238E27FC236}">
                <a16:creationId xmlns:a16="http://schemas.microsoft.com/office/drawing/2014/main" id="{8E6D0E17-B150-43EB-863B-2B0CBE08C093}"/>
              </a:ext>
            </a:extLst>
          </p:cNvPr>
          <p:cNvSpPr txBox="1"/>
          <p:nvPr/>
        </p:nvSpPr>
        <p:spPr>
          <a:xfrm>
            <a:off x="703737" y="1611016"/>
            <a:ext cx="505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5" name="文本框 25">
            <a:extLst>
              <a:ext uri="{FF2B5EF4-FFF2-40B4-BE49-F238E27FC236}">
                <a16:creationId xmlns:a16="http://schemas.microsoft.com/office/drawing/2014/main" id="{63CFD302-FDE3-479D-92DE-3DF8D2D5DD68}"/>
              </a:ext>
            </a:extLst>
          </p:cNvPr>
          <p:cNvSpPr txBox="1"/>
          <p:nvPr/>
        </p:nvSpPr>
        <p:spPr>
          <a:xfrm>
            <a:off x="99120" y="1029448"/>
            <a:ext cx="3168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使得所用材料最省</a:t>
            </a:r>
            <a:r>
              <a:rPr lang="en-US" altLang="zh-CN" sz="2400" b="1" dirty="0">
                <a:latin typeface="+mn-ea"/>
              </a:rPr>
              <a:t>?</a:t>
            </a:r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088068C-674E-4B81-8B7B-4D9A33DF22E6}"/>
              </a:ext>
            </a:extLst>
          </p:cNvPr>
          <p:cNvGrpSpPr/>
          <p:nvPr/>
        </p:nvGrpSpPr>
        <p:grpSpPr>
          <a:xfrm>
            <a:off x="1265286" y="1491113"/>
            <a:ext cx="7457357" cy="730250"/>
            <a:chOff x="1460102" y="1389488"/>
            <a:chExt cx="7457357" cy="730250"/>
          </a:xfrm>
        </p:grpSpPr>
        <p:sp>
          <p:nvSpPr>
            <p:cNvPr id="7" name="文本框 15">
              <a:extLst>
                <a:ext uri="{FF2B5EF4-FFF2-40B4-BE49-F238E27FC236}">
                  <a16:creationId xmlns:a16="http://schemas.microsoft.com/office/drawing/2014/main" id="{56BBFA44-60D6-4E58-997B-F33DAEC5EBDA}"/>
                </a:ext>
              </a:extLst>
            </p:cNvPr>
            <p:cNvSpPr txBox="1"/>
            <p:nvPr/>
          </p:nvSpPr>
          <p:spPr>
            <a:xfrm>
              <a:off x="1460102" y="1513535"/>
              <a:ext cx="74573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设圆柱形容器底半径为  ，则高       ，总表面积为</a:t>
              </a: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FCBC8E37-7089-42A0-8B3A-93A39F4FC0F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080907"/>
                </p:ext>
              </p:extLst>
            </p:nvPr>
          </p:nvGraphicFramePr>
          <p:xfrm>
            <a:off x="4750717" y="1733178"/>
            <a:ext cx="176213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14" name="Equation" r:id="rId5" imgW="177646" imgH="190335" progId="Equation.DSMT4">
                    <p:embed/>
                  </p:oleObj>
                </mc:Choice>
                <mc:Fallback>
                  <p:oleObj name="Equation" r:id="rId5" imgW="177646" imgH="190335" progId="Equation.DSMT4">
                    <p:embed/>
                    <p:pic>
                      <p:nvPicPr>
                        <p:cNvPr id="10" name="对象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0717" y="1733178"/>
                          <a:ext cx="176213" cy="190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2662DC21-35F0-4BD8-ACCD-B52A6DBBF0F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9007551"/>
                </p:ext>
              </p:extLst>
            </p:nvPr>
          </p:nvGraphicFramePr>
          <p:xfrm>
            <a:off x="5868144" y="1389488"/>
            <a:ext cx="977900" cy="730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15" name="Equation" r:id="rId7" imgW="977760" imgH="736560" progId="Equation.DSMT4">
                    <p:embed/>
                  </p:oleObj>
                </mc:Choice>
                <mc:Fallback>
                  <p:oleObj name="Equation" r:id="rId7" imgW="977760" imgH="736560" progId="Equation.DSMT4">
                    <p:embed/>
                    <p:pic>
                      <p:nvPicPr>
                        <p:cNvPr id="11" name="对象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68144" y="1389488"/>
                          <a:ext cx="977900" cy="730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BDB7572-2DDB-449C-8058-A1CC24CD58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078896"/>
              </p:ext>
            </p:extLst>
          </p:nvPr>
        </p:nvGraphicFramePr>
        <p:xfrm>
          <a:off x="2233613" y="2244725"/>
          <a:ext cx="4445000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16" name="Equation" r:id="rId9" imgW="4444920" imgH="723600" progId="Equation.DSMT4">
                  <p:embed/>
                </p:oleObj>
              </mc:Choice>
              <mc:Fallback>
                <p:oleObj name="Equation" r:id="rId9" imgW="4444920" imgH="7236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3613" y="2244725"/>
                        <a:ext cx="4445000" cy="715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30B889FE-0166-45CF-AF84-D611EA77B05A}"/>
              </a:ext>
            </a:extLst>
          </p:cNvPr>
          <p:cNvGrpSpPr/>
          <p:nvPr/>
        </p:nvGrpSpPr>
        <p:grpSpPr>
          <a:xfrm>
            <a:off x="1052963" y="3063875"/>
            <a:ext cx="4785862" cy="762000"/>
            <a:chOff x="1247779" y="2803897"/>
            <a:chExt cx="4785862" cy="762000"/>
          </a:xfrm>
        </p:grpSpPr>
        <p:sp>
          <p:nvSpPr>
            <p:cNvPr id="12" name="文本框 36">
              <a:extLst>
                <a:ext uri="{FF2B5EF4-FFF2-40B4-BE49-F238E27FC236}">
                  <a16:creationId xmlns:a16="http://schemas.microsoft.com/office/drawing/2014/main" id="{512B5B5F-86E9-4E2E-B1F9-7657BC4FF32C}"/>
                </a:ext>
              </a:extLst>
            </p:cNvPr>
            <p:cNvSpPr txBox="1"/>
            <p:nvPr/>
          </p:nvSpPr>
          <p:spPr>
            <a:xfrm>
              <a:off x="1247779" y="2932162"/>
              <a:ext cx="10199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求导</a:t>
              </a: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E3D8CCCD-BDBA-4317-8993-3E256C4570F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01038787"/>
                </p:ext>
              </p:extLst>
            </p:nvPr>
          </p:nvGraphicFramePr>
          <p:xfrm>
            <a:off x="2472879" y="2803897"/>
            <a:ext cx="3560762" cy="762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17" name="Equation" r:id="rId11" imgW="3555720" imgH="761760" progId="Equation.DSMT4">
                    <p:embed/>
                  </p:oleObj>
                </mc:Choice>
                <mc:Fallback>
                  <p:oleObj name="Equation" r:id="rId11" imgW="3555720" imgH="761760" progId="Equation.DSMT4">
                    <p:embed/>
                    <p:pic>
                      <p:nvPicPr>
                        <p:cNvPr id="15" name="对象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2879" y="2803897"/>
                          <a:ext cx="3560762" cy="762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2040631F-D7DE-4991-B4F1-C02604830B38}"/>
              </a:ext>
            </a:extLst>
          </p:cNvPr>
          <p:cNvGrpSpPr/>
          <p:nvPr/>
        </p:nvGrpSpPr>
        <p:grpSpPr>
          <a:xfrm>
            <a:off x="1084331" y="3929212"/>
            <a:ext cx="4188317" cy="831850"/>
            <a:chOff x="1279147" y="3745955"/>
            <a:chExt cx="4188317" cy="831850"/>
          </a:xfrm>
        </p:grpSpPr>
        <p:sp>
          <p:nvSpPr>
            <p:cNvPr id="15" name="文本框 39">
              <a:extLst>
                <a:ext uri="{FF2B5EF4-FFF2-40B4-BE49-F238E27FC236}">
                  <a16:creationId xmlns:a16="http://schemas.microsoft.com/office/drawing/2014/main" id="{2C5610B7-FAEA-467B-B341-F9CCFBE02887}"/>
                </a:ext>
              </a:extLst>
            </p:cNvPr>
            <p:cNvSpPr txBox="1"/>
            <p:nvPr/>
          </p:nvSpPr>
          <p:spPr>
            <a:xfrm>
              <a:off x="1279147" y="3929193"/>
              <a:ext cx="418831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令      得唯一驻点</a:t>
              </a: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73F8FE30-3DBC-4D8F-A6E8-0B092B40D53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2044997"/>
                </p:ext>
              </p:extLst>
            </p:nvPr>
          </p:nvGraphicFramePr>
          <p:xfrm>
            <a:off x="1747739" y="4021138"/>
            <a:ext cx="808037" cy="347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18" name="Equation" r:id="rId13" imgW="812520" imgH="342720" progId="Equation.DSMT4">
                    <p:embed/>
                  </p:oleObj>
                </mc:Choice>
                <mc:Fallback>
                  <p:oleObj name="Equation" r:id="rId13" imgW="812520" imgH="342720" progId="Equation.DSMT4">
                    <p:embed/>
                    <p:pic>
                      <p:nvPicPr>
                        <p:cNvPr id="18" name="对象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7739" y="4021138"/>
                          <a:ext cx="808037" cy="3476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73AD0735-3B52-40DD-B8B2-0AE8EFEE692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42809663"/>
                </p:ext>
              </p:extLst>
            </p:nvPr>
          </p:nvGraphicFramePr>
          <p:xfrm>
            <a:off x="4227513" y="3745955"/>
            <a:ext cx="1123950" cy="831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19" name="Equation" r:id="rId15" imgW="1130040" imgH="825480" progId="Equation.DSMT4">
                    <p:embed/>
                  </p:oleObj>
                </mc:Choice>
                <mc:Fallback>
                  <p:oleObj name="Equation" r:id="rId15" imgW="1130040" imgH="825480" progId="Equation.DSMT4">
                    <p:embed/>
                    <p:pic>
                      <p:nvPicPr>
                        <p:cNvPr id="19" name="对象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7513" y="3745955"/>
                          <a:ext cx="1123950" cy="8318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976028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E65D83D8-3E2A-42BF-B7A4-F80620009D66}"/>
              </a:ext>
            </a:extLst>
          </p:cNvPr>
          <p:cNvSpPr txBox="1"/>
          <p:nvPr/>
        </p:nvSpPr>
        <p:spPr>
          <a:xfrm>
            <a:off x="600846" y="41151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  </a:t>
            </a:r>
            <a:r>
              <a:rPr lang="zh-CN" altLang="en-US" sz="2400" b="1" dirty="0">
                <a:latin typeface="+mn-ea"/>
              </a:rPr>
              <a:t>要做一个容积为  的圆柱形容器，问怎样设计才能</a:t>
            </a:r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A767535-48C6-4FC3-A380-D073B25132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0681485"/>
              </p:ext>
            </p:extLst>
          </p:nvPr>
        </p:nvGraphicFramePr>
        <p:xfrm>
          <a:off x="3673502" y="546111"/>
          <a:ext cx="239712" cy="27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6" name="Equation" r:id="rId3" imgW="241195" imgH="279279" progId="Equation.DSMT4">
                  <p:embed/>
                </p:oleObj>
              </mc:Choice>
              <mc:Fallback>
                <p:oleObj name="Equation" r:id="rId3" imgW="241195" imgH="279279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3502" y="546111"/>
                        <a:ext cx="239712" cy="277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4">
            <a:extLst>
              <a:ext uri="{FF2B5EF4-FFF2-40B4-BE49-F238E27FC236}">
                <a16:creationId xmlns:a16="http://schemas.microsoft.com/office/drawing/2014/main" id="{DCE1F256-C847-45AE-AB69-9F99065819B7}"/>
              </a:ext>
            </a:extLst>
          </p:cNvPr>
          <p:cNvSpPr txBox="1"/>
          <p:nvPr/>
        </p:nvSpPr>
        <p:spPr>
          <a:xfrm>
            <a:off x="24782" y="957957"/>
            <a:ext cx="3168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使得所用材料最省</a:t>
            </a:r>
            <a:r>
              <a:rPr lang="en-US" altLang="zh-CN" sz="2400" b="1" dirty="0">
                <a:latin typeface="+mn-ea"/>
              </a:rPr>
              <a:t>?</a:t>
            </a:r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B0CAC50D-32B7-41B5-9043-FC82AC3EA149}"/>
              </a:ext>
            </a:extLst>
          </p:cNvPr>
          <p:cNvGrpSpPr/>
          <p:nvPr/>
        </p:nvGrpSpPr>
        <p:grpSpPr>
          <a:xfrm>
            <a:off x="24782" y="2299351"/>
            <a:ext cx="8640960" cy="830262"/>
            <a:chOff x="251520" y="2299351"/>
            <a:chExt cx="8640960" cy="830262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007FBD5-AFA8-4544-917E-7E27C4C5B5B0}"/>
                </a:ext>
              </a:extLst>
            </p:cNvPr>
            <p:cNvSpPr txBox="1"/>
            <p:nvPr/>
          </p:nvSpPr>
          <p:spPr>
            <a:xfrm>
              <a:off x="251520" y="2488426"/>
              <a:ext cx="86409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在唯一驻点       处取得极小值，该点也是函数的最小值点．</a:t>
              </a: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A275E2C5-8903-4AC9-A645-B784AA0D093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58482779"/>
                </p:ext>
              </p:extLst>
            </p:nvPr>
          </p:nvGraphicFramePr>
          <p:xfrm>
            <a:off x="1978025" y="2299351"/>
            <a:ext cx="1073150" cy="830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27" name="Equation" r:id="rId5" imgW="1079280" imgH="825480" progId="Equation.DSMT4">
                    <p:embed/>
                  </p:oleObj>
                </mc:Choice>
                <mc:Fallback>
                  <p:oleObj name="Equation" r:id="rId5" imgW="1079280" imgH="825480" progId="Equation.DSMT4">
                    <p:embed/>
                    <p:pic>
                      <p:nvPicPr>
                        <p:cNvPr id="9" name="对象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8025" y="2299351"/>
                          <a:ext cx="1073150" cy="8302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文本框 8">
            <a:extLst>
              <a:ext uri="{FF2B5EF4-FFF2-40B4-BE49-F238E27FC236}">
                <a16:creationId xmlns:a16="http://schemas.microsoft.com/office/drawing/2014/main" id="{1D54C7DC-0CB7-4873-9997-7B2FEA275F0D}"/>
              </a:ext>
            </a:extLst>
          </p:cNvPr>
          <p:cNvSpPr txBox="1"/>
          <p:nvPr/>
        </p:nvSpPr>
        <p:spPr>
          <a:xfrm>
            <a:off x="668440" y="4293771"/>
            <a:ext cx="6485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即当高和底面直径相等时，所用材料最省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b="1" dirty="0">
              <a:latin typeface="+mn-ea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C68684CD-B9DB-4884-AF54-65F9D3E909B8}"/>
              </a:ext>
            </a:extLst>
          </p:cNvPr>
          <p:cNvGrpSpPr/>
          <p:nvPr/>
        </p:nvGrpSpPr>
        <p:grpSpPr>
          <a:xfrm>
            <a:off x="198281" y="3206750"/>
            <a:ext cx="4419757" cy="830263"/>
            <a:chOff x="199832" y="3212114"/>
            <a:chExt cx="4419757" cy="830263"/>
          </a:xfrm>
        </p:grpSpPr>
        <p:sp>
          <p:nvSpPr>
            <p:cNvPr id="10" name="文本框 13">
              <a:extLst>
                <a:ext uri="{FF2B5EF4-FFF2-40B4-BE49-F238E27FC236}">
                  <a16:creationId xmlns:a16="http://schemas.microsoft.com/office/drawing/2014/main" id="{DB095F9A-9025-48A5-AAEC-A17D4DCE73DB}"/>
                </a:ext>
              </a:extLst>
            </p:cNvPr>
            <p:cNvSpPr txBox="1"/>
            <p:nvPr/>
          </p:nvSpPr>
          <p:spPr>
            <a:xfrm>
              <a:off x="199832" y="3381797"/>
              <a:ext cx="9817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此时</a:t>
              </a: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E6FB58F9-F9EA-4A49-8336-C4833DC6DF3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9742265"/>
                </p:ext>
              </p:extLst>
            </p:nvPr>
          </p:nvGraphicFramePr>
          <p:xfrm>
            <a:off x="1901789" y="3212114"/>
            <a:ext cx="2717800" cy="830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28" name="Equation" r:id="rId7" imgW="2717640" imgH="825480" progId="Equation.DSMT4">
                    <p:embed/>
                  </p:oleObj>
                </mc:Choice>
                <mc:Fallback>
                  <p:oleObj name="Equation" r:id="rId7" imgW="2717640" imgH="825480" progId="Equation.DSMT4">
                    <p:embed/>
                    <p:pic>
                      <p:nvPicPr>
                        <p:cNvPr id="13" name="对象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1789" y="3212114"/>
                          <a:ext cx="2717800" cy="8302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C0CE8C1C-1220-4B07-B0DA-C2355B3D7A18}"/>
              </a:ext>
            </a:extLst>
          </p:cNvPr>
          <p:cNvGrpSpPr/>
          <p:nvPr/>
        </p:nvGrpSpPr>
        <p:grpSpPr>
          <a:xfrm>
            <a:off x="143682" y="1526799"/>
            <a:ext cx="8496944" cy="736472"/>
            <a:chOff x="370420" y="1526799"/>
            <a:chExt cx="8496944" cy="736472"/>
          </a:xfrm>
        </p:grpSpPr>
        <p:sp>
          <p:nvSpPr>
            <p:cNvPr id="13" name="文本框 11">
              <a:extLst>
                <a:ext uri="{FF2B5EF4-FFF2-40B4-BE49-F238E27FC236}">
                  <a16:creationId xmlns:a16="http://schemas.microsoft.com/office/drawing/2014/main" id="{CE16AA12-9BDF-4941-BCEE-AF65D6B8A1CB}"/>
                </a:ext>
              </a:extLst>
            </p:cNvPr>
            <p:cNvSpPr txBox="1"/>
            <p:nvPr/>
          </p:nvSpPr>
          <p:spPr>
            <a:xfrm>
              <a:off x="755576" y="1659028"/>
              <a:ext cx="47525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 由实际问题可以确定，目标函数</a:t>
              </a:r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0EC3DDD4-256D-4E8D-80DA-4510A4F4F70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5628513"/>
                </p:ext>
              </p:extLst>
            </p:nvPr>
          </p:nvGraphicFramePr>
          <p:xfrm>
            <a:off x="5662834" y="1544134"/>
            <a:ext cx="2603500" cy="719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29" name="Equation" r:id="rId9" imgW="2603160" imgH="723600" progId="Equation.DSMT4">
                    <p:embed/>
                  </p:oleObj>
                </mc:Choice>
                <mc:Fallback>
                  <p:oleObj name="Equation" r:id="rId9" imgW="2603160" imgH="723600" progId="Equation.DSMT4">
                    <p:embed/>
                    <p:pic>
                      <p:nvPicPr>
                        <p:cNvPr id="16" name="对象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62834" y="1544134"/>
                          <a:ext cx="2603500" cy="7191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044D28B-C461-4203-A0DB-D7CEBC2535CA}"/>
                </a:ext>
              </a:extLst>
            </p:cNvPr>
            <p:cNvCxnSpPr/>
            <p:nvPr/>
          </p:nvCxnSpPr>
          <p:spPr>
            <a:xfrm flipV="1">
              <a:off x="370420" y="1526799"/>
              <a:ext cx="8496944" cy="0"/>
            </a:xfrm>
            <a:prstGeom prst="line">
              <a:avLst/>
            </a:prstGeom>
            <a:ln w="1905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01189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419F910-6A97-4718-8248-DFBF8E1C2EC5}"/>
              </a:ext>
            </a:extLst>
          </p:cNvPr>
          <p:cNvSpPr txBox="1">
            <a:spLocks noChangeArrowheads="1"/>
          </p:cNvSpPr>
          <p:nvPr/>
        </p:nvSpPr>
        <p:spPr>
          <a:xfrm>
            <a:off x="1014536" y="339502"/>
            <a:ext cx="8129464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设函数         在         内二阶可导，且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B62A3FC-9664-4072-88BE-997607369C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0989870"/>
              </p:ext>
            </p:extLst>
          </p:nvPr>
        </p:nvGraphicFramePr>
        <p:xfrm>
          <a:off x="2811229" y="428099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1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4B62A3FC-9664-4072-88BE-997607369C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11229" y="428099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C47DDC2-7B3D-4B61-86F3-20B811ADA7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5149869"/>
              </p:ext>
            </p:extLst>
          </p:nvPr>
        </p:nvGraphicFramePr>
        <p:xfrm>
          <a:off x="3846513" y="420080"/>
          <a:ext cx="596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2" name="Equation" r:id="rId5" imgW="596880" imgH="342720" progId="Equation.DSMT4">
                  <p:embed/>
                </p:oleObj>
              </mc:Choice>
              <mc:Fallback>
                <p:oleObj name="Equation" r:id="rId5" imgW="596880" imgH="342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4C47DDC2-7B3D-4B61-86F3-20B811ADA7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46513" y="420080"/>
                        <a:ext cx="596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3B701B2-77C9-473B-B60A-03AA316D41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3616371"/>
              </p:ext>
            </p:extLst>
          </p:nvPr>
        </p:nvGraphicFramePr>
        <p:xfrm>
          <a:off x="6869113" y="406400"/>
          <a:ext cx="1663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3" name="Equation" r:id="rId7" imgW="1663560" imgH="482400" progId="Equation.DSMT4">
                  <p:embed/>
                </p:oleObj>
              </mc:Choice>
              <mc:Fallback>
                <p:oleObj name="Equation" r:id="rId7" imgW="1663560" imgH="4824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A3B701B2-77C9-473B-B60A-03AA316D41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69113" y="406400"/>
                        <a:ext cx="16637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7E1D45B-59C0-4E99-B489-32DC141102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0530941"/>
              </p:ext>
            </p:extLst>
          </p:nvPr>
        </p:nvGraphicFramePr>
        <p:xfrm>
          <a:off x="250825" y="938213"/>
          <a:ext cx="1663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4" name="Equation" r:id="rId9" imgW="1663560" imgH="482400" progId="Equation.DSMT4">
                  <p:embed/>
                </p:oleObj>
              </mc:Choice>
              <mc:Fallback>
                <p:oleObj name="Equation" r:id="rId9" imgW="1663560" imgH="4824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F7E1D45B-59C0-4E99-B489-32DC141102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0825" y="938213"/>
                        <a:ext cx="16637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EA80BA8D-867F-47AF-B7EF-876616364C07}"/>
              </a:ext>
            </a:extLst>
          </p:cNvPr>
          <p:cNvSpPr txBox="1">
            <a:spLocks noChangeArrowheads="1"/>
          </p:cNvSpPr>
          <p:nvPr/>
        </p:nvSpPr>
        <p:spPr>
          <a:xfrm>
            <a:off x="1941279" y="843558"/>
            <a:ext cx="8129464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证： 至少存在一点                使得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280FFE2-8D37-4236-ADA9-EF34EB2CF4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8206" y="906692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5" name="Equation" r:id="rId11" imgW="1130040" imgH="342720" progId="Equation.DSMT4">
                  <p:embed/>
                </p:oleObj>
              </mc:Choice>
              <mc:Fallback>
                <p:oleObj name="Equation" r:id="rId11" imgW="1130040" imgH="3427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3280FFE2-8D37-4236-ADA9-EF34EB2CF4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78206" y="906692"/>
                        <a:ext cx="1130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12A8E6D-6B4A-4B3D-B53C-8DF4692101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4208" y="906692"/>
          <a:ext cx="1257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6" name="Equation" r:id="rId13" imgW="1257120" imgH="355320" progId="Equation.DSMT4">
                  <p:embed/>
                </p:oleObj>
              </mc:Choice>
              <mc:Fallback>
                <p:oleObj name="Equation" r:id="rId13" imgW="1257120" imgH="3553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E12A8E6D-6B4A-4B3D-B53C-8DF4692101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444208" y="906692"/>
                        <a:ext cx="12573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3A02D0FE-DE73-4129-ABD4-38A07AA31F6D}"/>
              </a:ext>
            </a:extLst>
          </p:cNvPr>
          <p:cNvSpPr txBox="1">
            <a:spLocks noChangeArrowheads="1"/>
          </p:cNvSpPr>
          <p:nvPr/>
        </p:nvSpPr>
        <p:spPr>
          <a:xfrm>
            <a:off x="1014536" y="1508215"/>
            <a:ext cx="846708" cy="643010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证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7336B968-7982-496D-A4B2-25B7EF4B5D6E}"/>
              </a:ext>
            </a:extLst>
          </p:cNvPr>
          <p:cNvGrpSpPr/>
          <p:nvPr/>
        </p:nvGrpSpPr>
        <p:grpSpPr>
          <a:xfrm>
            <a:off x="1486376" y="1549702"/>
            <a:ext cx="7046064" cy="601523"/>
            <a:chOff x="1486376" y="1549702"/>
            <a:chExt cx="7046064" cy="601523"/>
          </a:xfrm>
        </p:grpSpPr>
        <p:sp>
          <p:nvSpPr>
            <p:cNvPr id="11" name="Rectangle 2">
              <a:extLst>
                <a:ext uri="{FF2B5EF4-FFF2-40B4-BE49-F238E27FC236}">
                  <a16:creationId xmlns:a16="http://schemas.microsoft.com/office/drawing/2014/main" id="{E0C61E57-C9EF-4565-9544-3E8162E68E2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486376" y="1549702"/>
              <a:ext cx="7046064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设</a:t>
              </a: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49D6ED12-CF10-40AC-B6F6-13B4F31DEA2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68500" y="1557338"/>
            <a:ext cx="2641600" cy="546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27" name="Equation" r:id="rId15" imgW="2641320" imgH="545760" progId="Equation.DSMT4">
                    <p:embed/>
                  </p:oleObj>
                </mc:Choice>
                <mc:Fallback>
                  <p:oleObj name="Equation" r:id="rId15" imgW="2641320" imgH="54576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49D6ED12-CF10-40AC-B6F6-13B4F31DEA2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968500" y="1557338"/>
                          <a:ext cx="2641600" cy="546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E1BED6B9-1F18-4282-AE41-3A19DAB9A60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86300" y="1577975"/>
            <a:ext cx="2667000" cy="546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28" name="Equation" r:id="rId17" imgW="2666880" imgH="545760" progId="Equation.DSMT4">
                    <p:embed/>
                  </p:oleObj>
                </mc:Choice>
                <mc:Fallback>
                  <p:oleObj name="Equation" r:id="rId17" imgW="2666880" imgH="54576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E1BED6B9-1F18-4282-AE41-3A19DAB9A60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686300" y="1577975"/>
                          <a:ext cx="2667000" cy="546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7A53940-6791-4F84-AD2A-58F526FA4B50}"/>
              </a:ext>
            </a:extLst>
          </p:cNvPr>
          <p:cNvGrpSpPr/>
          <p:nvPr/>
        </p:nvGrpSpPr>
        <p:grpSpPr>
          <a:xfrm>
            <a:off x="683568" y="2270988"/>
            <a:ext cx="8460432" cy="601523"/>
            <a:chOff x="683568" y="2270988"/>
            <a:chExt cx="8460432" cy="601523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9EFB6420-EFAF-470E-920C-19C910ED9F89}"/>
                </a:ext>
              </a:extLst>
            </p:cNvPr>
            <p:cNvGrpSpPr/>
            <p:nvPr/>
          </p:nvGrpSpPr>
          <p:grpSpPr>
            <a:xfrm>
              <a:off x="683568" y="2270988"/>
              <a:ext cx="3461395" cy="601523"/>
              <a:chOff x="683568" y="2270988"/>
              <a:chExt cx="3461395" cy="601523"/>
            </a:xfrm>
          </p:grpSpPr>
          <p:sp>
            <p:nvSpPr>
              <p:cNvPr id="14" name="Rectangle 2">
                <a:extLst>
                  <a:ext uri="{FF2B5EF4-FFF2-40B4-BE49-F238E27FC236}">
                    <a16:creationId xmlns:a16="http://schemas.microsoft.com/office/drawing/2014/main" id="{59AD0169-B556-47A0-9DF4-5C12AD13BC18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83568" y="2270988"/>
                <a:ext cx="949587" cy="601523"/>
              </a:xfrm>
              <a:prstGeom prst="rect">
                <a:avLst/>
              </a:prstGeom>
              <a:noFill/>
              <a:ln/>
            </p:spPr>
            <p:txBody>
              <a:bodyPr/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由于</a:t>
                </a:r>
              </a:p>
            </p:txBody>
          </p:sp>
          <p:graphicFrame>
            <p:nvGraphicFramePr>
              <p:cNvPr id="15" name="对象 14">
                <a:extLst>
                  <a:ext uri="{FF2B5EF4-FFF2-40B4-BE49-F238E27FC236}">
                    <a16:creationId xmlns:a16="http://schemas.microsoft.com/office/drawing/2014/main" id="{DF252861-26BA-419B-94C2-BD2C35B35E1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403229" y="2351830"/>
              <a:ext cx="11938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2329" name="Equation" r:id="rId19" imgW="1193760" imgH="380880" progId="Equation.DSMT4">
                      <p:embed/>
                    </p:oleObj>
                  </mc:Choice>
                  <mc:Fallback>
                    <p:oleObj name="Equation" r:id="rId19" imgW="1193760" imgH="380880" progId="Equation.DSMT4">
                      <p:embed/>
                      <p:pic>
                        <p:nvPicPr>
                          <p:cNvPr id="15" name="对象 14">
                            <a:extLst>
                              <a:ext uri="{FF2B5EF4-FFF2-40B4-BE49-F238E27FC236}">
                                <a16:creationId xmlns:a16="http://schemas.microsoft.com/office/drawing/2014/main" id="{DF252861-26BA-419B-94C2-BD2C35B35E13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1403229" y="2351830"/>
                            <a:ext cx="1193800" cy="381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" name="对象 15">
                <a:extLst>
                  <a:ext uri="{FF2B5EF4-FFF2-40B4-BE49-F238E27FC236}">
                    <a16:creationId xmlns:a16="http://schemas.microsoft.com/office/drawing/2014/main" id="{39194F4C-059B-40DF-AF69-7D5DC9E6BCE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25763" y="2351088"/>
              <a:ext cx="12192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2330" name="Equation" r:id="rId21" imgW="1218960" imgH="380880" progId="Equation.DSMT4">
                      <p:embed/>
                    </p:oleObj>
                  </mc:Choice>
                  <mc:Fallback>
                    <p:oleObj name="Equation" r:id="rId21" imgW="1218960" imgH="380880" progId="Equation.DSMT4">
                      <p:embed/>
                      <p:pic>
                        <p:nvPicPr>
                          <p:cNvPr id="16" name="对象 15">
                            <a:extLst>
                              <a:ext uri="{FF2B5EF4-FFF2-40B4-BE49-F238E27FC236}">
                                <a16:creationId xmlns:a16="http://schemas.microsoft.com/office/drawing/2014/main" id="{39194F4C-059B-40DF-AF69-7D5DC9E6BCEE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2925763" y="2351088"/>
                            <a:ext cx="1219200" cy="381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7" name="Rectangle 2">
              <a:extLst>
                <a:ext uri="{FF2B5EF4-FFF2-40B4-BE49-F238E27FC236}">
                  <a16:creationId xmlns:a16="http://schemas.microsoft.com/office/drawing/2014/main" id="{E8FA9616-0674-46F9-A317-ED730DA197C1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144963" y="2270988"/>
              <a:ext cx="4999037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所以    为极小值点， 为极大值点，</a:t>
              </a: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A5360533-2618-46DD-A9F0-DF8E11FBA84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13017" y="2290584"/>
            <a:ext cx="241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31" name="Equation" r:id="rId23" imgW="241200" imgH="380880" progId="Equation.DSMT4">
                    <p:embed/>
                  </p:oleObj>
                </mc:Choice>
                <mc:Fallback>
                  <p:oleObj name="Equation" r:id="rId23" imgW="241200" imgH="38088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A5360533-2618-46DD-A9F0-DF8E11FBA84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913017" y="2290584"/>
                          <a:ext cx="2413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56229E1E-7ECE-4885-B571-6D21DE43311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96398" y="2290584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32" name="Equation" r:id="rId25" imgW="279360" imgH="380880" progId="Equation.DSMT4">
                    <p:embed/>
                  </p:oleObj>
                </mc:Choice>
                <mc:Fallback>
                  <p:oleObj name="Equation" r:id="rId25" imgW="279360" imgH="38088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56229E1E-7ECE-4885-B571-6D21DE43311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6796398" y="2290584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3FAE8517-54E3-4D0E-8442-A5FEBDB4144A}"/>
              </a:ext>
            </a:extLst>
          </p:cNvPr>
          <p:cNvGrpSpPr/>
          <p:nvPr/>
        </p:nvGrpSpPr>
        <p:grpSpPr>
          <a:xfrm>
            <a:off x="135017" y="2872511"/>
            <a:ext cx="2987362" cy="601523"/>
            <a:chOff x="135017" y="2872511"/>
            <a:chExt cx="2987362" cy="601523"/>
          </a:xfrm>
        </p:grpSpPr>
        <p:sp>
          <p:nvSpPr>
            <p:cNvPr id="20" name="Rectangle 2">
              <a:extLst>
                <a:ext uri="{FF2B5EF4-FFF2-40B4-BE49-F238E27FC236}">
                  <a16:creationId xmlns:a16="http://schemas.microsoft.com/office/drawing/2014/main" id="{7473AB52-9620-48D7-9581-41DEAA1EB15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35017" y="2872511"/>
              <a:ext cx="949587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且</a:t>
              </a:r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F989FEF2-98E4-4B43-ADFC-323FCF7424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0179" y="2900043"/>
            <a:ext cx="23622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33" name="Equation" r:id="rId27" imgW="2361960" imgH="380880" progId="Equation.DSMT4">
                    <p:embed/>
                  </p:oleObj>
                </mc:Choice>
                <mc:Fallback>
                  <p:oleObj name="Equation" r:id="rId27" imgW="2361960" imgH="38088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F989FEF2-98E4-4B43-ADFC-323FCF74241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760179" y="2900043"/>
                          <a:ext cx="23622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A0890596-713D-47B8-A467-1A61C90963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5348348"/>
              </p:ext>
            </p:extLst>
          </p:nvPr>
        </p:nvGraphicFramePr>
        <p:xfrm>
          <a:off x="1111250" y="3233738"/>
          <a:ext cx="6248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4" name="Equation" r:id="rId29" imgW="6248160" imgH="723600" progId="Equation.DSMT4">
                  <p:embed/>
                </p:oleObj>
              </mc:Choice>
              <mc:Fallback>
                <p:oleObj name="Equation" r:id="rId29" imgW="6248160" imgH="72360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A0890596-713D-47B8-A467-1A61C90963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111250" y="3233738"/>
                        <a:ext cx="62484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2">
            <a:extLst>
              <a:ext uri="{FF2B5EF4-FFF2-40B4-BE49-F238E27FC236}">
                <a16:creationId xmlns:a16="http://schemas.microsoft.com/office/drawing/2014/main" id="{D0BC1528-F8FB-4F05-858D-598FAB6CDCBC}"/>
              </a:ext>
            </a:extLst>
          </p:cNvPr>
          <p:cNvSpPr txBox="1">
            <a:spLocks noChangeArrowheads="1"/>
          </p:cNvSpPr>
          <p:nvPr/>
        </p:nvSpPr>
        <p:spPr>
          <a:xfrm>
            <a:off x="3179268" y="2863429"/>
            <a:ext cx="949587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从而</a:t>
            </a:r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B8E88760-7A84-49EF-8E79-AD789CB30B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2226" y="4075557"/>
          <a:ext cx="4165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5" name="Equation" r:id="rId31" imgW="4165560" imgH="723600" progId="Equation.DSMT4">
                  <p:embed/>
                </p:oleObj>
              </mc:Choice>
              <mc:Fallback>
                <p:oleObj name="Equation" r:id="rId31" imgW="4165560" imgH="72360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B8E88760-7A84-49EF-8E79-AD789CB30B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72226" y="4075557"/>
                        <a:ext cx="41656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3639AE66-ECCA-4EF1-9FE3-CBE647B07C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46800" y="3352800"/>
          <a:ext cx="9144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6" name="Equation" r:id="rId33" imgW="914400" imgH="306720" progId="Equation.DSMT4">
                  <p:embed/>
                </p:oleObj>
              </mc:Choice>
              <mc:Fallback>
                <p:oleObj name="Equation" r:id="rId33" imgW="914400" imgH="30672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3639AE66-ECCA-4EF1-9FE3-CBE647B07C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4AD10F9C-CCE6-413E-8E1A-D46C0A7419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46800" y="3352800"/>
          <a:ext cx="9144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7" name="Equation" r:id="rId35" imgW="914400" imgH="336960" progId="Equation.DSMT4">
                  <p:embed/>
                </p:oleObj>
              </mc:Choice>
              <mc:Fallback>
                <p:oleObj name="Equation" r:id="rId35" imgW="914400" imgH="33696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4AD10F9C-CCE6-413E-8E1A-D46C0A7419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336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A1DFA9B0-6F44-41F1-9433-D6F96CD5C4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36098" y="3825990"/>
          <a:ext cx="2108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8" name="Equation" r:id="rId37" imgW="2108160" imgH="342720" progId="Equation.DSMT4">
                  <p:embed/>
                </p:oleObj>
              </mc:Choice>
              <mc:Fallback>
                <p:oleObj name="Equation" r:id="rId37" imgW="2108160" imgH="34272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A1DFA9B0-6F44-41F1-9433-D6F96CD5C4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6936098" y="3825990"/>
                        <a:ext cx="2108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组合 34">
            <a:extLst>
              <a:ext uri="{FF2B5EF4-FFF2-40B4-BE49-F238E27FC236}">
                <a16:creationId xmlns:a16="http://schemas.microsoft.com/office/drawing/2014/main" id="{528A54E8-26DD-4FC9-BFCA-6CF210E9E039}"/>
              </a:ext>
            </a:extLst>
          </p:cNvPr>
          <p:cNvGrpSpPr/>
          <p:nvPr/>
        </p:nvGrpSpPr>
        <p:grpSpPr>
          <a:xfrm>
            <a:off x="5084204" y="4197934"/>
            <a:ext cx="1988654" cy="601523"/>
            <a:chOff x="5084204" y="4197934"/>
            <a:chExt cx="1988654" cy="601523"/>
          </a:xfrm>
        </p:grpSpPr>
        <p:sp>
          <p:nvSpPr>
            <p:cNvPr id="29" name="Rectangle 2">
              <a:extLst>
                <a:ext uri="{FF2B5EF4-FFF2-40B4-BE49-F238E27FC236}">
                  <a16:creationId xmlns:a16="http://schemas.microsoft.com/office/drawing/2014/main" id="{40D9A5FA-202F-4244-A40B-828C53DBBA1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084204" y="4197934"/>
              <a:ext cx="949587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即有</a:t>
              </a:r>
            </a:p>
          </p:txBody>
        </p:sp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23D6A448-6B1F-4921-A865-8A6E3E453FA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15558" y="4282698"/>
            <a:ext cx="12573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39" name="Equation" r:id="rId39" imgW="1257120" imgH="355320" progId="Equation.DSMT4">
                    <p:embed/>
                  </p:oleObj>
                </mc:Choice>
                <mc:Fallback>
                  <p:oleObj name="Equation" r:id="rId39" imgW="1257120" imgH="355320" progId="Equation.DSMT4">
                    <p:embed/>
                    <p:pic>
                      <p:nvPicPr>
                        <p:cNvPr id="30" name="对象 29">
                          <a:extLst>
                            <a:ext uri="{FF2B5EF4-FFF2-40B4-BE49-F238E27FC236}">
                              <a16:creationId xmlns:a16="http://schemas.microsoft.com/office/drawing/2014/main" id="{23D6A448-6B1F-4921-A865-8A6E3E453FA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815558" y="4282698"/>
                          <a:ext cx="12573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740361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763163B-AC03-4DC5-AD9D-09050833F0BF}"/>
              </a:ext>
            </a:extLst>
          </p:cNvPr>
          <p:cNvSpPr txBox="1">
            <a:spLocks noChangeArrowheads="1"/>
          </p:cNvSpPr>
          <p:nvPr/>
        </p:nvSpPr>
        <p:spPr>
          <a:xfrm>
            <a:off x="2432920" y="1257178"/>
            <a:ext cx="7704856" cy="609600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zh-CN" altLang="en-US" sz="2400" b="1" dirty="0">
              <a:solidFill>
                <a:srgbClr val="0066FF"/>
              </a:solidFill>
              <a:latin typeface="+mj-ea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00C66BC-1F82-47FD-8994-49D915B66618}"/>
              </a:ext>
            </a:extLst>
          </p:cNvPr>
          <p:cNvSpPr txBox="1">
            <a:spLocks noChangeArrowheads="1"/>
          </p:cNvSpPr>
          <p:nvPr/>
        </p:nvSpPr>
        <p:spPr>
          <a:xfrm>
            <a:off x="1115869" y="500372"/>
            <a:ext cx="6624483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  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已知函数        在         的某邻域内连续，且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08FFFB7-640E-4931-97A3-1881F5B232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1239638"/>
              </p:ext>
            </p:extLst>
          </p:nvPr>
        </p:nvGraphicFramePr>
        <p:xfrm>
          <a:off x="3074077" y="578474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22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A08FFFB7-640E-4931-97A3-1881F5B232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74077" y="578474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B9445D6-0FFE-4A8E-B769-166D5F1282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8404103"/>
              </p:ext>
            </p:extLst>
          </p:nvPr>
        </p:nvGraphicFramePr>
        <p:xfrm>
          <a:off x="4067944" y="578474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23" name="Equation" r:id="rId5" imgW="647640" imgH="279360" progId="Equation.DSMT4">
                  <p:embed/>
                </p:oleObj>
              </mc:Choice>
              <mc:Fallback>
                <p:oleObj name="Equation" r:id="rId5" imgW="647640" imgH="2793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9B9445D6-0FFE-4A8E-B769-166D5F1282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67944" y="578474"/>
                        <a:ext cx="647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C0838FB-DE1E-4CF0-9EA3-621DFA7B26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6517132"/>
              </p:ext>
            </p:extLst>
          </p:nvPr>
        </p:nvGraphicFramePr>
        <p:xfrm>
          <a:off x="7456631" y="595608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24" name="Equation" r:id="rId7" imgW="1143000" imgH="342720" progId="Equation.DSMT4">
                  <p:embed/>
                </p:oleObj>
              </mc:Choice>
              <mc:Fallback>
                <p:oleObj name="Equation" r:id="rId7" imgW="114300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2C0838FB-DE1E-4CF0-9EA3-621DFA7B26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456631" y="595608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组合 27">
            <a:extLst>
              <a:ext uri="{FF2B5EF4-FFF2-40B4-BE49-F238E27FC236}">
                <a16:creationId xmlns:a16="http://schemas.microsoft.com/office/drawing/2014/main" id="{AF91DEA2-6A88-4E56-BFFB-F06232254AE5}"/>
              </a:ext>
            </a:extLst>
          </p:cNvPr>
          <p:cNvGrpSpPr/>
          <p:nvPr/>
        </p:nvGrpSpPr>
        <p:grpSpPr>
          <a:xfrm>
            <a:off x="268308" y="1069642"/>
            <a:ext cx="6233837" cy="742589"/>
            <a:chOff x="210371" y="1182322"/>
            <a:chExt cx="6233837" cy="742589"/>
          </a:xfrm>
        </p:grpSpPr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0C4BCDF5-81B3-4D65-AC9B-3ED93A361EC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0628873"/>
                </p:ext>
              </p:extLst>
            </p:nvPr>
          </p:nvGraphicFramePr>
          <p:xfrm>
            <a:off x="210371" y="1182322"/>
            <a:ext cx="20066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25" name="Equation" r:id="rId9" imgW="2006280" imgH="736560" progId="Equation.DSMT4">
                    <p:embed/>
                  </p:oleObj>
                </mc:Choice>
                <mc:Fallback>
                  <p:oleObj name="Equation" r:id="rId9" imgW="2006280" imgH="73656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0C4BCDF5-81B3-4D65-AC9B-3ED93A361EC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10371" y="1182322"/>
                          <a:ext cx="20066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Rectangle 2">
              <a:extLst>
                <a:ext uri="{FF2B5EF4-FFF2-40B4-BE49-F238E27FC236}">
                  <a16:creationId xmlns:a16="http://schemas.microsoft.com/office/drawing/2014/main" id="{901F93E1-6C5D-4619-9AE0-F0364AB27D1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188897" y="1323388"/>
              <a:ext cx="4255311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则在         处函数                      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</a:t>
              </a: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3743D8E4-857B-45AC-B397-90AD1B44ABC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07245709"/>
                </p:ext>
              </p:extLst>
            </p:nvPr>
          </p:nvGraphicFramePr>
          <p:xfrm>
            <a:off x="2847973" y="1420082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26" name="Equation" r:id="rId11" imgW="647640" imgH="279360" progId="Equation.DSMT4">
                    <p:embed/>
                  </p:oleObj>
                </mc:Choice>
                <mc:Fallback>
                  <p:oleObj name="Equation" r:id="rId11" imgW="647640" imgH="27936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3743D8E4-857B-45AC-B397-90AD1B44ABC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47973" y="1420082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35EDF69C-FA89-4D86-9666-956D9F951B3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04008685"/>
                </p:ext>
              </p:extLst>
            </p:nvPr>
          </p:nvGraphicFramePr>
          <p:xfrm>
            <a:off x="4468273" y="1409453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27" name="Equation" r:id="rId12" imgW="622080" imgH="342720" progId="Equation.DSMT4">
                    <p:embed/>
                  </p:oleObj>
                </mc:Choice>
                <mc:Fallback>
                  <p:oleObj name="Equation" r:id="rId12" imgW="622080" imgH="34272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35EDF69C-FA89-4D86-9666-956D9F951B3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4468273" y="1409453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D5D8C6D9-C365-402F-AF8A-9EBC09BF348E}"/>
                </a:ext>
              </a:extLst>
            </p:cNvPr>
            <p:cNvCxnSpPr/>
            <p:nvPr/>
          </p:nvCxnSpPr>
          <p:spPr>
            <a:xfrm>
              <a:off x="5090573" y="1699482"/>
              <a:ext cx="1033884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03ED560-2113-4A46-8A97-B0E155BA8494}"/>
              </a:ext>
            </a:extLst>
          </p:cNvPr>
          <p:cNvGrpSpPr/>
          <p:nvPr/>
        </p:nvGrpSpPr>
        <p:grpSpPr>
          <a:xfrm>
            <a:off x="1222093" y="2336968"/>
            <a:ext cx="2636888" cy="601523"/>
            <a:chOff x="1024622" y="1795991"/>
            <a:chExt cx="2636888" cy="601523"/>
          </a:xfrm>
        </p:grpSpPr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2085E803-E065-4824-AC90-AF069798E15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45974165"/>
                </p:ext>
              </p:extLst>
            </p:nvPr>
          </p:nvGraphicFramePr>
          <p:xfrm>
            <a:off x="1024622" y="1860988"/>
            <a:ext cx="482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28" name="Equation" r:id="rId14" imgW="482400" imgH="342720" progId="Equation.DSMT4">
                    <p:embed/>
                  </p:oleObj>
                </mc:Choice>
                <mc:Fallback>
                  <p:oleObj name="Equation" r:id="rId14" imgW="482400" imgH="34272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2085E803-E065-4824-AC90-AF069798E15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024622" y="1860988"/>
                          <a:ext cx="4826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Rectangle 2">
              <a:extLst>
                <a:ext uri="{FF2B5EF4-FFF2-40B4-BE49-F238E27FC236}">
                  <a16:creationId xmlns:a16="http://schemas.microsoft.com/office/drawing/2014/main" id="{60EBF019-119C-41CC-8499-217CBE9E9E8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436939" y="1795991"/>
              <a:ext cx="2224571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不可导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CA7C527-54F0-49C7-B779-EB742A7BFA4C}"/>
              </a:ext>
            </a:extLst>
          </p:cNvPr>
          <p:cNvGrpSpPr/>
          <p:nvPr/>
        </p:nvGrpSpPr>
        <p:grpSpPr>
          <a:xfrm>
            <a:off x="3696377" y="2336967"/>
            <a:ext cx="2694471" cy="601523"/>
            <a:chOff x="2714541" y="1762007"/>
            <a:chExt cx="2694471" cy="601523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9B1EB655-A979-44B9-B72F-E4AFDA5ACF5B}"/>
                </a:ext>
              </a:extLst>
            </p:cNvPr>
            <p:cNvGrpSpPr/>
            <p:nvPr/>
          </p:nvGrpSpPr>
          <p:grpSpPr>
            <a:xfrm>
              <a:off x="2714541" y="1762007"/>
              <a:ext cx="2694471" cy="601523"/>
              <a:chOff x="3703638" y="2152417"/>
              <a:chExt cx="2694471" cy="601523"/>
            </a:xfrm>
          </p:grpSpPr>
          <p:graphicFrame>
            <p:nvGraphicFramePr>
              <p:cNvPr id="16" name="对象 15">
                <a:extLst>
                  <a:ext uri="{FF2B5EF4-FFF2-40B4-BE49-F238E27FC236}">
                    <a16:creationId xmlns:a16="http://schemas.microsoft.com/office/drawing/2014/main" id="{EBDC22D6-6182-404B-96B8-3AA10CA0BE5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36006272"/>
                  </p:ext>
                </p:extLst>
              </p:nvPr>
            </p:nvGraphicFramePr>
            <p:xfrm>
              <a:off x="3703638" y="2240697"/>
              <a:ext cx="4445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329" name="Equation" r:id="rId16" imgW="444240" imgH="342720" progId="Equation.DSMT4">
                      <p:embed/>
                    </p:oleObj>
                  </mc:Choice>
                  <mc:Fallback>
                    <p:oleObj name="Equation" r:id="rId16" imgW="444240" imgH="342720" progId="Equation.DSMT4">
                      <p:embed/>
                      <p:pic>
                        <p:nvPicPr>
                          <p:cNvPr id="16" name="对象 15">
                            <a:extLst>
                              <a:ext uri="{FF2B5EF4-FFF2-40B4-BE49-F238E27FC236}">
                                <a16:creationId xmlns:a16="http://schemas.microsoft.com/office/drawing/2014/main" id="{EBDC22D6-6182-404B-96B8-3AA10CA0BE57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3703638" y="2240697"/>
                            <a:ext cx="4445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" name="Rectangle 2">
                <a:extLst>
                  <a:ext uri="{FF2B5EF4-FFF2-40B4-BE49-F238E27FC236}">
                    <a16:creationId xmlns:a16="http://schemas.microsoft.com/office/drawing/2014/main" id="{D1083164-CEFC-4755-BBB8-7E6B28AEC490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4173538" y="2152417"/>
                <a:ext cx="2224571" cy="601523"/>
              </a:xfrm>
              <a:prstGeom prst="rect">
                <a:avLst/>
              </a:prstGeom>
              <a:noFill/>
              <a:ln/>
            </p:spPr>
            <p:txBody>
              <a:bodyPr/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可导且</a:t>
                </a:r>
              </a:p>
            </p:txBody>
          </p:sp>
        </p:grp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01C85B35-8CA4-4EE0-AED5-A534603CA19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15483213"/>
                </p:ext>
              </p:extLst>
            </p:nvPr>
          </p:nvGraphicFramePr>
          <p:xfrm>
            <a:off x="4246993" y="1827469"/>
            <a:ext cx="11303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30" name="Equation" r:id="rId18" imgW="1130040" imgH="355320" progId="Equation.DSMT4">
                    <p:embed/>
                  </p:oleObj>
                </mc:Choice>
                <mc:Fallback>
                  <p:oleObj name="Equation" r:id="rId18" imgW="1130040" imgH="35532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01C85B35-8CA4-4EE0-AED5-A534603CA19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4246993" y="1827469"/>
                          <a:ext cx="11303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0D7DD058-9C32-4D4E-8FCC-D74626C0884A}"/>
              </a:ext>
            </a:extLst>
          </p:cNvPr>
          <p:cNvGrpSpPr/>
          <p:nvPr/>
        </p:nvGrpSpPr>
        <p:grpSpPr>
          <a:xfrm>
            <a:off x="3798902" y="3249307"/>
            <a:ext cx="2699215" cy="601523"/>
            <a:chOff x="3598044" y="2397514"/>
            <a:chExt cx="2699215" cy="601523"/>
          </a:xfrm>
        </p:grpSpPr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3FEE486A-F251-4394-9559-35BD6EF353D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4823807"/>
                </p:ext>
              </p:extLst>
            </p:nvPr>
          </p:nvGraphicFramePr>
          <p:xfrm>
            <a:off x="3598044" y="2515901"/>
            <a:ext cx="469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31" name="Equation" r:id="rId20" imgW="469800" imgH="342720" progId="Equation.DSMT4">
                    <p:embed/>
                  </p:oleObj>
                </mc:Choice>
                <mc:Fallback>
                  <p:oleObj name="Equation" r:id="rId20" imgW="469800" imgH="34272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3FEE486A-F251-4394-9559-35BD6EF353D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598044" y="2515901"/>
                          <a:ext cx="469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Rectangle 2">
              <a:extLst>
                <a:ext uri="{FF2B5EF4-FFF2-40B4-BE49-F238E27FC236}">
                  <a16:creationId xmlns:a16="http://schemas.microsoft.com/office/drawing/2014/main" id="{966B6F5A-1C6A-4DA5-810D-331F08E2E9A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072688" y="2397514"/>
              <a:ext cx="2224571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取得极小值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347D9A40-F38E-48CF-BCD3-8CB3ED10DA7C}"/>
              </a:ext>
            </a:extLst>
          </p:cNvPr>
          <p:cNvGrpSpPr/>
          <p:nvPr/>
        </p:nvGrpSpPr>
        <p:grpSpPr>
          <a:xfrm>
            <a:off x="1216413" y="3253280"/>
            <a:ext cx="2619120" cy="601523"/>
            <a:chOff x="1115869" y="2929377"/>
            <a:chExt cx="2619120" cy="601523"/>
          </a:xfrm>
        </p:grpSpPr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A9B18945-7AF3-4E7A-97FD-C02A663ECF7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74879284"/>
                </p:ext>
              </p:extLst>
            </p:nvPr>
          </p:nvGraphicFramePr>
          <p:xfrm>
            <a:off x="1115869" y="3040165"/>
            <a:ext cx="444500" cy="347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32" name="Equation" r:id="rId22" imgW="444240" imgH="342720" progId="Equation.DSMT4">
                    <p:embed/>
                  </p:oleObj>
                </mc:Choice>
                <mc:Fallback>
                  <p:oleObj name="Equation" r:id="rId22" imgW="444240" imgH="34272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A9B18945-7AF3-4E7A-97FD-C02A663ECF7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1115869" y="3040165"/>
                          <a:ext cx="444500" cy="34749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Rectangle 2">
              <a:extLst>
                <a:ext uri="{FF2B5EF4-FFF2-40B4-BE49-F238E27FC236}">
                  <a16:creationId xmlns:a16="http://schemas.microsoft.com/office/drawing/2014/main" id="{956E5359-093E-4773-8952-D56753DD82F1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510418" y="2929377"/>
              <a:ext cx="2224571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取得极大值</a:t>
              </a:r>
            </a:p>
          </p:txBody>
        </p:sp>
      </p:grp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9B54D30A-4193-4180-A62E-ED8A7CF5AE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2234381"/>
              </p:ext>
            </p:extLst>
          </p:nvPr>
        </p:nvGraphicFramePr>
        <p:xfrm>
          <a:off x="5306522" y="1210708"/>
          <a:ext cx="533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33" name="Equation" r:id="rId24" imgW="533160" imgH="330120" progId="Equation.DSMT4">
                  <p:embed/>
                </p:oleObj>
              </mc:Choice>
              <mc:Fallback>
                <p:oleObj name="Equation" r:id="rId24" imgW="533160" imgH="33012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9B54D30A-4193-4180-A62E-ED8A7CF5AE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306522" y="1210708"/>
                        <a:ext cx="5334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07417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28C4D28-5AD4-4B39-A8C0-ACBD8D7BF63D}"/>
              </a:ext>
            </a:extLst>
          </p:cNvPr>
          <p:cNvSpPr txBox="1">
            <a:spLocks noChangeArrowheads="1"/>
          </p:cNvSpPr>
          <p:nvPr/>
        </p:nvSpPr>
        <p:spPr>
          <a:xfrm>
            <a:off x="899592" y="267494"/>
            <a:ext cx="8129464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 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设函数               由方程                                        所确定，       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339B7E5-B7A7-4FE9-9DFD-45B3C8D6BF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6387757"/>
              </p:ext>
            </p:extLst>
          </p:nvPr>
        </p:nvGraphicFramePr>
        <p:xfrm>
          <a:off x="2771800" y="330994"/>
          <a:ext cx="1066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37" name="Equation" r:id="rId3" imgW="1066680" imgH="342720" progId="Equation.DSMT4">
                  <p:embed/>
                </p:oleObj>
              </mc:Choice>
              <mc:Fallback>
                <p:oleObj name="Equation" r:id="rId3" imgW="10666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71800" y="330994"/>
                        <a:ext cx="1066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84847D9-427B-4EE7-8C4C-7D1D479980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6586235"/>
              </p:ext>
            </p:extLst>
          </p:nvPr>
        </p:nvGraphicFramePr>
        <p:xfrm>
          <a:off x="4860032" y="299244"/>
          <a:ext cx="2895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38" name="Equation" r:id="rId5" imgW="2895480" imgH="406080" progId="Equation.DSMT4">
                  <p:embed/>
                </p:oleObj>
              </mc:Choice>
              <mc:Fallback>
                <p:oleObj name="Equation" r:id="rId5" imgW="28954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60032" y="299244"/>
                        <a:ext cx="2895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2354F695-E96B-4565-A5C6-17CDB1B40427}"/>
              </a:ext>
            </a:extLst>
          </p:cNvPr>
          <p:cNvSpPr/>
          <p:nvPr/>
        </p:nvSpPr>
        <p:spPr>
          <a:xfrm>
            <a:off x="287524" y="794546"/>
            <a:ext cx="68767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求函数               的驻点，并判断它是否为极值点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10A6362-1FA1-4DF5-A157-637D4BC2DB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6286656"/>
              </p:ext>
            </p:extLst>
          </p:nvPr>
        </p:nvGraphicFramePr>
        <p:xfrm>
          <a:off x="1364980" y="853928"/>
          <a:ext cx="1066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39" name="Equation" r:id="rId7" imgW="1066680" imgH="342720" progId="Equation.DSMT4">
                  <p:embed/>
                </p:oleObj>
              </mc:Choice>
              <mc:Fallback>
                <p:oleObj name="Equation" r:id="rId7" imgW="106668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9339B7E5-B7A7-4FE9-9DFD-45B3C8D6BF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64980" y="853928"/>
                        <a:ext cx="1066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CD87F72-7D88-4F8A-A874-1AA14A396F7E}"/>
              </a:ext>
            </a:extLst>
          </p:cNvPr>
          <p:cNvSpPr/>
          <p:nvPr/>
        </p:nvSpPr>
        <p:spPr>
          <a:xfrm>
            <a:off x="916031" y="1346414"/>
            <a:ext cx="9361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分析</a:t>
            </a:r>
            <a:endParaRPr lang="zh-CN" altLang="en-US" sz="2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654BC5-2595-4D20-A5C2-C29446CEF33B}"/>
              </a:ext>
            </a:extLst>
          </p:cNvPr>
          <p:cNvSpPr/>
          <p:nvPr/>
        </p:nvSpPr>
        <p:spPr>
          <a:xfrm>
            <a:off x="1763688" y="1358621"/>
            <a:ext cx="2808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隐函数求导问题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EFD1D24-D101-4776-BEA8-933D962C6A28}"/>
              </a:ext>
            </a:extLst>
          </p:cNvPr>
          <p:cNvSpPr/>
          <p:nvPr/>
        </p:nvSpPr>
        <p:spPr>
          <a:xfrm>
            <a:off x="968936" y="1946165"/>
            <a:ext cx="7200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endParaRPr lang="zh-CN" altLang="en-US" sz="2400" dirty="0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446079BC-70D6-4270-BC73-B623FC280C09}"/>
              </a:ext>
            </a:extLst>
          </p:cNvPr>
          <p:cNvGrpSpPr/>
          <p:nvPr/>
        </p:nvGrpSpPr>
        <p:grpSpPr>
          <a:xfrm>
            <a:off x="1384083" y="1925070"/>
            <a:ext cx="3357696" cy="461665"/>
            <a:chOff x="1384083" y="2188704"/>
            <a:chExt cx="3357696" cy="46166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D259581-B650-437F-89DD-3D64334CCE7C}"/>
                </a:ext>
              </a:extLst>
            </p:cNvPr>
            <p:cNvSpPr/>
            <p:nvPr/>
          </p:nvSpPr>
          <p:spPr>
            <a:xfrm>
              <a:off x="1384083" y="2188704"/>
              <a:ext cx="335769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方程两边对    求导，得</a:t>
              </a:r>
              <a:endParaRPr lang="zh-CN" altLang="en-US" sz="2400" dirty="0"/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CB481BC4-033A-45A3-A54A-357A2AA7B18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67994203"/>
                </p:ext>
              </p:extLst>
            </p:nvPr>
          </p:nvGraphicFramePr>
          <p:xfrm>
            <a:off x="3114760" y="2356357"/>
            <a:ext cx="190440" cy="203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40" name="Equation" r:id="rId9" imgW="190440" imgH="203040" progId="Equation.DSMT4">
                    <p:embed/>
                  </p:oleObj>
                </mc:Choice>
                <mc:Fallback>
                  <p:oleObj name="Equation" r:id="rId9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114760" y="2356357"/>
                          <a:ext cx="190440" cy="20304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F019137B-BB5A-48D6-BB94-04E55CC060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4594009"/>
              </p:ext>
            </p:extLst>
          </p:nvPr>
        </p:nvGraphicFramePr>
        <p:xfrm>
          <a:off x="2314325" y="2491519"/>
          <a:ext cx="4025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41" name="Equation" r:id="rId11" imgW="4025880" imgH="406080" progId="Equation.DSMT4">
                  <p:embed/>
                </p:oleObj>
              </mc:Choice>
              <mc:Fallback>
                <p:oleObj name="Equation" r:id="rId11" imgW="40258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14325" y="2491519"/>
                        <a:ext cx="40259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5AB7B26F-9473-4254-9C54-CA3DFA9F8032}"/>
              </a:ext>
            </a:extLst>
          </p:cNvPr>
          <p:cNvSpPr/>
          <p:nvPr/>
        </p:nvSpPr>
        <p:spPr>
          <a:xfrm>
            <a:off x="1000054" y="3210437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endParaRPr lang="zh-CN" altLang="en-US" sz="2400" dirty="0"/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1BD203F7-85CB-44EC-A517-9BFEFB9A76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5528240"/>
              </p:ext>
            </p:extLst>
          </p:nvPr>
        </p:nvGraphicFramePr>
        <p:xfrm>
          <a:off x="2213000" y="3050314"/>
          <a:ext cx="2184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42" name="Equation" r:id="rId13" imgW="2184120" imgH="787320" progId="Equation.DSMT4">
                  <p:embed/>
                </p:oleObj>
              </mc:Choice>
              <mc:Fallback>
                <p:oleObj name="Equation" r:id="rId13" imgW="218412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213000" y="3050314"/>
                        <a:ext cx="21844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38DD7126-4BA5-48DE-B7BA-B0B7362411ED}"/>
              </a:ext>
            </a:extLst>
          </p:cNvPr>
          <p:cNvGrpSpPr/>
          <p:nvPr/>
        </p:nvGrpSpPr>
        <p:grpSpPr>
          <a:xfrm>
            <a:off x="954463" y="3993138"/>
            <a:ext cx="2566637" cy="461665"/>
            <a:chOff x="954463" y="4256772"/>
            <a:chExt cx="2566637" cy="461665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CA1E561-0C52-4B23-AE3F-57DC032E2F64}"/>
                </a:ext>
              </a:extLst>
            </p:cNvPr>
            <p:cNvSpPr/>
            <p:nvPr/>
          </p:nvSpPr>
          <p:spPr>
            <a:xfrm>
              <a:off x="954463" y="4256772"/>
              <a:ext cx="203336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令             得</a:t>
              </a:r>
              <a:endParaRPr lang="zh-CN" altLang="en-US" sz="2400" dirty="0"/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13411250-FA4D-4D05-BF9A-E95D20B54E6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1107053"/>
                </p:ext>
              </p:extLst>
            </p:nvPr>
          </p:nvGraphicFramePr>
          <p:xfrm>
            <a:off x="1452085" y="4309804"/>
            <a:ext cx="8001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43" name="Equation" r:id="rId15" imgW="799920" imgH="355320" progId="Equation.DSMT4">
                    <p:embed/>
                  </p:oleObj>
                </mc:Choice>
                <mc:Fallback>
                  <p:oleObj name="Equation" r:id="rId15" imgW="79992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452085" y="4309804"/>
                          <a:ext cx="8001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57611D71-F3E0-45DA-8FBB-2B522408FD1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93347319"/>
                </p:ext>
              </p:extLst>
            </p:nvPr>
          </p:nvGraphicFramePr>
          <p:xfrm>
            <a:off x="2771800" y="4398704"/>
            <a:ext cx="7493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44" name="Equation" r:id="rId17" imgW="749160" imgH="266400" progId="Equation.DSMT4">
                    <p:embed/>
                  </p:oleObj>
                </mc:Choice>
                <mc:Fallback>
                  <p:oleObj name="Equation" r:id="rId17" imgW="74916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771800" y="4398704"/>
                          <a:ext cx="7493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2ADF91A9-C17B-4DFB-B7EF-8106573E189E}"/>
              </a:ext>
            </a:extLst>
          </p:cNvPr>
          <p:cNvGrpSpPr/>
          <p:nvPr/>
        </p:nvGrpSpPr>
        <p:grpSpPr>
          <a:xfrm>
            <a:off x="3647256" y="3993138"/>
            <a:ext cx="3922564" cy="461665"/>
            <a:chOff x="3647256" y="4256772"/>
            <a:chExt cx="3922564" cy="461665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24D3F3FD-088D-4638-A8A0-A424ED784019}"/>
                </a:ext>
              </a:extLst>
            </p:cNvPr>
            <p:cNvSpPr/>
            <p:nvPr/>
          </p:nvSpPr>
          <p:spPr>
            <a:xfrm>
              <a:off x="3647256" y="4256772"/>
              <a:ext cx="21844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代入原方程得</a:t>
              </a:r>
              <a:endParaRPr lang="zh-CN" altLang="en-US" sz="2400" dirty="0"/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C6073378-9878-4257-8A23-1D801A4F661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30232940"/>
                </p:ext>
              </p:extLst>
            </p:nvPr>
          </p:nvGraphicFramePr>
          <p:xfrm>
            <a:off x="5652120" y="4271704"/>
            <a:ext cx="19177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45" name="Equation" r:id="rId19" imgW="1917360" imgH="393480" progId="Equation.DSMT4">
                    <p:embed/>
                  </p:oleObj>
                </mc:Choice>
                <mc:Fallback>
                  <p:oleObj name="Equation" r:id="rId19" imgW="191736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652120" y="4271704"/>
                          <a:ext cx="19177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190287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69AD7C6-C774-44D6-A5CC-E96F576A98C9}"/>
              </a:ext>
            </a:extLst>
          </p:cNvPr>
          <p:cNvSpPr txBox="1">
            <a:spLocks noChangeArrowheads="1"/>
          </p:cNvSpPr>
          <p:nvPr/>
        </p:nvSpPr>
        <p:spPr>
          <a:xfrm>
            <a:off x="909597" y="120875"/>
            <a:ext cx="8129464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 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设函数               由方程                                        所确定，       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1DD1DDC-0CB5-4F57-8A96-4C2890CEED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1943403"/>
              </p:ext>
            </p:extLst>
          </p:nvPr>
        </p:nvGraphicFramePr>
        <p:xfrm>
          <a:off x="2781805" y="184375"/>
          <a:ext cx="1066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8" name="Equation" r:id="rId3" imgW="1066680" imgH="342720" progId="Equation.DSMT4">
                  <p:embed/>
                </p:oleObj>
              </mc:Choice>
              <mc:Fallback>
                <p:oleObj name="Equation" r:id="rId3" imgW="106668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9339B7E5-B7A7-4FE9-9DFD-45B3C8D6BF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81805" y="184375"/>
                        <a:ext cx="1066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A8BD4BA-39D7-4954-B1D6-ED251D0423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6819227"/>
              </p:ext>
            </p:extLst>
          </p:nvPr>
        </p:nvGraphicFramePr>
        <p:xfrm>
          <a:off x="4870037" y="152625"/>
          <a:ext cx="2895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9" name="Equation" r:id="rId5" imgW="2895480" imgH="406080" progId="Equation.DSMT4">
                  <p:embed/>
                </p:oleObj>
              </mc:Choice>
              <mc:Fallback>
                <p:oleObj name="Equation" r:id="rId5" imgW="2895480" imgH="4060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084847D9-427B-4EE7-8C4C-7D1D479980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70037" y="152625"/>
                        <a:ext cx="2895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5A6A4AB8-5D90-4CE9-87DE-DD6DD4F2F44C}"/>
              </a:ext>
            </a:extLst>
          </p:cNvPr>
          <p:cNvSpPr/>
          <p:nvPr/>
        </p:nvSpPr>
        <p:spPr>
          <a:xfrm>
            <a:off x="297529" y="647927"/>
            <a:ext cx="85689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求函数               的驻点，并判断它是否为极值点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6B8CE57-78E9-4148-ABEC-3CF2F5D9A7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1817985"/>
              </p:ext>
            </p:extLst>
          </p:nvPr>
        </p:nvGraphicFramePr>
        <p:xfrm>
          <a:off x="1374985" y="707309"/>
          <a:ext cx="1066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70" name="Equation" r:id="rId7" imgW="1066680" imgH="342720" progId="Equation.DSMT4">
                  <p:embed/>
                </p:oleObj>
              </mc:Choice>
              <mc:Fallback>
                <p:oleObj name="Equation" r:id="rId7" imgW="1066680" imgH="3427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410A6362-1FA1-4DF5-A157-637D4BC2DB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74985" y="707309"/>
                        <a:ext cx="1066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93605F7-0212-4156-A770-1B6BEC8B344A}"/>
              </a:ext>
            </a:extLst>
          </p:cNvPr>
          <p:cNvCxnSpPr/>
          <p:nvPr/>
        </p:nvCxnSpPr>
        <p:spPr>
          <a:xfrm>
            <a:off x="0" y="1129421"/>
            <a:ext cx="9144000" cy="0"/>
          </a:xfrm>
          <a:prstGeom prst="line">
            <a:avLst/>
          </a:prstGeom>
          <a:ln w="317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A0ED631-2ED8-459D-A969-7C1B814C35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526622"/>
              </p:ext>
            </p:extLst>
          </p:nvPr>
        </p:nvGraphicFramePr>
        <p:xfrm>
          <a:off x="1294460" y="1530676"/>
          <a:ext cx="1917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71" name="Equation" r:id="rId9" imgW="1917360" imgH="393480" progId="Equation.DSMT4">
                  <p:embed/>
                </p:oleObj>
              </mc:Choice>
              <mc:Fallback>
                <p:oleObj name="Equation" r:id="rId9" imgW="1917360" imgH="39348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C6073378-9878-4257-8A23-1D801A4F66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94460" y="1530676"/>
                        <a:ext cx="19177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59860B96-DF2A-41E7-88B2-D7B02568DA17}"/>
              </a:ext>
            </a:extLst>
          </p:cNvPr>
          <p:cNvSpPr/>
          <p:nvPr/>
        </p:nvSpPr>
        <p:spPr>
          <a:xfrm>
            <a:off x="622635" y="2194692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endParaRPr lang="zh-CN" altLang="en-US" sz="2400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CDD96C5A-FBB6-496D-B3B2-61BC784640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9569828"/>
              </p:ext>
            </p:extLst>
          </p:nvPr>
        </p:nvGraphicFramePr>
        <p:xfrm>
          <a:off x="3779912" y="1536445"/>
          <a:ext cx="2628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72" name="Equation" r:id="rId11" imgW="2628720" imgH="393480" progId="Equation.DSMT4">
                  <p:embed/>
                </p:oleObj>
              </mc:Choice>
              <mc:Fallback>
                <p:oleObj name="Equation" r:id="rId11" imgW="2628720" imgH="3934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EA0ED631-2ED8-459D-A969-7C1B814C35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79912" y="1536445"/>
                        <a:ext cx="26289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4591BDE3-5B11-431B-81C7-40220111CD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6727508"/>
              </p:ext>
            </p:extLst>
          </p:nvPr>
        </p:nvGraphicFramePr>
        <p:xfrm>
          <a:off x="1443692" y="2222325"/>
          <a:ext cx="3479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73" name="Equation" r:id="rId13" imgW="3479760" imgH="406080" progId="Equation.DSMT4">
                  <p:embed/>
                </p:oleObj>
              </mc:Choice>
              <mc:Fallback>
                <p:oleObj name="Equation" r:id="rId13" imgW="34797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43692" y="2222325"/>
                        <a:ext cx="3479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D0F276EA-4227-44CD-8DF6-8FD6B672D6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9923758"/>
              </p:ext>
            </p:extLst>
          </p:nvPr>
        </p:nvGraphicFramePr>
        <p:xfrm>
          <a:off x="5345619" y="2203999"/>
          <a:ext cx="2743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74" name="Equation" r:id="rId15" imgW="2743200" imgH="406080" progId="Equation.DSMT4">
                  <p:embed/>
                </p:oleObj>
              </mc:Choice>
              <mc:Fallback>
                <p:oleObj name="Equation" r:id="rId15" imgW="27432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345619" y="2203999"/>
                        <a:ext cx="27432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15757016-9DB8-4832-827B-E00D95FE2423}"/>
              </a:ext>
            </a:extLst>
          </p:cNvPr>
          <p:cNvGrpSpPr/>
          <p:nvPr/>
        </p:nvGrpSpPr>
        <p:grpSpPr>
          <a:xfrm>
            <a:off x="612420" y="2922660"/>
            <a:ext cx="3479800" cy="461665"/>
            <a:chOff x="274829" y="2786019"/>
            <a:chExt cx="3479800" cy="46166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4428ED4C-4DD8-4106-85AB-214BD68F5B4A}"/>
                </a:ext>
              </a:extLst>
            </p:cNvPr>
            <p:cNvSpPr/>
            <p:nvPr/>
          </p:nvSpPr>
          <p:spPr>
            <a:xfrm>
              <a:off x="274829" y="2786019"/>
              <a:ext cx="34798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所以          为唯一驻点，</a:t>
              </a:r>
              <a:endParaRPr lang="zh-CN" altLang="en-US" sz="2400" dirty="0"/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2D621E03-D7D6-478D-98E0-BE81530E16D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6409404"/>
                </p:ext>
              </p:extLst>
            </p:nvPr>
          </p:nvGraphicFramePr>
          <p:xfrm>
            <a:off x="1056913" y="2864097"/>
            <a:ext cx="596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375" name="Equation" r:id="rId17" imgW="596880" imgH="279360" progId="Equation.DSMT4">
                    <p:embed/>
                  </p:oleObj>
                </mc:Choice>
                <mc:Fallback>
                  <p:oleObj name="Equation" r:id="rId17" imgW="59688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056913" y="2864097"/>
                          <a:ext cx="596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3BAA8276-413B-487F-875C-37480D7F3AB3}"/>
              </a:ext>
            </a:extLst>
          </p:cNvPr>
          <p:cNvSpPr/>
          <p:nvPr/>
        </p:nvSpPr>
        <p:spPr>
          <a:xfrm>
            <a:off x="3779912" y="2929585"/>
            <a:ext cx="12190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此时</a:t>
            </a:r>
            <a:endParaRPr lang="zh-CN" altLang="en-US" sz="2400" dirty="0"/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CB194E75-F5E6-41AC-A80D-1C668FC63A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1590373"/>
              </p:ext>
            </p:extLst>
          </p:nvPr>
        </p:nvGraphicFramePr>
        <p:xfrm>
          <a:off x="1394504" y="3476781"/>
          <a:ext cx="6565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76" name="Equation" r:id="rId19" imgW="6565680" imgH="406080" progId="Equation.DSMT4">
                  <p:embed/>
                </p:oleObj>
              </mc:Choice>
              <mc:Fallback>
                <p:oleObj name="Equation" r:id="rId19" imgW="65656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394504" y="3476781"/>
                        <a:ext cx="65659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BC1BC105-9CF8-4994-9A86-2C1C5374D7A2}"/>
              </a:ext>
            </a:extLst>
          </p:cNvPr>
          <p:cNvSpPr/>
          <p:nvPr/>
        </p:nvSpPr>
        <p:spPr>
          <a:xfrm>
            <a:off x="657769" y="4103204"/>
            <a:ext cx="16440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</a:t>
            </a:r>
            <a:endParaRPr lang="zh-CN" altLang="en-US" sz="2400" dirty="0"/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87638857-1592-49F3-B991-9F430025EE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0390322"/>
              </p:ext>
            </p:extLst>
          </p:nvPr>
        </p:nvGraphicFramePr>
        <p:xfrm>
          <a:off x="1377603" y="4174912"/>
          <a:ext cx="1016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77" name="Equation" r:id="rId21" imgW="1015920" imgH="342720" progId="Equation.DSMT4">
                  <p:embed/>
                </p:oleObj>
              </mc:Choice>
              <mc:Fallback>
                <p:oleObj name="Equation" r:id="rId21" imgW="10159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377603" y="4174912"/>
                        <a:ext cx="1016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028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7" grpId="0"/>
      <p:bldP spid="2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E58E7E3-9107-45A9-96AA-4022648FAB37}"/>
              </a:ext>
            </a:extLst>
          </p:cNvPr>
          <p:cNvSpPr/>
          <p:nvPr/>
        </p:nvSpPr>
        <p:spPr>
          <a:xfrm>
            <a:off x="683568" y="633902"/>
            <a:ext cx="79928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                   代入                                得</a:t>
            </a:r>
            <a:endParaRPr lang="zh-CN" altLang="en-US" sz="2400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3DAC613-095E-45DC-9DF8-AAFBAE63D6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3814176"/>
              </p:ext>
            </p:extLst>
          </p:nvPr>
        </p:nvGraphicFramePr>
        <p:xfrm>
          <a:off x="1181122" y="693284"/>
          <a:ext cx="1282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67" name="Equation" r:id="rId3" imgW="1282680" imgH="342720" progId="Equation.DSMT4">
                  <p:embed/>
                </p:oleObj>
              </mc:Choice>
              <mc:Fallback>
                <p:oleObj name="Equation" r:id="rId3" imgW="12826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1122" y="693284"/>
                        <a:ext cx="1282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AE5F2D3-C223-4B3A-903B-19C06EEB58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7273845"/>
              </p:ext>
            </p:extLst>
          </p:nvPr>
        </p:nvGraphicFramePr>
        <p:xfrm>
          <a:off x="5920965" y="693284"/>
          <a:ext cx="1117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68" name="Equation" r:id="rId5" imgW="1117440" imgH="355320" progId="Equation.DSMT4">
                  <p:embed/>
                </p:oleObj>
              </mc:Choice>
              <mc:Fallback>
                <p:oleObj name="Equation" r:id="rId5" imgW="111744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20965" y="693284"/>
                        <a:ext cx="1117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C5DDD9E-47A4-4945-BC90-35BF2E7A37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7734742"/>
              </p:ext>
            </p:extLst>
          </p:nvPr>
        </p:nvGraphicFramePr>
        <p:xfrm>
          <a:off x="3190875" y="471488"/>
          <a:ext cx="2209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69" name="Equation" r:id="rId7" imgW="2209680" imgH="787320" progId="Equation.DSMT4">
                  <p:embed/>
                </p:oleObj>
              </mc:Choice>
              <mc:Fallback>
                <p:oleObj name="Equation" r:id="rId7" imgW="2209680" imgH="7873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1BD203F7-85CB-44EC-A517-9BFEFB9A76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90875" y="471488"/>
                        <a:ext cx="22098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31A29C6F-E118-4E11-BA3F-47C8D4B4049B}"/>
              </a:ext>
            </a:extLst>
          </p:cNvPr>
          <p:cNvGrpSpPr/>
          <p:nvPr/>
        </p:nvGrpSpPr>
        <p:grpSpPr>
          <a:xfrm>
            <a:off x="687076" y="1458810"/>
            <a:ext cx="7485324" cy="461665"/>
            <a:chOff x="687076" y="1458810"/>
            <a:chExt cx="7485324" cy="461665"/>
          </a:xfrm>
        </p:grpSpPr>
        <p:graphicFrame>
          <p:nvGraphicFramePr>
            <p:cNvPr id="2" name="对象 1">
              <a:extLst>
                <a:ext uri="{FF2B5EF4-FFF2-40B4-BE49-F238E27FC236}">
                  <a16:creationId xmlns:a16="http://schemas.microsoft.com/office/drawing/2014/main" id="{7DD2BC43-8226-4C34-863F-650DE2A687D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83814291"/>
                </p:ext>
              </p:extLst>
            </p:nvPr>
          </p:nvGraphicFramePr>
          <p:xfrm>
            <a:off x="1230313" y="1458913"/>
            <a:ext cx="39497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70" name="Equation" r:id="rId9" imgW="3949560" imgH="406080" progId="Equation.DSMT4">
                    <p:embed/>
                  </p:oleObj>
                </mc:Choice>
                <mc:Fallback>
                  <p:oleObj name="Equation" r:id="rId9" imgW="3949560" imgH="40608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F019137B-BB5A-48D6-BB94-04E55CC0609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230313" y="1458913"/>
                          <a:ext cx="39497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F242847-6E4F-472D-B6C3-0F4617B6AA64}"/>
                </a:ext>
              </a:extLst>
            </p:cNvPr>
            <p:cNvSpPr/>
            <p:nvPr/>
          </p:nvSpPr>
          <p:spPr>
            <a:xfrm>
              <a:off x="687076" y="1458810"/>
              <a:ext cx="748532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对                                                      两边关于  求导，得</a:t>
              </a:r>
              <a:endParaRPr lang="zh-CN" altLang="en-US" sz="2400" dirty="0"/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BEEA59E1-D3B7-4BCC-B0C3-E24AA04BDB8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67390298"/>
                </p:ext>
              </p:extLst>
            </p:nvPr>
          </p:nvGraphicFramePr>
          <p:xfrm>
            <a:off x="6393525" y="1588042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71" name="Equation" r:id="rId11" imgW="190440" imgH="203040" progId="Equation.DSMT4">
                    <p:embed/>
                  </p:oleObj>
                </mc:Choice>
                <mc:Fallback>
                  <p:oleObj name="Equation" r:id="rId11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393525" y="1588042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9D587E30-9DE0-4026-AE1F-414FD3F678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3306872"/>
              </p:ext>
            </p:extLst>
          </p:nvPr>
        </p:nvGraphicFramePr>
        <p:xfrm>
          <a:off x="984200" y="2120397"/>
          <a:ext cx="7188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72" name="Equation" r:id="rId13" imgW="7188120" imgH="406080" progId="Equation.DSMT4">
                  <p:embed/>
                </p:oleObj>
              </mc:Choice>
              <mc:Fallback>
                <p:oleObj name="Equation" r:id="rId13" imgW="71881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84200" y="2120397"/>
                        <a:ext cx="71882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60F1ECB1-A4C6-40A3-AB94-6DC7813750A8}"/>
              </a:ext>
            </a:extLst>
          </p:cNvPr>
          <p:cNvGrpSpPr/>
          <p:nvPr/>
        </p:nvGrpSpPr>
        <p:grpSpPr>
          <a:xfrm>
            <a:off x="683568" y="2761361"/>
            <a:ext cx="5040560" cy="461665"/>
            <a:chOff x="683568" y="2761361"/>
            <a:chExt cx="5040560" cy="46166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2737E85-D5E3-4832-9657-8F619ABCB780}"/>
                </a:ext>
              </a:extLst>
            </p:cNvPr>
            <p:cNvSpPr/>
            <p:nvPr/>
          </p:nvSpPr>
          <p:spPr>
            <a:xfrm>
              <a:off x="683568" y="2761361"/>
              <a:ext cx="504056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将                                   代入上式得</a:t>
              </a:r>
              <a:endParaRPr lang="zh-CN" altLang="en-US" sz="2400" dirty="0"/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27B94C9E-B88C-4706-817D-9C216E2E13D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2592042"/>
                </p:ext>
              </p:extLst>
            </p:nvPr>
          </p:nvGraphicFramePr>
          <p:xfrm>
            <a:off x="1181122" y="2843574"/>
            <a:ext cx="23876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73" name="Equation" r:id="rId15" imgW="2387520" imgH="355320" progId="Equation.DSMT4">
                    <p:embed/>
                  </p:oleObj>
                </mc:Choice>
                <mc:Fallback>
                  <p:oleObj name="Equation" r:id="rId15" imgW="2387520" imgH="3553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F3DAC613-095E-45DC-9DF8-AAFBAE63D66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181122" y="2843574"/>
                          <a:ext cx="23876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4863395-4B93-4574-BA48-1343CB7BB9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8625812"/>
              </p:ext>
            </p:extLst>
          </p:nvPr>
        </p:nvGraphicFramePr>
        <p:xfrm>
          <a:off x="3732213" y="3246438"/>
          <a:ext cx="1663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74" name="Equation" r:id="rId17" imgW="1663560" imgH="723600" progId="Equation.DSMT4">
                  <p:embed/>
                </p:oleObj>
              </mc:Choice>
              <mc:Fallback>
                <p:oleObj name="Equation" r:id="rId17" imgW="16635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732213" y="3246438"/>
                        <a:ext cx="16637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id="{5D985DBB-3067-467E-8010-E00667447471}"/>
              </a:ext>
            </a:extLst>
          </p:cNvPr>
          <p:cNvGrpSpPr/>
          <p:nvPr/>
        </p:nvGrpSpPr>
        <p:grpSpPr>
          <a:xfrm>
            <a:off x="686917" y="4063912"/>
            <a:ext cx="8424936" cy="461665"/>
            <a:chOff x="686917" y="4063912"/>
            <a:chExt cx="8424936" cy="461665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D5EE664-67D1-43B5-9F7D-D6EAC43E9551}"/>
                </a:ext>
              </a:extLst>
            </p:cNvPr>
            <p:cNvSpPr/>
            <p:nvPr/>
          </p:nvSpPr>
          <p:spPr>
            <a:xfrm>
              <a:off x="686917" y="4063912"/>
              <a:ext cx="84249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所以          是唯一驻点，且是极小值点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en-US" sz="2400" dirty="0"/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A206061A-12E1-4C27-B453-7BAE2AA10B4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7291157"/>
                </p:ext>
              </p:extLst>
            </p:nvPr>
          </p:nvGraphicFramePr>
          <p:xfrm>
            <a:off x="1524022" y="4155044"/>
            <a:ext cx="596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75" name="Equation" r:id="rId19" imgW="596880" imgH="279360" progId="Equation.DSMT4">
                    <p:embed/>
                  </p:oleObj>
                </mc:Choice>
                <mc:Fallback>
                  <p:oleObj name="Equation" r:id="rId19" imgW="59688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524022" y="4155044"/>
                          <a:ext cx="596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974749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D288F76E-C98F-47E5-869F-DB2667291F7C}"/>
              </a:ext>
            </a:extLst>
          </p:cNvPr>
          <p:cNvGrpSpPr/>
          <p:nvPr/>
        </p:nvGrpSpPr>
        <p:grpSpPr>
          <a:xfrm>
            <a:off x="648884" y="112343"/>
            <a:ext cx="8129464" cy="609083"/>
            <a:chOff x="899592" y="531128"/>
            <a:chExt cx="8129464" cy="609083"/>
          </a:xfrm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DB9663F3-165F-4845-8AC2-8FDC1460EE3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99592" y="538688"/>
              <a:ext cx="8129464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  </a:t>
              </a:r>
              <a:r>
                <a:rPr lang="zh-CN" altLang="en-US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设           求满足不等式                    的最小正数        </a:t>
              </a: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44C2DF28-C287-48EC-AF10-92F14D82C6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68955286"/>
                </p:ext>
              </p:extLst>
            </p:nvPr>
          </p:nvGraphicFramePr>
          <p:xfrm>
            <a:off x="2195736" y="627534"/>
            <a:ext cx="723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442" name="Equation" r:id="rId3" imgW="723600" imgH="330120" progId="Equation.DSMT4">
                    <p:embed/>
                  </p:oleObj>
                </mc:Choice>
                <mc:Fallback>
                  <p:oleObj name="Equation" r:id="rId3" imgW="7236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195736" y="627534"/>
                          <a:ext cx="7239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42936496-D8F6-409E-9194-7EE1C0467A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17681498"/>
                </p:ext>
              </p:extLst>
            </p:nvPr>
          </p:nvGraphicFramePr>
          <p:xfrm>
            <a:off x="4853663" y="531128"/>
            <a:ext cx="13716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443" name="Equation" r:id="rId5" imgW="1371600" imgH="393480" progId="Equation.DSMT4">
                    <p:embed/>
                  </p:oleObj>
                </mc:Choice>
                <mc:Fallback>
                  <p:oleObj name="Equation" r:id="rId5" imgW="137160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853663" y="531128"/>
                          <a:ext cx="13716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BED70A33-83DF-4E59-9023-8BB043B3E6D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36646199"/>
                </p:ext>
              </p:extLst>
            </p:nvPr>
          </p:nvGraphicFramePr>
          <p:xfrm>
            <a:off x="7868525" y="610523"/>
            <a:ext cx="2921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444" name="Equation" r:id="rId7" imgW="291960" imgH="279360" progId="Equation.DSMT4">
                    <p:embed/>
                  </p:oleObj>
                </mc:Choice>
                <mc:Fallback>
                  <p:oleObj name="Equation" r:id="rId7" imgW="29196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868525" y="610523"/>
                          <a:ext cx="2921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5DA951DE-B1EE-4F26-8C8B-E642DD8D7D3E}"/>
              </a:ext>
            </a:extLst>
          </p:cNvPr>
          <p:cNvSpPr/>
          <p:nvPr/>
        </p:nvSpPr>
        <p:spPr>
          <a:xfrm>
            <a:off x="673558" y="832423"/>
            <a:ext cx="10081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分析</a:t>
            </a:r>
            <a:endParaRPr lang="zh-CN" altLang="en-US" sz="2400" dirty="0"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DBA9B464-98BB-4A0F-897F-8905DF066BE0}"/>
              </a:ext>
            </a:extLst>
          </p:cNvPr>
          <p:cNvGrpSpPr/>
          <p:nvPr/>
        </p:nvGrpSpPr>
        <p:grpSpPr>
          <a:xfrm>
            <a:off x="1512979" y="660999"/>
            <a:ext cx="7265369" cy="774700"/>
            <a:chOff x="1547663" y="1032174"/>
            <a:chExt cx="7265369" cy="77470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A46483D-D2D6-448F-BA19-4B9FE68E4AD6}"/>
                </a:ext>
              </a:extLst>
            </p:cNvPr>
            <p:cNvSpPr/>
            <p:nvPr/>
          </p:nvSpPr>
          <p:spPr>
            <a:xfrm>
              <a:off x="1547663" y="1188692"/>
              <a:ext cx="726536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此问题实际上是求函数    在      上的最大值        </a:t>
              </a:r>
              <a:endPara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BF58788E-2498-4218-95E1-AB069671A0C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2279758"/>
                </p:ext>
              </p:extLst>
            </p:nvPr>
          </p:nvGraphicFramePr>
          <p:xfrm>
            <a:off x="4747466" y="1032174"/>
            <a:ext cx="520700" cy="774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445" name="Equation" r:id="rId9" imgW="520560" imgH="774360" progId="Equation.DSMT4">
                    <p:embed/>
                  </p:oleObj>
                </mc:Choice>
                <mc:Fallback>
                  <p:oleObj name="Equation" r:id="rId9" imgW="520560" imgH="774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747466" y="1032174"/>
                          <a:ext cx="520700" cy="774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DC3DD958-6C3E-4DD5-8284-B8F1DB07C79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39898825"/>
                </p:ext>
              </p:extLst>
            </p:nvPr>
          </p:nvGraphicFramePr>
          <p:xfrm>
            <a:off x="5663087" y="1262980"/>
            <a:ext cx="889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446" name="Equation" r:id="rId11" imgW="888840" imgH="342720" progId="Equation.DSMT4">
                    <p:embed/>
                  </p:oleObj>
                </mc:Choice>
                <mc:Fallback>
                  <p:oleObj name="Equation" r:id="rId11" imgW="8888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663087" y="1262980"/>
                          <a:ext cx="889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1036902D-DB22-4A5C-8EC7-4758C10A59F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4385152"/>
                </p:ext>
              </p:extLst>
            </p:nvPr>
          </p:nvGraphicFramePr>
          <p:xfrm>
            <a:off x="8115421" y="1279824"/>
            <a:ext cx="2921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447" name="Equation" r:id="rId13" imgW="291960" imgH="279360" progId="Equation.DSMT4">
                    <p:embed/>
                  </p:oleObj>
                </mc:Choice>
                <mc:Fallback>
                  <p:oleObj name="Equation" r:id="rId13" imgW="291960" imgH="27936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BED70A33-83DF-4E59-9023-8BB043B3E6D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115421" y="1279824"/>
                          <a:ext cx="2921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文本框 22">
            <a:extLst>
              <a:ext uri="{FF2B5EF4-FFF2-40B4-BE49-F238E27FC236}">
                <a16:creationId xmlns:a16="http://schemas.microsoft.com/office/drawing/2014/main" id="{DD096DB9-C6CB-4FD5-B653-5C69093E03DD}"/>
              </a:ext>
            </a:extLst>
          </p:cNvPr>
          <p:cNvSpPr txBox="1"/>
          <p:nvPr/>
        </p:nvSpPr>
        <p:spPr>
          <a:xfrm>
            <a:off x="675671" y="1435699"/>
            <a:ext cx="505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b="1" dirty="0">
              <a:latin typeface="+mn-ea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D67DF134-6A6F-4F5B-BC38-0F2B7F282764}"/>
              </a:ext>
            </a:extLst>
          </p:cNvPr>
          <p:cNvGrpSpPr/>
          <p:nvPr/>
        </p:nvGrpSpPr>
        <p:grpSpPr>
          <a:xfrm>
            <a:off x="1177614" y="1268713"/>
            <a:ext cx="7265368" cy="814981"/>
            <a:chOff x="1212298" y="1639888"/>
            <a:chExt cx="7265368" cy="814981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B6C1CA7-2CCC-44CF-90B0-C659D72A11A9}"/>
                </a:ext>
              </a:extLst>
            </p:cNvPr>
            <p:cNvSpPr/>
            <p:nvPr/>
          </p:nvSpPr>
          <p:spPr>
            <a:xfrm>
              <a:off x="1212298" y="1819468"/>
              <a:ext cx="726536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令                                则</a:t>
              </a:r>
              <a:endParaRPr lang="zh-CN" altLang="en-US" sz="2400" dirty="0"/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669902C1-9F05-4D1A-9F6C-CFA80AB53C9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24917077"/>
                </p:ext>
              </p:extLst>
            </p:nvPr>
          </p:nvGraphicFramePr>
          <p:xfrm>
            <a:off x="1651492" y="1680169"/>
            <a:ext cx="2336800" cy="774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448" name="Equation" r:id="rId14" imgW="2336760" imgH="774360" progId="Equation.DSMT4">
                    <p:embed/>
                  </p:oleObj>
                </mc:Choice>
                <mc:Fallback>
                  <p:oleObj name="Equation" r:id="rId14" imgW="2336760" imgH="774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651492" y="1680169"/>
                          <a:ext cx="2336800" cy="774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DBF859AA-48D6-4D96-A094-ED6170A9907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7682521"/>
                </p:ext>
              </p:extLst>
            </p:nvPr>
          </p:nvGraphicFramePr>
          <p:xfrm>
            <a:off x="4373563" y="1639888"/>
            <a:ext cx="2794000" cy="774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449" name="Equation" r:id="rId16" imgW="2793960" imgH="774360" progId="Equation.DSMT4">
                    <p:embed/>
                  </p:oleObj>
                </mc:Choice>
                <mc:Fallback>
                  <p:oleObj name="Equation" r:id="rId16" imgW="2793960" imgH="774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4373563" y="1639888"/>
                          <a:ext cx="2794000" cy="774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18E56163-7B09-47CF-8B24-F4AF0CFDD844}"/>
              </a:ext>
            </a:extLst>
          </p:cNvPr>
          <p:cNvGrpSpPr/>
          <p:nvPr/>
        </p:nvGrpSpPr>
        <p:grpSpPr>
          <a:xfrm>
            <a:off x="1177614" y="2200575"/>
            <a:ext cx="4789852" cy="461665"/>
            <a:chOff x="718252" y="2602106"/>
            <a:chExt cx="4789852" cy="461665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5C7CED1A-E282-4495-AB49-24CBF6F79F67}"/>
                </a:ext>
              </a:extLst>
            </p:cNvPr>
            <p:cNvSpPr/>
            <p:nvPr/>
          </p:nvSpPr>
          <p:spPr>
            <a:xfrm>
              <a:off x="718252" y="2602106"/>
              <a:ext cx="47898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令                 求得唯一驻点</a:t>
              </a:r>
              <a:endParaRPr lang="zh-CN" altLang="en-US" sz="2400" dirty="0"/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74D9CA1D-B6C4-4E4D-9ED9-36EA6D83626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51187242"/>
                </p:ext>
              </p:extLst>
            </p:nvPr>
          </p:nvGraphicFramePr>
          <p:xfrm>
            <a:off x="1106754" y="2655139"/>
            <a:ext cx="1219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450" name="Equation" r:id="rId18" imgW="1218960" imgH="355320" progId="Equation.DSMT4">
                    <p:embed/>
                  </p:oleObj>
                </mc:Choice>
                <mc:Fallback>
                  <p:oleObj name="Equation" r:id="rId18" imgW="121896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106754" y="2655139"/>
                          <a:ext cx="12192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717EA4F7-17F3-404E-9DE6-1F02F53C2A5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98886861"/>
                </p:ext>
              </p:extLst>
            </p:nvPr>
          </p:nvGraphicFramePr>
          <p:xfrm>
            <a:off x="4341066" y="2631132"/>
            <a:ext cx="812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451" name="Equation" r:id="rId20" imgW="812520" imgH="342720" progId="Equation.DSMT4">
                    <p:embed/>
                  </p:oleObj>
                </mc:Choice>
                <mc:Fallback>
                  <p:oleObj name="Equation" r:id="rId20" imgW="81252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4341066" y="2631132"/>
                          <a:ext cx="812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AEBDBA54-C467-4D58-9BF0-5AFE8CD2943C}"/>
              </a:ext>
            </a:extLst>
          </p:cNvPr>
          <p:cNvGrpSpPr/>
          <p:nvPr/>
        </p:nvGrpSpPr>
        <p:grpSpPr>
          <a:xfrm>
            <a:off x="1177614" y="2817169"/>
            <a:ext cx="3622814" cy="461665"/>
            <a:chOff x="718252" y="3225181"/>
            <a:chExt cx="3622814" cy="461665"/>
          </a:xfrm>
        </p:grpSpPr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7A1F582F-0026-49BA-9444-C98AC95D384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2802441"/>
                </p:ext>
              </p:extLst>
            </p:nvPr>
          </p:nvGraphicFramePr>
          <p:xfrm>
            <a:off x="1212298" y="3284563"/>
            <a:ext cx="1181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452" name="Equation" r:id="rId22" imgW="1180800" imgH="342720" progId="Equation.DSMT4">
                    <p:embed/>
                  </p:oleObj>
                </mc:Choice>
                <mc:Fallback>
                  <p:oleObj name="Equation" r:id="rId22" imgW="11808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1212298" y="3284563"/>
                          <a:ext cx="1181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DFBFA5F0-0E3C-430B-8513-A23B76697B27}"/>
                </a:ext>
              </a:extLst>
            </p:cNvPr>
            <p:cNvSpPr/>
            <p:nvPr/>
          </p:nvSpPr>
          <p:spPr>
            <a:xfrm>
              <a:off x="718252" y="3225181"/>
              <a:ext cx="362281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当                 时，                 </a:t>
              </a:r>
              <a:endParaRPr lang="zh-CN" altLang="en-US" sz="2400" dirty="0"/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FA114E05-09F6-4238-9E87-67A973C4FA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21556924"/>
                </p:ext>
              </p:extLst>
            </p:nvPr>
          </p:nvGraphicFramePr>
          <p:xfrm>
            <a:off x="2854192" y="3302690"/>
            <a:ext cx="1219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453" name="Equation" r:id="rId24" imgW="1218960" imgH="355320" progId="Equation.DSMT4">
                    <p:embed/>
                  </p:oleObj>
                </mc:Choice>
                <mc:Fallback>
                  <p:oleObj name="Equation" r:id="rId24" imgW="121896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2854192" y="3302690"/>
                          <a:ext cx="12192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93F3A90-FD19-4C17-9809-358AD039697F}"/>
              </a:ext>
            </a:extLst>
          </p:cNvPr>
          <p:cNvGrpSpPr/>
          <p:nvPr/>
        </p:nvGrpSpPr>
        <p:grpSpPr>
          <a:xfrm>
            <a:off x="4563566" y="2826059"/>
            <a:ext cx="3622814" cy="461665"/>
            <a:chOff x="718252" y="3225181"/>
            <a:chExt cx="3622814" cy="461665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0A540B35-934A-46AA-A54E-D20086E8555B}"/>
                </a:ext>
              </a:extLst>
            </p:cNvPr>
            <p:cNvSpPr/>
            <p:nvPr/>
          </p:nvSpPr>
          <p:spPr>
            <a:xfrm>
              <a:off x="718252" y="3225181"/>
              <a:ext cx="362281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当            时，                 </a:t>
              </a:r>
              <a:endParaRPr lang="zh-CN" altLang="en-US" sz="2400" dirty="0"/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4A17B595-5F88-42E2-AFA2-445A8C19D1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7792930"/>
                </p:ext>
              </p:extLst>
            </p:nvPr>
          </p:nvGraphicFramePr>
          <p:xfrm>
            <a:off x="1216860" y="3256159"/>
            <a:ext cx="736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454" name="Equation" r:id="rId26" imgW="736560" imgH="342720" progId="Equation.DSMT4">
                    <p:embed/>
                  </p:oleObj>
                </mc:Choice>
                <mc:Fallback>
                  <p:oleObj name="Equation" r:id="rId26" imgW="736560" imgH="34272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7A1F582F-0026-49BA-9444-C98AC95D384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1216860" y="3256159"/>
                          <a:ext cx="7366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04918FE2-3FEF-411C-9107-0998450C8A9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4306133"/>
                </p:ext>
              </p:extLst>
            </p:nvPr>
          </p:nvGraphicFramePr>
          <p:xfrm>
            <a:off x="2569410" y="3301228"/>
            <a:ext cx="12065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455" name="Equation" r:id="rId28" imgW="1206360" imgH="355320" progId="Equation.DSMT4">
                    <p:embed/>
                  </p:oleObj>
                </mc:Choice>
                <mc:Fallback>
                  <p:oleObj name="Equation" r:id="rId28" imgW="1206360" imgH="35532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FA114E05-09F6-4238-9E87-67A973C4FAA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2569410" y="3301228"/>
                          <a:ext cx="12065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3DED14A0-43CA-47E9-81C6-B5AEA17FEACF}"/>
              </a:ext>
            </a:extLst>
          </p:cNvPr>
          <p:cNvGrpSpPr/>
          <p:nvPr/>
        </p:nvGrpSpPr>
        <p:grpSpPr>
          <a:xfrm>
            <a:off x="1187624" y="3435846"/>
            <a:ext cx="7526156" cy="461665"/>
            <a:chOff x="1222308" y="3807021"/>
            <a:chExt cx="7526156" cy="461665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1BDAA474-0069-4DEA-B279-4A21DA19E708}"/>
                </a:ext>
              </a:extLst>
            </p:cNvPr>
            <p:cNvSpPr/>
            <p:nvPr/>
          </p:nvSpPr>
          <p:spPr>
            <a:xfrm>
              <a:off x="1222308" y="3807021"/>
              <a:ext cx="752615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所以           是唯一的极大值点，且为最大值点，且</a:t>
              </a:r>
              <a:endParaRPr lang="zh-CN" altLang="en-US" sz="2400" dirty="0"/>
            </a:p>
          </p:txBody>
        </p:sp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A25BE120-AF35-4374-B293-741F6477CD4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4682927"/>
                </p:ext>
              </p:extLst>
            </p:nvPr>
          </p:nvGraphicFramePr>
          <p:xfrm>
            <a:off x="1979712" y="3809307"/>
            <a:ext cx="736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456" name="Equation" r:id="rId30" imgW="736560" imgH="342720" progId="Equation.DSMT4">
                    <p:embed/>
                  </p:oleObj>
                </mc:Choice>
                <mc:Fallback>
                  <p:oleObj name="Equation" r:id="rId30" imgW="73656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1979712" y="3809307"/>
                          <a:ext cx="7366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47EA67F0-48D6-46E9-A434-E80F201F21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1286134"/>
              </p:ext>
            </p:extLst>
          </p:nvPr>
        </p:nvGraphicFramePr>
        <p:xfrm>
          <a:off x="3459955" y="3988291"/>
          <a:ext cx="1828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57" name="Equation" r:id="rId32" imgW="1828800" imgH="736560" progId="Equation.DSMT4">
                  <p:embed/>
                </p:oleObj>
              </mc:Choice>
              <mc:Fallback>
                <p:oleObj name="Equation" r:id="rId32" imgW="18288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3459955" y="3988291"/>
                        <a:ext cx="1828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2156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62FA9374-D1C6-40B3-A255-A510A69C2784}"/>
              </a:ext>
            </a:extLst>
          </p:cNvPr>
          <p:cNvGrpSpPr/>
          <p:nvPr/>
        </p:nvGrpSpPr>
        <p:grpSpPr>
          <a:xfrm>
            <a:off x="1026894" y="483518"/>
            <a:ext cx="7073498" cy="601523"/>
            <a:chOff x="683568" y="491078"/>
            <a:chExt cx="7073498" cy="601523"/>
          </a:xfrm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44344E32-5872-496C-BCB2-7E31EBC27B6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83568" y="491078"/>
              <a:ext cx="7073498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  </a:t>
              </a:r>
              <a:r>
                <a:rPr lang="zh-CN" altLang="en-US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设        在           上连续，在           内可导，且</a:t>
              </a: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1D2284F1-BAC3-4BA8-8C7D-EA73D310E0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4023466"/>
                </p:ext>
              </p:extLst>
            </p:nvPr>
          </p:nvGraphicFramePr>
          <p:xfrm>
            <a:off x="1907704" y="555526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89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907704" y="555526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D4761959-CD42-4E8C-B8D9-2A2AFCB37B2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43425383"/>
                </p:ext>
              </p:extLst>
            </p:nvPr>
          </p:nvGraphicFramePr>
          <p:xfrm>
            <a:off x="2915816" y="576848"/>
            <a:ext cx="711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90" name="Equation" r:id="rId5" imgW="711000" imgH="330120" progId="Equation.DSMT4">
                    <p:embed/>
                  </p:oleObj>
                </mc:Choice>
                <mc:Fallback>
                  <p:oleObj name="Equation" r:id="rId5" imgW="7110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915816" y="576848"/>
                          <a:ext cx="711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48C42667-DB7A-40E0-AEEA-483925F6D49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77369023"/>
                </p:ext>
              </p:extLst>
            </p:nvPr>
          </p:nvGraphicFramePr>
          <p:xfrm>
            <a:off x="5290364" y="555526"/>
            <a:ext cx="749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91" name="Equation" r:id="rId7" imgW="749160" imgH="342720" progId="Equation.DSMT4">
                    <p:embed/>
                  </p:oleObj>
                </mc:Choice>
                <mc:Fallback>
                  <p:oleObj name="Equation" r:id="rId7" imgW="74916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290364" y="555526"/>
                          <a:ext cx="749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BA531E3-E3F5-44B4-80A9-141CB8CB5A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9754634"/>
              </p:ext>
            </p:extLst>
          </p:nvPr>
        </p:nvGraphicFramePr>
        <p:xfrm>
          <a:off x="335608" y="1191027"/>
          <a:ext cx="2120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92" name="Equation" r:id="rId9" imgW="2120760" imgH="342720" progId="Equation.DSMT4">
                  <p:embed/>
                </p:oleObj>
              </mc:Choice>
              <mc:Fallback>
                <p:oleObj name="Equation" r:id="rId9" imgW="21207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5608" y="1191027"/>
                        <a:ext cx="2120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2097186-78B3-4B88-8D47-1FDF40883F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3227938"/>
              </p:ext>
            </p:extLst>
          </p:nvPr>
        </p:nvGraphicFramePr>
        <p:xfrm>
          <a:off x="7956376" y="546428"/>
          <a:ext cx="1092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93" name="Equation" r:id="rId11" imgW="1091880" imgH="342720" progId="Equation.DSMT4">
                  <p:embed/>
                </p:oleObj>
              </mc:Choice>
              <mc:Fallback>
                <p:oleObj name="Equation" r:id="rId11" imgW="10918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956376" y="546428"/>
                        <a:ext cx="1092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76D05C10-E137-4EB6-AFA4-1414396F417D}"/>
              </a:ext>
            </a:extLst>
          </p:cNvPr>
          <p:cNvSpPr/>
          <p:nvPr/>
        </p:nvSpPr>
        <p:spPr>
          <a:xfrm>
            <a:off x="2375832" y="1111710"/>
            <a:ext cx="66027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证明：对任意                    存在                     使</a:t>
            </a:r>
            <a:endParaRPr lang="zh-CN" altLang="en-US" sz="2400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6AAC90C5-1153-4025-B51B-DE964F298A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6382545"/>
              </p:ext>
            </p:extLst>
          </p:nvPr>
        </p:nvGraphicFramePr>
        <p:xfrm>
          <a:off x="4437576" y="1149698"/>
          <a:ext cx="1308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94" name="Equation" r:id="rId13" imgW="1307880" imgH="342720" progId="Equation.DSMT4">
                  <p:embed/>
                </p:oleObj>
              </mc:Choice>
              <mc:Fallback>
                <p:oleObj name="Equation" r:id="rId13" imgW="13078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437576" y="1149698"/>
                        <a:ext cx="1308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67D40FD4-18F1-44EF-8C9A-A2F6298AAE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6726714"/>
              </p:ext>
            </p:extLst>
          </p:nvPr>
        </p:nvGraphicFramePr>
        <p:xfrm>
          <a:off x="6614809" y="1171092"/>
          <a:ext cx="1282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95" name="Equation" r:id="rId15" imgW="1282680" imgH="342720" progId="Equation.DSMT4">
                  <p:embed/>
                </p:oleObj>
              </mc:Choice>
              <mc:Fallback>
                <p:oleObj name="Equation" r:id="rId15" imgW="12826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614809" y="1171092"/>
                        <a:ext cx="1282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51D3EC3D-BB57-4029-B052-FE3ED4F867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4768251"/>
              </p:ext>
            </p:extLst>
          </p:nvPr>
        </p:nvGraphicFramePr>
        <p:xfrm>
          <a:off x="335608" y="1779662"/>
          <a:ext cx="1257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96" name="Equation" r:id="rId17" imgW="1257120" imgH="355320" progId="Equation.DSMT4">
                  <p:embed/>
                </p:oleObj>
              </mc:Choice>
              <mc:Fallback>
                <p:oleObj name="Equation" r:id="rId17" imgW="125712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35608" y="1779662"/>
                        <a:ext cx="12573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2">
            <a:extLst>
              <a:ext uri="{FF2B5EF4-FFF2-40B4-BE49-F238E27FC236}">
                <a16:creationId xmlns:a16="http://schemas.microsoft.com/office/drawing/2014/main" id="{0BF68B32-DDA5-442C-892B-5409277D19F8}"/>
              </a:ext>
            </a:extLst>
          </p:cNvPr>
          <p:cNvSpPr txBox="1">
            <a:spLocks noChangeArrowheads="1"/>
          </p:cNvSpPr>
          <p:nvPr/>
        </p:nvSpPr>
        <p:spPr>
          <a:xfrm>
            <a:off x="1004362" y="2250245"/>
            <a:ext cx="846708" cy="643010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证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5420ED55-140B-4EED-8765-8B8F0192E23A}"/>
              </a:ext>
            </a:extLst>
          </p:cNvPr>
          <p:cNvGrpSpPr/>
          <p:nvPr/>
        </p:nvGrpSpPr>
        <p:grpSpPr>
          <a:xfrm>
            <a:off x="1609800" y="2250245"/>
            <a:ext cx="7354688" cy="492955"/>
            <a:chOff x="1609800" y="2250245"/>
            <a:chExt cx="7354688" cy="492955"/>
          </a:xfrm>
        </p:grpSpPr>
        <p:sp>
          <p:nvSpPr>
            <p:cNvPr id="15" name="Rectangle 2">
              <a:extLst>
                <a:ext uri="{FF2B5EF4-FFF2-40B4-BE49-F238E27FC236}">
                  <a16:creationId xmlns:a16="http://schemas.microsoft.com/office/drawing/2014/main" id="{EEDB4A54-DF89-49E2-B0CD-2E4845DA4B5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09800" y="2250245"/>
              <a:ext cx="7354688" cy="461665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j-ea"/>
                </a:rPr>
                <a:t>令                则</a:t>
              </a: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AFF2F947-559D-4456-A707-E68A65FC407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82969578"/>
                </p:ext>
              </p:extLst>
            </p:nvPr>
          </p:nvGraphicFramePr>
          <p:xfrm>
            <a:off x="2104097" y="2369010"/>
            <a:ext cx="2222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97" name="Equation" r:id="rId19" imgW="2222280" imgH="342720" progId="Equation.DSMT4">
                    <p:embed/>
                  </p:oleObj>
                </mc:Choice>
                <mc:Fallback>
                  <p:oleObj name="Equation" r:id="rId19" imgW="22222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104097" y="2369010"/>
                          <a:ext cx="22225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41F18716-99E2-4D22-AB80-B92F18EE016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8525343"/>
                </p:ext>
              </p:extLst>
            </p:nvPr>
          </p:nvGraphicFramePr>
          <p:xfrm>
            <a:off x="4925531" y="2369010"/>
            <a:ext cx="190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98" name="Equation" r:id="rId21" imgW="1904760" imgH="342720" progId="Equation.DSMT4">
                    <p:embed/>
                  </p:oleObj>
                </mc:Choice>
                <mc:Fallback>
                  <p:oleObj name="Equation" r:id="rId21" imgW="190476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4925531" y="2369010"/>
                          <a:ext cx="1905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4377CAF7-C986-4DBF-8447-D1BC7AD7A88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2680720"/>
                </p:ext>
              </p:extLst>
            </p:nvPr>
          </p:nvGraphicFramePr>
          <p:xfrm>
            <a:off x="6919913" y="2400300"/>
            <a:ext cx="1955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99" name="Equation" r:id="rId23" imgW="1955520" imgH="342720" progId="Equation.DSMT4">
                    <p:embed/>
                  </p:oleObj>
                </mc:Choice>
                <mc:Fallback>
                  <p:oleObj name="Equation" r:id="rId23" imgW="195552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6919913" y="2400300"/>
                          <a:ext cx="1955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557A9EEF-0828-43A7-B70B-8E028046CE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1005929"/>
              </p:ext>
            </p:extLst>
          </p:nvPr>
        </p:nvGraphicFramePr>
        <p:xfrm>
          <a:off x="185742" y="2911149"/>
          <a:ext cx="3784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00" name="Equation" r:id="rId25" imgW="3784320" imgH="342720" progId="Equation.DSMT4">
                  <p:embed/>
                </p:oleObj>
              </mc:Choice>
              <mc:Fallback>
                <p:oleObj name="Equation" r:id="rId25" imgW="37843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85742" y="2911149"/>
                        <a:ext cx="3784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28">
            <a:extLst>
              <a:ext uri="{FF2B5EF4-FFF2-40B4-BE49-F238E27FC236}">
                <a16:creationId xmlns:a16="http://schemas.microsoft.com/office/drawing/2014/main" id="{43A44D1E-16A3-44AD-B201-C030E9CE3516}"/>
              </a:ext>
            </a:extLst>
          </p:cNvPr>
          <p:cNvGrpSpPr/>
          <p:nvPr/>
        </p:nvGrpSpPr>
        <p:grpSpPr>
          <a:xfrm>
            <a:off x="4156485" y="2851766"/>
            <a:ext cx="4642724" cy="461665"/>
            <a:chOff x="4156485" y="2851766"/>
            <a:chExt cx="4642724" cy="461665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46E6A19D-3BDE-48E0-9A3B-7EBAF49F7602}"/>
                </a:ext>
              </a:extLst>
            </p:cNvPr>
            <p:cNvSpPr/>
            <p:nvPr/>
          </p:nvSpPr>
          <p:spPr>
            <a:xfrm>
              <a:off x="4156485" y="2851766"/>
              <a:ext cx="464272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易知        在           上的最大值点         </a:t>
              </a:r>
              <a:endParaRPr lang="zh-CN" altLang="en-US" sz="2400" dirty="0"/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22D323EB-D567-4630-8B9C-97D3ADF208F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28282168"/>
                </p:ext>
              </p:extLst>
            </p:nvPr>
          </p:nvGraphicFramePr>
          <p:xfrm>
            <a:off x="4852988" y="2911475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501" name="Equation" r:id="rId27" imgW="634680" imgH="342720" progId="Equation.DSMT4">
                    <p:embed/>
                  </p:oleObj>
                </mc:Choice>
                <mc:Fallback>
                  <p:oleObj name="Equation" r:id="rId27" imgW="6346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4852988" y="2911475"/>
                          <a:ext cx="635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66F25D00-0B36-4F82-A976-65BA2ABA49D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53989115"/>
                </p:ext>
              </p:extLst>
            </p:nvPr>
          </p:nvGraphicFramePr>
          <p:xfrm>
            <a:off x="5830279" y="2923849"/>
            <a:ext cx="711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502" name="Equation" r:id="rId29" imgW="711000" imgH="330120" progId="Equation.DSMT4">
                    <p:embed/>
                  </p:oleObj>
                </mc:Choice>
                <mc:Fallback>
                  <p:oleObj name="Equation" r:id="rId29" imgW="7110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5830279" y="2923849"/>
                          <a:ext cx="711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102B8146-F7B5-4F2C-8BC1-CF1D33CE9E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9799318"/>
              </p:ext>
            </p:extLst>
          </p:nvPr>
        </p:nvGraphicFramePr>
        <p:xfrm>
          <a:off x="310208" y="3453288"/>
          <a:ext cx="1282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03" name="Equation" r:id="rId31" imgW="1282680" imgH="342720" progId="Equation.DSMT4">
                  <p:embed/>
                </p:oleObj>
              </mc:Choice>
              <mc:Fallback>
                <p:oleObj name="Equation" r:id="rId31" imgW="12826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310208" y="3453288"/>
                        <a:ext cx="1282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组合 29">
            <a:extLst>
              <a:ext uri="{FF2B5EF4-FFF2-40B4-BE49-F238E27FC236}">
                <a16:creationId xmlns:a16="http://schemas.microsoft.com/office/drawing/2014/main" id="{69A37F2F-32D8-4F75-936C-F66C951E2E97}"/>
              </a:ext>
            </a:extLst>
          </p:cNvPr>
          <p:cNvGrpSpPr/>
          <p:nvPr/>
        </p:nvGrpSpPr>
        <p:grpSpPr>
          <a:xfrm>
            <a:off x="3664945" y="3385514"/>
            <a:ext cx="2949864" cy="643010"/>
            <a:chOff x="752988" y="3312735"/>
            <a:chExt cx="2949864" cy="643010"/>
          </a:xfrm>
        </p:grpSpPr>
        <p:sp>
          <p:nvSpPr>
            <p:cNvPr id="25" name="Rectangle 2">
              <a:extLst>
                <a:ext uri="{FF2B5EF4-FFF2-40B4-BE49-F238E27FC236}">
                  <a16:creationId xmlns:a16="http://schemas.microsoft.com/office/drawing/2014/main" id="{01259A60-54D3-4F1C-B1C5-32657FBFE08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52988" y="3312735"/>
              <a:ext cx="2949864" cy="643010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j-ea"/>
                </a:rPr>
                <a:t>从而          即</a:t>
              </a:r>
            </a:p>
          </p:txBody>
        </p:sp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C4C8B33E-0482-4A8A-830E-F86641AC7E2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590208"/>
                </p:ext>
              </p:extLst>
            </p:nvPr>
          </p:nvGraphicFramePr>
          <p:xfrm>
            <a:off x="1525619" y="3425358"/>
            <a:ext cx="12446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504" name="Equation" r:id="rId33" imgW="1244520" imgH="355320" progId="Equation.DSMT4">
                    <p:embed/>
                  </p:oleObj>
                </mc:Choice>
                <mc:Fallback>
                  <p:oleObj name="Equation" r:id="rId33" imgW="124452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1525619" y="3425358"/>
                          <a:ext cx="12446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93081928-A75D-4466-BDF1-1F6E828B82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6470190"/>
              </p:ext>
            </p:extLst>
          </p:nvPr>
        </p:nvGraphicFramePr>
        <p:xfrm>
          <a:off x="3314700" y="4029936"/>
          <a:ext cx="1257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05" name="Equation" r:id="rId35" imgW="1257120" imgH="355320" progId="Equation.DSMT4">
                  <p:embed/>
                </p:oleObj>
              </mc:Choice>
              <mc:Fallback>
                <p:oleObj name="Equation" r:id="rId35" imgW="1257120" imgH="3553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51D3EC3D-BB57-4029-B052-FE3ED4F867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314700" y="4029936"/>
                        <a:ext cx="12573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矩形 30">
            <a:extLst>
              <a:ext uri="{FF2B5EF4-FFF2-40B4-BE49-F238E27FC236}">
                <a16:creationId xmlns:a16="http://schemas.microsoft.com/office/drawing/2014/main" id="{45B2D172-B988-4CE6-AE02-3A3B9A3A0DAB}"/>
              </a:ext>
            </a:extLst>
          </p:cNvPr>
          <p:cNvSpPr/>
          <p:nvPr/>
        </p:nvSpPr>
        <p:spPr>
          <a:xfrm>
            <a:off x="1592908" y="3378740"/>
            <a:ext cx="26987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且为极大值点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95383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A7CD011-66E0-45EB-B5EB-5FDD9DBE16E8}"/>
              </a:ext>
            </a:extLst>
          </p:cNvPr>
          <p:cNvSpPr txBox="1">
            <a:spLocks noChangeArrowheads="1"/>
          </p:cNvSpPr>
          <p:nvPr/>
        </p:nvSpPr>
        <p:spPr>
          <a:xfrm>
            <a:off x="749300" y="399257"/>
            <a:ext cx="2286000" cy="67151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0064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altLang="zh-CN" sz="2400" b="1" dirty="0">
                <a:solidFill>
                  <a:srgbClr val="0064FF"/>
                </a:solidFill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求函数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3F147456-E2B9-47E2-86AB-8C0F811D96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9057261"/>
              </p:ext>
            </p:extLst>
          </p:nvPr>
        </p:nvGraphicFramePr>
        <p:xfrm>
          <a:off x="2705100" y="382906"/>
          <a:ext cx="2971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59" name="Equation" r:id="rId3" imgW="2971800" imgH="507960" progId="Equation.DSMT4">
                  <p:embed/>
                </p:oleObj>
              </mc:Choice>
              <mc:Fallback>
                <p:oleObj name="Equation" r:id="rId3" imgW="2971800" imgH="507960" progId="Equation.DSMT4">
                  <p:embed/>
                  <p:pic>
                    <p:nvPicPr>
                      <p:cNvPr id="13" name="Object 3">
                        <a:extLst>
                          <a:ext uri="{FF2B5EF4-FFF2-40B4-BE49-F238E27FC236}">
                            <a16:creationId xmlns:a16="http://schemas.microsoft.com/office/drawing/2014/main" id="{31FD9F99-9CAB-4D8D-BF3B-DF11ADAF1E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5100" y="382906"/>
                        <a:ext cx="2971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76F1BC09-4C62-45D0-BC38-0B15CC847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2618" y="368587"/>
            <a:ext cx="18335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在闭区间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E1E17D13-0E57-4BA8-A0CD-CC39116DB4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909638"/>
            <a:ext cx="3810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上的最大值和最小值 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F05F5AC7-3C1D-4AF7-AABE-D449992D8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507" y="1425278"/>
            <a:ext cx="175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解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显然</a:t>
            </a:r>
          </a:p>
        </p:txBody>
      </p:sp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49BF39D1-71F6-4EFB-9CD9-CFF9C3E0B3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7254479"/>
              </p:ext>
            </p:extLst>
          </p:nvPr>
        </p:nvGraphicFramePr>
        <p:xfrm>
          <a:off x="2041664" y="1282552"/>
          <a:ext cx="2184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60" name="Equation" r:id="rId5" imgW="2184120" imgH="723600" progId="Equation.DSMT4">
                  <p:embed/>
                </p:oleObj>
              </mc:Choice>
              <mc:Fallback>
                <p:oleObj name="Equation" r:id="rId5" imgW="2184120" imgH="723600" progId="Equation.DSMT4">
                  <p:embed/>
                  <p:pic>
                    <p:nvPicPr>
                      <p:cNvPr id="18" name="Object 9">
                        <a:extLst>
                          <a:ext uri="{FF2B5EF4-FFF2-40B4-BE49-F238E27FC236}">
                            <a16:creationId xmlns:a16="http://schemas.microsoft.com/office/drawing/2014/main" id="{7CF6C8EB-77EE-4CAE-A8DC-1720486F79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1664" y="1282552"/>
                        <a:ext cx="21844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2">
            <a:extLst>
              <a:ext uri="{FF2B5EF4-FFF2-40B4-BE49-F238E27FC236}">
                <a16:creationId xmlns:a16="http://schemas.microsoft.com/office/drawing/2014/main" id="{2A3AB458-DAD4-4B02-9F01-BAA639AA42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1441450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且</a:t>
            </a:r>
          </a:p>
        </p:txBody>
      </p:sp>
      <p:graphicFrame>
        <p:nvGraphicFramePr>
          <p:cNvPr id="10" name="Object 19">
            <a:extLst>
              <a:ext uri="{FF2B5EF4-FFF2-40B4-BE49-F238E27FC236}">
                <a16:creationId xmlns:a16="http://schemas.microsoft.com/office/drawing/2014/main" id="{BF6D717E-B32A-4ABF-8E62-5E6796333C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9663345"/>
              </p:ext>
            </p:extLst>
          </p:nvPr>
        </p:nvGraphicFramePr>
        <p:xfrm>
          <a:off x="623888" y="2109788"/>
          <a:ext cx="53213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61" name="Equation" r:id="rId7" imgW="5321160" imgH="1523880" progId="Equation.DSMT4">
                  <p:embed/>
                </p:oleObj>
              </mc:Choice>
              <mc:Fallback>
                <p:oleObj name="Equation" r:id="rId7" imgW="5321160" imgH="1523880" progId="Equation.DSMT4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D6613D24-8F79-4B96-AB4A-43F62AC0E9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888" y="2109788"/>
                        <a:ext cx="53213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36">
            <a:extLst>
              <a:ext uri="{FF2B5EF4-FFF2-40B4-BE49-F238E27FC236}">
                <a16:creationId xmlns:a16="http://schemas.microsoft.com/office/drawing/2014/main" id="{DA81A602-31CF-40D5-BE21-8D5F90B70D90}"/>
              </a:ext>
            </a:extLst>
          </p:cNvPr>
          <p:cNvGrpSpPr>
            <a:grpSpLocks/>
          </p:cNvGrpSpPr>
          <p:nvPr/>
        </p:nvGrpSpPr>
        <p:grpSpPr bwMode="auto">
          <a:xfrm>
            <a:off x="7011988" y="1541936"/>
            <a:ext cx="1951673" cy="2091852"/>
            <a:chOff x="1603" y="1532"/>
            <a:chExt cx="1366" cy="1464"/>
          </a:xfrm>
        </p:grpSpPr>
        <p:graphicFrame>
          <p:nvGraphicFramePr>
            <p:cNvPr id="12" name="Object 137">
              <a:extLst>
                <a:ext uri="{FF2B5EF4-FFF2-40B4-BE49-F238E27FC236}">
                  <a16:creationId xmlns:a16="http://schemas.microsoft.com/office/drawing/2014/main" id="{2669BFE4-EBAC-4EF6-B731-651D013B0C2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90371483"/>
                </p:ext>
              </p:extLst>
            </p:nvPr>
          </p:nvGraphicFramePr>
          <p:xfrm>
            <a:off x="1603" y="2692"/>
            <a:ext cx="192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462" name="Equation" r:id="rId9" imgW="380880" imgH="609480" progId="Equation.DSMT4">
                    <p:embed/>
                  </p:oleObj>
                </mc:Choice>
                <mc:Fallback>
                  <p:oleObj name="Equation" r:id="rId9" imgW="380880" imgH="609480" progId="Equation.DSMT4">
                    <p:embed/>
                    <p:pic>
                      <p:nvPicPr>
                        <p:cNvPr id="45" name="Object 137">
                          <a:extLst>
                            <a:ext uri="{FF2B5EF4-FFF2-40B4-BE49-F238E27FC236}">
                              <a16:creationId xmlns:a16="http://schemas.microsoft.com/office/drawing/2014/main" id="{2A8E4800-544D-4AB1-B13E-E3E668D2296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3" y="2692"/>
                          <a:ext cx="192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" name="Group 138">
              <a:extLst>
                <a:ext uri="{FF2B5EF4-FFF2-40B4-BE49-F238E27FC236}">
                  <a16:creationId xmlns:a16="http://schemas.microsoft.com/office/drawing/2014/main" id="{D75C9C34-C632-4A17-8306-AF793B30D0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5" y="1567"/>
              <a:ext cx="1051" cy="1104"/>
              <a:chOff x="670" y="126"/>
              <a:chExt cx="3759" cy="3942"/>
            </a:xfrm>
          </p:grpSpPr>
          <p:sp>
            <p:nvSpPr>
              <p:cNvPr id="26" name="Freeform 139">
                <a:extLst>
                  <a:ext uri="{FF2B5EF4-FFF2-40B4-BE49-F238E27FC236}">
                    <a16:creationId xmlns:a16="http://schemas.microsoft.com/office/drawing/2014/main" id="{B22ADB47-F9D5-44B4-B13C-8FC699ED5F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0" y="126"/>
                <a:ext cx="1814" cy="3942"/>
              </a:xfrm>
              <a:custGeom>
                <a:avLst/>
                <a:gdLst>
                  <a:gd name="T0" fmla="*/ 0 w 1814"/>
                  <a:gd name="T1" fmla="*/ 1110 h 3942"/>
                  <a:gd name="T2" fmla="*/ 161 w 1814"/>
                  <a:gd name="T3" fmla="*/ 2497 h 3942"/>
                  <a:gd name="T4" fmla="*/ 234 w 1814"/>
                  <a:gd name="T5" fmla="*/ 3139 h 3942"/>
                  <a:gd name="T6" fmla="*/ 278 w 1814"/>
                  <a:gd name="T7" fmla="*/ 3460 h 3942"/>
                  <a:gd name="T8" fmla="*/ 293 w 1814"/>
                  <a:gd name="T9" fmla="*/ 3621 h 3942"/>
                  <a:gd name="T10" fmla="*/ 322 w 1814"/>
                  <a:gd name="T11" fmla="*/ 3781 h 3942"/>
                  <a:gd name="T12" fmla="*/ 337 w 1814"/>
                  <a:gd name="T13" fmla="*/ 3854 h 3942"/>
                  <a:gd name="T14" fmla="*/ 337 w 1814"/>
                  <a:gd name="T15" fmla="*/ 3883 h 3942"/>
                  <a:gd name="T16" fmla="*/ 337 w 1814"/>
                  <a:gd name="T17" fmla="*/ 3927 h 3942"/>
                  <a:gd name="T18" fmla="*/ 337 w 1814"/>
                  <a:gd name="T19" fmla="*/ 3942 h 3942"/>
                  <a:gd name="T20" fmla="*/ 351 w 1814"/>
                  <a:gd name="T21" fmla="*/ 3927 h 3942"/>
                  <a:gd name="T22" fmla="*/ 351 w 1814"/>
                  <a:gd name="T23" fmla="*/ 3883 h 3942"/>
                  <a:gd name="T24" fmla="*/ 366 w 1814"/>
                  <a:gd name="T25" fmla="*/ 3810 h 3942"/>
                  <a:gd name="T26" fmla="*/ 395 w 1814"/>
                  <a:gd name="T27" fmla="*/ 3562 h 3942"/>
                  <a:gd name="T28" fmla="*/ 483 w 1814"/>
                  <a:gd name="T29" fmla="*/ 3080 h 3942"/>
                  <a:gd name="T30" fmla="*/ 644 w 1814"/>
                  <a:gd name="T31" fmla="*/ 2205 h 3942"/>
                  <a:gd name="T32" fmla="*/ 790 w 1814"/>
                  <a:gd name="T33" fmla="*/ 1533 h 3942"/>
                  <a:gd name="T34" fmla="*/ 951 w 1814"/>
                  <a:gd name="T35" fmla="*/ 1008 h 3942"/>
                  <a:gd name="T36" fmla="*/ 1112 w 1814"/>
                  <a:gd name="T37" fmla="*/ 599 h 3942"/>
                  <a:gd name="T38" fmla="*/ 1258 w 1814"/>
                  <a:gd name="T39" fmla="*/ 307 h 3942"/>
                  <a:gd name="T40" fmla="*/ 1346 w 1814"/>
                  <a:gd name="T41" fmla="*/ 205 h 3942"/>
                  <a:gd name="T42" fmla="*/ 1433 w 1814"/>
                  <a:gd name="T43" fmla="*/ 117 h 3942"/>
                  <a:gd name="T44" fmla="*/ 1463 w 1814"/>
                  <a:gd name="T45" fmla="*/ 88 h 3942"/>
                  <a:gd name="T46" fmla="*/ 1507 w 1814"/>
                  <a:gd name="T47" fmla="*/ 59 h 3942"/>
                  <a:gd name="T48" fmla="*/ 1550 w 1814"/>
                  <a:gd name="T49" fmla="*/ 44 h 3942"/>
                  <a:gd name="T50" fmla="*/ 1580 w 1814"/>
                  <a:gd name="T51" fmla="*/ 30 h 3942"/>
                  <a:gd name="T52" fmla="*/ 1624 w 1814"/>
                  <a:gd name="T53" fmla="*/ 15 h 3942"/>
                  <a:gd name="T54" fmla="*/ 1638 w 1814"/>
                  <a:gd name="T55" fmla="*/ 15 h 3942"/>
                  <a:gd name="T56" fmla="*/ 1653 w 1814"/>
                  <a:gd name="T57" fmla="*/ 0 h 3942"/>
                  <a:gd name="T58" fmla="*/ 1653 w 1814"/>
                  <a:gd name="T59" fmla="*/ 0 h 3942"/>
                  <a:gd name="T60" fmla="*/ 1667 w 1814"/>
                  <a:gd name="T61" fmla="*/ 0 h 3942"/>
                  <a:gd name="T62" fmla="*/ 1682 w 1814"/>
                  <a:gd name="T63" fmla="*/ 0 h 3942"/>
                  <a:gd name="T64" fmla="*/ 1682 w 1814"/>
                  <a:gd name="T65" fmla="*/ 0 h 3942"/>
                  <a:gd name="T66" fmla="*/ 1697 w 1814"/>
                  <a:gd name="T67" fmla="*/ 0 h 3942"/>
                  <a:gd name="T68" fmla="*/ 1697 w 1814"/>
                  <a:gd name="T69" fmla="*/ 0 h 3942"/>
                  <a:gd name="T70" fmla="*/ 1697 w 1814"/>
                  <a:gd name="T71" fmla="*/ 0 h 3942"/>
                  <a:gd name="T72" fmla="*/ 1711 w 1814"/>
                  <a:gd name="T73" fmla="*/ 0 h 3942"/>
                  <a:gd name="T74" fmla="*/ 1711 w 1814"/>
                  <a:gd name="T75" fmla="*/ 0 h 3942"/>
                  <a:gd name="T76" fmla="*/ 1711 w 1814"/>
                  <a:gd name="T77" fmla="*/ 0 h 3942"/>
                  <a:gd name="T78" fmla="*/ 1711 w 1814"/>
                  <a:gd name="T79" fmla="*/ 0 h 3942"/>
                  <a:gd name="T80" fmla="*/ 1726 w 1814"/>
                  <a:gd name="T81" fmla="*/ 0 h 3942"/>
                  <a:gd name="T82" fmla="*/ 1726 w 1814"/>
                  <a:gd name="T83" fmla="*/ 0 h 3942"/>
                  <a:gd name="T84" fmla="*/ 1726 w 1814"/>
                  <a:gd name="T85" fmla="*/ 0 h 3942"/>
                  <a:gd name="T86" fmla="*/ 1741 w 1814"/>
                  <a:gd name="T87" fmla="*/ 0 h 3942"/>
                  <a:gd name="T88" fmla="*/ 1741 w 1814"/>
                  <a:gd name="T89" fmla="*/ 0 h 3942"/>
                  <a:gd name="T90" fmla="*/ 1741 w 1814"/>
                  <a:gd name="T91" fmla="*/ 0 h 3942"/>
                  <a:gd name="T92" fmla="*/ 1755 w 1814"/>
                  <a:gd name="T93" fmla="*/ 0 h 3942"/>
                  <a:gd name="T94" fmla="*/ 1770 w 1814"/>
                  <a:gd name="T95" fmla="*/ 0 h 3942"/>
                  <a:gd name="T96" fmla="*/ 1784 w 1814"/>
                  <a:gd name="T97" fmla="*/ 0 h 3942"/>
                  <a:gd name="T98" fmla="*/ 1814 w 1814"/>
                  <a:gd name="T99" fmla="*/ 15 h 39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814" h="3942">
                    <a:moveTo>
                      <a:pt x="0" y="1110"/>
                    </a:moveTo>
                    <a:lnTo>
                      <a:pt x="161" y="2497"/>
                    </a:lnTo>
                    <a:lnTo>
                      <a:pt x="234" y="3139"/>
                    </a:lnTo>
                    <a:lnTo>
                      <a:pt x="278" y="3460"/>
                    </a:lnTo>
                    <a:lnTo>
                      <a:pt x="293" y="3621"/>
                    </a:lnTo>
                    <a:lnTo>
                      <a:pt x="322" y="3781"/>
                    </a:lnTo>
                    <a:lnTo>
                      <a:pt x="337" y="3854"/>
                    </a:lnTo>
                    <a:lnTo>
                      <a:pt x="337" y="3883"/>
                    </a:lnTo>
                    <a:lnTo>
                      <a:pt x="337" y="3927"/>
                    </a:lnTo>
                    <a:lnTo>
                      <a:pt x="337" y="3942"/>
                    </a:lnTo>
                    <a:lnTo>
                      <a:pt x="351" y="3927"/>
                    </a:lnTo>
                    <a:lnTo>
                      <a:pt x="351" y="3883"/>
                    </a:lnTo>
                    <a:lnTo>
                      <a:pt x="366" y="3810"/>
                    </a:lnTo>
                    <a:lnTo>
                      <a:pt x="395" y="3562"/>
                    </a:lnTo>
                    <a:lnTo>
                      <a:pt x="483" y="3080"/>
                    </a:lnTo>
                    <a:lnTo>
                      <a:pt x="644" y="2205"/>
                    </a:lnTo>
                    <a:lnTo>
                      <a:pt x="790" y="1533"/>
                    </a:lnTo>
                    <a:lnTo>
                      <a:pt x="951" y="1008"/>
                    </a:lnTo>
                    <a:lnTo>
                      <a:pt x="1112" y="599"/>
                    </a:lnTo>
                    <a:lnTo>
                      <a:pt x="1258" y="307"/>
                    </a:lnTo>
                    <a:lnTo>
                      <a:pt x="1346" y="205"/>
                    </a:lnTo>
                    <a:lnTo>
                      <a:pt x="1433" y="117"/>
                    </a:lnTo>
                    <a:lnTo>
                      <a:pt x="1463" y="88"/>
                    </a:lnTo>
                    <a:lnTo>
                      <a:pt x="1507" y="59"/>
                    </a:lnTo>
                    <a:lnTo>
                      <a:pt x="1550" y="44"/>
                    </a:lnTo>
                    <a:lnTo>
                      <a:pt x="1580" y="30"/>
                    </a:lnTo>
                    <a:lnTo>
                      <a:pt x="1624" y="15"/>
                    </a:lnTo>
                    <a:lnTo>
                      <a:pt x="1638" y="15"/>
                    </a:lnTo>
                    <a:lnTo>
                      <a:pt x="1653" y="0"/>
                    </a:lnTo>
                    <a:lnTo>
                      <a:pt x="1653" y="0"/>
                    </a:lnTo>
                    <a:lnTo>
                      <a:pt x="1667" y="0"/>
                    </a:lnTo>
                    <a:lnTo>
                      <a:pt x="1682" y="0"/>
                    </a:lnTo>
                    <a:lnTo>
                      <a:pt x="1682" y="0"/>
                    </a:lnTo>
                    <a:lnTo>
                      <a:pt x="1697" y="0"/>
                    </a:lnTo>
                    <a:lnTo>
                      <a:pt x="1697" y="0"/>
                    </a:lnTo>
                    <a:lnTo>
                      <a:pt x="1697" y="0"/>
                    </a:lnTo>
                    <a:lnTo>
                      <a:pt x="1711" y="0"/>
                    </a:lnTo>
                    <a:lnTo>
                      <a:pt x="1711" y="0"/>
                    </a:lnTo>
                    <a:lnTo>
                      <a:pt x="1711" y="0"/>
                    </a:lnTo>
                    <a:lnTo>
                      <a:pt x="1711" y="0"/>
                    </a:lnTo>
                    <a:lnTo>
                      <a:pt x="1726" y="0"/>
                    </a:lnTo>
                    <a:lnTo>
                      <a:pt x="1726" y="0"/>
                    </a:lnTo>
                    <a:lnTo>
                      <a:pt x="1726" y="0"/>
                    </a:lnTo>
                    <a:lnTo>
                      <a:pt x="1741" y="0"/>
                    </a:lnTo>
                    <a:lnTo>
                      <a:pt x="1741" y="0"/>
                    </a:lnTo>
                    <a:lnTo>
                      <a:pt x="1741" y="0"/>
                    </a:lnTo>
                    <a:lnTo>
                      <a:pt x="1755" y="0"/>
                    </a:lnTo>
                    <a:lnTo>
                      <a:pt x="1770" y="0"/>
                    </a:lnTo>
                    <a:lnTo>
                      <a:pt x="1784" y="0"/>
                    </a:lnTo>
                    <a:lnTo>
                      <a:pt x="1814" y="15"/>
                    </a:lnTo>
                  </a:path>
                </a:pathLst>
              </a:custGeom>
              <a:noFill/>
              <a:ln w="19050" cmpd="sng">
                <a:solidFill>
                  <a:srgbClr val="0064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2400" b="1">
                  <a:latin typeface="+mj-ea"/>
                  <a:ea typeface="+mj-ea"/>
                </a:endParaRPr>
              </a:p>
            </p:txBody>
          </p:sp>
          <p:sp>
            <p:nvSpPr>
              <p:cNvPr id="27" name="Freeform 140">
                <a:extLst>
                  <a:ext uri="{FF2B5EF4-FFF2-40B4-BE49-F238E27FC236}">
                    <a16:creationId xmlns:a16="http://schemas.microsoft.com/office/drawing/2014/main" id="{9D5FC0DB-8367-47A6-A063-C7DDFCFD56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4" y="126"/>
                <a:ext cx="1945" cy="789"/>
              </a:xfrm>
              <a:custGeom>
                <a:avLst/>
                <a:gdLst>
                  <a:gd name="T0" fmla="*/ 0 w 1945"/>
                  <a:gd name="T1" fmla="*/ 15 h 789"/>
                  <a:gd name="T2" fmla="*/ 29 w 1945"/>
                  <a:gd name="T3" fmla="*/ 15 h 789"/>
                  <a:gd name="T4" fmla="*/ 73 w 1945"/>
                  <a:gd name="T5" fmla="*/ 30 h 789"/>
                  <a:gd name="T6" fmla="*/ 146 w 1945"/>
                  <a:gd name="T7" fmla="*/ 73 h 789"/>
                  <a:gd name="T8" fmla="*/ 234 w 1945"/>
                  <a:gd name="T9" fmla="*/ 117 h 789"/>
                  <a:gd name="T10" fmla="*/ 395 w 1945"/>
                  <a:gd name="T11" fmla="*/ 234 h 789"/>
                  <a:gd name="T12" fmla="*/ 555 w 1945"/>
                  <a:gd name="T13" fmla="*/ 365 h 789"/>
                  <a:gd name="T14" fmla="*/ 702 w 1945"/>
                  <a:gd name="T15" fmla="*/ 497 h 789"/>
                  <a:gd name="T16" fmla="*/ 863 w 1945"/>
                  <a:gd name="T17" fmla="*/ 628 h 789"/>
                  <a:gd name="T18" fmla="*/ 950 w 1945"/>
                  <a:gd name="T19" fmla="*/ 686 h 789"/>
                  <a:gd name="T20" fmla="*/ 1023 w 1945"/>
                  <a:gd name="T21" fmla="*/ 716 h 789"/>
                  <a:gd name="T22" fmla="*/ 1097 w 1945"/>
                  <a:gd name="T23" fmla="*/ 759 h 789"/>
                  <a:gd name="T24" fmla="*/ 1140 w 1945"/>
                  <a:gd name="T25" fmla="*/ 774 h 789"/>
                  <a:gd name="T26" fmla="*/ 1170 w 1945"/>
                  <a:gd name="T27" fmla="*/ 774 h 789"/>
                  <a:gd name="T28" fmla="*/ 1184 w 1945"/>
                  <a:gd name="T29" fmla="*/ 789 h 789"/>
                  <a:gd name="T30" fmla="*/ 1214 w 1945"/>
                  <a:gd name="T31" fmla="*/ 789 h 789"/>
                  <a:gd name="T32" fmla="*/ 1228 w 1945"/>
                  <a:gd name="T33" fmla="*/ 789 h 789"/>
                  <a:gd name="T34" fmla="*/ 1243 w 1945"/>
                  <a:gd name="T35" fmla="*/ 789 h 789"/>
                  <a:gd name="T36" fmla="*/ 1243 w 1945"/>
                  <a:gd name="T37" fmla="*/ 789 h 789"/>
                  <a:gd name="T38" fmla="*/ 1243 w 1945"/>
                  <a:gd name="T39" fmla="*/ 789 h 789"/>
                  <a:gd name="T40" fmla="*/ 1257 w 1945"/>
                  <a:gd name="T41" fmla="*/ 789 h 789"/>
                  <a:gd name="T42" fmla="*/ 1257 w 1945"/>
                  <a:gd name="T43" fmla="*/ 789 h 789"/>
                  <a:gd name="T44" fmla="*/ 1257 w 1945"/>
                  <a:gd name="T45" fmla="*/ 789 h 789"/>
                  <a:gd name="T46" fmla="*/ 1257 w 1945"/>
                  <a:gd name="T47" fmla="*/ 789 h 789"/>
                  <a:gd name="T48" fmla="*/ 1257 w 1945"/>
                  <a:gd name="T49" fmla="*/ 789 h 789"/>
                  <a:gd name="T50" fmla="*/ 1272 w 1945"/>
                  <a:gd name="T51" fmla="*/ 789 h 789"/>
                  <a:gd name="T52" fmla="*/ 1272 w 1945"/>
                  <a:gd name="T53" fmla="*/ 789 h 789"/>
                  <a:gd name="T54" fmla="*/ 1272 w 1945"/>
                  <a:gd name="T55" fmla="*/ 789 h 789"/>
                  <a:gd name="T56" fmla="*/ 1287 w 1945"/>
                  <a:gd name="T57" fmla="*/ 789 h 789"/>
                  <a:gd name="T58" fmla="*/ 1287 w 1945"/>
                  <a:gd name="T59" fmla="*/ 789 h 789"/>
                  <a:gd name="T60" fmla="*/ 1301 w 1945"/>
                  <a:gd name="T61" fmla="*/ 789 h 789"/>
                  <a:gd name="T62" fmla="*/ 1301 w 1945"/>
                  <a:gd name="T63" fmla="*/ 789 h 789"/>
                  <a:gd name="T64" fmla="*/ 1316 w 1945"/>
                  <a:gd name="T65" fmla="*/ 789 h 789"/>
                  <a:gd name="T66" fmla="*/ 1331 w 1945"/>
                  <a:gd name="T67" fmla="*/ 789 h 789"/>
                  <a:gd name="T68" fmla="*/ 1345 w 1945"/>
                  <a:gd name="T69" fmla="*/ 774 h 789"/>
                  <a:gd name="T70" fmla="*/ 1374 w 1945"/>
                  <a:gd name="T71" fmla="*/ 774 h 789"/>
                  <a:gd name="T72" fmla="*/ 1418 w 1945"/>
                  <a:gd name="T73" fmla="*/ 759 h 789"/>
                  <a:gd name="T74" fmla="*/ 1448 w 1945"/>
                  <a:gd name="T75" fmla="*/ 745 h 789"/>
                  <a:gd name="T76" fmla="*/ 1491 w 1945"/>
                  <a:gd name="T77" fmla="*/ 716 h 789"/>
                  <a:gd name="T78" fmla="*/ 1565 w 1945"/>
                  <a:gd name="T79" fmla="*/ 657 h 789"/>
                  <a:gd name="T80" fmla="*/ 1638 w 1945"/>
                  <a:gd name="T81" fmla="*/ 584 h 789"/>
                  <a:gd name="T82" fmla="*/ 1799 w 1945"/>
                  <a:gd name="T83" fmla="*/ 351 h 789"/>
                  <a:gd name="T84" fmla="*/ 1872 w 1945"/>
                  <a:gd name="T85" fmla="*/ 190 h 789"/>
                  <a:gd name="T86" fmla="*/ 1945 w 1945"/>
                  <a:gd name="T87" fmla="*/ 0 h 7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945" h="789">
                    <a:moveTo>
                      <a:pt x="0" y="15"/>
                    </a:moveTo>
                    <a:lnTo>
                      <a:pt x="29" y="15"/>
                    </a:lnTo>
                    <a:lnTo>
                      <a:pt x="73" y="30"/>
                    </a:lnTo>
                    <a:lnTo>
                      <a:pt x="146" y="73"/>
                    </a:lnTo>
                    <a:lnTo>
                      <a:pt x="234" y="117"/>
                    </a:lnTo>
                    <a:lnTo>
                      <a:pt x="395" y="234"/>
                    </a:lnTo>
                    <a:lnTo>
                      <a:pt x="555" y="365"/>
                    </a:lnTo>
                    <a:lnTo>
                      <a:pt x="702" y="497"/>
                    </a:lnTo>
                    <a:lnTo>
                      <a:pt x="863" y="628"/>
                    </a:lnTo>
                    <a:lnTo>
                      <a:pt x="950" y="686"/>
                    </a:lnTo>
                    <a:lnTo>
                      <a:pt x="1023" y="716"/>
                    </a:lnTo>
                    <a:lnTo>
                      <a:pt x="1097" y="759"/>
                    </a:lnTo>
                    <a:lnTo>
                      <a:pt x="1140" y="774"/>
                    </a:lnTo>
                    <a:lnTo>
                      <a:pt x="1170" y="774"/>
                    </a:lnTo>
                    <a:lnTo>
                      <a:pt x="1184" y="789"/>
                    </a:lnTo>
                    <a:lnTo>
                      <a:pt x="1214" y="789"/>
                    </a:lnTo>
                    <a:lnTo>
                      <a:pt x="1228" y="789"/>
                    </a:lnTo>
                    <a:lnTo>
                      <a:pt x="1243" y="789"/>
                    </a:lnTo>
                    <a:lnTo>
                      <a:pt x="1243" y="789"/>
                    </a:lnTo>
                    <a:lnTo>
                      <a:pt x="1243" y="789"/>
                    </a:lnTo>
                    <a:lnTo>
                      <a:pt x="1257" y="789"/>
                    </a:lnTo>
                    <a:lnTo>
                      <a:pt x="1257" y="789"/>
                    </a:lnTo>
                    <a:lnTo>
                      <a:pt x="1257" y="789"/>
                    </a:lnTo>
                    <a:lnTo>
                      <a:pt x="1257" y="789"/>
                    </a:lnTo>
                    <a:lnTo>
                      <a:pt x="1257" y="789"/>
                    </a:lnTo>
                    <a:lnTo>
                      <a:pt x="1272" y="789"/>
                    </a:lnTo>
                    <a:lnTo>
                      <a:pt x="1272" y="789"/>
                    </a:lnTo>
                    <a:lnTo>
                      <a:pt x="1272" y="789"/>
                    </a:lnTo>
                    <a:lnTo>
                      <a:pt x="1287" y="789"/>
                    </a:lnTo>
                    <a:lnTo>
                      <a:pt x="1287" y="789"/>
                    </a:lnTo>
                    <a:lnTo>
                      <a:pt x="1301" y="789"/>
                    </a:lnTo>
                    <a:lnTo>
                      <a:pt x="1301" y="789"/>
                    </a:lnTo>
                    <a:lnTo>
                      <a:pt x="1316" y="789"/>
                    </a:lnTo>
                    <a:lnTo>
                      <a:pt x="1331" y="789"/>
                    </a:lnTo>
                    <a:lnTo>
                      <a:pt x="1345" y="774"/>
                    </a:lnTo>
                    <a:lnTo>
                      <a:pt x="1374" y="774"/>
                    </a:lnTo>
                    <a:lnTo>
                      <a:pt x="1418" y="759"/>
                    </a:lnTo>
                    <a:lnTo>
                      <a:pt x="1448" y="745"/>
                    </a:lnTo>
                    <a:lnTo>
                      <a:pt x="1491" y="716"/>
                    </a:lnTo>
                    <a:lnTo>
                      <a:pt x="1565" y="657"/>
                    </a:lnTo>
                    <a:lnTo>
                      <a:pt x="1638" y="584"/>
                    </a:lnTo>
                    <a:lnTo>
                      <a:pt x="1799" y="351"/>
                    </a:lnTo>
                    <a:lnTo>
                      <a:pt x="1872" y="190"/>
                    </a:lnTo>
                    <a:lnTo>
                      <a:pt x="1945" y="0"/>
                    </a:lnTo>
                  </a:path>
                </a:pathLst>
              </a:custGeom>
              <a:noFill/>
              <a:ln w="19050" cmpd="sng">
                <a:solidFill>
                  <a:srgbClr val="0064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2400" b="1">
                  <a:latin typeface="+mj-ea"/>
                  <a:ea typeface="+mj-ea"/>
                </a:endParaRPr>
              </a:p>
            </p:txBody>
          </p:sp>
        </p:grpSp>
        <p:sp>
          <p:nvSpPr>
            <p:cNvPr id="14" name="Line 141">
              <a:extLst>
                <a:ext uri="{FF2B5EF4-FFF2-40B4-BE49-F238E27FC236}">
                  <a16:creationId xmlns:a16="http://schemas.microsoft.com/office/drawing/2014/main" id="{25B0724D-DF98-494B-872F-EAF72B78BD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7" y="1575"/>
              <a:ext cx="0" cy="110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 b="1">
                <a:latin typeface="+mj-ea"/>
                <a:ea typeface="+mj-ea"/>
              </a:endParaRPr>
            </a:p>
          </p:txBody>
        </p:sp>
        <p:sp>
          <p:nvSpPr>
            <p:cNvPr id="15" name="Line 142">
              <a:extLst>
                <a:ext uri="{FF2B5EF4-FFF2-40B4-BE49-F238E27FC236}">
                  <a16:creationId xmlns:a16="http://schemas.microsoft.com/office/drawing/2014/main" id="{2C9799EB-ADE8-4BD5-B27E-DA53C33E1C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5" y="1566"/>
              <a:ext cx="0" cy="110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 b="1">
                <a:latin typeface="+mj-ea"/>
                <a:ea typeface="+mj-ea"/>
              </a:endParaRPr>
            </a:p>
          </p:txBody>
        </p:sp>
        <p:sp>
          <p:nvSpPr>
            <p:cNvPr id="16" name="Line 143">
              <a:extLst>
                <a:ext uri="{FF2B5EF4-FFF2-40B4-BE49-F238E27FC236}">
                  <a16:creationId xmlns:a16="http://schemas.microsoft.com/office/drawing/2014/main" id="{8E648615-2D42-4AD3-AF18-6E2CD80F35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87" y="1788"/>
              <a:ext cx="0" cy="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 b="1">
                <a:latin typeface="+mj-ea"/>
                <a:ea typeface="+mj-ea"/>
              </a:endParaRPr>
            </a:p>
          </p:txBody>
        </p:sp>
        <p:sp>
          <p:nvSpPr>
            <p:cNvPr id="17" name="Line 144">
              <a:extLst>
                <a:ext uri="{FF2B5EF4-FFF2-40B4-BE49-F238E27FC236}">
                  <a16:creationId xmlns:a16="http://schemas.microsoft.com/office/drawing/2014/main" id="{0F1577F8-59FD-410C-978B-5D0F5B588E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2" y="1878"/>
              <a:ext cx="0" cy="7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 b="1">
                <a:latin typeface="+mj-ea"/>
                <a:ea typeface="+mj-ea"/>
              </a:endParaRPr>
            </a:p>
          </p:txBody>
        </p:sp>
        <p:sp>
          <p:nvSpPr>
            <p:cNvPr id="18" name="Line 145">
              <a:extLst>
                <a:ext uri="{FF2B5EF4-FFF2-40B4-BE49-F238E27FC236}">
                  <a16:creationId xmlns:a16="http://schemas.microsoft.com/office/drawing/2014/main" id="{EA798B56-398B-4571-8CA9-1443E8D575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8" y="2675"/>
              <a:ext cx="12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 b="1">
                <a:latin typeface="+mj-ea"/>
                <a:ea typeface="+mj-ea"/>
              </a:endParaRPr>
            </a:p>
          </p:txBody>
        </p:sp>
        <p:sp>
          <p:nvSpPr>
            <p:cNvPr id="19" name="Line 146">
              <a:extLst>
                <a:ext uri="{FF2B5EF4-FFF2-40B4-BE49-F238E27FC236}">
                  <a16:creationId xmlns:a16="http://schemas.microsoft.com/office/drawing/2014/main" id="{932A6D0D-CE9A-4D15-90BC-539A1BDFA8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19" y="1532"/>
              <a:ext cx="0" cy="11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 b="1">
                <a:latin typeface="+mj-ea"/>
                <a:ea typeface="+mj-ea"/>
              </a:endParaRPr>
            </a:p>
          </p:txBody>
        </p:sp>
        <p:graphicFrame>
          <p:nvGraphicFramePr>
            <p:cNvPr id="20" name="Object 147">
              <a:extLst>
                <a:ext uri="{FF2B5EF4-FFF2-40B4-BE49-F238E27FC236}">
                  <a16:creationId xmlns:a16="http://schemas.microsoft.com/office/drawing/2014/main" id="{95CBBB14-CEB1-41EF-878F-446791B9480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58442104"/>
                </p:ext>
              </p:extLst>
            </p:nvPr>
          </p:nvGraphicFramePr>
          <p:xfrm>
            <a:off x="2732" y="2686"/>
            <a:ext cx="102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463" name="Equation" r:id="rId11" imgW="203040" imgH="609480" progId="Equation.DSMT4">
                    <p:embed/>
                  </p:oleObj>
                </mc:Choice>
                <mc:Fallback>
                  <p:oleObj name="Equation" r:id="rId11" imgW="203040" imgH="609480" progId="Equation.DSMT4">
                    <p:embed/>
                    <p:pic>
                      <p:nvPicPr>
                        <p:cNvPr id="53" name="Object 147">
                          <a:extLst>
                            <a:ext uri="{FF2B5EF4-FFF2-40B4-BE49-F238E27FC236}">
                              <a16:creationId xmlns:a16="http://schemas.microsoft.com/office/drawing/2014/main" id="{96D28526-D775-48EF-8FD1-B0321AFBA74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2" y="2686"/>
                          <a:ext cx="102" cy="3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148">
              <a:extLst>
                <a:ext uri="{FF2B5EF4-FFF2-40B4-BE49-F238E27FC236}">
                  <a16:creationId xmlns:a16="http://schemas.microsoft.com/office/drawing/2014/main" id="{B4D524A2-F92F-434F-980A-884F7109142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6746647"/>
                </p:ext>
              </p:extLst>
            </p:nvPr>
          </p:nvGraphicFramePr>
          <p:xfrm>
            <a:off x="2188" y="2746"/>
            <a:ext cx="58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464" name="Equation" r:id="rId13" imgW="114120" imgH="228600" progId="Equation.DSMT4">
                    <p:embed/>
                  </p:oleObj>
                </mc:Choice>
                <mc:Fallback>
                  <p:oleObj name="Equation" r:id="rId13" imgW="114120" imgH="228600" progId="Equation.DSMT4">
                    <p:embed/>
                    <p:pic>
                      <p:nvPicPr>
                        <p:cNvPr id="54" name="Object 148">
                          <a:extLst>
                            <a:ext uri="{FF2B5EF4-FFF2-40B4-BE49-F238E27FC236}">
                              <a16:creationId xmlns:a16="http://schemas.microsoft.com/office/drawing/2014/main" id="{3F4844B7-14A0-4526-8AA2-78C2A7CD40A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8" y="2746"/>
                          <a:ext cx="58" cy="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149">
              <a:extLst>
                <a:ext uri="{FF2B5EF4-FFF2-40B4-BE49-F238E27FC236}">
                  <a16:creationId xmlns:a16="http://schemas.microsoft.com/office/drawing/2014/main" id="{7B55F481-CDBD-40FF-A459-6AA4C98B9DE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47624130"/>
                </p:ext>
              </p:extLst>
            </p:nvPr>
          </p:nvGraphicFramePr>
          <p:xfrm>
            <a:off x="2545" y="2746"/>
            <a:ext cx="82" cy="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465" name="Equation" r:id="rId15" imgW="164880" imgH="228600" progId="Equation.DSMT4">
                    <p:embed/>
                  </p:oleObj>
                </mc:Choice>
                <mc:Fallback>
                  <p:oleObj name="Equation" r:id="rId15" imgW="164880" imgH="228600" progId="Equation.DSMT4">
                    <p:embed/>
                    <p:pic>
                      <p:nvPicPr>
                        <p:cNvPr id="55" name="Object 149">
                          <a:extLst>
                            <a:ext uri="{FF2B5EF4-FFF2-40B4-BE49-F238E27FC236}">
                              <a16:creationId xmlns:a16="http://schemas.microsoft.com/office/drawing/2014/main" id="{DADBE48A-8C34-4AC6-BF15-B7533E12210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5" y="2746"/>
                          <a:ext cx="82" cy="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150">
              <a:extLst>
                <a:ext uri="{FF2B5EF4-FFF2-40B4-BE49-F238E27FC236}">
                  <a16:creationId xmlns:a16="http://schemas.microsoft.com/office/drawing/2014/main" id="{C0D18783-6A1F-4B03-887C-070CCFC0C67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1075867"/>
                </p:ext>
              </p:extLst>
            </p:nvPr>
          </p:nvGraphicFramePr>
          <p:xfrm>
            <a:off x="2860" y="2743"/>
            <a:ext cx="109" cy="1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466" name="Equation" r:id="rId17" imgW="190440" imgH="203040" progId="Equation.DSMT4">
                    <p:embed/>
                  </p:oleObj>
                </mc:Choice>
                <mc:Fallback>
                  <p:oleObj name="Equation" r:id="rId17" imgW="190440" imgH="203040" progId="Equation.DSMT4">
                    <p:embed/>
                    <p:pic>
                      <p:nvPicPr>
                        <p:cNvPr id="56" name="Object 150">
                          <a:extLst>
                            <a:ext uri="{FF2B5EF4-FFF2-40B4-BE49-F238E27FC236}">
                              <a16:creationId xmlns:a16="http://schemas.microsoft.com/office/drawing/2014/main" id="{8D807084-99C8-42A1-93A6-4E9C02E305A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0" y="2743"/>
                          <a:ext cx="109" cy="1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151">
              <a:extLst>
                <a:ext uri="{FF2B5EF4-FFF2-40B4-BE49-F238E27FC236}">
                  <a16:creationId xmlns:a16="http://schemas.microsoft.com/office/drawing/2014/main" id="{B9A776C3-1514-4EE5-8259-DB53A64E41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78294284"/>
                </p:ext>
              </p:extLst>
            </p:nvPr>
          </p:nvGraphicFramePr>
          <p:xfrm>
            <a:off x="1638" y="1542"/>
            <a:ext cx="122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467" name="Equation" r:id="rId19" imgW="215640" imgH="266400" progId="Equation.DSMT4">
                    <p:embed/>
                  </p:oleObj>
                </mc:Choice>
                <mc:Fallback>
                  <p:oleObj name="Equation" r:id="rId19" imgW="215640" imgH="266400" progId="Equation.DSMT4">
                    <p:embed/>
                    <p:pic>
                      <p:nvPicPr>
                        <p:cNvPr id="57" name="Object 151">
                          <a:extLst>
                            <a:ext uri="{FF2B5EF4-FFF2-40B4-BE49-F238E27FC236}">
                              <a16:creationId xmlns:a16="http://schemas.microsoft.com/office/drawing/2014/main" id="{FEAB807C-386D-4CD6-8542-4B7585FBD82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8" y="1542"/>
                          <a:ext cx="122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152">
              <a:extLst>
                <a:ext uri="{FF2B5EF4-FFF2-40B4-BE49-F238E27FC236}">
                  <a16:creationId xmlns:a16="http://schemas.microsoft.com/office/drawing/2014/main" id="{D3F85105-39C4-4C43-9848-072A169E773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5952161"/>
                </p:ext>
              </p:extLst>
            </p:nvPr>
          </p:nvGraphicFramePr>
          <p:xfrm>
            <a:off x="1832" y="2754"/>
            <a:ext cx="117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468" name="Equation" r:id="rId21" imgW="228600" imgH="241200" progId="Equation.DSMT4">
                    <p:embed/>
                  </p:oleObj>
                </mc:Choice>
                <mc:Fallback>
                  <p:oleObj name="Equation" r:id="rId21" imgW="228600" imgH="241200" progId="Equation.DSMT4">
                    <p:embed/>
                    <p:pic>
                      <p:nvPicPr>
                        <p:cNvPr id="58" name="Object 152">
                          <a:extLst>
                            <a:ext uri="{FF2B5EF4-FFF2-40B4-BE49-F238E27FC236}">
                              <a16:creationId xmlns:a16="http://schemas.microsoft.com/office/drawing/2014/main" id="{60AC2A6C-96E9-4888-876B-94116FE2C53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2" y="2754"/>
                          <a:ext cx="117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" name="Object 31">
            <a:extLst>
              <a:ext uri="{FF2B5EF4-FFF2-40B4-BE49-F238E27FC236}">
                <a16:creationId xmlns:a16="http://schemas.microsoft.com/office/drawing/2014/main" id="{C653A549-7CBA-4779-9C82-8E93412FB7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3226910"/>
              </p:ext>
            </p:extLst>
          </p:nvPr>
        </p:nvGraphicFramePr>
        <p:xfrm>
          <a:off x="539552" y="3608050"/>
          <a:ext cx="63881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69" name="Equation" r:id="rId23" imgW="6387840" imgH="1523880" progId="Equation.DSMT4">
                  <p:embed/>
                </p:oleObj>
              </mc:Choice>
              <mc:Fallback>
                <p:oleObj name="Equation" r:id="rId23" imgW="6387840" imgH="1523880" progId="Equation.DSMT4">
                  <p:embed/>
                  <p:pic>
                    <p:nvPicPr>
                      <p:cNvPr id="23" name="Object 31">
                        <a:extLst>
                          <a:ext uri="{FF2B5EF4-FFF2-40B4-BE49-F238E27FC236}">
                            <a16:creationId xmlns:a16="http://schemas.microsoft.com/office/drawing/2014/main" id="{9CECE0B5-40BA-4832-A741-DCBC8BC673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3608050"/>
                        <a:ext cx="63881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5CA8D7DF-D4D5-4CD5-AD34-E2EA214618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5268708"/>
              </p:ext>
            </p:extLst>
          </p:nvPr>
        </p:nvGraphicFramePr>
        <p:xfrm>
          <a:off x="7147560" y="263150"/>
          <a:ext cx="977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70" name="Equation" r:id="rId25" imgW="977760" imgH="723600" progId="Equation.DSMT4">
                  <p:embed/>
                </p:oleObj>
              </mc:Choice>
              <mc:Fallback>
                <p:oleObj name="Equation" r:id="rId25" imgW="9777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147560" y="263150"/>
                        <a:ext cx="9779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组合 34">
            <a:extLst>
              <a:ext uri="{FF2B5EF4-FFF2-40B4-BE49-F238E27FC236}">
                <a16:creationId xmlns:a16="http://schemas.microsoft.com/office/drawing/2014/main" id="{71933EEB-BC65-4039-8937-C2AA6F204805}"/>
              </a:ext>
            </a:extLst>
          </p:cNvPr>
          <p:cNvGrpSpPr/>
          <p:nvPr/>
        </p:nvGrpSpPr>
        <p:grpSpPr>
          <a:xfrm>
            <a:off x="7147560" y="3919672"/>
            <a:ext cx="2064157" cy="685739"/>
            <a:chOff x="7147560" y="3919672"/>
            <a:chExt cx="2064157" cy="685739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4417D1BF-4CE9-4A34-AAAE-116BDAF96EBF}"/>
                </a:ext>
              </a:extLst>
            </p:cNvPr>
            <p:cNvGrpSpPr/>
            <p:nvPr/>
          </p:nvGrpSpPr>
          <p:grpSpPr>
            <a:xfrm>
              <a:off x="7232016" y="4031708"/>
              <a:ext cx="1979701" cy="461665"/>
              <a:chOff x="7232016" y="4031708"/>
              <a:chExt cx="1979701" cy="461665"/>
            </a:xfrm>
          </p:grpSpPr>
          <p:graphicFrame>
            <p:nvGraphicFramePr>
              <p:cNvPr id="31" name="对象 30">
                <a:extLst>
                  <a:ext uri="{FF2B5EF4-FFF2-40B4-BE49-F238E27FC236}">
                    <a16:creationId xmlns:a16="http://schemas.microsoft.com/office/drawing/2014/main" id="{82D09A08-4413-4E2C-90B2-F7030708BF4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4525834"/>
                  </p:ext>
                </p:extLst>
              </p:nvPr>
            </p:nvGraphicFramePr>
            <p:xfrm>
              <a:off x="7232016" y="4109710"/>
              <a:ext cx="685800" cy="355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471" name="Equation" r:id="rId27" imgW="685800" imgH="355320" progId="Equation.DSMT4">
                      <p:embed/>
                    </p:oleObj>
                  </mc:Choice>
                  <mc:Fallback>
                    <p:oleObj name="Equation" r:id="rId27" imgW="685800" imgH="3553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8"/>
                          <a:stretch>
                            <a:fillRect/>
                          </a:stretch>
                        </p:blipFill>
                        <p:spPr>
                          <a:xfrm>
                            <a:off x="7232016" y="4109710"/>
                            <a:ext cx="685800" cy="355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" name="Text Box 7">
                <a:extLst>
                  <a:ext uri="{FF2B5EF4-FFF2-40B4-BE49-F238E27FC236}">
                    <a16:creationId xmlns:a16="http://schemas.microsoft.com/office/drawing/2014/main" id="{DAB0C193-5548-4F85-9895-4B9C97CBB3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71278" y="4031708"/>
                <a:ext cx="1440439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b="1" dirty="0">
                    <a:solidFill>
                      <a:srgbClr val="FF0000"/>
                    </a:solidFill>
                    <a:latin typeface="+mj-ea"/>
                    <a:ea typeface="+mj-ea"/>
                  </a:rPr>
                  <a:t>不存在</a:t>
                </a:r>
              </a:p>
            </p:txBody>
          </p:sp>
        </p:grp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44544C93-B94E-4AEE-B4BF-B06877D95680}"/>
                </a:ext>
              </a:extLst>
            </p:cNvPr>
            <p:cNvSpPr/>
            <p:nvPr/>
          </p:nvSpPr>
          <p:spPr>
            <a:xfrm>
              <a:off x="7147560" y="3919672"/>
              <a:ext cx="1888936" cy="68573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5881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B11A535B-9D9F-4D0E-B77A-D3F7FF7BCAEF}"/>
              </a:ext>
            </a:extLst>
          </p:cNvPr>
          <p:cNvGrpSpPr/>
          <p:nvPr/>
        </p:nvGrpSpPr>
        <p:grpSpPr>
          <a:xfrm>
            <a:off x="755576" y="433134"/>
            <a:ext cx="7704856" cy="723900"/>
            <a:chOff x="755576" y="433134"/>
            <a:chExt cx="7704856" cy="723900"/>
          </a:xfrm>
        </p:grpSpPr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1922B09F-00C4-49EA-8A44-61D8247C797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73656329"/>
                </p:ext>
              </p:extLst>
            </p:nvPr>
          </p:nvGraphicFramePr>
          <p:xfrm>
            <a:off x="755576" y="627534"/>
            <a:ext cx="673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13" name="Equation" r:id="rId3" imgW="672840" imgH="342720" progId="Equation.DSMT4">
                    <p:embed/>
                  </p:oleObj>
                </mc:Choice>
                <mc:Fallback>
                  <p:oleObj name="Equation" r:id="rId3" imgW="6728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55576" y="627534"/>
                          <a:ext cx="673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227CCC6-6F59-4F28-99D2-933437506071}"/>
                </a:ext>
              </a:extLst>
            </p:cNvPr>
            <p:cNvSpPr/>
            <p:nvPr/>
          </p:nvSpPr>
          <p:spPr>
            <a:xfrm>
              <a:off x="1435532" y="564252"/>
              <a:ext cx="70249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</a:rPr>
                <a:t>在        上有</a:t>
              </a:r>
              <a:r>
                <a:rPr lang="zh-CN" altLang="en-US" sz="2400" b="1" dirty="0">
                  <a:solidFill>
                    <a:srgbClr val="FF0000"/>
                  </a:solidFill>
                  <a:latin typeface="+mj-ea"/>
                </a:rPr>
                <a:t>可能</a:t>
              </a:r>
              <a:r>
                <a:rPr lang="zh-CN" altLang="en-US" sz="2400" b="1" dirty="0">
                  <a:latin typeface="+mj-ea"/>
                </a:rPr>
                <a:t>极值点：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8556C68D-86DD-4DBD-900D-628CD693636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20882940"/>
                </p:ext>
              </p:extLst>
            </p:nvPr>
          </p:nvGraphicFramePr>
          <p:xfrm>
            <a:off x="1835696" y="433134"/>
            <a:ext cx="11430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14" name="Equation" r:id="rId5" imgW="1143000" imgH="723600" progId="Equation.DSMT4">
                    <p:embed/>
                  </p:oleObj>
                </mc:Choice>
                <mc:Fallback>
                  <p:oleObj name="Equation" r:id="rId5" imgW="1143000" imgH="723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835696" y="433134"/>
                          <a:ext cx="11430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AF1D4210-DCCC-4B28-AC15-548C72188347}"/>
              </a:ext>
            </a:extLst>
          </p:cNvPr>
          <p:cNvGrpSpPr/>
          <p:nvPr/>
        </p:nvGrpSpPr>
        <p:grpSpPr>
          <a:xfrm>
            <a:off x="771246" y="1294077"/>
            <a:ext cx="4832763" cy="500331"/>
            <a:chOff x="396298" y="1688725"/>
            <a:chExt cx="4832763" cy="500331"/>
          </a:xfrm>
        </p:grpSpPr>
        <p:graphicFrame>
          <p:nvGraphicFramePr>
            <p:cNvPr id="3" name="Object 41">
              <a:extLst>
                <a:ext uri="{FF2B5EF4-FFF2-40B4-BE49-F238E27FC236}">
                  <a16:creationId xmlns:a16="http://schemas.microsoft.com/office/drawing/2014/main" id="{91BD6B02-2C8F-491F-B0EC-F1238D0C203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0245255"/>
                </p:ext>
              </p:extLst>
            </p:nvPr>
          </p:nvGraphicFramePr>
          <p:xfrm>
            <a:off x="3617749" y="1727391"/>
            <a:ext cx="1611312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15" name="Equation" r:id="rId7" imgW="1612800" imgH="380880" progId="Equation.DSMT4">
                    <p:embed/>
                  </p:oleObj>
                </mc:Choice>
                <mc:Fallback>
                  <p:oleObj name="Equation" r:id="rId7" imgW="1612800" imgH="380880" progId="Equation.DSMT4">
                    <p:embed/>
                    <p:pic>
                      <p:nvPicPr>
                        <p:cNvPr id="27" name="Object 41">
                          <a:extLst>
                            <a:ext uri="{FF2B5EF4-FFF2-40B4-BE49-F238E27FC236}">
                              <a16:creationId xmlns:a16="http://schemas.microsoft.com/office/drawing/2014/main" id="{E9D9C636-980F-43BF-9C3C-712BA4C530D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17749" y="1727391"/>
                          <a:ext cx="1611312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9C0FE97C-78EB-48BF-B173-D496CDF3BFF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4041057"/>
                </p:ext>
              </p:extLst>
            </p:nvPr>
          </p:nvGraphicFramePr>
          <p:xfrm>
            <a:off x="1843344" y="1767530"/>
            <a:ext cx="825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16" name="Equation" r:id="rId9" imgW="825480" imgH="380880" progId="Equation.DSMT4">
                    <p:embed/>
                  </p:oleObj>
                </mc:Choice>
                <mc:Fallback>
                  <p:oleObj name="Equation" r:id="rId9" imgW="82548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843344" y="1767530"/>
                          <a:ext cx="8255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09BD169A-1FDF-4729-9921-3AFE5EA31BCA}"/>
                </a:ext>
              </a:extLst>
            </p:cNvPr>
            <p:cNvSpPr/>
            <p:nvPr/>
          </p:nvSpPr>
          <p:spPr>
            <a:xfrm>
              <a:off x="396298" y="1727391"/>
              <a:ext cx="142218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+mj-ea"/>
                </a:rPr>
                <a:t>不可导点</a:t>
              </a:r>
              <a:endParaRPr lang="zh-CN" altLang="en-US" sz="2400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9F5A76C-CE36-466A-A5EA-FDFB67387AA8}"/>
                </a:ext>
              </a:extLst>
            </p:cNvPr>
            <p:cNvSpPr/>
            <p:nvPr/>
          </p:nvSpPr>
          <p:spPr>
            <a:xfrm>
              <a:off x="2741584" y="1688725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+mj-ea"/>
                </a:rPr>
                <a:t>驻点</a:t>
              </a:r>
              <a:endParaRPr lang="zh-CN" altLang="en-US" sz="2400" dirty="0"/>
            </a:p>
          </p:txBody>
        </p:sp>
      </p:grpSp>
      <p:graphicFrame>
        <p:nvGraphicFramePr>
          <p:cNvPr id="12" name="Object 42">
            <a:extLst>
              <a:ext uri="{FF2B5EF4-FFF2-40B4-BE49-F238E27FC236}">
                <a16:creationId xmlns:a16="http://schemas.microsoft.com/office/drawing/2014/main" id="{48F1F7AE-5E1E-4A31-9268-2D397BFCB6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2725557"/>
              </p:ext>
            </p:extLst>
          </p:nvPr>
        </p:nvGraphicFramePr>
        <p:xfrm>
          <a:off x="663980" y="1974695"/>
          <a:ext cx="1790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17" name="Equation" r:id="rId11" imgW="1790640" imgH="736560" progId="Equation.DSMT4">
                  <p:embed/>
                </p:oleObj>
              </mc:Choice>
              <mc:Fallback>
                <p:oleObj name="Equation" r:id="rId11" imgW="1790640" imgH="736560" progId="Equation.DSMT4">
                  <p:embed/>
                  <p:pic>
                    <p:nvPicPr>
                      <p:cNvPr id="22570" name="Object 42">
                        <a:extLst>
                          <a:ext uri="{FF2B5EF4-FFF2-40B4-BE49-F238E27FC236}">
                            <a16:creationId xmlns:a16="http://schemas.microsoft.com/office/drawing/2014/main" id="{29F0214B-3A48-4C65-9BED-1BB6CD7ADF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980" y="1974695"/>
                        <a:ext cx="17907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6">
            <a:extLst>
              <a:ext uri="{FF2B5EF4-FFF2-40B4-BE49-F238E27FC236}">
                <a16:creationId xmlns:a16="http://schemas.microsoft.com/office/drawing/2014/main" id="{6622B4D2-41D0-4B2D-959C-429E90A9E9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6420347"/>
              </p:ext>
            </p:extLst>
          </p:nvPr>
        </p:nvGraphicFramePr>
        <p:xfrm>
          <a:off x="2532332" y="2228850"/>
          <a:ext cx="1168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18" name="Equation" r:id="rId13" imgW="1168200" imgH="342720" progId="Equation.DSMT4">
                  <p:embed/>
                </p:oleObj>
              </mc:Choice>
              <mc:Fallback>
                <p:oleObj name="Equation" r:id="rId13" imgW="1168200" imgH="342720" progId="Equation.DSMT4">
                  <p:embed/>
                  <p:pic>
                    <p:nvPicPr>
                      <p:cNvPr id="22574" name="Object 46">
                        <a:extLst>
                          <a:ext uri="{FF2B5EF4-FFF2-40B4-BE49-F238E27FC236}">
                            <a16:creationId xmlns:a16="http://schemas.microsoft.com/office/drawing/2014/main" id="{CD6A305D-845C-4B41-B174-CCB19C79ED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2332" y="2228850"/>
                        <a:ext cx="1168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47">
            <a:extLst>
              <a:ext uri="{FF2B5EF4-FFF2-40B4-BE49-F238E27FC236}">
                <a16:creationId xmlns:a16="http://schemas.microsoft.com/office/drawing/2014/main" id="{86F463B4-D70A-4AD5-8B9F-30698244EC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7259937"/>
              </p:ext>
            </p:extLst>
          </p:nvPr>
        </p:nvGraphicFramePr>
        <p:xfrm>
          <a:off x="3927577" y="2228850"/>
          <a:ext cx="110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19" name="Equation" r:id="rId15" imgW="1104840" imgH="342720" progId="Equation.DSMT4">
                  <p:embed/>
                </p:oleObj>
              </mc:Choice>
              <mc:Fallback>
                <p:oleObj name="Equation" r:id="rId15" imgW="1104840" imgH="342720" progId="Equation.DSMT4">
                  <p:embed/>
                  <p:pic>
                    <p:nvPicPr>
                      <p:cNvPr id="22575" name="Object 47">
                        <a:extLst>
                          <a:ext uri="{FF2B5EF4-FFF2-40B4-BE49-F238E27FC236}">
                            <a16:creationId xmlns:a16="http://schemas.microsoft.com/office/drawing/2014/main" id="{EE091E48-26D9-4948-8746-C4EC2179B7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7577" y="2228850"/>
                        <a:ext cx="11049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8">
            <a:extLst>
              <a:ext uri="{FF2B5EF4-FFF2-40B4-BE49-F238E27FC236}">
                <a16:creationId xmlns:a16="http://schemas.microsoft.com/office/drawing/2014/main" id="{3ED8E788-C1E6-4341-9535-4520E0DEB1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1364859"/>
              </p:ext>
            </p:extLst>
          </p:nvPr>
        </p:nvGraphicFramePr>
        <p:xfrm>
          <a:off x="753651" y="2996479"/>
          <a:ext cx="1181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20" name="Equation" r:id="rId17" imgW="1180800" imgH="342720" progId="Equation.DSMT4">
                  <p:embed/>
                </p:oleObj>
              </mc:Choice>
              <mc:Fallback>
                <p:oleObj name="Equation" r:id="rId17" imgW="1180800" imgH="342720" progId="Equation.DSMT4">
                  <p:embed/>
                  <p:pic>
                    <p:nvPicPr>
                      <p:cNvPr id="22576" name="Object 48">
                        <a:extLst>
                          <a:ext uri="{FF2B5EF4-FFF2-40B4-BE49-F238E27FC236}">
                            <a16:creationId xmlns:a16="http://schemas.microsoft.com/office/drawing/2014/main" id="{280FE480-4B6B-4E1D-BADE-6AAD97B86D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651" y="2996479"/>
                        <a:ext cx="1181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49">
            <a:extLst>
              <a:ext uri="{FF2B5EF4-FFF2-40B4-BE49-F238E27FC236}">
                <a16:creationId xmlns:a16="http://schemas.microsoft.com/office/drawing/2014/main" id="{25EBE706-6103-40FC-A4A1-A16F40D215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0535291"/>
              </p:ext>
            </p:extLst>
          </p:nvPr>
        </p:nvGraphicFramePr>
        <p:xfrm>
          <a:off x="2454680" y="2711295"/>
          <a:ext cx="1181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21" name="Equation" r:id="rId19" imgW="1180800" imgH="723600" progId="Equation.DSMT4">
                  <p:embed/>
                </p:oleObj>
              </mc:Choice>
              <mc:Fallback>
                <p:oleObj name="Equation" r:id="rId19" imgW="1180800" imgH="723600" progId="Equation.DSMT4">
                  <p:embed/>
                  <p:pic>
                    <p:nvPicPr>
                      <p:cNvPr id="22577" name="Object 49">
                        <a:extLst>
                          <a:ext uri="{FF2B5EF4-FFF2-40B4-BE49-F238E27FC236}">
                            <a16:creationId xmlns:a16="http://schemas.microsoft.com/office/drawing/2014/main" id="{B7041D76-4BA2-4249-8051-8D4D096530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680" y="2711295"/>
                        <a:ext cx="11811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" name="组合 46">
            <a:extLst>
              <a:ext uri="{FF2B5EF4-FFF2-40B4-BE49-F238E27FC236}">
                <a16:creationId xmlns:a16="http://schemas.microsoft.com/office/drawing/2014/main" id="{EA0DAF4F-0A9E-4B84-B759-6C5DE6B1346F}"/>
              </a:ext>
            </a:extLst>
          </p:cNvPr>
          <p:cNvGrpSpPr/>
          <p:nvPr/>
        </p:nvGrpSpPr>
        <p:grpSpPr>
          <a:xfrm>
            <a:off x="467901" y="3654034"/>
            <a:ext cx="4235708" cy="478830"/>
            <a:chOff x="467901" y="3654034"/>
            <a:chExt cx="4235708" cy="478830"/>
          </a:xfrm>
        </p:grpSpPr>
        <p:sp>
          <p:nvSpPr>
            <p:cNvPr id="18" name="Text Box 56">
              <a:extLst>
                <a:ext uri="{FF2B5EF4-FFF2-40B4-BE49-F238E27FC236}">
                  <a16:creationId xmlns:a16="http://schemas.microsoft.com/office/drawing/2014/main" id="{B959CAD1-7620-47A9-A357-8843251833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901" y="3671199"/>
              <a:ext cx="1752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>
                  <a:latin typeface="+mn-ea"/>
                </a:rPr>
                <a:t>故函数在</a:t>
              </a:r>
            </a:p>
          </p:txBody>
        </p:sp>
        <p:graphicFrame>
          <p:nvGraphicFramePr>
            <p:cNvPr id="19" name="Object 57">
              <a:extLst>
                <a:ext uri="{FF2B5EF4-FFF2-40B4-BE49-F238E27FC236}">
                  <a16:creationId xmlns:a16="http://schemas.microsoft.com/office/drawing/2014/main" id="{EC7E7840-11CD-4D1C-8F30-C3215BF25A1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8460495"/>
                </p:ext>
              </p:extLst>
            </p:nvPr>
          </p:nvGraphicFramePr>
          <p:xfrm>
            <a:off x="1852201" y="3778355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22" name="Equation" r:id="rId21" imgW="647640" imgH="279360" progId="Equation.DSMT4">
                    <p:embed/>
                  </p:oleObj>
                </mc:Choice>
                <mc:Fallback>
                  <p:oleObj name="Equation" r:id="rId21" imgW="647640" imgH="279360" progId="Equation.DSMT4">
                    <p:embed/>
                    <p:pic>
                      <p:nvPicPr>
                        <p:cNvPr id="22585" name="Object 57">
                          <a:extLst>
                            <a:ext uri="{FF2B5EF4-FFF2-40B4-BE49-F238E27FC236}">
                              <a16:creationId xmlns:a16="http://schemas.microsoft.com/office/drawing/2014/main" id="{6AE9151B-A993-4145-A38A-7192E5EA98A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2201" y="3778355"/>
                          <a:ext cx="6477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Text Box 58">
              <a:extLst>
                <a:ext uri="{FF2B5EF4-FFF2-40B4-BE49-F238E27FC236}">
                  <a16:creationId xmlns:a16="http://schemas.microsoft.com/office/drawing/2014/main" id="{77652512-2F0D-4324-B092-3EA73A1FF6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3809" y="3654034"/>
              <a:ext cx="2209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取最小值 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 ;</a:t>
              </a:r>
            </a:p>
          </p:txBody>
        </p:sp>
      </p:grpSp>
      <p:grpSp>
        <p:nvGrpSpPr>
          <p:cNvPr id="21" name="Group 94">
            <a:extLst>
              <a:ext uri="{FF2B5EF4-FFF2-40B4-BE49-F238E27FC236}">
                <a16:creationId xmlns:a16="http://schemas.microsoft.com/office/drawing/2014/main" id="{BC925BE6-F833-44CC-B799-679ADA9033E5}"/>
              </a:ext>
            </a:extLst>
          </p:cNvPr>
          <p:cNvGrpSpPr>
            <a:grpSpLocks/>
          </p:cNvGrpSpPr>
          <p:nvPr/>
        </p:nvGrpSpPr>
        <p:grpSpPr bwMode="auto">
          <a:xfrm>
            <a:off x="4423405" y="3522916"/>
            <a:ext cx="3886200" cy="723900"/>
            <a:chOff x="3120" y="3736"/>
            <a:chExt cx="2448" cy="456"/>
          </a:xfrm>
        </p:grpSpPr>
        <p:sp>
          <p:nvSpPr>
            <p:cNvPr id="22" name="Text Box 59">
              <a:extLst>
                <a:ext uri="{FF2B5EF4-FFF2-40B4-BE49-F238E27FC236}">
                  <a16:creationId xmlns:a16="http://schemas.microsoft.com/office/drawing/2014/main" id="{F89984DE-D951-41E3-AFD0-AD4F2F931E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3825"/>
              <a:ext cx="48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在</a:t>
              </a:r>
            </a:p>
          </p:txBody>
        </p:sp>
        <p:graphicFrame>
          <p:nvGraphicFramePr>
            <p:cNvPr id="23" name="Object 60">
              <a:extLst>
                <a:ext uri="{FF2B5EF4-FFF2-40B4-BE49-F238E27FC236}">
                  <a16:creationId xmlns:a16="http://schemas.microsoft.com/office/drawing/2014/main" id="{81D2E31D-7029-4879-9558-48F62D241BF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5194869"/>
                </p:ext>
              </p:extLst>
            </p:nvPr>
          </p:nvGraphicFramePr>
          <p:xfrm>
            <a:off x="3480" y="3867"/>
            <a:ext cx="376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23" name="Equation" r:id="rId23" imgW="596880" imgH="279360" progId="Equation.DSMT4">
                    <p:embed/>
                  </p:oleObj>
                </mc:Choice>
                <mc:Fallback>
                  <p:oleObj name="Equation" r:id="rId23" imgW="596880" imgH="279360" progId="Equation.DSMT4">
                    <p:embed/>
                    <p:pic>
                      <p:nvPicPr>
                        <p:cNvPr id="22588" name="Object 60">
                          <a:extLst>
                            <a:ext uri="{FF2B5EF4-FFF2-40B4-BE49-F238E27FC236}">
                              <a16:creationId xmlns:a16="http://schemas.microsoft.com/office/drawing/2014/main" id="{9273C403-2068-4D8F-AE42-BDC31AE1316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0" y="3867"/>
                          <a:ext cx="376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Text Box 61">
              <a:extLst>
                <a:ext uri="{FF2B5EF4-FFF2-40B4-BE49-F238E27FC236}">
                  <a16:creationId xmlns:a16="http://schemas.microsoft.com/office/drawing/2014/main" id="{08CE83EB-21B0-4BC9-8D04-1D5329B15E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3810"/>
              <a:ext cx="43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及</a:t>
              </a:r>
            </a:p>
          </p:txBody>
        </p:sp>
        <p:graphicFrame>
          <p:nvGraphicFramePr>
            <p:cNvPr id="25" name="Object 62">
              <a:extLst>
                <a:ext uri="{FF2B5EF4-FFF2-40B4-BE49-F238E27FC236}">
                  <a16:creationId xmlns:a16="http://schemas.microsoft.com/office/drawing/2014/main" id="{CD6C81C9-F5FC-4B64-A319-7C15CB465DA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28890720"/>
                </p:ext>
              </p:extLst>
            </p:nvPr>
          </p:nvGraphicFramePr>
          <p:xfrm>
            <a:off x="4112" y="3736"/>
            <a:ext cx="152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24" name="Equation" r:id="rId25" imgW="241200" imgH="723600" progId="Equation.DSMT4">
                    <p:embed/>
                  </p:oleObj>
                </mc:Choice>
                <mc:Fallback>
                  <p:oleObj name="Equation" r:id="rId25" imgW="241200" imgH="723600" progId="Equation.DSMT4">
                    <p:embed/>
                    <p:pic>
                      <p:nvPicPr>
                        <p:cNvPr id="22590" name="Object 62">
                          <a:extLst>
                            <a:ext uri="{FF2B5EF4-FFF2-40B4-BE49-F238E27FC236}">
                              <a16:creationId xmlns:a16="http://schemas.microsoft.com/office/drawing/2014/main" id="{A66F51BD-C5E0-44D5-A3E7-D6D0811C673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2" y="3736"/>
                          <a:ext cx="152" cy="4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Text Box 63">
              <a:extLst>
                <a:ext uri="{FF2B5EF4-FFF2-40B4-BE49-F238E27FC236}">
                  <a16:creationId xmlns:a16="http://schemas.microsoft.com/office/drawing/2014/main" id="{BA0A5D98-BF08-4D89-9691-F8A090ECB6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3801"/>
              <a:ext cx="129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>
                  <a:latin typeface="+mn-ea"/>
                </a:rPr>
                <a:t>取最大值 </a:t>
              </a:r>
              <a:r>
                <a:rPr lang="en-US" altLang="zh-CN" sz="2400" b="1">
                  <a:latin typeface="+mn-ea"/>
                </a:rPr>
                <a:t>5.</a:t>
              </a:r>
            </a:p>
          </p:txBody>
        </p:sp>
      </p:grpSp>
      <p:grpSp>
        <p:nvGrpSpPr>
          <p:cNvPr id="29" name="Group 136">
            <a:extLst>
              <a:ext uri="{FF2B5EF4-FFF2-40B4-BE49-F238E27FC236}">
                <a16:creationId xmlns:a16="http://schemas.microsoft.com/office/drawing/2014/main" id="{6274687B-D60F-4C88-BB23-65D59CB5AF33}"/>
              </a:ext>
            </a:extLst>
          </p:cNvPr>
          <p:cNvGrpSpPr>
            <a:grpSpLocks/>
          </p:cNvGrpSpPr>
          <p:nvPr/>
        </p:nvGrpSpPr>
        <p:grpSpPr bwMode="auto">
          <a:xfrm>
            <a:off x="6804248" y="1076077"/>
            <a:ext cx="1951673" cy="2091852"/>
            <a:chOff x="1603" y="1532"/>
            <a:chExt cx="1366" cy="1464"/>
          </a:xfrm>
        </p:grpSpPr>
        <p:graphicFrame>
          <p:nvGraphicFramePr>
            <p:cNvPr id="30" name="Object 137">
              <a:extLst>
                <a:ext uri="{FF2B5EF4-FFF2-40B4-BE49-F238E27FC236}">
                  <a16:creationId xmlns:a16="http://schemas.microsoft.com/office/drawing/2014/main" id="{62213F85-B031-4F94-B900-95976F8751E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49632862"/>
                </p:ext>
              </p:extLst>
            </p:nvPr>
          </p:nvGraphicFramePr>
          <p:xfrm>
            <a:off x="1603" y="2692"/>
            <a:ext cx="192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25" name="Equation" r:id="rId27" imgW="380880" imgH="609480" progId="Equation.DSMT4">
                    <p:embed/>
                  </p:oleObj>
                </mc:Choice>
                <mc:Fallback>
                  <p:oleObj name="Equation" r:id="rId27" imgW="380880" imgH="609480" progId="Equation.DSMT4">
                    <p:embed/>
                    <p:pic>
                      <p:nvPicPr>
                        <p:cNvPr id="12" name="Object 137">
                          <a:extLst>
                            <a:ext uri="{FF2B5EF4-FFF2-40B4-BE49-F238E27FC236}">
                              <a16:creationId xmlns:a16="http://schemas.microsoft.com/office/drawing/2014/main" id="{2669BFE4-EBAC-4EF6-B731-651D013B0C2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3" y="2692"/>
                          <a:ext cx="192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1" name="Group 138">
              <a:extLst>
                <a:ext uri="{FF2B5EF4-FFF2-40B4-BE49-F238E27FC236}">
                  <a16:creationId xmlns:a16="http://schemas.microsoft.com/office/drawing/2014/main" id="{CD50C0BC-A681-40B4-A002-163CFBE402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5" y="1567"/>
              <a:ext cx="1051" cy="1104"/>
              <a:chOff x="670" y="126"/>
              <a:chExt cx="3759" cy="3942"/>
            </a:xfrm>
          </p:grpSpPr>
          <p:sp>
            <p:nvSpPr>
              <p:cNvPr id="44" name="Freeform 139">
                <a:extLst>
                  <a:ext uri="{FF2B5EF4-FFF2-40B4-BE49-F238E27FC236}">
                    <a16:creationId xmlns:a16="http://schemas.microsoft.com/office/drawing/2014/main" id="{A62A9293-BB9F-45E4-9731-041325E7D4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0" y="126"/>
                <a:ext cx="1814" cy="3942"/>
              </a:xfrm>
              <a:custGeom>
                <a:avLst/>
                <a:gdLst>
                  <a:gd name="T0" fmla="*/ 0 w 1814"/>
                  <a:gd name="T1" fmla="*/ 1110 h 3942"/>
                  <a:gd name="T2" fmla="*/ 161 w 1814"/>
                  <a:gd name="T3" fmla="*/ 2497 h 3942"/>
                  <a:gd name="T4" fmla="*/ 234 w 1814"/>
                  <a:gd name="T5" fmla="*/ 3139 h 3942"/>
                  <a:gd name="T6" fmla="*/ 278 w 1814"/>
                  <a:gd name="T7" fmla="*/ 3460 h 3942"/>
                  <a:gd name="T8" fmla="*/ 293 w 1814"/>
                  <a:gd name="T9" fmla="*/ 3621 h 3942"/>
                  <a:gd name="T10" fmla="*/ 322 w 1814"/>
                  <a:gd name="T11" fmla="*/ 3781 h 3942"/>
                  <a:gd name="T12" fmla="*/ 337 w 1814"/>
                  <a:gd name="T13" fmla="*/ 3854 h 3942"/>
                  <a:gd name="T14" fmla="*/ 337 w 1814"/>
                  <a:gd name="T15" fmla="*/ 3883 h 3942"/>
                  <a:gd name="T16" fmla="*/ 337 w 1814"/>
                  <a:gd name="T17" fmla="*/ 3927 h 3942"/>
                  <a:gd name="T18" fmla="*/ 337 w 1814"/>
                  <a:gd name="T19" fmla="*/ 3942 h 3942"/>
                  <a:gd name="T20" fmla="*/ 351 w 1814"/>
                  <a:gd name="T21" fmla="*/ 3927 h 3942"/>
                  <a:gd name="T22" fmla="*/ 351 w 1814"/>
                  <a:gd name="T23" fmla="*/ 3883 h 3942"/>
                  <a:gd name="T24" fmla="*/ 366 w 1814"/>
                  <a:gd name="T25" fmla="*/ 3810 h 3942"/>
                  <a:gd name="T26" fmla="*/ 395 w 1814"/>
                  <a:gd name="T27" fmla="*/ 3562 h 3942"/>
                  <a:gd name="T28" fmla="*/ 483 w 1814"/>
                  <a:gd name="T29" fmla="*/ 3080 h 3942"/>
                  <a:gd name="T30" fmla="*/ 644 w 1814"/>
                  <a:gd name="T31" fmla="*/ 2205 h 3942"/>
                  <a:gd name="T32" fmla="*/ 790 w 1814"/>
                  <a:gd name="T33" fmla="*/ 1533 h 3942"/>
                  <a:gd name="T34" fmla="*/ 951 w 1814"/>
                  <a:gd name="T35" fmla="*/ 1008 h 3942"/>
                  <a:gd name="T36" fmla="*/ 1112 w 1814"/>
                  <a:gd name="T37" fmla="*/ 599 h 3942"/>
                  <a:gd name="T38" fmla="*/ 1258 w 1814"/>
                  <a:gd name="T39" fmla="*/ 307 h 3942"/>
                  <a:gd name="T40" fmla="*/ 1346 w 1814"/>
                  <a:gd name="T41" fmla="*/ 205 h 3942"/>
                  <a:gd name="T42" fmla="*/ 1433 w 1814"/>
                  <a:gd name="T43" fmla="*/ 117 h 3942"/>
                  <a:gd name="T44" fmla="*/ 1463 w 1814"/>
                  <a:gd name="T45" fmla="*/ 88 h 3942"/>
                  <a:gd name="T46" fmla="*/ 1507 w 1814"/>
                  <a:gd name="T47" fmla="*/ 59 h 3942"/>
                  <a:gd name="T48" fmla="*/ 1550 w 1814"/>
                  <a:gd name="T49" fmla="*/ 44 h 3942"/>
                  <a:gd name="T50" fmla="*/ 1580 w 1814"/>
                  <a:gd name="T51" fmla="*/ 30 h 3942"/>
                  <a:gd name="T52" fmla="*/ 1624 w 1814"/>
                  <a:gd name="T53" fmla="*/ 15 h 3942"/>
                  <a:gd name="T54" fmla="*/ 1638 w 1814"/>
                  <a:gd name="T55" fmla="*/ 15 h 3942"/>
                  <a:gd name="T56" fmla="*/ 1653 w 1814"/>
                  <a:gd name="T57" fmla="*/ 0 h 3942"/>
                  <a:gd name="T58" fmla="*/ 1653 w 1814"/>
                  <a:gd name="T59" fmla="*/ 0 h 3942"/>
                  <a:gd name="T60" fmla="*/ 1667 w 1814"/>
                  <a:gd name="T61" fmla="*/ 0 h 3942"/>
                  <a:gd name="T62" fmla="*/ 1682 w 1814"/>
                  <a:gd name="T63" fmla="*/ 0 h 3942"/>
                  <a:gd name="T64" fmla="*/ 1682 w 1814"/>
                  <a:gd name="T65" fmla="*/ 0 h 3942"/>
                  <a:gd name="T66" fmla="*/ 1697 w 1814"/>
                  <a:gd name="T67" fmla="*/ 0 h 3942"/>
                  <a:gd name="T68" fmla="*/ 1697 w 1814"/>
                  <a:gd name="T69" fmla="*/ 0 h 3942"/>
                  <a:gd name="T70" fmla="*/ 1697 w 1814"/>
                  <a:gd name="T71" fmla="*/ 0 h 3942"/>
                  <a:gd name="T72" fmla="*/ 1711 w 1814"/>
                  <a:gd name="T73" fmla="*/ 0 h 3942"/>
                  <a:gd name="T74" fmla="*/ 1711 w 1814"/>
                  <a:gd name="T75" fmla="*/ 0 h 3942"/>
                  <a:gd name="T76" fmla="*/ 1711 w 1814"/>
                  <a:gd name="T77" fmla="*/ 0 h 3942"/>
                  <a:gd name="T78" fmla="*/ 1711 w 1814"/>
                  <a:gd name="T79" fmla="*/ 0 h 3942"/>
                  <a:gd name="T80" fmla="*/ 1726 w 1814"/>
                  <a:gd name="T81" fmla="*/ 0 h 3942"/>
                  <a:gd name="T82" fmla="*/ 1726 w 1814"/>
                  <a:gd name="T83" fmla="*/ 0 h 3942"/>
                  <a:gd name="T84" fmla="*/ 1726 w 1814"/>
                  <a:gd name="T85" fmla="*/ 0 h 3942"/>
                  <a:gd name="T86" fmla="*/ 1741 w 1814"/>
                  <a:gd name="T87" fmla="*/ 0 h 3942"/>
                  <a:gd name="T88" fmla="*/ 1741 w 1814"/>
                  <a:gd name="T89" fmla="*/ 0 h 3942"/>
                  <a:gd name="T90" fmla="*/ 1741 w 1814"/>
                  <a:gd name="T91" fmla="*/ 0 h 3942"/>
                  <a:gd name="T92" fmla="*/ 1755 w 1814"/>
                  <a:gd name="T93" fmla="*/ 0 h 3942"/>
                  <a:gd name="T94" fmla="*/ 1770 w 1814"/>
                  <a:gd name="T95" fmla="*/ 0 h 3942"/>
                  <a:gd name="T96" fmla="*/ 1784 w 1814"/>
                  <a:gd name="T97" fmla="*/ 0 h 3942"/>
                  <a:gd name="T98" fmla="*/ 1814 w 1814"/>
                  <a:gd name="T99" fmla="*/ 15 h 39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814" h="3942">
                    <a:moveTo>
                      <a:pt x="0" y="1110"/>
                    </a:moveTo>
                    <a:lnTo>
                      <a:pt x="161" y="2497"/>
                    </a:lnTo>
                    <a:lnTo>
                      <a:pt x="234" y="3139"/>
                    </a:lnTo>
                    <a:lnTo>
                      <a:pt x="278" y="3460"/>
                    </a:lnTo>
                    <a:lnTo>
                      <a:pt x="293" y="3621"/>
                    </a:lnTo>
                    <a:lnTo>
                      <a:pt x="322" y="3781"/>
                    </a:lnTo>
                    <a:lnTo>
                      <a:pt x="337" y="3854"/>
                    </a:lnTo>
                    <a:lnTo>
                      <a:pt x="337" y="3883"/>
                    </a:lnTo>
                    <a:lnTo>
                      <a:pt x="337" y="3927"/>
                    </a:lnTo>
                    <a:lnTo>
                      <a:pt x="337" y="3942"/>
                    </a:lnTo>
                    <a:lnTo>
                      <a:pt x="351" y="3927"/>
                    </a:lnTo>
                    <a:lnTo>
                      <a:pt x="351" y="3883"/>
                    </a:lnTo>
                    <a:lnTo>
                      <a:pt x="366" y="3810"/>
                    </a:lnTo>
                    <a:lnTo>
                      <a:pt x="395" y="3562"/>
                    </a:lnTo>
                    <a:lnTo>
                      <a:pt x="483" y="3080"/>
                    </a:lnTo>
                    <a:lnTo>
                      <a:pt x="644" y="2205"/>
                    </a:lnTo>
                    <a:lnTo>
                      <a:pt x="790" y="1533"/>
                    </a:lnTo>
                    <a:lnTo>
                      <a:pt x="951" y="1008"/>
                    </a:lnTo>
                    <a:lnTo>
                      <a:pt x="1112" y="599"/>
                    </a:lnTo>
                    <a:lnTo>
                      <a:pt x="1258" y="307"/>
                    </a:lnTo>
                    <a:lnTo>
                      <a:pt x="1346" y="205"/>
                    </a:lnTo>
                    <a:lnTo>
                      <a:pt x="1433" y="117"/>
                    </a:lnTo>
                    <a:lnTo>
                      <a:pt x="1463" y="88"/>
                    </a:lnTo>
                    <a:lnTo>
                      <a:pt x="1507" y="59"/>
                    </a:lnTo>
                    <a:lnTo>
                      <a:pt x="1550" y="44"/>
                    </a:lnTo>
                    <a:lnTo>
                      <a:pt x="1580" y="30"/>
                    </a:lnTo>
                    <a:lnTo>
                      <a:pt x="1624" y="15"/>
                    </a:lnTo>
                    <a:lnTo>
                      <a:pt x="1638" y="15"/>
                    </a:lnTo>
                    <a:lnTo>
                      <a:pt x="1653" y="0"/>
                    </a:lnTo>
                    <a:lnTo>
                      <a:pt x="1653" y="0"/>
                    </a:lnTo>
                    <a:lnTo>
                      <a:pt x="1667" y="0"/>
                    </a:lnTo>
                    <a:lnTo>
                      <a:pt x="1682" y="0"/>
                    </a:lnTo>
                    <a:lnTo>
                      <a:pt x="1682" y="0"/>
                    </a:lnTo>
                    <a:lnTo>
                      <a:pt x="1697" y="0"/>
                    </a:lnTo>
                    <a:lnTo>
                      <a:pt x="1697" y="0"/>
                    </a:lnTo>
                    <a:lnTo>
                      <a:pt x="1697" y="0"/>
                    </a:lnTo>
                    <a:lnTo>
                      <a:pt x="1711" y="0"/>
                    </a:lnTo>
                    <a:lnTo>
                      <a:pt x="1711" y="0"/>
                    </a:lnTo>
                    <a:lnTo>
                      <a:pt x="1711" y="0"/>
                    </a:lnTo>
                    <a:lnTo>
                      <a:pt x="1711" y="0"/>
                    </a:lnTo>
                    <a:lnTo>
                      <a:pt x="1726" y="0"/>
                    </a:lnTo>
                    <a:lnTo>
                      <a:pt x="1726" y="0"/>
                    </a:lnTo>
                    <a:lnTo>
                      <a:pt x="1726" y="0"/>
                    </a:lnTo>
                    <a:lnTo>
                      <a:pt x="1741" y="0"/>
                    </a:lnTo>
                    <a:lnTo>
                      <a:pt x="1741" y="0"/>
                    </a:lnTo>
                    <a:lnTo>
                      <a:pt x="1741" y="0"/>
                    </a:lnTo>
                    <a:lnTo>
                      <a:pt x="1755" y="0"/>
                    </a:lnTo>
                    <a:lnTo>
                      <a:pt x="1770" y="0"/>
                    </a:lnTo>
                    <a:lnTo>
                      <a:pt x="1784" y="0"/>
                    </a:lnTo>
                    <a:lnTo>
                      <a:pt x="1814" y="15"/>
                    </a:lnTo>
                  </a:path>
                </a:pathLst>
              </a:custGeom>
              <a:noFill/>
              <a:ln w="19050" cmpd="sng">
                <a:solidFill>
                  <a:srgbClr val="0064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2400" b="1">
                  <a:latin typeface="+mj-ea"/>
                  <a:ea typeface="+mj-ea"/>
                </a:endParaRPr>
              </a:p>
            </p:txBody>
          </p:sp>
          <p:sp>
            <p:nvSpPr>
              <p:cNvPr id="45" name="Freeform 140">
                <a:extLst>
                  <a:ext uri="{FF2B5EF4-FFF2-40B4-BE49-F238E27FC236}">
                    <a16:creationId xmlns:a16="http://schemas.microsoft.com/office/drawing/2014/main" id="{25F3B3CF-C24D-4509-AAF2-91380D7F3C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4" y="126"/>
                <a:ext cx="1945" cy="789"/>
              </a:xfrm>
              <a:custGeom>
                <a:avLst/>
                <a:gdLst>
                  <a:gd name="T0" fmla="*/ 0 w 1945"/>
                  <a:gd name="T1" fmla="*/ 15 h 789"/>
                  <a:gd name="T2" fmla="*/ 29 w 1945"/>
                  <a:gd name="T3" fmla="*/ 15 h 789"/>
                  <a:gd name="T4" fmla="*/ 73 w 1945"/>
                  <a:gd name="T5" fmla="*/ 30 h 789"/>
                  <a:gd name="T6" fmla="*/ 146 w 1945"/>
                  <a:gd name="T7" fmla="*/ 73 h 789"/>
                  <a:gd name="T8" fmla="*/ 234 w 1945"/>
                  <a:gd name="T9" fmla="*/ 117 h 789"/>
                  <a:gd name="T10" fmla="*/ 395 w 1945"/>
                  <a:gd name="T11" fmla="*/ 234 h 789"/>
                  <a:gd name="T12" fmla="*/ 555 w 1945"/>
                  <a:gd name="T13" fmla="*/ 365 h 789"/>
                  <a:gd name="T14" fmla="*/ 702 w 1945"/>
                  <a:gd name="T15" fmla="*/ 497 h 789"/>
                  <a:gd name="T16" fmla="*/ 863 w 1945"/>
                  <a:gd name="T17" fmla="*/ 628 h 789"/>
                  <a:gd name="T18" fmla="*/ 950 w 1945"/>
                  <a:gd name="T19" fmla="*/ 686 h 789"/>
                  <a:gd name="T20" fmla="*/ 1023 w 1945"/>
                  <a:gd name="T21" fmla="*/ 716 h 789"/>
                  <a:gd name="T22" fmla="*/ 1097 w 1945"/>
                  <a:gd name="T23" fmla="*/ 759 h 789"/>
                  <a:gd name="T24" fmla="*/ 1140 w 1945"/>
                  <a:gd name="T25" fmla="*/ 774 h 789"/>
                  <a:gd name="T26" fmla="*/ 1170 w 1945"/>
                  <a:gd name="T27" fmla="*/ 774 h 789"/>
                  <a:gd name="T28" fmla="*/ 1184 w 1945"/>
                  <a:gd name="T29" fmla="*/ 789 h 789"/>
                  <a:gd name="T30" fmla="*/ 1214 w 1945"/>
                  <a:gd name="T31" fmla="*/ 789 h 789"/>
                  <a:gd name="T32" fmla="*/ 1228 w 1945"/>
                  <a:gd name="T33" fmla="*/ 789 h 789"/>
                  <a:gd name="T34" fmla="*/ 1243 w 1945"/>
                  <a:gd name="T35" fmla="*/ 789 h 789"/>
                  <a:gd name="T36" fmla="*/ 1243 w 1945"/>
                  <a:gd name="T37" fmla="*/ 789 h 789"/>
                  <a:gd name="T38" fmla="*/ 1243 w 1945"/>
                  <a:gd name="T39" fmla="*/ 789 h 789"/>
                  <a:gd name="T40" fmla="*/ 1257 w 1945"/>
                  <a:gd name="T41" fmla="*/ 789 h 789"/>
                  <a:gd name="T42" fmla="*/ 1257 w 1945"/>
                  <a:gd name="T43" fmla="*/ 789 h 789"/>
                  <a:gd name="T44" fmla="*/ 1257 w 1945"/>
                  <a:gd name="T45" fmla="*/ 789 h 789"/>
                  <a:gd name="T46" fmla="*/ 1257 w 1945"/>
                  <a:gd name="T47" fmla="*/ 789 h 789"/>
                  <a:gd name="T48" fmla="*/ 1257 w 1945"/>
                  <a:gd name="T49" fmla="*/ 789 h 789"/>
                  <a:gd name="T50" fmla="*/ 1272 w 1945"/>
                  <a:gd name="T51" fmla="*/ 789 h 789"/>
                  <a:gd name="T52" fmla="*/ 1272 w 1945"/>
                  <a:gd name="T53" fmla="*/ 789 h 789"/>
                  <a:gd name="T54" fmla="*/ 1272 w 1945"/>
                  <a:gd name="T55" fmla="*/ 789 h 789"/>
                  <a:gd name="T56" fmla="*/ 1287 w 1945"/>
                  <a:gd name="T57" fmla="*/ 789 h 789"/>
                  <a:gd name="T58" fmla="*/ 1287 w 1945"/>
                  <a:gd name="T59" fmla="*/ 789 h 789"/>
                  <a:gd name="T60" fmla="*/ 1301 w 1945"/>
                  <a:gd name="T61" fmla="*/ 789 h 789"/>
                  <a:gd name="T62" fmla="*/ 1301 w 1945"/>
                  <a:gd name="T63" fmla="*/ 789 h 789"/>
                  <a:gd name="T64" fmla="*/ 1316 w 1945"/>
                  <a:gd name="T65" fmla="*/ 789 h 789"/>
                  <a:gd name="T66" fmla="*/ 1331 w 1945"/>
                  <a:gd name="T67" fmla="*/ 789 h 789"/>
                  <a:gd name="T68" fmla="*/ 1345 w 1945"/>
                  <a:gd name="T69" fmla="*/ 774 h 789"/>
                  <a:gd name="T70" fmla="*/ 1374 w 1945"/>
                  <a:gd name="T71" fmla="*/ 774 h 789"/>
                  <a:gd name="T72" fmla="*/ 1418 w 1945"/>
                  <a:gd name="T73" fmla="*/ 759 h 789"/>
                  <a:gd name="T74" fmla="*/ 1448 w 1945"/>
                  <a:gd name="T75" fmla="*/ 745 h 789"/>
                  <a:gd name="T76" fmla="*/ 1491 w 1945"/>
                  <a:gd name="T77" fmla="*/ 716 h 789"/>
                  <a:gd name="T78" fmla="*/ 1565 w 1945"/>
                  <a:gd name="T79" fmla="*/ 657 h 789"/>
                  <a:gd name="T80" fmla="*/ 1638 w 1945"/>
                  <a:gd name="T81" fmla="*/ 584 h 789"/>
                  <a:gd name="T82" fmla="*/ 1799 w 1945"/>
                  <a:gd name="T83" fmla="*/ 351 h 789"/>
                  <a:gd name="T84" fmla="*/ 1872 w 1945"/>
                  <a:gd name="T85" fmla="*/ 190 h 789"/>
                  <a:gd name="T86" fmla="*/ 1945 w 1945"/>
                  <a:gd name="T87" fmla="*/ 0 h 7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945" h="789">
                    <a:moveTo>
                      <a:pt x="0" y="15"/>
                    </a:moveTo>
                    <a:lnTo>
                      <a:pt x="29" y="15"/>
                    </a:lnTo>
                    <a:lnTo>
                      <a:pt x="73" y="30"/>
                    </a:lnTo>
                    <a:lnTo>
                      <a:pt x="146" y="73"/>
                    </a:lnTo>
                    <a:lnTo>
                      <a:pt x="234" y="117"/>
                    </a:lnTo>
                    <a:lnTo>
                      <a:pt x="395" y="234"/>
                    </a:lnTo>
                    <a:lnTo>
                      <a:pt x="555" y="365"/>
                    </a:lnTo>
                    <a:lnTo>
                      <a:pt x="702" y="497"/>
                    </a:lnTo>
                    <a:lnTo>
                      <a:pt x="863" y="628"/>
                    </a:lnTo>
                    <a:lnTo>
                      <a:pt x="950" y="686"/>
                    </a:lnTo>
                    <a:lnTo>
                      <a:pt x="1023" y="716"/>
                    </a:lnTo>
                    <a:lnTo>
                      <a:pt x="1097" y="759"/>
                    </a:lnTo>
                    <a:lnTo>
                      <a:pt x="1140" y="774"/>
                    </a:lnTo>
                    <a:lnTo>
                      <a:pt x="1170" y="774"/>
                    </a:lnTo>
                    <a:lnTo>
                      <a:pt x="1184" y="789"/>
                    </a:lnTo>
                    <a:lnTo>
                      <a:pt x="1214" y="789"/>
                    </a:lnTo>
                    <a:lnTo>
                      <a:pt x="1228" y="789"/>
                    </a:lnTo>
                    <a:lnTo>
                      <a:pt x="1243" y="789"/>
                    </a:lnTo>
                    <a:lnTo>
                      <a:pt x="1243" y="789"/>
                    </a:lnTo>
                    <a:lnTo>
                      <a:pt x="1243" y="789"/>
                    </a:lnTo>
                    <a:lnTo>
                      <a:pt x="1257" y="789"/>
                    </a:lnTo>
                    <a:lnTo>
                      <a:pt x="1257" y="789"/>
                    </a:lnTo>
                    <a:lnTo>
                      <a:pt x="1257" y="789"/>
                    </a:lnTo>
                    <a:lnTo>
                      <a:pt x="1257" y="789"/>
                    </a:lnTo>
                    <a:lnTo>
                      <a:pt x="1257" y="789"/>
                    </a:lnTo>
                    <a:lnTo>
                      <a:pt x="1272" y="789"/>
                    </a:lnTo>
                    <a:lnTo>
                      <a:pt x="1272" y="789"/>
                    </a:lnTo>
                    <a:lnTo>
                      <a:pt x="1272" y="789"/>
                    </a:lnTo>
                    <a:lnTo>
                      <a:pt x="1287" y="789"/>
                    </a:lnTo>
                    <a:lnTo>
                      <a:pt x="1287" y="789"/>
                    </a:lnTo>
                    <a:lnTo>
                      <a:pt x="1301" y="789"/>
                    </a:lnTo>
                    <a:lnTo>
                      <a:pt x="1301" y="789"/>
                    </a:lnTo>
                    <a:lnTo>
                      <a:pt x="1316" y="789"/>
                    </a:lnTo>
                    <a:lnTo>
                      <a:pt x="1331" y="789"/>
                    </a:lnTo>
                    <a:lnTo>
                      <a:pt x="1345" y="774"/>
                    </a:lnTo>
                    <a:lnTo>
                      <a:pt x="1374" y="774"/>
                    </a:lnTo>
                    <a:lnTo>
                      <a:pt x="1418" y="759"/>
                    </a:lnTo>
                    <a:lnTo>
                      <a:pt x="1448" y="745"/>
                    </a:lnTo>
                    <a:lnTo>
                      <a:pt x="1491" y="716"/>
                    </a:lnTo>
                    <a:lnTo>
                      <a:pt x="1565" y="657"/>
                    </a:lnTo>
                    <a:lnTo>
                      <a:pt x="1638" y="584"/>
                    </a:lnTo>
                    <a:lnTo>
                      <a:pt x="1799" y="351"/>
                    </a:lnTo>
                    <a:lnTo>
                      <a:pt x="1872" y="190"/>
                    </a:lnTo>
                    <a:lnTo>
                      <a:pt x="1945" y="0"/>
                    </a:lnTo>
                  </a:path>
                </a:pathLst>
              </a:custGeom>
              <a:noFill/>
              <a:ln w="19050" cmpd="sng">
                <a:solidFill>
                  <a:srgbClr val="0064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2400" b="1">
                  <a:latin typeface="+mj-ea"/>
                  <a:ea typeface="+mj-ea"/>
                </a:endParaRPr>
              </a:p>
            </p:txBody>
          </p:sp>
        </p:grpSp>
        <p:sp>
          <p:nvSpPr>
            <p:cNvPr id="32" name="Line 141">
              <a:extLst>
                <a:ext uri="{FF2B5EF4-FFF2-40B4-BE49-F238E27FC236}">
                  <a16:creationId xmlns:a16="http://schemas.microsoft.com/office/drawing/2014/main" id="{91172CBD-3B7A-451F-8A19-1D49AD8D30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7" y="1575"/>
              <a:ext cx="0" cy="110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 b="1">
                <a:latin typeface="+mj-ea"/>
                <a:ea typeface="+mj-ea"/>
              </a:endParaRPr>
            </a:p>
          </p:txBody>
        </p:sp>
        <p:sp>
          <p:nvSpPr>
            <p:cNvPr id="33" name="Line 142">
              <a:extLst>
                <a:ext uri="{FF2B5EF4-FFF2-40B4-BE49-F238E27FC236}">
                  <a16:creationId xmlns:a16="http://schemas.microsoft.com/office/drawing/2014/main" id="{C3C8AEA3-C669-4F39-B9D8-2A783FAC32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5" y="1566"/>
              <a:ext cx="0" cy="110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 b="1">
                <a:latin typeface="+mj-ea"/>
                <a:ea typeface="+mj-ea"/>
              </a:endParaRPr>
            </a:p>
          </p:txBody>
        </p:sp>
        <p:sp>
          <p:nvSpPr>
            <p:cNvPr id="34" name="Line 143">
              <a:extLst>
                <a:ext uri="{FF2B5EF4-FFF2-40B4-BE49-F238E27FC236}">
                  <a16:creationId xmlns:a16="http://schemas.microsoft.com/office/drawing/2014/main" id="{FEEC9C53-3BC0-4CA0-8160-DC6451D4FA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87" y="1788"/>
              <a:ext cx="0" cy="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 b="1">
                <a:latin typeface="+mj-ea"/>
                <a:ea typeface="+mj-ea"/>
              </a:endParaRPr>
            </a:p>
          </p:txBody>
        </p:sp>
        <p:sp>
          <p:nvSpPr>
            <p:cNvPr id="35" name="Line 144">
              <a:extLst>
                <a:ext uri="{FF2B5EF4-FFF2-40B4-BE49-F238E27FC236}">
                  <a16:creationId xmlns:a16="http://schemas.microsoft.com/office/drawing/2014/main" id="{3D526754-0174-44F7-A3A2-A239584651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2" y="1878"/>
              <a:ext cx="0" cy="7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 b="1">
                <a:latin typeface="+mj-ea"/>
                <a:ea typeface="+mj-ea"/>
              </a:endParaRPr>
            </a:p>
          </p:txBody>
        </p:sp>
        <p:sp>
          <p:nvSpPr>
            <p:cNvPr id="36" name="Line 145">
              <a:extLst>
                <a:ext uri="{FF2B5EF4-FFF2-40B4-BE49-F238E27FC236}">
                  <a16:creationId xmlns:a16="http://schemas.microsoft.com/office/drawing/2014/main" id="{D7FAA9C9-92B6-4CD2-AA49-2E57A5770B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8" y="2675"/>
              <a:ext cx="12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 b="1">
                <a:latin typeface="+mj-ea"/>
                <a:ea typeface="+mj-ea"/>
              </a:endParaRPr>
            </a:p>
          </p:txBody>
        </p:sp>
        <p:sp>
          <p:nvSpPr>
            <p:cNvPr id="37" name="Line 146">
              <a:extLst>
                <a:ext uri="{FF2B5EF4-FFF2-40B4-BE49-F238E27FC236}">
                  <a16:creationId xmlns:a16="http://schemas.microsoft.com/office/drawing/2014/main" id="{3A2586E5-F518-4BEB-BCF3-4DC6E9639A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19" y="1532"/>
              <a:ext cx="0" cy="11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 b="1">
                <a:latin typeface="+mj-ea"/>
                <a:ea typeface="+mj-ea"/>
              </a:endParaRPr>
            </a:p>
          </p:txBody>
        </p:sp>
        <p:graphicFrame>
          <p:nvGraphicFramePr>
            <p:cNvPr id="38" name="Object 147">
              <a:extLst>
                <a:ext uri="{FF2B5EF4-FFF2-40B4-BE49-F238E27FC236}">
                  <a16:creationId xmlns:a16="http://schemas.microsoft.com/office/drawing/2014/main" id="{B42DD601-BF75-42D9-848A-2D7ECDF4EE1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4751739"/>
                </p:ext>
              </p:extLst>
            </p:nvPr>
          </p:nvGraphicFramePr>
          <p:xfrm>
            <a:off x="2732" y="2686"/>
            <a:ext cx="102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26" name="Equation" r:id="rId29" imgW="203040" imgH="609480" progId="Equation.DSMT4">
                    <p:embed/>
                  </p:oleObj>
                </mc:Choice>
                <mc:Fallback>
                  <p:oleObj name="Equation" r:id="rId29" imgW="203040" imgH="609480" progId="Equation.DSMT4">
                    <p:embed/>
                    <p:pic>
                      <p:nvPicPr>
                        <p:cNvPr id="20" name="Object 147">
                          <a:extLst>
                            <a:ext uri="{FF2B5EF4-FFF2-40B4-BE49-F238E27FC236}">
                              <a16:creationId xmlns:a16="http://schemas.microsoft.com/office/drawing/2014/main" id="{95CBBB14-CEB1-41EF-878F-446791B9480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2" y="2686"/>
                          <a:ext cx="102" cy="3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148">
              <a:extLst>
                <a:ext uri="{FF2B5EF4-FFF2-40B4-BE49-F238E27FC236}">
                  <a16:creationId xmlns:a16="http://schemas.microsoft.com/office/drawing/2014/main" id="{9770EC3F-C618-47E8-9BDE-2F113C41887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63173930"/>
                </p:ext>
              </p:extLst>
            </p:nvPr>
          </p:nvGraphicFramePr>
          <p:xfrm>
            <a:off x="2188" y="2746"/>
            <a:ext cx="58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27" name="Equation" r:id="rId31" imgW="114120" imgH="228600" progId="Equation.DSMT4">
                    <p:embed/>
                  </p:oleObj>
                </mc:Choice>
                <mc:Fallback>
                  <p:oleObj name="Equation" r:id="rId31" imgW="114120" imgH="228600" progId="Equation.DSMT4">
                    <p:embed/>
                    <p:pic>
                      <p:nvPicPr>
                        <p:cNvPr id="21" name="Object 148">
                          <a:extLst>
                            <a:ext uri="{FF2B5EF4-FFF2-40B4-BE49-F238E27FC236}">
                              <a16:creationId xmlns:a16="http://schemas.microsoft.com/office/drawing/2014/main" id="{B4D524A2-F92F-434F-980A-884F7109142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8" y="2746"/>
                          <a:ext cx="58" cy="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Object 149">
              <a:extLst>
                <a:ext uri="{FF2B5EF4-FFF2-40B4-BE49-F238E27FC236}">
                  <a16:creationId xmlns:a16="http://schemas.microsoft.com/office/drawing/2014/main" id="{0E72E442-0119-439E-AC85-4373A68B2C0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1923238"/>
                </p:ext>
              </p:extLst>
            </p:nvPr>
          </p:nvGraphicFramePr>
          <p:xfrm>
            <a:off x="2545" y="2746"/>
            <a:ext cx="82" cy="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28" name="Equation" r:id="rId33" imgW="164880" imgH="228600" progId="Equation.DSMT4">
                    <p:embed/>
                  </p:oleObj>
                </mc:Choice>
                <mc:Fallback>
                  <p:oleObj name="Equation" r:id="rId33" imgW="164880" imgH="228600" progId="Equation.DSMT4">
                    <p:embed/>
                    <p:pic>
                      <p:nvPicPr>
                        <p:cNvPr id="22" name="Object 149">
                          <a:extLst>
                            <a:ext uri="{FF2B5EF4-FFF2-40B4-BE49-F238E27FC236}">
                              <a16:creationId xmlns:a16="http://schemas.microsoft.com/office/drawing/2014/main" id="{7B55F481-CDBD-40FF-A459-6AA4C98B9DE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5" y="2746"/>
                          <a:ext cx="82" cy="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" name="Object 150">
              <a:extLst>
                <a:ext uri="{FF2B5EF4-FFF2-40B4-BE49-F238E27FC236}">
                  <a16:creationId xmlns:a16="http://schemas.microsoft.com/office/drawing/2014/main" id="{9A74E5B5-4D6A-4CCE-9A40-2E1F0216A5F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44685098"/>
                </p:ext>
              </p:extLst>
            </p:nvPr>
          </p:nvGraphicFramePr>
          <p:xfrm>
            <a:off x="2860" y="2743"/>
            <a:ext cx="109" cy="1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29" name="Equation" r:id="rId35" imgW="190440" imgH="203040" progId="Equation.DSMT4">
                    <p:embed/>
                  </p:oleObj>
                </mc:Choice>
                <mc:Fallback>
                  <p:oleObj name="Equation" r:id="rId35" imgW="190440" imgH="203040" progId="Equation.DSMT4">
                    <p:embed/>
                    <p:pic>
                      <p:nvPicPr>
                        <p:cNvPr id="23" name="Object 150">
                          <a:extLst>
                            <a:ext uri="{FF2B5EF4-FFF2-40B4-BE49-F238E27FC236}">
                              <a16:creationId xmlns:a16="http://schemas.microsoft.com/office/drawing/2014/main" id="{C0D18783-6A1F-4B03-887C-070CCFC0C6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0" y="2743"/>
                          <a:ext cx="109" cy="1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Object 151">
              <a:extLst>
                <a:ext uri="{FF2B5EF4-FFF2-40B4-BE49-F238E27FC236}">
                  <a16:creationId xmlns:a16="http://schemas.microsoft.com/office/drawing/2014/main" id="{EC38929F-DB48-4E53-B5AF-FF4F2CE0897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31719157"/>
                </p:ext>
              </p:extLst>
            </p:nvPr>
          </p:nvGraphicFramePr>
          <p:xfrm>
            <a:off x="1638" y="1542"/>
            <a:ext cx="122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30" name="Equation" r:id="rId37" imgW="215640" imgH="266400" progId="Equation.DSMT4">
                    <p:embed/>
                  </p:oleObj>
                </mc:Choice>
                <mc:Fallback>
                  <p:oleObj name="Equation" r:id="rId37" imgW="215640" imgH="266400" progId="Equation.DSMT4">
                    <p:embed/>
                    <p:pic>
                      <p:nvPicPr>
                        <p:cNvPr id="24" name="Object 151">
                          <a:extLst>
                            <a:ext uri="{FF2B5EF4-FFF2-40B4-BE49-F238E27FC236}">
                              <a16:creationId xmlns:a16="http://schemas.microsoft.com/office/drawing/2014/main" id="{B9A776C3-1514-4EE5-8259-DB53A64E419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8" y="1542"/>
                          <a:ext cx="122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" name="Object 152">
              <a:extLst>
                <a:ext uri="{FF2B5EF4-FFF2-40B4-BE49-F238E27FC236}">
                  <a16:creationId xmlns:a16="http://schemas.microsoft.com/office/drawing/2014/main" id="{8C81FF0D-1205-4225-8D8B-B414017BC69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35526518"/>
                </p:ext>
              </p:extLst>
            </p:nvPr>
          </p:nvGraphicFramePr>
          <p:xfrm>
            <a:off x="1832" y="2754"/>
            <a:ext cx="117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31" name="Equation" r:id="rId39" imgW="228600" imgH="241200" progId="Equation.DSMT4">
                    <p:embed/>
                  </p:oleObj>
                </mc:Choice>
                <mc:Fallback>
                  <p:oleObj name="Equation" r:id="rId39" imgW="228600" imgH="241200" progId="Equation.DSMT4">
                    <p:embed/>
                    <p:pic>
                      <p:nvPicPr>
                        <p:cNvPr id="25" name="Object 152">
                          <a:extLst>
                            <a:ext uri="{FF2B5EF4-FFF2-40B4-BE49-F238E27FC236}">
                              <a16:creationId xmlns:a16="http://schemas.microsoft.com/office/drawing/2014/main" id="{D3F85105-39C4-4C43-9848-072A169E773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2" y="2754"/>
                          <a:ext cx="117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774738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61408775-F825-4073-AA2E-18BCA8877543}"/>
              </a:ext>
            </a:extLst>
          </p:cNvPr>
          <p:cNvGrpSpPr/>
          <p:nvPr/>
        </p:nvGrpSpPr>
        <p:grpSpPr>
          <a:xfrm>
            <a:off x="932044" y="337876"/>
            <a:ext cx="8103212" cy="541020"/>
            <a:chOff x="861276" y="373380"/>
            <a:chExt cx="8103212" cy="541020"/>
          </a:xfrm>
        </p:grpSpPr>
        <p:sp>
          <p:nvSpPr>
            <p:cNvPr id="3" name="Text Box 3">
              <a:extLst>
                <a:ext uri="{FF2B5EF4-FFF2-40B4-BE49-F238E27FC236}">
                  <a16:creationId xmlns:a16="http://schemas.microsoft.com/office/drawing/2014/main" id="{70153FF6-5E4C-4F68-B1CF-0619281D5D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1700" y="373380"/>
              <a:ext cx="425278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试求        在        上的最大值</a:t>
              </a:r>
            </a:p>
          </p:txBody>
        </p:sp>
        <p:graphicFrame>
          <p:nvGraphicFramePr>
            <p:cNvPr id="4" name="Object 4">
              <a:extLst>
                <a:ext uri="{FF2B5EF4-FFF2-40B4-BE49-F238E27FC236}">
                  <a16:creationId xmlns:a16="http://schemas.microsoft.com/office/drawing/2014/main" id="{118E5F0C-E2B3-466F-8A4C-B36240EFF31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7056397"/>
                </p:ext>
              </p:extLst>
            </p:nvPr>
          </p:nvGraphicFramePr>
          <p:xfrm>
            <a:off x="1646907" y="408567"/>
            <a:ext cx="3071813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40" name="Equation" r:id="rId3" imgW="3073320" imgH="406080" progId="Equation.DSMT4">
                    <p:embed/>
                  </p:oleObj>
                </mc:Choice>
                <mc:Fallback>
                  <p:oleObj name="Equation" r:id="rId3" imgW="3073320" imgH="406080" progId="Equation.DSMT4">
                    <p:embed/>
                    <p:pic>
                      <p:nvPicPr>
                        <p:cNvPr id="77828" name="Object 4">
                          <a:extLst>
                            <a:ext uri="{FF2B5EF4-FFF2-40B4-BE49-F238E27FC236}">
                              <a16:creationId xmlns:a16="http://schemas.microsoft.com/office/drawing/2014/main" id="{53908888-6281-4947-A258-191A859A8E8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6907" y="408567"/>
                          <a:ext cx="3071813" cy="406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Rectangle 11">
              <a:extLst>
                <a:ext uri="{FF2B5EF4-FFF2-40B4-BE49-F238E27FC236}">
                  <a16:creationId xmlns:a16="http://schemas.microsoft.com/office/drawing/2014/main" id="{C61CA38A-C400-442D-A853-7D240471354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61276" y="381000"/>
              <a:ext cx="995248" cy="5334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solidFill>
                    <a:srgbClr val="0064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14        </a:t>
              </a: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0A15278E-F622-4230-ACBA-47C116CFE1E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3206791"/>
                </p:ext>
              </p:extLst>
            </p:nvPr>
          </p:nvGraphicFramePr>
          <p:xfrm>
            <a:off x="5364088" y="476250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41" name="Equation" r:id="rId5" imgW="622080" imgH="342720" progId="Equation.DSMT4">
                    <p:embed/>
                  </p:oleObj>
                </mc:Choice>
                <mc:Fallback>
                  <p:oleObj name="Equation" r:id="rId5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364088" y="476250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580B5320-512D-4921-982C-99658D98923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0211136"/>
                </p:ext>
              </p:extLst>
            </p:nvPr>
          </p:nvGraphicFramePr>
          <p:xfrm>
            <a:off x="6340326" y="476250"/>
            <a:ext cx="5588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42" name="Equation" r:id="rId7" imgW="558720" imgH="330120" progId="Equation.DSMT4">
                    <p:embed/>
                  </p:oleObj>
                </mc:Choice>
                <mc:Fallback>
                  <p:oleObj name="Equation" r:id="rId7" imgW="55872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340326" y="476250"/>
                          <a:ext cx="5588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3FE13B2-3EB0-46F0-856A-D64EFECE3647}"/>
              </a:ext>
            </a:extLst>
          </p:cNvPr>
          <p:cNvGrpSpPr/>
          <p:nvPr/>
        </p:nvGrpSpPr>
        <p:grpSpPr>
          <a:xfrm>
            <a:off x="323528" y="987574"/>
            <a:ext cx="2326580" cy="513041"/>
            <a:chOff x="251520" y="1057398"/>
            <a:chExt cx="2326580" cy="513041"/>
          </a:xfrm>
        </p:grpSpPr>
        <p:graphicFrame>
          <p:nvGraphicFramePr>
            <p:cNvPr id="5" name="Object 5">
              <a:extLst>
                <a:ext uri="{FF2B5EF4-FFF2-40B4-BE49-F238E27FC236}">
                  <a16:creationId xmlns:a16="http://schemas.microsoft.com/office/drawing/2014/main" id="{23B76241-269F-400E-A837-CEAA8095EB9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31870165"/>
                </p:ext>
              </p:extLst>
            </p:nvPr>
          </p:nvGraphicFramePr>
          <p:xfrm>
            <a:off x="1358900" y="1087839"/>
            <a:ext cx="12192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43" name="Equation" r:id="rId9" imgW="1218960" imgH="482400" progId="Equation.DSMT4">
                    <p:embed/>
                  </p:oleObj>
                </mc:Choice>
                <mc:Fallback>
                  <p:oleObj name="Equation" r:id="rId9" imgW="1218960" imgH="482400" progId="Equation.DSMT4">
                    <p:embed/>
                    <p:pic>
                      <p:nvPicPr>
                        <p:cNvPr id="77829" name="Object 5">
                          <a:extLst>
                            <a:ext uri="{FF2B5EF4-FFF2-40B4-BE49-F238E27FC236}">
                              <a16:creationId xmlns:a16="http://schemas.microsoft.com/office/drawing/2014/main" id="{4B5ED7CE-55AF-4373-A13A-A9F3D127A0F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8900" y="1087839"/>
                          <a:ext cx="1219200" cy="482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75823B06-6345-422C-A306-9D37EE62562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96351829"/>
                </p:ext>
              </p:extLst>
            </p:nvPr>
          </p:nvGraphicFramePr>
          <p:xfrm>
            <a:off x="251520" y="1116781"/>
            <a:ext cx="723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44" name="Equation" r:id="rId11" imgW="723600" imgH="342720" progId="Equation.DSMT4">
                    <p:embed/>
                  </p:oleObj>
                </mc:Choice>
                <mc:Fallback>
                  <p:oleObj name="Equation" r:id="rId11" imgW="7236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51520" y="1116781"/>
                          <a:ext cx="723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A0ED388-DE24-44F3-B107-35CC847454F2}"/>
                </a:ext>
              </a:extLst>
            </p:cNvPr>
            <p:cNvSpPr/>
            <p:nvPr/>
          </p:nvSpPr>
          <p:spPr>
            <a:xfrm>
              <a:off x="894296" y="1057398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及</a:t>
              </a:r>
              <a:endParaRPr lang="zh-CN" altLang="en-US" sz="2400" dirty="0"/>
            </a:p>
          </p:txBody>
        </p:sp>
      </p:grpSp>
      <p:sp>
        <p:nvSpPr>
          <p:cNvPr id="16" name="Text Box 6">
            <a:extLst>
              <a:ext uri="{FF2B5EF4-FFF2-40B4-BE49-F238E27FC236}">
                <a16:creationId xmlns:a16="http://schemas.microsoft.com/office/drawing/2014/main" id="{BAFECADF-19E7-474E-BE79-BCF05CA79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7155" y="2867015"/>
            <a:ext cx="28575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且</a:t>
            </a:r>
            <a:endParaRPr lang="en-US" altLang="zh-CN" sz="2400" dirty="0">
              <a:latin typeface="+mj-ea"/>
              <a:ea typeface="+mj-ea"/>
            </a:endParaRPr>
          </a:p>
        </p:txBody>
      </p:sp>
      <p:graphicFrame>
        <p:nvGraphicFramePr>
          <p:cNvPr id="17" name="Object 7">
            <a:extLst>
              <a:ext uri="{FF2B5EF4-FFF2-40B4-BE49-F238E27FC236}">
                <a16:creationId xmlns:a16="http://schemas.microsoft.com/office/drawing/2014/main" id="{E9506133-B2C8-4C1B-A103-24916298B3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3611598"/>
              </p:ext>
            </p:extLst>
          </p:nvPr>
        </p:nvGraphicFramePr>
        <p:xfrm>
          <a:off x="1547664" y="1709726"/>
          <a:ext cx="3987801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5" name="Equation" r:id="rId13" imgW="3987720" imgH="406080" progId="Equation.DSMT4">
                  <p:embed/>
                </p:oleObj>
              </mc:Choice>
              <mc:Fallback>
                <p:oleObj name="Equation" r:id="rId13" imgW="3987720" imgH="406080" progId="Equation.DSMT4">
                  <p:embed/>
                  <p:pic>
                    <p:nvPicPr>
                      <p:cNvPr id="77831" name="Object 7">
                        <a:extLst>
                          <a:ext uri="{FF2B5EF4-FFF2-40B4-BE49-F238E27FC236}">
                            <a16:creationId xmlns:a16="http://schemas.microsoft.com/office/drawing/2014/main" id="{68A79FBD-3EA6-4F28-81CF-8350F1F94C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1709726"/>
                        <a:ext cx="3987801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0">
            <a:extLst>
              <a:ext uri="{FF2B5EF4-FFF2-40B4-BE49-F238E27FC236}">
                <a16:creationId xmlns:a16="http://schemas.microsoft.com/office/drawing/2014/main" id="{91985EDF-C424-48B2-ACC2-9F44732F10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1274078"/>
              </p:ext>
            </p:extLst>
          </p:nvPr>
        </p:nvGraphicFramePr>
        <p:xfrm>
          <a:off x="2267744" y="2287422"/>
          <a:ext cx="29829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6" name="Equation" r:id="rId15" imgW="2984400" imgH="406080" progId="Equation.DSMT4">
                  <p:embed/>
                </p:oleObj>
              </mc:Choice>
              <mc:Fallback>
                <p:oleObj name="Equation" r:id="rId15" imgW="2984400" imgH="406080" progId="Equation.DSMT4">
                  <p:embed/>
                  <p:pic>
                    <p:nvPicPr>
                      <p:cNvPr id="77834" name="Object 10">
                        <a:extLst>
                          <a:ext uri="{FF2B5EF4-FFF2-40B4-BE49-F238E27FC236}">
                            <a16:creationId xmlns:a16="http://schemas.microsoft.com/office/drawing/2014/main" id="{D577E76C-2918-48D1-B56E-F99B5ADDB2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2287422"/>
                        <a:ext cx="29829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8">
            <a:extLst>
              <a:ext uri="{FF2B5EF4-FFF2-40B4-BE49-F238E27FC236}">
                <a16:creationId xmlns:a16="http://schemas.microsoft.com/office/drawing/2014/main" id="{8AD29A97-CC79-4AA0-BFBE-7CB8643727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731813"/>
              </p:ext>
            </p:extLst>
          </p:nvPr>
        </p:nvGraphicFramePr>
        <p:xfrm>
          <a:off x="269205" y="2947680"/>
          <a:ext cx="1587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7" name="Equation" r:id="rId17" imgW="1587240" imgH="380880" progId="Equation.DSMT4">
                  <p:embed/>
                </p:oleObj>
              </mc:Choice>
              <mc:Fallback>
                <p:oleObj name="Equation" r:id="rId17" imgW="1587240" imgH="380880" progId="Equation.DSMT4">
                  <p:embed/>
                  <p:pic>
                    <p:nvPicPr>
                      <p:cNvPr id="77832" name="Object 8">
                        <a:extLst>
                          <a:ext uri="{FF2B5EF4-FFF2-40B4-BE49-F238E27FC236}">
                            <a16:creationId xmlns:a16="http://schemas.microsoft.com/office/drawing/2014/main" id="{281FF9D5-24D5-4C4A-87FB-877B41106F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205" y="2947680"/>
                        <a:ext cx="15875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9">
            <a:extLst>
              <a:ext uri="{FF2B5EF4-FFF2-40B4-BE49-F238E27FC236}">
                <a16:creationId xmlns:a16="http://schemas.microsoft.com/office/drawing/2014/main" id="{3D71A270-B3BA-4DB6-9F32-F3505F034B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5080986"/>
              </p:ext>
            </p:extLst>
          </p:nvPr>
        </p:nvGraphicFramePr>
        <p:xfrm>
          <a:off x="2012712" y="2947680"/>
          <a:ext cx="2908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8" name="Equation" r:id="rId19" imgW="2908080" imgH="380880" progId="Equation.DSMT4">
                  <p:embed/>
                </p:oleObj>
              </mc:Choice>
              <mc:Fallback>
                <p:oleObj name="Equation" r:id="rId19" imgW="2908080" imgH="380880" progId="Equation.DSMT4">
                  <p:embed/>
                  <p:pic>
                    <p:nvPicPr>
                      <p:cNvPr id="77833" name="Object 9">
                        <a:extLst>
                          <a:ext uri="{FF2B5EF4-FFF2-40B4-BE49-F238E27FC236}">
                            <a16:creationId xmlns:a16="http://schemas.microsoft.com/office/drawing/2014/main" id="{61B4F710-4C5C-47E9-95BB-1ADAC48D5A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2712" y="2947680"/>
                        <a:ext cx="29083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80F8AAF7-636B-4AAF-9773-491994BD25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9325080"/>
              </p:ext>
            </p:extLst>
          </p:nvPr>
        </p:nvGraphicFramePr>
        <p:xfrm>
          <a:off x="4801518" y="2721062"/>
          <a:ext cx="1168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9" name="Equation" r:id="rId21" imgW="1168200" imgH="736560" progId="Equation.DSMT4">
                  <p:embed/>
                </p:oleObj>
              </mc:Choice>
              <mc:Fallback>
                <p:oleObj name="Equation" r:id="rId21" imgW="1168200" imgH="736560" progId="Equation.DSMT4">
                  <p:embed/>
                  <p:pic>
                    <p:nvPicPr>
                      <p:cNvPr id="77846" name="Object 22">
                        <a:extLst>
                          <a:ext uri="{FF2B5EF4-FFF2-40B4-BE49-F238E27FC236}">
                            <a16:creationId xmlns:a16="http://schemas.microsoft.com/office/drawing/2014/main" id="{730A065A-29C9-4CF6-A382-1CCE27AF92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1518" y="2721062"/>
                        <a:ext cx="11684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6">
            <a:extLst>
              <a:ext uri="{FF2B5EF4-FFF2-40B4-BE49-F238E27FC236}">
                <a16:creationId xmlns:a16="http://schemas.microsoft.com/office/drawing/2014/main" id="{A27D1C1A-A75E-432D-A96B-5A8F280F5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684" y="1668676"/>
            <a:ext cx="76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解</a:t>
            </a:r>
            <a:endParaRPr lang="en-US" altLang="zh-CN" sz="2400" dirty="0">
              <a:solidFill>
                <a:srgbClr val="0064FF"/>
              </a:solidFill>
              <a:latin typeface="+mj-ea"/>
              <a:ea typeface="+mj-ea"/>
            </a:endParaRPr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67B968AF-C51D-445E-BD02-D2F6442C20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0438385"/>
              </p:ext>
            </p:extLst>
          </p:nvPr>
        </p:nvGraphicFramePr>
        <p:xfrm>
          <a:off x="6471568" y="2721062"/>
          <a:ext cx="2476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0" name="Equation" r:id="rId23" imgW="2476440" imgH="736560" progId="Equation.DSMT4">
                  <p:embed/>
                </p:oleObj>
              </mc:Choice>
              <mc:Fallback>
                <p:oleObj name="Equation" r:id="rId23" imgW="24764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471568" y="2721062"/>
                        <a:ext cx="2476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" name="组合 31">
            <a:extLst>
              <a:ext uri="{FF2B5EF4-FFF2-40B4-BE49-F238E27FC236}">
                <a16:creationId xmlns:a16="http://schemas.microsoft.com/office/drawing/2014/main" id="{A4B5577D-73BF-4D1A-80EE-FA55BC9942DF}"/>
              </a:ext>
            </a:extLst>
          </p:cNvPr>
          <p:cNvGrpSpPr/>
          <p:nvPr/>
        </p:nvGrpSpPr>
        <p:grpSpPr>
          <a:xfrm>
            <a:off x="159532" y="3493944"/>
            <a:ext cx="2372382" cy="461665"/>
            <a:chOff x="159532" y="3493944"/>
            <a:chExt cx="2372382" cy="461665"/>
          </a:xfrm>
        </p:grpSpPr>
        <p:sp>
          <p:nvSpPr>
            <p:cNvPr id="28" name="Text Box 6">
              <a:extLst>
                <a:ext uri="{FF2B5EF4-FFF2-40B4-BE49-F238E27FC236}">
                  <a16:creationId xmlns:a16="http://schemas.microsoft.com/office/drawing/2014/main" id="{45FF7330-F1D2-4685-8888-E6EF7DF561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532" y="3493944"/>
              <a:ext cx="7620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而</a:t>
              </a:r>
              <a:endParaRPr lang="en-US" altLang="zh-CN" sz="2400" dirty="0">
                <a:latin typeface="+mj-ea"/>
                <a:ea typeface="+mj-ea"/>
              </a:endParaRPr>
            </a:p>
          </p:txBody>
        </p:sp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F1C927D5-CA40-4A82-88E5-5BBF3E37706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62007864"/>
                </p:ext>
              </p:extLst>
            </p:nvPr>
          </p:nvGraphicFramePr>
          <p:xfrm>
            <a:off x="563414" y="3594666"/>
            <a:ext cx="1968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51" name="Equation" r:id="rId25" imgW="1968480" imgH="342720" progId="Equation.DSMT4">
                    <p:embed/>
                  </p:oleObj>
                </mc:Choice>
                <mc:Fallback>
                  <p:oleObj name="Equation" r:id="rId25" imgW="19684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563414" y="3594666"/>
                          <a:ext cx="19685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" name="Text Box 6">
            <a:extLst>
              <a:ext uri="{FF2B5EF4-FFF2-40B4-BE49-F238E27FC236}">
                <a16:creationId xmlns:a16="http://schemas.microsoft.com/office/drawing/2014/main" id="{3A4CCF87-1582-4FCB-9104-B16FD09EC8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0108" y="3480606"/>
            <a:ext cx="57383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故最大值</a:t>
            </a:r>
            <a:endParaRPr lang="en-US" altLang="zh-CN" sz="2400" dirty="0">
              <a:latin typeface="+mj-ea"/>
              <a:ea typeface="+mj-ea"/>
            </a:endParaRPr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0DDFA059-7140-49F0-AB76-B50193B618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2890213"/>
              </p:ext>
            </p:extLst>
          </p:nvPr>
        </p:nvGraphicFramePr>
        <p:xfrm>
          <a:off x="4049043" y="3372130"/>
          <a:ext cx="2171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2" name="Equation" r:id="rId27" imgW="2171520" imgH="736560" progId="Equation.DSMT4">
                  <p:embed/>
                </p:oleObj>
              </mc:Choice>
              <mc:Fallback>
                <p:oleObj name="Equation" r:id="rId27" imgW="217152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049043" y="3372130"/>
                        <a:ext cx="2171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1FFBA45D-4D19-47FA-B080-4B3B69D738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8294874"/>
              </p:ext>
            </p:extLst>
          </p:nvPr>
        </p:nvGraphicFramePr>
        <p:xfrm>
          <a:off x="1047428" y="4203552"/>
          <a:ext cx="6324601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3" name="Equation" r:id="rId29" imgW="6324480" imgH="914400" progId="Equation.DSMT4">
                  <p:embed/>
                </p:oleObj>
              </mc:Choice>
              <mc:Fallback>
                <p:oleObj name="Equation" r:id="rId29" imgW="632448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047428" y="4203552"/>
                        <a:ext cx="6324601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92883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4" grpId="0"/>
      <p:bldP spid="2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5A7174DF-8084-41F8-878C-98DA1EF40F29}"/>
              </a:ext>
            </a:extLst>
          </p:cNvPr>
          <p:cNvSpPr txBox="1">
            <a:spLocks noChangeArrowheads="1"/>
          </p:cNvSpPr>
          <p:nvPr/>
        </p:nvSpPr>
        <p:spPr>
          <a:xfrm>
            <a:off x="956050" y="403198"/>
            <a:ext cx="8032444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15 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在椭圆                                     第一象限上求一点                    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37C2AAD-AC82-4423-8E7C-E718B3C8E0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8187868"/>
              </p:ext>
            </p:extLst>
          </p:nvPr>
        </p:nvGraphicFramePr>
        <p:xfrm>
          <a:off x="2684486" y="297155"/>
          <a:ext cx="26924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66" name="Equation" r:id="rId3" imgW="2692080" imgH="774360" progId="Equation.DSMT4">
                  <p:embed/>
                </p:oleObj>
              </mc:Choice>
              <mc:Fallback>
                <p:oleObj name="Equation" r:id="rId3" imgW="269208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84486" y="297155"/>
                        <a:ext cx="26924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AAF9717-3A90-4BBC-BB89-376475DF87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0805833"/>
              </p:ext>
            </p:extLst>
          </p:nvPr>
        </p:nvGraphicFramePr>
        <p:xfrm>
          <a:off x="7987848" y="531508"/>
          <a:ext cx="965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67" name="Equation" r:id="rId5" imgW="965160" imgH="342720" progId="Equation.DSMT4">
                  <p:embed/>
                </p:oleObj>
              </mc:Choice>
              <mc:Fallback>
                <p:oleObj name="Equation" r:id="rId5" imgW="9651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987848" y="531508"/>
                        <a:ext cx="965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1">
            <a:extLst>
              <a:ext uri="{FF2B5EF4-FFF2-40B4-BE49-F238E27FC236}">
                <a16:creationId xmlns:a16="http://schemas.microsoft.com/office/drawing/2014/main" id="{1B246620-7611-4ED2-864B-442449FAA485}"/>
              </a:ext>
            </a:extLst>
          </p:cNvPr>
          <p:cNvSpPr txBox="1">
            <a:spLocks noChangeArrowheads="1"/>
          </p:cNvSpPr>
          <p:nvPr/>
        </p:nvSpPr>
        <p:spPr>
          <a:xfrm>
            <a:off x="467544" y="1111095"/>
            <a:ext cx="8752523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使其与另外两点                              构成的三角形         面积最小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249D3D8-BC22-40F1-9960-C98C63A20E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3569357"/>
              </p:ext>
            </p:extLst>
          </p:nvPr>
        </p:nvGraphicFramePr>
        <p:xfrm>
          <a:off x="2636158" y="1222720"/>
          <a:ext cx="2297192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68" name="Equation" r:id="rId7" imgW="2108160" imgH="342720" progId="Equation.DSMT4">
                  <p:embed/>
                </p:oleObj>
              </mc:Choice>
              <mc:Fallback>
                <p:oleObj name="Equation" r:id="rId7" imgW="21081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36158" y="1222720"/>
                        <a:ext cx="2297192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7E858AD-70FE-4E5E-AC23-F29C57A9E6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0203733"/>
              </p:ext>
            </p:extLst>
          </p:nvPr>
        </p:nvGraphicFramePr>
        <p:xfrm>
          <a:off x="6862916" y="1255663"/>
          <a:ext cx="678087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69" name="Equation" r:id="rId9" imgW="622080" imgH="266400" progId="Equation.DSMT4">
                  <p:embed/>
                </p:oleObj>
              </mc:Choice>
              <mc:Fallback>
                <p:oleObj name="Equation" r:id="rId9" imgW="62208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62916" y="1255663"/>
                        <a:ext cx="678087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" name="组合 36">
            <a:extLst>
              <a:ext uri="{FF2B5EF4-FFF2-40B4-BE49-F238E27FC236}">
                <a16:creationId xmlns:a16="http://schemas.microsoft.com/office/drawing/2014/main" id="{7D3BB25C-F52A-4E6F-8194-3DBF8F8E432E}"/>
              </a:ext>
            </a:extLst>
          </p:cNvPr>
          <p:cNvGrpSpPr/>
          <p:nvPr/>
        </p:nvGrpSpPr>
        <p:grpSpPr>
          <a:xfrm>
            <a:off x="6490444" y="2067694"/>
            <a:ext cx="2498642" cy="2080091"/>
            <a:chOff x="6177814" y="1779662"/>
            <a:chExt cx="2498642" cy="2080091"/>
          </a:xfrm>
        </p:grpSpPr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9CDADE1E-8D10-4E43-B3CC-247AADF402A0}"/>
                </a:ext>
              </a:extLst>
            </p:cNvPr>
            <p:cNvCxnSpPr>
              <a:cxnSpLocks/>
            </p:cNvCxnSpPr>
            <p:nvPr/>
          </p:nvCxnSpPr>
          <p:spPr>
            <a:xfrm>
              <a:off x="6177814" y="3022657"/>
              <a:ext cx="2498642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AEF1AE5B-5210-4447-AC75-8CC07E4A48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29467" y="1779662"/>
              <a:ext cx="0" cy="2080091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3B62F905-6FEB-4F43-8375-618623FFF26C}"/>
                </a:ext>
              </a:extLst>
            </p:cNvPr>
            <p:cNvSpPr/>
            <p:nvPr/>
          </p:nvSpPr>
          <p:spPr>
            <a:xfrm>
              <a:off x="6307478" y="2801896"/>
              <a:ext cx="1185241" cy="432042"/>
            </a:xfrm>
            <a:prstGeom prst="ellipse">
              <a:avLst/>
            </a:prstGeom>
            <a:noFill/>
            <a:ln>
              <a:solidFill>
                <a:srgbClr val="006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7C181011-901B-4FFE-82A4-F8569A603C4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4252425"/>
                </p:ext>
              </p:extLst>
            </p:nvPr>
          </p:nvGraphicFramePr>
          <p:xfrm>
            <a:off x="8498064" y="3113193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70" name="Equation" r:id="rId11" imgW="177480" imgH="190440" progId="Equation.DSMT4">
                    <p:embed/>
                  </p:oleObj>
                </mc:Choice>
                <mc:Fallback>
                  <p:oleObj name="Equation" r:id="rId11" imgW="17748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8498064" y="3113193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EF9B5B08-2E9E-41E5-B1C6-0EF5080F512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07600771"/>
                </p:ext>
              </p:extLst>
            </p:nvPr>
          </p:nvGraphicFramePr>
          <p:xfrm>
            <a:off x="6700024" y="1856272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71" name="Equation" r:id="rId13" imgW="190440" imgH="241200" progId="Equation.DSMT4">
                    <p:embed/>
                  </p:oleObj>
                </mc:Choice>
                <mc:Fallback>
                  <p:oleObj name="Equation" r:id="rId13" imgW="190440" imgH="24120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7C181011-901B-4FFE-82A4-F8569A603C4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6700024" y="1856272"/>
                          <a:ext cx="190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D566CB94-CF82-4771-A366-C6CCD785AD3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5933032"/>
                </p:ext>
              </p:extLst>
            </p:nvPr>
          </p:nvGraphicFramePr>
          <p:xfrm>
            <a:off x="6700867" y="2996410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72" name="Equation" r:id="rId15" imgW="228600" imgH="241200" progId="Equation.DSMT4">
                    <p:embed/>
                  </p:oleObj>
                </mc:Choice>
                <mc:Fallback>
                  <p:oleObj name="Equation" r:id="rId15" imgW="22860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700867" y="2996410"/>
                          <a:ext cx="228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527D8682-BE3C-48EE-81D0-BF2A15761F8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9244477"/>
                </p:ext>
              </p:extLst>
            </p:nvPr>
          </p:nvGraphicFramePr>
          <p:xfrm>
            <a:off x="7412561" y="3078659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73" name="Equation" r:id="rId17" imgW="177480" imgH="190440" progId="Equation.DSMT4">
                    <p:embed/>
                  </p:oleObj>
                </mc:Choice>
                <mc:Fallback>
                  <p:oleObj name="Equation" r:id="rId17" imgW="17748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412561" y="3078659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AEE648BE-24CD-4C38-8CCD-CACE59B6442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21744144"/>
                </p:ext>
              </p:extLst>
            </p:nvPr>
          </p:nvGraphicFramePr>
          <p:xfrm>
            <a:off x="6746051" y="2532355"/>
            <a:ext cx="1651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74" name="Equation" r:id="rId19" imgW="164880" imgH="253800" progId="Equation.DSMT4">
                    <p:embed/>
                  </p:oleObj>
                </mc:Choice>
                <mc:Fallback>
                  <p:oleObj name="Equation" r:id="rId19" imgW="1648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6746051" y="2532355"/>
                          <a:ext cx="1651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78920734-3E83-4876-99D9-90C582B8C1D4}"/>
                </a:ext>
              </a:extLst>
            </p:cNvPr>
            <p:cNvSpPr/>
            <p:nvPr/>
          </p:nvSpPr>
          <p:spPr>
            <a:xfrm>
              <a:off x="6893467" y="2407924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6267D11E-9E05-4B6E-B0FC-5175D9A45A8F}"/>
                </a:ext>
              </a:extLst>
            </p:cNvPr>
            <p:cNvSpPr/>
            <p:nvPr/>
          </p:nvSpPr>
          <p:spPr>
            <a:xfrm>
              <a:off x="8058884" y="301956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CCED958B-79E0-4192-BDF3-672FD3AC414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20581604"/>
                </p:ext>
              </p:extLst>
            </p:nvPr>
          </p:nvGraphicFramePr>
          <p:xfrm>
            <a:off x="7942484" y="3070697"/>
            <a:ext cx="3048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75" name="Equation" r:id="rId21" imgW="304560" imgH="241200" progId="Equation.DSMT4">
                    <p:embed/>
                  </p:oleObj>
                </mc:Choice>
                <mc:Fallback>
                  <p:oleObj name="Equation" r:id="rId21" imgW="30456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7942484" y="3070697"/>
                          <a:ext cx="3048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831A36DC-2305-4D06-9981-E67863E079F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5301979"/>
                </p:ext>
              </p:extLst>
            </p:nvPr>
          </p:nvGraphicFramePr>
          <p:xfrm>
            <a:off x="7968934" y="2696211"/>
            <a:ext cx="2159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76" name="Equation" r:id="rId23" imgW="215640" imgH="228600" progId="Equation.DSMT4">
                    <p:embed/>
                  </p:oleObj>
                </mc:Choice>
                <mc:Fallback>
                  <p:oleObj name="Equation" r:id="rId23" imgW="2156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7968934" y="2696211"/>
                          <a:ext cx="2159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E35B71FA-76E7-4B06-8C00-5622BABA5DB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4506128"/>
                </p:ext>
              </p:extLst>
            </p:nvPr>
          </p:nvGraphicFramePr>
          <p:xfrm>
            <a:off x="7010998" y="2311973"/>
            <a:ext cx="2159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77" name="Equation" r:id="rId25" imgW="215640" imgH="228600" progId="Equation.DSMT4">
                    <p:embed/>
                  </p:oleObj>
                </mc:Choice>
                <mc:Fallback>
                  <p:oleObj name="Equation" r:id="rId25" imgW="2156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7010998" y="2311973"/>
                          <a:ext cx="2159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0AC878AE-EC29-450F-B71B-553D31CC2F0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58667561"/>
                </p:ext>
              </p:extLst>
            </p:nvPr>
          </p:nvGraphicFramePr>
          <p:xfrm>
            <a:off x="6524952" y="2276808"/>
            <a:ext cx="2921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78" name="Equation" r:id="rId27" imgW="291960" imgH="253800" progId="Equation.DSMT4">
                    <p:embed/>
                  </p:oleObj>
                </mc:Choice>
                <mc:Fallback>
                  <p:oleObj name="Equation" r:id="rId27" imgW="29196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6524952" y="2276808"/>
                          <a:ext cx="2921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B1BF72B0-84FA-4C18-AB4B-C0673D997228}"/>
                </a:ext>
              </a:extLst>
            </p:cNvPr>
            <p:cNvSpPr/>
            <p:nvPr/>
          </p:nvSpPr>
          <p:spPr>
            <a:xfrm>
              <a:off x="7152306" y="2801707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F02911D6-E737-4026-9F1E-A30CFD6A2E25}"/>
                </a:ext>
              </a:extLst>
            </p:cNvPr>
            <p:cNvGrpSpPr/>
            <p:nvPr/>
          </p:nvGrpSpPr>
          <p:grpSpPr>
            <a:xfrm>
              <a:off x="6893467" y="2425924"/>
              <a:ext cx="1201417" cy="611639"/>
              <a:chOff x="6893467" y="2425924"/>
              <a:chExt cx="1201417" cy="611639"/>
            </a:xfrm>
          </p:grpSpPr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D492422D-DE98-43B0-ABE8-4F7C9F4B8731}"/>
                  </a:ext>
                </a:extLst>
              </p:cNvPr>
              <p:cNvCxnSpPr>
                <a:stCxn id="22" idx="2"/>
                <a:endCxn id="29" idx="5"/>
              </p:cNvCxnSpPr>
              <p:nvPr/>
            </p:nvCxnSpPr>
            <p:spPr>
              <a:xfrm>
                <a:off x="6893467" y="2425924"/>
                <a:ext cx="289567" cy="40651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DE080C72-AFCE-4205-BE04-01352FAC88BE}"/>
                  </a:ext>
                </a:extLst>
              </p:cNvPr>
              <p:cNvCxnSpPr>
                <a:cxnSpLocks/>
                <a:endCxn id="23" idx="6"/>
              </p:cNvCxnSpPr>
              <p:nvPr/>
            </p:nvCxnSpPr>
            <p:spPr>
              <a:xfrm>
                <a:off x="7175578" y="2805733"/>
                <a:ext cx="919306" cy="23183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C20A92AC-8FB0-4C84-9116-A547E771A444}"/>
                  </a:ext>
                </a:extLst>
              </p:cNvPr>
              <p:cNvCxnSpPr>
                <a:cxnSpLocks/>
                <a:endCxn id="23" idx="6"/>
              </p:cNvCxnSpPr>
              <p:nvPr/>
            </p:nvCxnSpPr>
            <p:spPr>
              <a:xfrm>
                <a:off x="6909182" y="2433160"/>
                <a:ext cx="1185702" cy="604403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5AAD09C2-3920-4104-B58A-0A1F28E096B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23587674"/>
                </p:ext>
              </p:extLst>
            </p:nvPr>
          </p:nvGraphicFramePr>
          <p:xfrm>
            <a:off x="7197084" y="2696211"/>
            <a:ext cx="2159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79" name="Equation" r:id="rId29" imgW="215640" imgH="228600" progId="Equation.DSMT4">
                    <p:embed/>
                  </p:oleObj>
                </mc:Choice>
                <mc:Fallback>
                  <p:oleObj name="Equation" r:id="rId29" imgW="2156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7197084" y="2696211"/>
                          <a:ext cx="2159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" name="Text Box 6">
            <a:extLst>
              <a:ext uri="{FF2B5EF4-FFF2-40B4-BE49-F238E27FC236}">
                <a16:creationId xmlns:a16="http://schemas.microsoft.com/office/drawing/2014/main" id="{244098DD-E6B1-47B6-BC18-A4C6A3FE43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2608" y="1849417"/>
            <a:ext cx="76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解</a:t>
            </a:r>
            <a:endParaRPr lang="en-US" altLang="zh-CN" sz="2400" dirty="0">
              <a:solidFill>
                <a:srgbClr val="0064FF"/>
              </a:solidFill>
              <a:latin typeface="+mj-ea"/>
              <a:ea typeface="+mj-ea"/>
            </a:endParaRPr>
          </a:p>
        </p:txBody>
      </p:sp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5E49D6F7-7A2D-4646-BB52-166C2E3AB4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3854074"/>
              </p:ext>
            </p:extLst>
          </p:nvPr>
        </p:nvGraphicFramePr>
        <p:xfrm>
          <a:off x="1463675" y="1919288"/>
          <a:ext cx="546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80" name="Equation" r:id="rId31" imgW="545760" imgH="355320" progId="Equation.DSMT4">
                  <p:embed/>
                </p:oleObj>
              </mc:Choice>
              <mc:Fallback>
                <p:oleObj name="Equation" r:id="rId31" imgW="5457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463675" y="1919288"/>
                        <a:ext cx="5461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>
            <a:extLst>
              <a:ext uri="{FF2B5EF4-FFF2-40B4-BE49-F238E27FC236}">
                <a16:creationId xmlns:a16="http://schemas.microsoft.com/office/drawing/2014/main" id="{64B752F3-61E0-4301-B534-67AE58ED8B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9115323"/>
              </p:ext>
            </p:extLst>
          </p:nvPr>
        </p:nvGraphicFramePr>
        <p:xfrm>
          <a:off x="2267744" y="1968182"/>
          <a:ext cx="1739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81" name="Equation" r:id="rId33" imgW="1739880" imgH="342720" progId="Equation.DSMT4">
                  <p:embed/>
                </p:oleObj>
              </mc:Choice>
              <mc:Fallback>
                <p:oleObj name="Equation" r:id="rId33" imgW="17398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267744" y="1968182"/>
                        <a:ext cx="1739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" name="组合 50">
            <a:extLst>
              <a:ext uri="{FF2B5EF4-FFF2-40B4-BE49-F238E27FC236}">
                <a16:creationId xmlns:a16="http://schemas.microsoft.com/office/drawing/2014/main" id="{2F95A897-B6A4-434C-8DF5-B607BDBB1124}"/>
              </a:ext>
            </a:extLst>
          </p:cNvPr>
          <p:cNvGrpSpPr/>
          <p:nvPr/>
        </p:nvGrpSpPr>
        <p:grpSpPr>
          <a:xfrm>
            <a:off x="912372" y="2486826"/>
            <a:ext cx="5592631" cy="461665"/>
            <a:chOff x="912372" y="2486826"/>
            <a:chExt cx="5592631" cy="461665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E4C3CA92-D8A5-441B-B5F6-7D8203D04D78}"/>
                </a:ext>
              </a:extLst>
            </p:cNvPr>
            <p:cNvSpPr/>
            <p:nvPr/>
          </p:nvSpPr>
          <p:spPr>
            <a:xfrm>
              <a:off x="912372" y="2486826"/>
              <a:ext cx="559263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点            到线段      所在直线距离为                        </a:t>
              </a:r>
              <a:endParaRPr lang="zh-CN" altLang="en-US" sz="2400" dirty="0"/>
            </a:p>
          </p:txBody>
        </p:sp>
        <p:graphicFrame>
          <p:nvGraphicFramePr>
            <p:cNvPr id="46" name="对象 45">
              <a:extLst>
                <a:ext uri="{FF2B5EF4-FFF2-40B4-BE49-F238E27FC236}">
                  <a16:creationId xmlns:a16="http://schemas.microsoft.com/office/drawing/2014/main" id="{723FFD09-30A9-4AC7-8C80-3F44A9CAEF3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44096010"/>
                </p:ext>
              </p:extLst>
            </p:nvPr>
          </p:nvGraphicFramePr>
          <p:xfrm>
            <a:off x="1313608" y="2574311"/>
            <a:ext cx="901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82" name="Equation" r:id="rId35" imgW="901440" imgH="342720" progId="Equation.DSMT4">
                    <p:embed/>
                  </p:oleObj>
                </mc:Choice>
                <mc:Fallback>
                  <p:oleObj name="Equation" r:id="rId35" imgW="901440" imgH="3427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3AAF9717-3A90-4BBC-BB89-376475DF870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1313608" y="2574311"/>
                          <a:ext cx="901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对象 46">
              <a:extLst>
                <a:ext uri="{FF2B5EF4-FFF2-40B4-BE49-F238E27FC236}">
                  <a16:creationId xmlns:a16="http://schemas.microsoft.com/office/drawing/2014/main" id="{34CBC2B0-D846-455F-91F1-DB42B90A489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6783355"/>
                </p:ext>
              </p:extLst>
            </p:nvPr>
          </p:nvGraphicFramePr>
          <p:xfrm>
            <a:off x="3137694" y="2510341"/>
            <a:ext cx="444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83" name="Equation" r:id="rId37" imgW="444240" imgH="342720" progId="Equation.DSMT4">
                    <p:embed/>
                  </p:oleObj>
                </mc:Choice>
                <mc:Fallback>
                  <p:oleObj name="Equation" r:id="rId37" imgW="4442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3137694" y="2510341"/>
                          <a:ext cx="4445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8" name="对象 47">
            <a:extLst>
              <a:ext uri="{FF2B5EF4-FFF2-40B4-BE49-F238E27FC236}">
                <a16:creationId xmlns:a16="http://schemas.microsoft.com/office/drawing/2014/main" id="{50AA7871-F6A1-4B22-A129-679EBC6202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1618989"/>
              </p:ext>
            </p:extLst>
          </p:nvPr>
        </p:nvGraphicFramePr>
        <p:xfrm>
          <a:off x="1931271" y="3101925"/>
          <a:ext cx="2438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84" name="Equation" r:id="rId39" imgW="2438280" imgH="812520" progId="Equation.DSMT4">
                  <p:embed/>
                </p:oleObj>
              </mc:Choice>
              <mc:Fallback>
                <p:oleObj name="Equation" r:id="rId39" imgW="243828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931271" y="3101925"/>
                        <a:ext cx="24384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" name="组合 51">
            <a:extLst>
              <a:ext uri="{FF2B5EF4-FFF2-40B4-BE49-F238E27FC236}">
                <a16:creationId xmlns:a16="http://schemas.microsoft.com/office/drawing/2014/main" id="{AD3E5D35-634E-420A-AC58-974D2D33728D}"/>
              </a:ext>
            </a:extLst>
          </p:cNvPr>
          <p:cNvGrpSpPr/>
          <p:nvPr/>
        </p:nvGrpSpPr>
        <p:grpSpPr>
          <a:xfrm>
            <a:off x="753936" y="4068159"/>
            <a:ext cx="4704619" cy="723900"/>
            <a:chOff x="753936" y="4068159"/>
            <a:chExt cx="4704619" cy="723900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4C3648C3-9FDF-48D6-96BA-95FB625D298B}"/>
                </a:ext>
              </a:extLst>
            </p:cNvPr>
            <p:cNvSpPr/>
            <p:nvPr/>
          </p:nvSpPr>
          <p:spPr>
            <a:xfrm>
              <a:off x="753936" y="4199276"/>
              <a:ext cx="125583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则</a:t>
              </a:r>
              <a:endParaRPr lang="zh-CN" altLang="en-US" sz="2400" dirty="0"/>
            </a:p>
          </p:txBody>
        </p:sp>
        <p:graphicFrame>
          <p:nvGraphicFramePr>
            <p:cNvPr id="50" name="对象 49">
              <a:extLst>
                <a:ext uri="{FF2B5EF4-FFF2-40B4-BE49-F238E27FC236}">
                  <a16:creationId xmlns:a16="http://schemas.microsoft.com/office/drawing/2014/main" id="{F1723E8D-C9EE-438B-8FD6-4BA3D65278A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28480407"/>
                </p:ext>
              </p:extLst>
            </p:nvPr>
          </p:nvGraphicFramePr>
          <p:xfrm>
            <a:off x="1381855" y="4068159"/>
            <a:ext cx="40767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85" name="Equation" r:id="rId41" imgW="4076640" imgH="723600" progId="Equation.DSMT4">
                    <p:embed/>
                  </p:oleObj>
                </mc:Choice>
                <mc:Fallback>
                  <p:oleObj name="Equation" r:id="rId41" imgW="4076640" imgH="723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1381855" y="4068159"/>
                          <a:ext cx="40767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44028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E86515BB-1916-403F-9DDC-BAD1AD4092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0302308"/>
              </p:ext>
            </p:extLst>
          </p:nvPr>
        </p:nvGraphicFramePr>
        <p:xfrm>
          <a:off x="755576" y="411510"/>
          <a:ext cx="4076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95" name="Equation" r:id="rId3" imgW="4076640" imgH="723600" progId="Equation.DSMT4">
                  <p:embed/>
                </p:oleObj>
              </mc:Choice>
              <mc:Fallback>
                <p:oleObj name="Equation" r:id="rId3" imgW="4076640" imgH="723600" progId="Equation.DSMT4">
                  <p:embed/>
                  <p:pic>
                    <p:nvPicPr>
                      <p:cNvPr id="50" name="对象 49">
                        <a:extLst>
                          <a:ext uri="{FF2B5EF4-FFF2-40B4-BE49-F238E27FC236}">
                            <a16:creationId xmlns:a16="http://schemas.microsoft.com/office/drawing/2014/main" id="{F1723E8D-C9EE-438B-8FD6-4BA3D65278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5576" y="411510"/>
                        <a:ext cx="40767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78A8FF63-F32C-4CBC-8C03-F637631F1255}"/>
              </a:ext>
            </a:extLst>
          </p:cNvPr>
          <p:cNvGrpSpPr/>
          <p:nvPr/>
        </p:nvGrpSpPr>
        <p:grpSpPr>
          <a:xfrm>
            <a:off x="6394127" y="688918"/>
            <a:ext cx="2498642" cy="2080091"/>
            <a:chOff x="6177814" y="1779662"/>
            <a:chExt cx="2498642" cy="2080091"/>
          </a:xfrm>
        </p:grpSpPr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C6C45118-AA9D-4D1D-8D9E-D2B3CDBF9C62}"/>
                </a:ext>
              </a:extLst>
            </p:cNvPr>
            <p:cNvCxnSpPr>
              <a:cxnSpLocks/>
            </p:cNvCxnSpPr>
            <p:nvPr/>
          </p:nvCxnSpPr>
          <p:spPr>
            <a:xfrm>
              <a:off x="6177814" y="3022657"/>
              <a:ext cx="2498642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EADE5565-043A-49C0-B880-83ACF13BD8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29467" y="1779662"/>
              <a:ext cx="0" cy="2080091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4177DFF2-54D6-4D5A-86EA-D0F1F59E0641}"/>
                </a:ext>
              </a:extLst>
            </p:cNvPr>
            <p:cNvSpPr/>
            <p:nvPr/>
          </p:nvSpPr>
          <p:spPr>
            <a:xfrm>
              <a:off x="6281711" y="2796393"/>
              <a:ext cx="1185241" cy="432042"/>
            </a:xfrm>
            <a:prstGeom prst="ellipse">
              <a:avLst/>
            </a:prstGeom>
            <a:noFill/>
            <a:ln>
              <a:solidFill>
                <a:srgbClr val="006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6AC6CF84-94D4-42CB-94B2-414182DB0A2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9042624"/>
                </p:ext>
              </p:extLst>
            </p:nvPr>
          </p:nvGraphicFramePr>
          <p:xfrm>
            <a:off x="8498064" y="3113193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96" name="Equation" r:id="rId5" imgW="177480" imgH="190440" progId="Equation.DSMT4">
                    <p:embed/>
                  </p:oleObj>
                </mc:Choice>
                <mc:Fallback>
                  <p:oleObj name="Equation" r:id="rId5" imgW="177480" imgH="19044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7C181011-901B-4FFE-82A4-F8569A603C4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8498064" y="3113193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88295079-28A5-4147-B07D-D0D2C248794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77832476"/>
                </p:ext>
              </p:extLst>
            </p:nvPr>
          </p:nvGraphicFramePr>
          <p:xfrm>
            <a:off x="6700024" y="1856272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97" name="Equation" r:id="rId7" imgW="190440" imgH="241200" progId="Equation.DSMT4">
                    <p:embed/>
                  </p:oleObj>
                </mc:Choice>
                <mc:Fallback>
                  <p:oleObj name="Equation" r:id="rId7" imgW="190440" imgH="24120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EF9B5B08-2E9E-41E5-B1C6-0EF5080F512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700024" y="1856272"/>
                          <a:ext cx="190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31D6693D-32EC-449E-8EB1-5A235D2D7EB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9581080"/>
                </p:ext>
              </p:extLst>
            </p:nvPr>
          </p:nvGraphicFramePr>
          <p:xfrm>
            <a:off x="6700867" y="2996410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98" name="Equation" r:id="rId9" imgW="228600" imgH="241200" progId="Equation.DSMT4">
                    <p:embed/>
                  </p:oleObj>
                </mc:Choice>
                <mc:Fallback>
                  <p:oleObj name="Equation" r:id="rId9" imgW="228600" imgH="24120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D566CB94-CF82-4771-A366-C6CCD785AD3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700867" y="2996410"/>
                          <a:ext cx="228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213570AB-7739-4800-9F6B-80DCA620BBE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61981710"/>
                </p:ext>
              </p:extLst>
            </p:nvPr>
          </p:nvGraphicFramePr>
          <p:xfrm>
            <a:off x="7412561" y="3078659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99" name="Equation" r:id="rId11" imgW="177480" imgH="190440" progId="Equation.DSMT4">
                    <p:embed/>
                  </p:oleObj>
                </mc:Choice>
                <mc:Fallback>
                  <p:oleObj name="Equation" r:id="rId11" imgW="177480" imgH="19044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527D8682-BE3C-48EE-81D0-BF2A15761F8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412561" y="3078659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3B27052C-874E-4BCA-B0F7-B0604B7782D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81800803"/>
                </p:ext>
              </p:extLst>
            </p:nvPr>
          </p:nvGraphicFramePr>
          <p:xfrm>
            <a:off x="6746051" y="2532355"/>
            <a:ext cx="1651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00" name="Equation" r:id="rId13" imgW="164880" imgH="253800" progId="Equation.DSMT4">
                    <p:embed/>
                  </p:oleObj>
                </mc:Choice>
                <mc:Fallback>
                  <p:oleObj name="Equation" r:id="rId13" imgW="164880" imgH="25380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AEE648BE-24CD-4C38-8CCD-CACE59B6442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6746051" y="2532355"/>
                          <a:ext cx="1651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9E62B474-E3FF-407D-966B-B3746A09D879}"/>
                </a:ext>
              </a:extLst>
            </p:cNvPr>
            <p:cNvSpPr/>
            <p:nvPr/>
          </p:nvSpPr>
          <p:spPr>
            <a:xfrm>
              <a:off x="6893467" y="2407924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720AF722-9353-4BC5-A75B-1C6132B94537}"/>
                </a:ext>
              </a:extLst>
            </p:cNvPr>
            <p:cNvSpPr/>
            <p:nvPr/>
          </p:nvSpPr>
          <p:spPr>
            <a:xfrm>
              <a:off x="8058884" y="301956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AAB8E676-3B9A-411E-AD05-A2F37267794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9831005"/>
                </p:ext>
              </p:extLst>
            </p:nvPr>
          </p:nvGraphicFramePr>
          <p:xfrm>
            <a:off x="7942484" y="3070697"/>
            <a:ext cx="3048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01" name="Equation" r:id="rId15" imgW="304560" imgH="241200" progId="Equation.DSMT4">
                    <p:embed/>
                  </p:oleObj>
                </mc:Choice>
                <mc:Fallback>
                  <p:oleObj name="Equation" r:id="rId15" imgW="304560" imgH="24120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CCED958B-79E0-4192-BDF3-672FD3AC414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7942484" y="3070697"/>
                          <a:ext cx="3048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226969FD-8C37-4FD4-8D0C-B30CC9CBBA9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3213259"/>
                </p:ext>
              </p:extLst>
            </p:nvPr>
          </p:nvGraphicFramePr>
          <p:xfrm>
            <a:off x="7968934" y="2696211"/>
            <a:ext cx="2159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02" name="Equation" r:id="rId17" imgW="215640" imgH="228600" progId="Equation.DSMT4">
                    <p:embed/>
                  </p:oleObj>
                </mc:Choice>
                <mc:Fallback>
                  <p:oleObj name="Equation" r:id="rId17" imgW="215640" imgH="228600" progId="Equation.DSMT4">
                    <p:embed/>
                    <p:pic>
                      <p:nvPicPr>
                        <p:cNvPr id="25" name="对象 24">
                          <a:extLst>
                            <a:ext uri="{FF2B5EF4-FFF2-40B4-BE49-F238E27FC236}">
                              <a16:creationId xmlns:a16="http://schemas.microsoft.com/office/drawing/2014/main" id="{831A36DC-2305-4D06-9981-E67863E079F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968934" y="2696211"/>
                          <a:ext cx="2159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5A29D5F5-9EFC-4BEF-8121-7A43BEFBA24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075514"/>
                </p:ext>
              </p:extLst>
            </p:nvPr>
          </p:nvGraphicFramePr>
          <p:xfrm>
            <a:off x="7010998" y="2311973"/>
            <a:ext cx="2159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03" name="Equation" r:id="rId19" imgW="215640" imgH="228600" progId="Equation.DSMT4">
                    <p:embed/>
                  </p:oleObj>
                </mc:Choice>
                <mc:Fallback>
                  <p:oleObj name="Equation" r:id="rId19" imgW="215640" imgH="228600" progId="Equation.DSMT4">
                    <p:embed/>
                    <p:pic>
                      <p:nvPicPr>
                        <p:cNvPr id="26" name="对象 25">
                          <a:extLst>
                            <a:ext uri="{FF2B5EF4-FFF2-40B4-BE49-F238E27FC236}">
                              <a16:creationId xmlns:a16="http://schemas.microsoft.com/office/drawing/2014/main" id="{E35B71FA-76E7-4B06-8C00-5622BABA5DB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7010998" y="2311973"/>
                          <a:ext cx="2159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68D9FB5B-73F6-40A8-AD32-09C26F1396C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5591797"/>
                </p:ext>
              </p:extLst>
            </p:nvPr>
          </p:nvGraphicFramePr>
          <p:xfrm>
            <a:off x="6524952" y="2276808"/>
            <a:ext cx="2921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04" name="Equation" r:id="rId21" imgW="291960" imgH="253800" progId="Equation.DSMT4">
                    <p:embed/>
                  </p:oleObj>
                </mc:Choice>
                <mc:Fallback>
                  <p:oleObj name="Equation" r:id="rId21" imgW="291960" imgH="253800" progId="Equation.DSMT4">
                    <p:embed/>
                    <p:pic>
                      <p:nvPicPr>
                        <p:cNvPr id="27" name="对象 26">
                          <a:extLst>
                            <a:ext uri="{FF2B5EF4-FFF2-40B4-BE49-F238E27FC236}">
                              <a16:creationId xmlns:a16="http://schemas.microsoft.com/office/drawing/2014/main" id="{0AC878AE-EC29-450F-B71B-553D31CC2F0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6524952" y="2276808"/>
                          <a:ext cx="2921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05D5383-96A3-4DF3-B207-A6A308C7EF42}"/>
                </a:ext>
              </a:extLst>
            </p:cNvPr>
            <p:cNvSpPr/>
            <p:nvPr/>
          </p:nvSpPr>
          <p:spPr>
            <a:xfrm>
              <a:off x="7152306" y="2801707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26222714-F01B-4B2C-96D0-63A83FF54532}"/>
                </a:ext>
              </a:extLst>
            </p:cNvPr>
            <p:cNvGrpSpPr/>
            <p:nvPr/>
          </p:nvGrpSpPr>
          <p:grpSpPr>
            <a:xfrm>
              <a:off x="6893467" y="2425924"/>
              <a:ext cx="1201417" cy="611639"/>
              <a:chOff x="6893467" y="2425924"/>
              <a:chExt cx="1201417" cy="611639"/>
            </a:xfrm>
          </p:grpSpPr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66B55DE5-C744-4E77-9E2F-7AB9FA6376C1}"/>
                  </a:ext>
                </a:extLst>
              </p:cNvPr>
              <p:cNvCxnSpPr>
                <a:stCxn id="12" idx="2"/>
                <a:endCxn id="18" idx="5"/>
              </p:cNvCxnSpPr>
              <p:nvPr/>
            </p:nvCxnSpPr>
            <p:spPr>
              <a:xfrm>
                <a:off x="6893467" y="2425924"/>
                <a:ext cx="289567" cy="40651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36B6C94F-8655-479E-AF56-4488FC790FDD}"/>
                  </a:ext>
                </a:extLst>
              </p:cNvPr>
              <p:cNvCxnSpPr>
                <a:cxnSpLocks/>
                <a:endCxn id="13" idx="6"/>
              </p:cNvCxnSpPr>
              <p:nvPr/>
            </p:nvCxnSpPr>
            <p:spPr>
              <a:xfrm>
                <a:off x="7175578" y="2805733"/>
                <a:ext cx="919306" cy="23183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913331BB-EEC3-4F91-929D-F9B766FE6739}"/>
                  </a:ext>
                </a:extLst>
              </p:cNvPr>
              <p:cNvCxnSpPr>
                <a:cxnSpLocks/>
                <a:endCxn id="13" idx="6"/>
              </p:cNvCxnSpPr>
              <p:nvPr/>
            </p:nvCxnSpPr>
            <p:spPr>
              <a:xfrm>
                <a:off x="6909182" y="2433160"/>
                <a:ext cx="1185702" cy="604403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5F7DE042-BCB4-4CC6-8BFE-CB081C0CA27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8885053"/>
                </p:ext>
              </p:extLst>
            </p:nvPr>
          </p:nvGraphicFramePr>
          <p:xfrm>
            <a:off x="7197084" y="2696211"/>
            <a:ext cx="2159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05" name="Equation" r:id="rId23" imgW="215640" imgH="228600" progId="Equation.DSMT4">
                    <p:embed/>
                  </p:oleObj>
                </mc:Choice>
                <mc:Fallback>
                  <p:oleObj name="Equation" r:id="rId23" imgW="215640" imgH="228600" progId="Equation.DSMT4">
                    <p:embed/>
                    <p:pic>
                      <p:nvPicPr>
                        <p:cNvPr id="28" name="对象 27">
                          <a:extLst>
                            <a:ext uri="{FF2B5EF4-FFF2-40B4-BE49-F238E27FC236}">
                              <a16:creationId xmlns:a16="http://schemas.microsoft.com/office/drawing/2014/main" id="{5AAD09C2-3920-4104-B58A-0A1F28E096B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7197084" y="2696211"/>
                          <a:ext cx="2159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EC692766-57B4-475E-B405-31BBB7F95D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365004"/>
              </p:ext>
            </p:extLst>
          </p:nvPr>
        </p:nvGraphicFramePr>
        <p:xfrm>
          <a:off x="1460735" y="1359888"/>
          <a:ext cx="1866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06" name="Equation" r:id="rId25" imgW="1866600" imgH="342720" progId="Equation.DSMT4">
                  <p:embed/>
                </p:oleObj>
              </mc:Choice>
              <mc:Fallback>
                <p:oleObj name="Equation" r:id="rId25" imgW="18666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460735" y="1359888"/>
                        <a:ext cx="1866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C6E6F2F6-C5FC-429B-86BE-4DD98BA487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1567344"/>
              </p:ext>
            </p:extLst>
          </p:nvPr>
        </p:nvGraphicFramePr>
        <p:xfrm>
          <a:off x="3404050" y="1342416"/>
          <a:ext cx="2489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07" name="Equation" r:id="rId27" imgW="2489040" imgH="342720" progId="Equation.DSMT4">
                  <p:embed/>
                </p:oleObj>
              </mc:Choice>
              <mc:Fallback>
                <p:oleObj name="Equation" r:id="rId27" imgW="24890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404050" y="1342416"/>
                        <a:ext cx="2489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" name="组合 36">
            <a:extLst>
              <a:ext uri="{FF2B5EF4-FFF2-40B4-BE49-F238E27FC236}">
                <a16:creationId xmlns:a16="http://schemas.microsoft.com/office/drawing/2014/main" id="{8FF162D8-8D4A-43B0-A03B-6730B4976705}"/>
              </a:ext>
            </a:extLst>
          </p:cNvPr>
          <p:cNvGrpSpPr/>
          <p:nvPr/>
        </p:nvGrpSpPr>
        <p:grpSpPr>
          <a:xfrm>
            <a:off x="276030" y="1938193"/>
            <a:ext cx="5746462" cy="531765"/>
            <a:chOff x="603552" y="1912016"/>
            <a:chExt cx="5746462" cy="531765"/>
          </a:xfrm>
        </p:grpSpPr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AF179C13-53B4-42E3-ADDF-32A06BA214C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27260148"/>
                </p:ext>
              </p:extLst>
            </p:nvPr>
          </p:nvGraphicFramePr>
          <p:xfrm>
            <a:off x="939814" y="1912016"/>
            <a:ext cx="541020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08" name="Equation" r:id="rId29" imgW="5410080" imgH="469800" progId="Equation.DSMT4">
                    <p:embed/>
                  </p:oleObj>
                </mc:Choice>
                <mc:Fallback>
                  <p:oleObj name="Equation" r:id="rId29" imgW="5410080" imgH="469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939814" y="1912016"/>
                          <a:ext cx="5410200" cy="469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CBB386A2-3926-40A7-9AAD-BE1B1F37064F}"/>
                </a:ext>
              </a:extLst>
            </p:cNvPr>
            <p:cNvSpPr/>
            <p:nvPr/>
          </p:nvSpPr>
          <p:spPr>
            <a:xfrm>
              <a:off x="603552" y="1982116"/>
              <a:ext cx="125583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设</a:t>
              </a:r>
              <a:endParaRPr lang="zh-CN" altLang="en-US" sz="2400" dirty="0"/>
            </a:p>
          </p:txBody>
        </p:sp>
      </p:grp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F79FDD2C-F822-4994-B05B-FF9FCD6555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4302937"/>
              </p:ext>
            </p:extLst>
          </p:nvPr>
        </p:nvGraphicFramePr>
        <p:xfrm>
          <a:off x="5050280" y="2397125"/>
          <a:ext cx="1320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09" name="Equation" r:id="rId31" imgW="1320480" imgH="342720" progId="Equation.DSMT4">
                  <p:embed/>
                </p:oleObj>
              </mc:Choice>
              <mc:Fallback>
                <p:oleObj name="Equation" r:id="rId31" imgW="13204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050280" y="2397125"/>
                        <a:ext cx="1320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" name="组合 37">
            <a:extLst>
              <a:ext uri="{FF2B5EF4-FFF2-40B4-BE49-F238E27FC236}">
                <a16:creationId xmlns:a16="http://schemas.microsoft.com/office/drawing/2014/main" id="{D5859396-F949-45CD-8F3B-6D700569F67D}"/>
              </a:ext>
            </a:extLst>
          </p:cNvPr>
          <p:cNvGrpSpPr/>
          <p:nvPr/>
        </p:nvGrpSpPr>
        <p:grpSpPr>
          <a:xfrm>
            <a:off x="276030" y="2907580"/>
            <a:ext cx="7655305" cy="787400"/>
            <a:chOff x="637892" y="2673542"/>
            <a:chExt cx="7655305" cy="787400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595FE0FF-044D-4C92-8215-F06A5D00BFBD}"/>
                </a:ext>
              </a:extLst>
            </p:cNvPr>
            <p:cNvSpPr/>
            <p:nvPr/>
          </p:nvSpPr>
          <p:spPr>
            <a:xfrm>
              <a:off x="637892" y="2876042"/>
              <a:ext cx="749684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令                 得唯一驻点                   且</a:t>
              </a:r>
              <a:endParaRPr lang="zh-CN" altLang="en-US" sz="2400" dirty="0"/>
            </a:p>
          </p:txBody>
        </p:sp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C9757785-4006-44CF-8BE4-CF8DC1C174D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43190657"/>
                </p:ext>
              </p:extLst>
            </p:nvPr>
          </p:nvGraphicFramePr>
          <p:xfrm>
            <a:off x="1040552" y="2927118"/>
            <a:ext cx="1219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10" name="Equation" r:id="rId33" imgW="1218960" imgH="355320" progId="Equation.DSMT4">
                    <p:embed/>
                  </p:oleObj>
                </mc:Choice>
                <mc:Fallback>
                  <p:oleObj name="Equation" r:id="rId33" imgW="121896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1040552" y="2927118"/>
                          <a:ext cx="12192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E7821066-A307-442C-BDC4-3961DF05DE8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83777909"/>
                </p:ext>
              </p:extLst>
            </p:nvPr>
          </p:nvGraphicFramePr>
          <p:xfrm>
            <a:off x="3917950" y="2673542"/>
            <a:ext cx="13081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11" name="Equation" r:id="rId35" imgW="1307880" imgH="787320" progId="Equation.DSMT4">
                    <p:embed/>
                  </p:oleObj>
                </mc:Choice>
                <mc:Fallback>
                  <p:oleObj name="Equation" r:id="rId35" imgW="1307880" imgH="787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3917950" y="2673542"/>
                          <a:ext cx="1308100" cy="787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对象 32">
              <a:extLst>
                <a:ext uri="{FF2B5EF4-FFF2-40B4-BE49-F238E27FC236}">
                  <a16:creationId xmlns:a16="http://schemas.microsoft.com/office/drawing/2014/main" id="{8B5C7F46-66F4-46E3-B500-43D63E94F6B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53479376"/>
                </p:ext>
              </p:extLst>
            </p:nvPr>
          </p:nvGraphicFramePr>
          <p:xfrm>
            <a:off x="5854797" y="2851556"/>
            <a:ext cx="2438400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12" name="Equation" r:id="rId37" imgW="2438280" imgH="444240" progId="Equation.DSMT4">
                    <p:embed/>
                  </p:oleObj>
                </mc:Choice>
                <mc:Fallback>
                  <p:oleObj name="Equation" r:id="rId37" imgW="2438280" imgH="4442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5854797" y="2851556"/>
                          <a:ext cx="2438400" cy="444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90A94E7B-B1C0-43B0-8512-749360F2FB95}"/>
              </a:ext>
            </a:extLst>
          </p:cNvPr>
          <p:cNvGrpSpPr/>
          <p:nvPr/>
        </p:nvGrpSpPr>
        <p:grpSpPr>
          <a:xfrm>
            <a:off x="285217" y="3757014"/>
            <a:ext cx="8751279" cy="787400"/>
            <a:chOff x="285217" y="3757014"/>
            <a:chExt cx="8751279" cy="787400"/>
          </a:xfrm>
        </p:grpSpPr>
        <p:graphicFrame>
          <p:nvGraphicFramePr>
            <p:cNvPr id="36" name="对象 35">
              <a:extLst>
                <a:ext uri="{FF2B5EF4-FFF2-40B4-BE49-F238E27FC236}">
                  <a16:creationId xmlns:a16="http://schemas.microsoft.com/office/drawing/2014/main" id="{437A5056-3495-40BA-8D09-77EB9AD9250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18680434"/>
                </p:ext>
              </p:extLst>
            </p:nvPr>
          </p:nvGraphicFramePr>
          <p:xfrm>
            <a:off x="4434992" y="3757014"/>
            <a:ext cx="15875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13" name="Equation" r:id="rId39" imgW="1587240" imgH="787320" progId="Equation.DSMT4">
                    <p:embed/>
                  </p:oleObj>
                </mc:Choice>
                <mc:Fallback>
                  <p:oleObj name="Equation" r:id="rId39" imgW="1587240" imgH="787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0"/>
                        <a:stretch>
                          <a:fillRect/>
                        </a:stretch>
                      </p:blipFill>
                      <p:spPr>
                        <a:xfrm>
                          <a:off x="4434992" y="3757014"/>
                          <a:ext cx="1587500" cy="787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025AF470-DE8F-4130-AB16-C2D4913D5988}"/>
                </a:ext>
              </a:extLst>
            </p:cNvPr>
            <p:cNvSpPr/>
            <p:nvPr/>
          </p:nvSpPr>
          <p:spPr>
            <a:xfrm>
              <a:off x="285217" y="3941800"/>
              <a:ext cx="875127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由实际问题知，函数        在点                      取到最小值     </a:t>
              </a:r>
              <a:endParaRPr lang="zh-CN" altLang="en-US" sz="2400" dirty="0"/>
            </a:p>
          </p:txBody>
        </p:sp>
        <p:graphicFrame>
          <p:nvGraphicFramePr>
            <p:cNvPr id="41" name="对象 40">
              <a:extLst>
                <a:ext uri="{FF2B5EF4-FFF2-40B4-BE49-F238E27FC236}">
                  <a16:creationId xmlns:a16="http://schemas.microsoft.com/office/drawing/2014/main" id="{C87C3294-C7F2-4FB9-B633-EDD89052580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12552351"/>
                </p:ext>
              </p:extLst>
            </p:nvPr>
          </p:nvGraphicFramePr>
          <p:xfrm>
            <a:off x="3133963" y="3988518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14" name="Equation" r:id="rId41" imgW="622080" imgH="342720" progId="Equation.DSMT4">
                    <p:embed/>
                  </p:oleObj>
                </mc:Choice>
                <mc:Fallback>
                  <p:oleObj name="Equation" r:id="rId41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3133963" y="3988518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对象 41">
              <a:extLst>
                <a:ext uri="{FF2B5EF4-FFF2-40B4-BE49-F238E27FC236}">
                  <a16:creationId xmlns:a16="http://schemas.microsoft.com/office/drawing/2014/main" id="{C33D3BDF-06C5-41A3-A06E-C677FDCC092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093108"/>
                </p:ext>
              </p:extLst>
            </p:nvPr>
          </p:nvGraphicFramePr>
          <p:xfrm>
            <a:off x="7570347" y="3899618"/>
            <a:ext cx="14097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15" name="Equation" r:id="rId43" imgW="1409400" imgH="431640" progId="Equation.DSMT4">
                    <p:embed/>
                  </p:oleObj>
                </mc:Choice>
                <mc:Fallback>
                  <p:oleObj name="Equation" r:id="rId43" imgW="1409400" imgH="431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4"/>
                        <a:stretch>
                          <a:fillRect/>
                        </a:stretch>
                      </p:blipFill>
                      <p:spPr>
                        <a:xfrm>
                          <a:off x="7570347" y="3899618"/>
                          <a:ext cx="1409700" cy="431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649409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">
            <a:extLst>
              <a:ext uri="{FF2B5EF4-FFF2-40B4-BE49-F238E27FC236}">
                <a16:creationId xmlns:a16="http://schemas.microsoft.com/office/drawing/2014/main" id="{665BF2C7-681A-4DFA-A16A-FEC159B0A3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267494"/>
            <a:ext cx="1752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作业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14A0C37D-3477-4996-992F-1E75555EA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2715766"/>
            <a:ext cx="3600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2.    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课本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习题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3-5.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D0F896EF-2192-4727-93E8-0E44CF78DA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816" y="1655723"/>
            <a:ext cx="63416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1.   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练习册  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第三章第五节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32889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75CBED-E5BB-4C11-9A0D-DBD4695FCB36}"/>
              </a:ext>
            </a:extLst>
          </p:cNvPr>
          <p:cNvSpPr txBox="1">
            <a:spLocks/>
          </p:cNvSpPr>
          <p:nvPr/>
        </p:nvSpPr>
        <p:spPr>
          <a:xfrm>
            <a:off x="4882000" y="3147814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4BB916B-80D8-4C4A-98EC-9866619C0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218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5738</TotalTime>
  <Words>1923</Words>
  <Application>Microsoft Office PowerPoint</Application>
  <PresentationFormat>全屏显示(16:9)</PresentationFormat>
  <Paragraphs>297</Paragraphs>
  <Slides>51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51</vt:i4>
      </vt:variant>
    </vt:vector>
  </HeadingPairs>
  <TitlesOfParts>
    <vt:vector size="64" baseType="lpstr">
      <vt:lpstr>等线</vt:lpstr>
      <vt:lpstr>华文楷体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Times New Roman</vt:lpstr>
      <vt:lpstr>Office 主题</vt:lpstr>
      <vt:lpstr>Equation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400</cp:revision>
  <dcterms:created xsi:type="dcterms:W3CDTF">2018-09-27T06:48:14Z</dcterms:created>
  <dcterms:modified xsi:type="dcterms:W3CDTF">2023-11-02T14:08:42Z</dcterms:modified>
</cp:coreProperties>
</file>