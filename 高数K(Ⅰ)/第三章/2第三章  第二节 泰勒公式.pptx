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8" r:id="rId2"/>
    <p:sldId id="454" r:id="rId3"/>
    <p:sldId id="456" r:id="rId4"/>
    <p:sldId id="334" r:id="rId5"/>
    <p:sldId id="387" r:id="rId6"/>
    <p:sldId id="390" r:id="rId7"/>
    <p:sldId id="343" r:id="rId8"/>
    <p:sldId id="368" r:id="rId9"/>
    <p:sldId id="294" r:id="rId10"/>
    <p:sldId id="402" r:id="rId11"/>
    <p:sldId id="295" r:id="rId12"/>
    <p:sldId id="476" r:id="rId13"/>
    <p:sldId id="297" r:id="rId14"/>
    <p:sldId id="429" r:id="rId15"/>
    <p:sldId id="434" r:id="rId16"/>
    <p:sldId id="432" r:id="rId17"/>
    <p:sldId id="370" r:id="rId18"/>
    <p:sldId id="438" r:id="rId19"/>
    <p:sldId id="437" r:id="rId20"/>
    <p:sldId id="448" r:id="rId21"/>
    <p:sldId id="435" r:id="rId22"/>
    <p:sldId id="477" r:id="rId23"/>
    <p:sldId id="337" r:id="rId24"/>
    <p:sldId id="338" r:id="rId25"/>
    <p:sldId id="478" r:id="rId26"/>
    <p:sldId id="359" r:id="rId27"/>
    <p:sldId id="451" r:id="rId28"/>
    <p:sldId id="439" r:id="rId29"/>
    <p:sldId id="340" r:id="rId30"/>
    <p:sldId id="374" r:id="rId31"/>
    <p:sldId id="442" r:id="rId32"/>
    <p:sldId id="444" r:id="rId33"/>
    <p:sldId id="445" r:id="rId34"/>
    <p:sldId id="446" r:id="rId35"/>
    <p:sldId id="447" r:id="rId36"/>
    <p:sldId id="458" r:id="rId37"/>
    <p:sldId id="455" r:id="rId38"/>
    <p:sldId id="479" r:id="rId39"/>
    <p:sldId id="449" r:id="rId40"/>
    <p:sldId id="450" r:id="rId41"/>
    <p:sldId id="480" r:id="rId42"/>
    <p:sldId id="416" r:id="rId43"/>
    <p:sldId id="440" r:id="rId44"/>
    <p:sldId id="361" r:id="rId45"/>
    <p:sldId id="363" r:id="rId46"/>
    <p:sldId id="364" r:id="rId47"/>
    <p:sldId id="365" r:id="rId48"/>
    <p:sldId id="349" r:id="rId49"/>
    <p:sldId id="350" r:id="rId50"/>
    <p:sldId id="459" r:id="rId51"/>
    <p:sldId id="417" r:id="rId52"/>
    <p:sldId id="473" r:id="rId53"/>
    <p:sldId id="460" r:id="rId54"/>
    <p:sldId id="474" r:id="rId55"/>
    <p:sldId id="461" r:id="rId56"/>
    <p:sldId id="463" r:id="rId57"/>
    <p:sldId id="475" r:id="rId58"/>
    <p:sldId id="464" r:id="rId59"/>
    <p:sldId id="418" r:id="rId60"/>
    <p:sldId id="352" r:id="rId61"/>
    <p:sldId id="376" r:id="rId62"/>
    <p:sldId id="468" r:id="rId63"/>
    <p:sldId id="469" r:id="rId64"/>
    <p:sldId id="470" r:id="rId65"/>
    <p:sldId id="315" r:id="rId66"/>
    <p:sldId id="316" r:id="rId67"/>
    <p:sldId id="317" r:id="rId68"/>
    <p:sldId id="318" r:id="rId69"/>
    <p:sldId id="419" r:id="rId70"/>
    <p:sldId id="472" r:id="rId71"/>
    <p:sldId id="441" r:id="rId72"/>
    <p:sldId id="481" r:id="rId73"/>
    <p:sldId id="358" r:id="rId74"/>
    <p:sldId id="413" r:id="rId75"/>
    <p:sldId id="414" r:id="rId76"/>
    <p:sldId id="403" r:id="rId77"/>
    <p:sldId id="405" r:id="rId78"/>
    <p:sldId id="420" r:id="rId79"/>
    <p:sldId id="299" r:id="rId8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 userDrawn="1">
          <p15:clr>
            <a:srgbClr val="A4A3A4"/>
          </p15:clr>
        </p15:guide>
        <p15:guide id="2" pos="2835" userDrawn="1">
          <p15:clr>
            <a:srgbClr val="A4A3A4"/>
          </p15:clr>
        </p15:guide>
        <p15:guide id="3" orient="horz" pos="16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4234FE"/>
    <a:srgbClr val="2F42F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660"/>
  </p:normalViewPr>
  <p:slideViewPr>
    <p:cSldViewPr>
      <p:cViewPr varScale="1">
        <p:scale>
          <a:sx n="142" d="100"/>
          <a:sy n="142" d="100"/>
        </p:scale>
        <p:origin x="144" y="180"/>
      </p:cViewPr>
      <p:guideLst>
        <p:guide orient="horz" pos="2119"/>
        <p:guide pos="2835"/>
        <p:guide orient="horz" pos="166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20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12" Type="http://schemas.openxmlformats.org/officeDocument/2006/relationships/image" Target="../media/image19.emf"/><Relationship Id="rId2" Type="http://schemas.openxmlformats.org/officeDocument/2006/relationships/image" Target="../media/image9.wmf"/><Relationship Id="rId16" Type="http://schemas.openxmlformats.org/officeDocument/2006/relationships/image" Target="../media/image23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11" Type="http://schemas.openxmlformats.org/officeDocument/2006/relationships/image" Target="../media/image18.wmf"/><Relationship Id="rId5" Type="http://schemas.openxmlformats.org/officeDocument/2006/relationships/image" Target="../media/image12.emf"/><Relationship Id="rId15" Type="http://schemas.openxmlformats.org/officeDocument/2006/relationships/image" Target="../media/image22.wmf"/><Relationship Id="rId10" Type="http://schemas.openxmlformats.org/officeDocument/2006/relationships/image" Target="../media/image17.wmf"/><Relationship Id="rId4" Type="http://schemas.openxmlformats.org/officeDocument/2006/relationships/image" Target="../media/image11.wmf"/><Relationship Id="rId9" Type="http://schemas.openxmlformats.org/officeDocument/2006/relationships/image" Target="../media/image16.wmf"/><Relationship Id="rId14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10" Type="http://schemas.openxmlformats.org/officeDocument/2006/relationships/image" Target="../media/image37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11" Type="http://schemas.openxmlformats.org/officeDocument/2006/relationships/image" Target="../media/image48.wmf"/><Relationship Id="rId5" Type="http://schemas.openxmlformats.org/officeDocument/2006/relationships/image" Target="../media/image42.emf"/><Relationship Id="rId10" Type="http://schemas.openxmlformats.org/officeDocument/2006/relationships/image" Target="../media/image47.wmf"/><Relationship Id="rId4" Type="http://schemas.openxmlformats.org/officeDocument/2006/relationships/image" Target="../media/image41.wmf"/><Relationship Id="rId9" Type="http://schemas.openxmlformats.org/officeDocument/2006/relationships/image" Target="../media/image4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61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12" Type="http://schemas.openxmlformats.org/officeDocument/2006/relationships/image" Target="../media/image60.wmf"/><Relationship Id="rId2" Type="http://schemas.openxmlformats.org/officeDocument/2006/relationships/image" Target="../media/image50.wmf"/><Relationship Id="rId16" Type="http://schemas.openxmlformats.org/officeDocument/2006/relationships/image" Target="../media/image64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11" Type="http://schemas.openxmlformats.org/officeDocument/2006/relationships/image" Target="../media/image59.wmf"/><Relationship Id="rId5" Type="http://schemas.openxmlformats.org/officeDocument/2006/relationships/image" Target="../media/image53.wmf"/><Relationship Id="rId15" Type="http://schemas.openxmlformats.org/officeDocument/2006/relationships/image" Target="../media/image63.wmf"/><Relationship Id="rId10" Type="http://schemas.openxmlformats.org/officeDocument/2006/relationships/image" Target="../media/image58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Relationship Id="rId14" Type="http://schemas.openxmlformats.org/officeDocument/2006/relationships/image" Target="../media/image6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image" Target="../media/image77.w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12" Type="http://schemas.openxmlformats.org/officeDocument/2006/relationships/image" Target="../media/image76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11" Type="http://schemas.openxmlformats.org/officeDocument/2006/relationships/image" Target="../media/image75.w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4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image" Target="../media/image97.wmf"/><Relationship Id="rId3" Type="http://schemas.openxmlformats.org/officeDocument/2006/relationships/image" Target="../media/image88.wmf"/><Relationship Id="rId7" Type="http://schemas.openxmlformats.org/officeDocument/2006/relationships/image" Target="../media/image91.wmf"/><Relationship Id="rId12" Type="http://schemas.openxmlformats.org/officeDocument/2006/relationships/image" Target="../media/image96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0.wmf"/><Relationship Id="rId11" Type="http://schemas.openxmlformats.org/officeDocument/2006/relationships/image" Target="../media/image95.wmf"/><Relationship Id="rId5" Type="http://schemas.openxmlformats.org/officeDocument/2006/relationships/image" Target="../media/image89.wmf"/><Relationship Id="rId15" Type="http://schemas.openxmlformats.org/officeDocument/2006/relationships/image" Target="../media/image99.wmf"/><Relationship Id="rId10" Type="http://schemas.openxmlformats.org/officeDocument/2006/relationships/image" Target="../media/image94.wmf"/><Relationship Id="rId4" Type="http://schemas.openxmlformats.org/officeDocument/2006/relationships/image" Target="../media/image84.wmf"/><Relationship Id="rId9" Type="http://schemas.openxmlformats.org/officeDocument/2006/relationships/image" Target="../media/image93.wmf"/><Relationship Id="rId14" Type="http://schemas.openxmlformats.org/officeDocument/2006/relationships/image" Target="../media/image9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12" Type="http://schemas.openxmlformats.org/officeDocument/2006/relationships/image" Target="../media/image111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11" Type="http://schemas.openxmlformats.org/officeDocument/2006/relationships/image" Target="../media/image110.wmf"/><Relationship Id="rId5" Type="http://schemas.openxmlformats.org/officeDocument/2006/relationships/image" Target="../media/image104.wmf"/><Relationship Id="rId10" Type="http://schemas.openxmlformats.org/officeDocument/2006/relationships/image" Target="../media/image109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84.wmf"/><Relationship Id="rId1" Type="http://schemas.openxmlformats.org/officeDocument/2006/relationships/image" Target="../media/image127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image" Target="../media/image134.wmf"/><Relationship Id="rId7" Type="http://schemas.openxmlformats.org/officeDocument/2006/relationships/image" Target="../media/image142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Relationship Id="rId9" Type="http://schemas.openxmlformats.org/officeDocument/2006/relationships/image" Target="../media/image14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image" Target="../media/image78.wmf"/><Relationship Id="rId7" Type="http://schemas.openxmlformats.org/officeDocument/2006/relationships/image" Target="../media/image158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10" Type="http://schemas.openxmlformats.org/officeDocument/2006/relationships/image" Target="../media/image161.wmf"/><Relationship Id="rId4" Type="http://schemas.openxmlformats.org/officeDocument/2006/relationships/image" Target="../media/image155.wmf"/><Relationship Id="rId9" Type="http://schemas.openxmlformats.org/officeDocument/2006/relationships/image" Target="../media/image160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image" Target="../media/image97.wmf"/><Relationship Id="rId7" Type="http://schemas.openxmlformats.org/officeDocument/2006/relationships/image" Target="../media/image163.wmf"/><Relationship Id="rId2" Type="http://schemas.openxmlformats.org/officeDocument/2006/relationships/image" Target="../media/image84.wmf"/><Relationship Id="rId1" Type="http://schemas.openxmlformats.org/officeDocument/2006/relationships/image" Target="../media/image86.wmf"/><Relationship Id="rId6" Type="http://schemas.openxmlformats.org/officeDocument/2006/relationships/image" Target="../media/image87.wmf"/><Relationship Id="rId5" Type="http://schemas.openxmlformats.org/officeDocument/2006/relationships/image" Target="../media/image162.wmf"/><Relationship Id="rId4" Type="http://schemas.openxmlformats.org/officeDocument/2006/relationships/image" Target="../media/image98.wmf"/><Relationship Id="rId9" Type="http://schemas.openxmlformats.org/officeDocument/2006/relationships/image" Target="../media/image16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Relationship Id="rId5" Type="http://schemas.openxmlformats.org/officeDocument/2006/relationships/image" Target="../media/image170.wmf"/><Relationship Id="rId4" Type="http://schemas.openxmlformats.org/officeDocument/2006/relationships/image" Target="../media/image16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84.wmf"/><Relationship Id="rId1" Type="http://schemas.openxmlformats.org/officeDocument/2006/relationships/image" Target="../media/image127.wmf"/><Relationship Id="rId6" Type="http://schemas.openxmlformats.org/officeDocument/2006/relationships/image" Target="../media/image178.wmf"/><Relationship Id="rId5" Type="http://schemas.openxmlformats.org/officeDocument/2006/relationships/image" Target="../media/image129.wmf"/><Relationship Id="rId4" Type="http://schemas.openxmlformats.org/officeDocument/2006/relationships/image" Target="../media/image17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Relationship Id="rId9" Type="http://schemas.openxmlformats.org/officeDocument/2006/relationships/image" Target="../media/image18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7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" Type="http://schemas.openxmlformats.org/officeDocument/2006/relationships/image" Target="../media/image14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4" Type="http://schemas.openxmlformats.org/officeDocument/2006/relationships/image" Target="../media/image195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image" Target="../media/image78.wmf"/><Relationship Id="rId7" Type="http://schemas.openxmlformats.org/officeDocument/2006/relationships/image" Target="../media/image161.wmf"/><Relationship Id="rId12" Type="http://schemas.openxmlformats.org/officeDocument/2006/relationships/image" Target="../media/image199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60.wmf"/><Relationship Id="rId11" Type="http://schemas.openxmlformats.org/officeDocument/2006/relationships/image" Target="../media/image198.wmf"/><Relationship Id="rId5" Type="http://schemas.openxmlformats.org/officeDocument/2006/relationships/image" Target="../media/image159.wmf"/><Relationship Id="rId10" Type="http://schemas.openxmlformats.org/officeDocument/2006/relationships/image" Target="../media/image157.wmf"/><Relationship Id="rId4" Type="http://schemas.openxmlformats.org/officeDocument/2006/relationships/image" Target="../media/image196.wmf"/><Relationship Id="rId9" Type="http://schemas.openxmlformats.org/officeDocument/2006/relationships/image" Target="../media/image197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205.wmf"/><Relationship Id="rId5" Type="http://schemas.openxmlformats.org/officeDocument/2006/relationships/image" Target="../media/image204.wmf"/><Relationship Id="rId10" Type="http://schemas.openxmlformats.org/officeDocument/2006/relationships/image" Target="../media/image209.wmf"/><Relationship Id="rId4" Type="http://schemas.openxmlformats.org/officeDocument/2006/relationships/image" Target="../media/image203.wmf"/><Relationship Id="rId9" Type="http://schemas.openxmlformats.org/officeDocument/2006/relationships/image" Target="../media/image208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7" Type="http://schemas.openxmlformats.org/officeDocument/2006/relationships/image" Target="../media/image216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6" Type="http://schemas.openxmlformats.org/officeDocument/2006/relationships/image" Target="../media/image215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image" Target="../media/image219.wmf"/><Relationship Id="rId7" Type="http://schemas.openxmlformats.org/officeDocument/2006/relationships/image" Target="../media/image223.wmf"/><Relationship Id="rId2" Type="http://schemas.openxmlformats.org/officeDocument/2006/relationships/image" Target="../media/image218.wmf"/><Relationship Id="rId1" Type="http://schemas.openxmlformats.org/officeDocument/2006/relationships/image" Target="../media/image217.wmf"/><Relationship Id="rId6" Type="http://schemas.openxmlformats.org/officeDocument/2006/relationships/image" Target="../media/image222.wmf"/><Relationship Id="rId11" Type="http://schemas.openxmlformats.org/officeDocument/2006/relationships/image" Target="../media/image227.wmf"/><Relationship Id="rId5" Type="http://schemas.openxmlformats.org/officeDocument/2006/relationships/image" Target="../media/image221.wmf"/><Relationship Id="rId10" Type="http://schemas.openxmlformats.org/officeDocument/2006/relationships/image" Target="../media/image226.wmf"/><Relationship Id="rId4" Type="http://schemas.openxmlformats.org/officeDocument/2006/relationships/image" Target="../media/image220.wmf"/><Relationship Id="rId9" Type="http://schemas.openxmlformats.org/officeDocument/2006/relationships/image" Target="../media/image225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3" Type="http://schemas.openxmlformats.org/officeDocument/2006/relationships/image" Target="../media/image227.wmf"/><Relationship Id="rId7" Type="http://schemas.openxmlformats.org/officeDocument/2006/relationships/image" Target="../media/image230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4" Type="http://schemas.openxmlformats.org/officeDocument/2006/relationships/image" Target="../media/image223.wmf"/><Relationship Id="rId9" Type="http://schemas.openxmlformats.org/officeDocument/2006/relationships/image" Target="../media/image232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3" Type="http://schemas.openxmlformats.org/officeDocument/2006/relationships/image" Target="../media/image235.wmf"/><Relationship Id="rId7" Type="http://schemas.openxmlformats.org/officeDocument/2006/relationships/image" Target="../media/image239.wmf"/><Relationship Id="rId12" Type="http://schemas.openxmlformats.org/officeDocument/2006/relationships/image" Target="../media/image244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Relationship Id="rId6" Type="http://schemas.openxmlformats.org/officeDocument/2006/relationships/image" Target="../media/image238.wmf"/><Relationship Id="rId11" Type="http://schemas.openxmlformats.org/officeDocument/2006/relationships/image" Target="../media/image243.wmf"/><Relationship Id="rId5" Type="http://schemas.openxmlformats.org/officeDocument/2006/relationships/image" Target="../media/image237.wmf"/><Relationship Id="rId10" Type="http://schemas.openxmlformats.org/officeDocument/2006/relationships/image" Target="../media/image242.wmf"/><Relationship Id="rId4" Type="http://schemas.openxmlformats.org/officeDocument/2006/relationships/image" Target="../media/image236.wmf"/><Relationship Id="rId9" Type="http://schemas.openxmlformats.org/officeDocument/2006/relationships/image" Target="../media/image241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Relationship Id="rId6" Type="http://schemas.openxmlformats.org/officeDocument/2006/relationships/image" Target="../media/image244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wmf"/><Relationship Id="rId2" Type="http://schemas.openxmlformats.org/officeDocument/2006/relationships/image" Target="../media/image251.wmf"/><Relationship Id="rId1" Type="http://schemas.openxmlformats.org/officeDocument/2006/relationships/image" Target="../media/image250.wmf"/><Relationship Id="rId4" Type="http://schemas.openxmlformats.org/officeDocument/2006/relationships/image" Target="../media/image253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3" Type="http://schemas.openxmlformats.org/officeDocument/2006/relationships/image" Target="../media/image246.wmf"/><Relationship Id="rId7" Type="http://schemas.openxmlformats.org/officeDocument/2006/relationships/image" Target="../media/image259.wmf"/><Relationship Id="rId2" Type="http://schemas.openxmlformats.org/officeDocument/2006/relationships/image" Target="../media/image255.wmf"/><Relationship Id="rId1" Type="http://schemas.openxmlformats.org/officeDocument/2006/relationships/image" Target="../media/image254.wmf"/><Relationship Id="rId6" Type="http://schemas.openxmlformats.org/officeDocument/2006/relationships/image" Target="../media/image258.wmf"/><Relationship Id="rId11" Type="http://schemas.openxmlformats.org/officeDocument/2006/relationships/image" Target="../media/image263.wmf"/><Relationship Id="rId5" Type="http://schemas.openxmlformats.org/officeDocument/2006/relationships/image" Target="../media/image257.wmf"/><Relationship Id="rId10" Type="http://schemas.openxmlformats.org/officeDocument/2006/relationships/image" Target="../media/image262.wmf"/><Relationship Id="rId4" Type="http://schemas.openxmlformats.org/officeDocument/2006/relationships/image" Target="../media/image256.wmf"/><Relationship Id="rId9" Type="http://schemas.openxmlformats.org/officeDocument/2006/relationships/image" Target="../media/image261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wmf"/><Relationship Id="rId2" Type="http://schemas.openxmlformats.org/officeDocument/2006/relationships/image" Target="../media/image264.wmf"/><Relationship Id="rId1" Type="http://schemas.openxmlformats.org/officeDocument/2006/relationships/image" Target="../media/image255.wmf"/><Relationship Id="rId4" Type="http://schemas.openxmlformats.org/officeDocument/2006/relationships/image" Target="../media/image266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55.wmf"/><Relationship Id="rId4" Type="http://schemas.openxmlformats.org/officeDocument/2006/relationships/image" Target="../media/image269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emf"/><Relationship Id="rId1" Type="http://schemas.openxmlformats.org/officeDocument/2006/relationships/image" Target="../media/image270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emf"/><Relationship Id="rId2" Type="http://schemas.openxmlformats.org/officeDocument/2006/relationships/image" Target="../media/image274.emf"/><Relationship Id="rId1" Type="http://schemas.openxmlformats.org/officeDocument/2006/relationships/image" Target="../media/image273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emf"/><Relationship Id="rId2" Type="http://schemas.openxmlformats.org/officeDocument/2006/relationships/image" Target="../media/image278.emf"/><Relationship Id="rId1" Type="http://schemas.openxmlformats.org/officeDocument/2006/relationships/image" Target="../media/image277.emf"/><Relationship Id="rId5" Type="http://schemas.openxmlformats.org/officeDocument/2006/relationships/image" Target="../media/image281.emf"/><Relationship Id="rId4" Type="http://schemas.openxmlformats.org/officeDocument/2006/relationships/image" Target="../media/image280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4.emf"/><Relationship Id="rId1" Type="http://schemas.openxmlformats.org/officeDocument/2006/relationships/image" Target="../media/image283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wmf"/><Relationship Id="rId2" Type="http://schemas.openxmlformats.org/officeDocument/2006/relationships/image" Target="../media/image287.wmf"/><Relationship Id="rId1" Type="http://schemas.openxmlformats.org/officeDocument/2006/relationships/image" Target="../media/image286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" Type="http://schemas.openxmlformats.org/officeDocument/2006/relationships/image" Target="../media/image289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wmf"/><Relationship Id="rId2" Type="http://schemas.openxmlformats.org/officeDocument/2006/relationships/image" Target="../media/image293.wmf"/><Relationship Id="rId1" Type="http://schemas.openxmlformats.org/officeDocument/2006/relationships/image" Target="../media/image292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wmf"/><Relationship Id="rId7" Type="http://schemas.openxmlformats.org/officeDocument/2006/relationships/image" Target="../media/image301.wmf"/><Relationship Id="rId2" Type="http://schemas.openxmlformats.org/officeDocument/2006/relationships/image" Target="../media/image296.wmf"/><Relationship Id="rId1" Type="http://schemas.openxmlformats.org/officeDocument/2006/relationships/image" Target="../media/image295.wmf"/><Relationship Id="rId6" Type="http://schemas.openxmlformats.org/officeDocument/2006/relationships/image" Target="../media/image300.wmf"/><Relationship Id="rId5" Type="http://schemas.openxmlformats.org/officeDocument/2006/relationships/image" Target="../media/image299.wmf"/><Relationship Id="rId4" Type="http://schemas.openxmlformats.org/officeDocument/2006/relationships/image" Target="../media/image298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wmf"/><Relationship Id="rId2" Type="http://schemas.openxmlformats.org/officeDocument/2006/relationships/image" Target="../media/image303.wmf"/><Relationship Id="rId1" Type="http://schemas.openxmlformats.org/officeDocument/2006/relationships/image" Target="../media/image302.wmf"/><Relationship Id="rId6" Type="http://schemas.openxmlformats.org/officeDocument/2006/relationships/image" Target="../media/image307.wmf"/><Relationship Id="rId5" Type="http://schemas.openxmlformats.org/officeDocument/2006/relationships/image" Target="../media/image306.wmf"/><Relationship Id="rId4" Type="http://schemas.openxmlformats.org/officeDocument/2006/relationships/image" Target="../media/image305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3" Type="http://schemas.openxmlformats.org/officeDocument/2006/relationships/image" Target="../media/image310.wmf"/><Relationship Id="rId7" Type="http://schemas.openxmlformats.org/officeDocument/2006/relationships/image" Target="../media/image314.wmf"/><Relationship Id="rId2" Type="http://schemas.openxmlformats.org/officeDocument/2006/relationships/image" Target="../media/image309.wmf"/><Relationship Id="rId1" Type="http://schemas.openxmlformats.org/officeDocument/2006/relationships/image" Target="../media/image308.wmf"/><Relationship Id="rId6" Type="http://schemas.openxmlformats.org/officeDocument/2006/relationships/image" Target="../media/image313.wmf"/><Relationship Id="rId5" Type="http://schemas.openxmlformats.org/officeDocument/2006/relationships/image" Target="../media/image312.wmf"/><Relationship Id="rId4" Type="http://schemas.openxmlformats.org/officeDocument/2006/relationships/image" Target="../media/image311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wmf"/><Relationship Id="rId3" Type="http://schemas.openxmlformats.org/officeDocument/2006/relationships/image" Target="../media/image318.wmf"/><Relationship Id="rId7" Type="http://schemas.openxmlformats.org/officeDocument/2006/relationships/image" Target="../media/image322.wmf"/><Relationship Id="rId2" Type="http://schemas.openxmlformats.org/officeDocument/2006/relationships/image" Target="../media/image317.wmf"/><Relationship Id="rId1" Type="http://schemas.openxmlformats.org/officeDocument/2006/relationships/image" Target="../media/image316.wmf"/><Relationship Id="rId6" Type="http://schemas.openxmlformats.org/officeDocument/2006/relationships/image" Target="../media/image321.wmf"/><Relationship Id="rId5" Type="http://schemas.openxmlformats.org/officeDocument/2006/relationships/image" Target="../media/image320.wmf"/><Relationship Id="rId4" Type="http://schemas.openxmlformats.org/officeDocument/2006/relationships/image" Target="../media/image319.wmf"/><Relationship Id="rId9" Type="http://schemas.openxmlformats.org/officeDocument/2006/relationships/image" Target="../media/image324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3" Type="http://schemas.openxmlformats.org/officeDocument/2006/relationships/image" Target="../media/image327.wmf"/><Relationship Id="rId7" Type="http://schemas.openxmlformats.org/officeDocument/2006/relationships/image" Target="../media/image331.wmf"/><Relationship Id="rId2" Type="http://schemas.openxmlformats.org/officeDocument/2006/relationships/image" Target="../media/image326.wmf"/><Relationship Id="rId1" Type="http://schemas.openxmlformats.org/officeDocument/2006/relationships/image" Target="../media/image325.wmf"/><Relationship Id="rId6" Type="http://schemas.openxmlformats.org/officeDocument/2006/relationships/image" Target="../media/image330.wmf"/><Relationship Id="rId5" Type="http://schemas.openxmlformats.org/officeDocument/2006/relationships/image" Target="../media/image329.wmf"/><Relationship Id="rId4" Type="http://schemas.openxmlformats.org/officeDocument/2006/relationships/image" Target="../media/image328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wmf"/><Relationship Id="rId2" Type="http://schemas.openxmlformats.org/officeDocument/2006/relationships/image" Target="../media/image334.wmf"/><Relationship Id="rId1" Type="http://schemas.openxmlformats.org/officeDocument/2006/relationships/image" Target="../media/image333.wmf"/><Relationship Id="rId6" Type="http://schemas.openxmlformats.org/officeDocument/2006/relationships/image" Target="../media/image338.wmf"/><Relationship Id="rId5" Type="http://schemas.openxmlformats.org/officeDocument/2006/relationships/image" Target="../media/image337.wmf"/><Relationship Id="rId4" Type="http://schemas.openxmlformats.org/officeDocument/2006/relationships/image" Target="../media/image336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wmf"/><Relationship Id="rId2" Type="http://schemas.openxmlformats.org/officeDocument/2006/relationships/image" Target="../media/image340.wmf"/><Relationship Id="rId1" Type="http://schemas.openxmlformats.org/officeDocument/2006/relationships/image" Target="../media/image339.wmf"/><Relationship Id="rId4" Type="http://schemas.openxmlformats.org/officeDocument/2006/relationships/image" Target="../media/image342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wmf"/><Relationship Id="rId2" Type="http://schemas.openxmlformats.org/officeDocument/2006/relationships/image" Target="../media/image344.wmf"/><Relationship Id="rId1" Type="http://schemas.openxmlformats.org/officeDocument/2006/relationships/image" Target="../media/image343.wmf"/><Relationship Id="rId6" Type="http://schemas.openxmlformats.org/officeDocument/2006/relationships/image" Target="../media/image348.wmf"/><Relationship Id="rId5" Type="http://schemas.openxmlformats.org/officeDocument/2006/relationships/image" Target="../media/image347.wmf"/><Relationship Id="rId4" Type="http://schemas.openxmlformats.org/officeDocument/2006/relationships/image" Target="../media/image346.w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wmf"/><Relationship Id="rId3" Type="http://schemas.openxmlformats.org/officeDocument/2006/relationships/image" Target="../media/image351.wmf"/><Relationship Id="rId7" Type="http://schemas.openxmlformats.org/officeDocument/2006/relationships/image" Target="../media/image355.wmf"/><Relationship Id="rId2" Type="http://schemas.openxmlformats.org/officeDocument/2006/relationships/image" Target="../media/image350.wmf"/><Relationship Id="rId1" Type="http://schemas.openxmlformats.org/officeDocument/2006/relationships/image" Target="../media/image349.wmf"/><Relationship Id="rId6" Type="http://schemas.openxmlformats.org/officeDocument/2006/relationships/image" Target="../media/image354.wmf"/><Relationship Id="rId5" Type="http://schemas.openxmlformats.org/officeDocument/2006/relationships/image" Target="../media/image353.wmf"/><Relationship Id="rId4" Type="http://schemas.openxmlformats.org/officeDocument/2006/relationships/image" Target="../media/image352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wmf"/><Relationship Id="rId7" Type="http://schemas.openxmlformats.org/officeDocument/2006/relationships/image" Target="../media/image363.wmf"/><Relationship Id="rId2" Type="http://schemas.openxmlformats.org/officeDocument/2006/relationships/image" Target="../media/image358.wmf"/><Relationship Id="rId1" Type="http://schemas.openxmlformats.org/officeDocument/2006/relationships/image" Target="../media/image357.wmf"/><Relationship Id="rId6" Type="http://schemas.openxmlformats.org/officeDocument/2006/relationships/image" Target="../media/image362.wmf"/><Relationship Id="rId5" Type="http://schemas.openxmlformats.org/officeDocument/2006/relationships/image" Target="../media/image361.wmf"/><Relationship Id="rId4" Type="http://schemas.openxmlformats.org/officeDocument/2006/relationships/image" Target="../media/image360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wmf"/><Relationship Id="rId7" Type="http://schemas.openxmlformats.org/officeDocument/2006/relationships/image" Target="../media/image370.wmf"/><Relationship Id="rId2" Type="http://schemas.openxmlformats.org/officeDocument/2006/relationships/image" Target="../media/image365.wmf"/><Relationship Id="rId1" Type="http://schemas.openxmlformats.org/officeDocument/2006/relationships/image" Target="../media/image364.wmf"/><Relationship Id="rId6" Type="http://schemas.openxmlformats.org/officeDocument/2006/relationships/image" Target="../media/image369.wmf"/><Relationship Id="rId5" Type="http://schemas.openxmlformats.org/officeDocument/2006/relationships/image" Target="../media/image368.wmf"/><Relationship Id="rId4" Type="http://schemas.openxmlformats.org/officeDocument/2006/relationships/image" Target="../media/image367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wmf"/><Relationship Id="rId2" Type="http://schemas.openxmlformats.org/officeDocument/2006/relationships/image" Target="../media/image372.wmf"/><Relationship Id="rId1" Type="http://schemas.openxmlformats.org/officeDocument/2006/relationships/image" Target="../media/image371.wmf"/><Relationship Id="rId4" Type="http://schemas.openxmlformats.org/officeDocument/2006/relationships/image" Target="../media/image374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wmf"/><Relationship Id="rId3" Type="http://schemas.openxmlformats.org/officeDocument/2006/relationships/image" Target="../media/image377.wmf"/><Relationship Id="rId7" Type="http://schemas.openxmlformats.org/officeDocument/2006/relationships/image" Target="../media/image381.wmf"/><Relationship Id="rId12" Type="http://schemas.openxmlformats.org/officeDocument/2006/relationships/image" Target="../media/image386.wmf"/><Relationship Id="rId2" Type="http://schemas.openxmlformats.org/officeDocument/2006/relationships/image" Target="../media/image376.wmf"/><Relationship Id="rId1" Type="http://schemas.openxmlformats.org/officeDocument/2006/relationships/image" Target="../media/image375.wmf"/><Relationship Id="rId6" Type="http://schemas.openxmlformats.org/officeDocument/2006/relationships/image" Target="../media/image380.wmf"/><Relationship Id="rId11" Type="http://schemas.openxmlformats.org/officeDocument/2006/relationships/image" Target="../media/image385.wmf"/><Relationship Id="rId5" Type="http://schemas.openxmlformats.org/officeDocument/2006/relationships/image" Target="../media/image379.wmf"/><Relationship Id="rId10" Type="http://schemas.openxmlformats.org/officeDocument/2006/relationships/image" Target="../media/image384.wmf"/><Relationship Id="rId4" Type="http://schemas.openxmlformats.org/officeDocument/2006/relationships/image" Target="../media/image378.wmf"/><Relationship Id="rId9" Type="http://schemas.openxmlformats.org/officeDocument/2006/relationships/image" Target="../media/image383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wmf"/><Relationship Id="rId2" Type="http://schemas.openxmlformats.org/officeDocument/2006/relationships/image" Target="../media/image387.wmf"/><Relationship Id="rId1" Type="http://schemas.openxmlformats.org/officeDocument/2006/relationships/image" Target="../media/image379.wmf"/><Relationship Id="rId5" Type="http://schemas.openxmlformats.org/officeDocument/2006/relationships/image" Target="../media/image390.wmf"/><Relationship Id="rId4" Type="http://schemas.openxmlformats.org/officeDocument/2006/relationships/image" Target="../media/image389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wmf"/><Relationship Id="rId3" Type="http://schemas.openxmlformats.org/officeDocument/2006/relationships/image" Target="../media/image393.wmf"/><Relationship Id="rId7" Type="http://schemas.openxmlformats.org/officeDocument/2006/relationships/image" Target="../media/image397.wmf"/><Relationship Id="rId2" Type="http://schemas.openxmlformats.org/officeDocument/2006/relationships/image" Target="../media/image392.wmf"/><Relationship Id="rId1" Type="http://schemas.openxmlformats.org/officeDocument/2006/relationships/image" Target="../media/image391.wmf"/><Relationship Id="rId6" Type="http://schemas.openxmlformats.org/officeDocument/2006/relationships/image" Target="../media/image396.wmf"/><Relationship Id="rId5" Type="http://schemas.openxmlformats.org/officeDocument/2006/relationships/image" Target="../media/image395.wmf"/><Relationship Id="rId4" Type="http://schemas.openxmlformats.org/officeDocument/2006/relationships/image" Target="../media/image394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wmf"/><Relationship Id="rId13" Type="http://schemas.openxmlformats.org/officeDocument/2006/relationships/image" Target="../media/image411.wmf"/><Relationship Id="rId3" Type="http://schemas.openxmlformats.org/officeDocument/2006/relationships/image" Target="../media/image401.wmf"/><Relationship Id="rId7" Type="http://schemas.openxmlformats.org/officeDocument/2006/relationships/image" Target="../media/image405.wmf"/><Relationship Id="rId12" Type="http://schemas.openxmlformats.org/officeDocument/2006/relationships/image" Target="../media/image410.wmf"/><Relationship Id="rId2" Type="http://schemas.openxmlformats.org/officeDocument/2006/relationships/image" Target="../media/image400.wmf"/><Relationship Id="rId1" Type="http://schemas.openxmlformats.org/officeDocument/2006/relationships/image" Target="../media/image399.wmf"/><Relationship Id="rId6" Type="http://schemas.openxmlformats.org/officeDocument/2006/relationships/image" Target="../media/image404.wmf"/><Relationship Id="rId11" Type="http://schemas.openxmlformats.org/officeDocument/2006/relationships/image" Target="../media/image409.wmf"/><Relationship Id="rId5" Type="http://schemas.openxmlformats.org/officeDocument/2006/relationships/image" Target="../media/image403.wmf"/><Relationship Id="rId10" Type="http://schemas.openxmlformats.org/officeDocument/2006/relationships/image" Target="../media/image408.wmf"/><Relationship Id="rId4" Type="http://schemas.openxmlformats.org/officeDocument/2006/relationships/image" Target="../media/image402.wmf"/><Relationship Id="rId9" Type="http://schemas.openxmlformats.org/officeDocument/2006/relationships/image" Target="../media/image407.wmf"/><Relationship Id="rId14" Type="http://schemas.openxmlformats.org/officeDocument/2006/relationships/image" Target="../media/image412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5.wmf"/><Relationship Id="rId2" Type="http://schemas.openxmlformats.org/officeDocument/2006/relationships/image" Target="../media/image414.wmf"/><Relationship Id="rId1" Type="http://schemas.openxmlformats.org/officeDocument/2006/relationships/image" Target="../media/image413.wmf"/><Relationship Id="rId4" Type="http://schemas.openxmlformats.org/officeDocument/2006/relationships/image" Target="../media/image416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wmf"/><Relationship Id="rId3" Type="http://schemas.openxmlformats.org/officeDocument/2006/relationships/image" Target="../media/image418.wmf"/><Relationship Id="rId7" Type="http://schemas.openxmlformats.org/officeDocument/2006/relationships/image" Target="../media/image422.wmf"/><Relationship Id="rId2" Type="http://schemas.openxmlformats.org/officeDocument/2006/relationships/image" Target="../media/image399.wmf"/><Relationship Id="rId1" Type="http://schemas.openxmlformats.org/officeDocument/2006/relationships/image" Target="../media/image417.wmf"/><Relationship Id="rId6" Type="http://schemas.openxmlformats.org/officeDocument/2006/relationships/image" Target="../media/image421.wmf"/><Relationship Id="rId5" Type="http://schemas.openxmlformats.org/officeDocument/2006/relationships/image" Target="../media/image420.wmf"/><Relationship Id="rId4" Type="http://schemas.openxmlformats.org/officeDocument/2006/relationships/image" Target="../media/image419.wmf"/><Relationship Id="rId9" Type="http://schemas.openxmlformats.org/officeDocument/2006/relationships/image" Target="../media/image424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wmf"/><Relationship Id="rId13" Type="http://schemas.openxmlformats.org/officeDocument/2006/relationships/image" Target="../media/image437.wmf"/><Relationship Id="rId18" Type="http://schemas.openxmlformats.org/officeDocument/2006/relationships/image" Target="../media/image442.wmf"/><Relationship Id="rId3" Type="http://schemas.openxmlformats.org/officeDocument/2006/relationships/image" Target="../media/image427.wmf"/><Relationship Id="rId7" Type="http://schemas.openxmlformats.org/officeDocument/2006/relationships/image" Target="../media/image431.wmf"/><Relationship Id="rId12" Type="http://schemas.openxmlformats.org/officeDocument/2006/relationships/image" Target="../media/image436.wmf"/><Relationship Id="rId17" Type="http://schemas.openxmlformats.org/officeDocument/2006/relationships/image" Target="../media/image441.wmf"/><Relationship Id="rId2" Type="http://schemas.openxmlformats.org/officeDocument/2006/relationships/image" Target="../media/image426.wmf"/><Relationship Id="rId16" Type="http://schemas.openxmlformats.org/officeDocument/2006/relationships/image" Target="../media/image440.wmf"/><Relationship Id="rId1" Type="http://schemas.openxmlformats.org/officeDocument/2006/relationships/image" Target="../media/image425.wmf"/><Relationship Id="rId6" Type="http://schemas.openxmlformats.org/officeDocument/2006/relationships/image" Target="../media/image430.wmf"/><Relationship Id="rId11" Type="http://schemas.openxmlformats.org/officeDocument/2006/relationships/image" Target="../media/image435.wmf"/><Relationship Id="rId5" Type="http://schemas.openxmlformats.org/officeDocument/2006/relationships/image" Target="../media/image429.wmf"/><Relationship Id="rId15" Type="http://schemas.openxmlformats.org/officeDocument/2006/relationships/image" Target="../media/image439.wmf"/><Relationship Id="rId10" Type="http://schemas.openxmlformats.org/officeDocument/2006/relationships/image" Target="../media/image434.wmf"/><Relationship Id="rId19" Type="http://schemas.openxmlformats.org/officeDocument/2006/relationships/image" Target="../media/image443.wmf"/><Relationship Id="rId4" Type="http://schemas.openxmlformats.org/officeDocument/2006/relationships/image" Target="../media/image428.wmf"/><Relationship Id="rId9" Type="http://schemas.openxmlformats.org/officeDocument/2006/relationships/image" Target="../media/image433.wmf"/><Relationship Id="rId14" Type="http://schemas.openxmlformats.org/officeDocument/2006/relationships/image" Target="../media/image438.w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6.wmf"/><Relationship Id="rId2" Type="http://schemas.openxmlformats.org/officeDocument/2006/relationships/image" Target="../media/image445.wmf"/><Relationship Id="rId1" Type="http://schemas.openxmlformats.org/officeDocument/2006/relationships/image" Target="../media/image444.wmf"/><Relationship Id="rId4" Type="http://schemas.openxmlformats.org/officeDocument/2006/relationships/image" Target="../media/image425.w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7.png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8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9920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254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5.wmf"/><Relationship Id="rId26" Type="http://schemas.openxmlformats.org/officeDocument/2006/relationships/image" Target="../media/image19.e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34" Type="http://schemas.openxmlformats.org/officeDocument/2006/relationships/image" Target="../media/image23.wmf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e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33" Type="http://schemas.openxmlformats.org/officeDocument/2006/relationships/oleObject" Target="../embeddings/oleObject2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29" Type="http://schemas.openxmlformats.org/officeDocument/2006/relationships/oleObject" Target="../embeddings/oleObject21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18.wmf"/><Relationship Id="rId32" Type="http://schemas.openxmlformats.org/officeDocument/2006/relationships/image" Target="../media/image22.w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28" Type="http://schemas.openxmlformats.org/officeDocument/2006/relationships/image" Target="../media/image20.wmf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6.bin"/><Relationship Id="rId31" Type="http://schemas.openxmlformats.org/officeDocument/2006/relationships/oleObject" Target="../embeddings/oleObject22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3.wmf"/><Relationship Id="rId22" Type="http://schemas.openxmlformats.org/officeDocument/2006/relationships/image" Target="../media/image17.wmf"/><Relationship Id="rId27" Type="http://schemas.openxmlformats.org/officeDocument/2006/relationships/oleObject" Target="../embeddings/oleObject20.bin"/><Relationship Id="rId30" Type="http://schemas.openxmlformats.org/officeDocument/2006/relationships/image" Target="../media/image21.wmf"/><Relationship Id="rId8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3.bin"/><Relationship Id="rId18" Type="http://schemas.openxmlformats.org/officeDocument/2006/relationships/oleObject" Target="../embeddings/oleObject36.bin"/><Relationship Id="rId3" Type="http://schemas.openxmlformats.org/officeDocument/2006/relationships/oleObject" Target="../embeddings/oleObject28.bin"/><Relationship Id="rId21" Type="http://schemas.openxmlformats.org/officeDocument/2006/relationships/image" Target="../media/image36.wmf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2.wmf"/><Relationship Id="rId17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.bin"/><Relationship Id="rId20" Type="http://schemas.openxmlformats.org/officeDocument/2006/relationships/oleObject" Target="../embeddings/oleObject3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image" Target="../media/image37.wmf"/><Relationship Id="rId10" Type="http://schemas.openxmlformats.org/officeDocument/2006/relationships/image" Target="../media/image31.wmf"/><Relationship Id="rId19" Type="http://schemas.openxmlformats.org/officeDocument/2006/relationships/image" Target="../media/image35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3.wmf"/><Relationship Id="rId22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5.wmf"/><Relationship Id="rId3" Type="http://schemas.openxmlformats.org/officeDocument/2006/relationships/oleObject" Target="../embeddings/oleObject39.bin"/><Relationship Id="rId21" Type="http://schemas.openxmlformats.org/officeDocument/2006/relationships/oleObject" Target="../embeddings/oleObject48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2.e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4.wmf"/><Relationship Id="rId20" Type="http://schemas.openxmlformats.org/officeDocument/2006/relationships/image" Target="../media/image46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3.bin"/><Relationship Id="rId24" Type="http://schemas.openxmlformats.org/officeDocument/2006/relationships/image" Target="../media/image48.wmf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oleObject" Target="../embeddings/oleObject49.bin"/><Relationship Id="rId10" Type="http://schemas.openxmlformats.org/officeDocument/2006/relationships/image" Target="../media/image41.wmf"/><Relationship Id="rId19" Type="http://schemas.openxmlformats.org/officeDocument/2006/relationships/oleObject" Target="../embeddings/oleObject47.bin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3.wmf"/><Relationship Id="rId22" Type="http://schemas.openxmlformats.org/officeDocument/2006/relationships/image" Target="../media/image47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6.wmf"/><Relationship Id="rId26" Type="http://schemas.openxmlformats.org/officeDocument/2006/relationships/image" Target="../media/image60.w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34" Type="http://schemas.openxmlformats.org/officeDocument/2006/relationships/oleObject" Target="../embeddings/oleObject66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33" Type="http://schemas.openxmlformats.org/officeDocument/2006/relationships/oleObject" Target="../embeddings/oleObject6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59.wmf"/><Relationship Id="rId32" Type="http://schemas.openxmlformats.org/officeDocument/2006/relationships/image" Target="../media/image63.w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61.wmf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58.bin"/><Relationship Id="rId31" Type="http://schemas.openxmlformats.org/officeDocument/2006/relationships/oleObject" Target="../embeddings/oleObject64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4.wmf"/><Relationship Id="rId22" Type="http://schemas.openxmlformats.org/officeDocument/2006/relationships/image" Target="../media/image58.w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62.wmf"/><Relationship Id="rId35" Type="http://schemas.openxmlformats.org/officeDocument/2006/relationships/image" Target="../media/image64.wmf"/><Relationship Id="rId8" Type="http://schemas.openxmlformats.org/officeDocument/2006/relationships/image" Target="../media/image5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image" Target="../media/image69.wmf"/><Relationship Id="rId18" Type="http://schemas.openxmlformats.org/officeDocument/2006/relationships/oleObject" Target="../embeddings/oleObject75.bin"/><Relationship Id="rId26" Type="http://schemas.openxmlformats.org/officeDocument/2006/relationships/oleObject" Target="../embeddings/oleObject79.bin"/><Relationship Id="rId3" Type="http://schemas.openxmlformats.org/officeDocument/2006/relationships/oleObject" Target="../embeddings/oleObject67.bin"/><Relationship Id="rId21" Type="http://schemas.openxmlformats.org/officeDocument/2006/relationships/image" Target="../media/image73.wmf"/><Relationship Id="rId7" Type="http://schemas.openxmlformats.org/officeDocument/2006/relationships/oleObject" Target="../embeddings/oleObject69.bin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71.wmf"/><Relationship Id="rId25" Type="http://schemas.openxmlformats.org/officeDocument/2006/relationships/image" Target="../media/image7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4.bin"/><Relationship Id="rId20" Type="http://schemas.openxmlformats.org/officeDocument/2006/relationships/oleObject" Target="../embeddings/oleObject76.bin"/><Relationship Id="rId29" Type="http://schemas.openxmlformats.org/officeDocument/2006/relationships/image" Target="../media/image7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6.wmf"/><Relationship Id="rId11" Type="http://schemas.openxmlformats.org/officeDocument/2006/relationships/image" Target="../media/image68.wmf"/><Relationship Id="rId24" Type="http://schemas.openxmlformats.org/officeDocument/2006/relationships/oleObject" Target="../embeddings/oleObject78.bin"/><Relationship Id="rId5" Type="http://schemas.openxmlformats.org/officeDocument/2006/relationships/oleObject" Target="../embeddings/oleObject68.bin"/><Relationship Id="rId15" Type="http://schemas.openxmlformats.org/officeDocument/2006/relationships/image" Target="../media/image70.wmf"/><Relationship Id="rId23" Type="http://schemas.openxmlformats.org/officeDocument/2006/relationships/image" Target="../media/image74.wmf"/><Relationship Id="rId28" Type="http://schemas.openxmlformats.org/officeDocument/2006/relationships/oleObject" Target="../embeddings/oleObject80.bin"/><Relationship Id="rId10" Type="http://schemas.openxmlformats.org/officeDocument/2006/relationships/oleObject" Target="../embeddings/oleObject71.bin"/><Relationship Id="rId19" Type="http://schemas.openxmlformats.org/officeDocument/2006/relationships/image" Target="../media/image72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70.bin"/><Relationship Id="rId14" Type="http://schemas.openxmlformats.org/officeDocument/2006/relationships/oleObject" Target="../embeddings/oleObject73.bin"/><Relationship Id="rId22" Type="http://schemas.openxmlformats.org/officeDocument/2006/relationships/oleObject" Target="../embeddings/oleObject77.bin"/><Relationship Id="rId27" Type="http://schemas.openxmlformats.org/officeDocument/2006/relationships/image" Target="../media/image7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85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83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4.bin"/><Relationship Id="rId18" Type="http://schemas.openxmlformats.org/officeDocument/2006/relationships/oleObject" Target="../embeddings/oleObject97.bin"/><Relationship Id="rId26" Type="http://schemas.openxmlformats.org/officeDocument/2006/relationships/oleObject" Target="../embeddings/oleObject101.bin"/><Relationship Id="rId3" Type="http://schemas.openxmlformats.org/officeDocument/2006/relationships/oleObject" Target="../embeddings/oleObject89.bin"/><Relationship Id="rId21" Type="http://schemas.openxmlformats.org/officeDocument/2006/relationships/image" Target="../media/image93.wmf"/><Relationship Id="rId34" Type="http://schemas.openxmlformats.org/officeDocument/2006/relationships/image" Target="../media/image99.wmf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89.wmf"/><Relationship Id="rId17" Type="http://schemas.openxmlformats.org/officeDocument/2006/relationships/image" Target="../media/image91.wmf"/><Relationship Id="rId25" Type="http://schemas.openxmlformats.org/officeDocument/2006/relationships/image" Target="../media/image95.wmf"/><Relationship Id="rId33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6.bin"/><Relationship Id="rId20" Type="http://schemas.openxmlformats.org/officeDocument/2006/relationships/oleObject" Target="../embeddings/oleObject98.bin"/><Relationship Id="rId29" Type="http://schemas.openxmlformats.org/officeDocument/2006/relationships/oleObject" Target="../embeddings/oleObject103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93.bin"/><Relationship Id="rId24" Type="http://schemas.openxmlformats.org/officeDocument/2006/relationships/oleObject" Target="../embeddings/oleObject100.bin"/><Relationship Id="rId32" Type="http://schemas.openxmlformats.org/officeDocument/2006/relationships/image" Target="../media/image98.w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image" Target="../media/image94.wmf"/><Relationship Id="rId28" Type="http://schemas.openxmlformats.org/officeDocument/2006/relationships/oleObject" Target="../embeddings/oleObject102.bin"/><Relationship Id="rId10" Type="http://schemas.openxmlformats.org/officeDocument/2006/relationships/image" Target="../media/image84.wmf"/><Relationship Id="rId19" Type="http://schemas.openxmlformats.org/officeDocument/2006/relationships/image" Target="../media/image92.wmf"/><Relationship Id="rId31" Type="http://schemas.openxmlformats.org/officeDocument/2006/relationships/oleObject" Target="../embeddings/oleObject104.bin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0.wmf"/><Relationship Id="rId22" Type="http://schemas.openxmlformats.org/officeDocument/2006/relationships/oleObject" Target="../embeddings/oleObject99.bin"/><Relationship Id="rId27" Type="http://schemas.openxmlformats.org/officeDocument/2006/relationships/image" Target="../media/image96.wmf"/><Relationship Id="rId30" Type="http://schemas.openxmlformats.org/officeDocument/2006/relationships/image" Target="../media/image97.wmf"/><Relationship Id="rId8" Type="http://schemas.openxmlformats.org/officeDocument/2006/relationships/image" Target="../media/image8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07.wmf"/><Relationship Id="rId26" Type="http://schemas.openxmlformats.org/officeDocument/2006/relationships/image" Target="../media/image111.w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110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23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1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8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1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26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2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38.bin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29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3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44.bin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3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8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3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51.bin"/><Relationship Id="rId18" Type="http://schemas.openxmlformats.org/officeDocument/2006/relationships/image" Target="../media/image143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2.wmf"/><Relationship Id="rId20" Type="http://schemas.openxmlformats.org/officeDocument/2006/relationships/image" Target="../media/image144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5" Type="http://schemas.openxmlformats.org/officeDocument/2006/relationships/oleObject" Target="../embeddings/oleObject152.bin"/><Relationship Id="rId10" Type="http://schemas.openxmlformats.org/officeDocument/2006/relationships/image" Target="../media/image139.wmf"/><Relationship Id="rId19" Type="http://schemas.openxmlformats.org/officeDocument/2006/relationships/oleObject" Target="../embeddings/oleObject154.bin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14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4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5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59.wmf"/><Relationship Id="rId3" Type="http://schemas.openxmlformats.org/officeDocument/2006/relationships/oleObject" Target="../embeddings/oleObject163.bin"/><Relationship Id="rId21" Type="http://schemas.openxmlformats.org/officeDocument/2006/relationships/oleObject" Target="../embeddings/oleObject172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56.wmf"/><Relationship Id="rId17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8.wmf"/><Relationship Id="rId20" Type="http://schemas.openxmlformats.org/officeDocument/2006/relationships/image" Target="../media/image16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3.bin"/><Relationship Id="rId10" Type="http://schemas.openxmlformats.org/officeDocument/2006/relationships/image" Target="../media/image155.wmf"/><Relationship Id="rId19" Type="http://schemas.openxmlformats.org/officeDocument/2006/relationships/oleObject" Target="../embeddings/oleObject171.bin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57.wmf"/><Relationship Id="rId22" Type="http://schemas.openxmlformats.org/officeDocument/2006/relationships/image" Target="../media/image16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64.w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3.wmf"/><Relationship Id="rId20" Type="http://schemas.openxmlformats.org/officeDocument/2006/relationships/image" Target="../media/image165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98.wmf"/><Relationship Id="rId19" Type="http://schemas.openxmlformats.org/officeDocument/2006/relationships/oleObject" Target="../embeddings/oleObject179.bin"/><Relationship Id="rId4" Type="http://schemas.openxmlformats.org/officeDocument/2006/relationships/image" Target="../media/image86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8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0" Type="http://schemas.openxmlformats.org/officeDocument/2006/relationships/image" Target="../media/image169.wmf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18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89.bin"/><Relationship Id="rId5" Type="http://schemas.openxmlformats.org/officeDocument/2006/relationships/oleObject" Target="../embeddings/oleObject186.bin"/><Relationship Id="rId10" Type="http://schemas.openxmlformats.org/officeDocument/2006/relationships/image" Target="../media/image174.wmf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8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195.bin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177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17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186.wm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83.wmf"/><Relationship Id="rId17" Type="http://schemas.openxmlformats.org/officeDocument/2006/relationships/oleObject" Target="../embeddings/oleObject2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5.wmf"/><Relationship Id="rId20" Type="http://schemas.openxmlformats.org/officeDocument/2006/relationships/image" Target="../media/image187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200.bin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10" Type="http://schemas.openxmlformats.org/officeDocument/2006/relationships/image" Target="../media/image182.wmf"/><Relationship Id="rId19" Type="http://schemas.openxmlformats.org/officeDocument/2006/relationships/oleObject" Target="../embeddings/oleObject204.bin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8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17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208.bin"/><Relationship Id="rId4" Type="http://schemas.openxmlformats.org/officeDocument/2006/relationships/image" Target="../media/image14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211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21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171.bin"/><Relationship Id="rId18" Type="http://schemas.openxmlformats.org/officeDocument/2006/relationships/image" Target="../media/image155.wmf"/><Relationship Id="rId26" Type="http://schemas.openxmlformats.org/officeDocument/2006/relationships/image" Target="../media/image199.wmf"/><Relationship Id="rId3" Type="http://schemas.openxmlformats.org/officeDocument/2006/relationships/oleObject" Target="../embeddings/oleObject163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73.bin"/><Relationship Id="rId25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1.wmf"/><Relationship Id="rId20" Type="http://schemas.openxmlformats.org/officeDocument/2006/relationships/image" Target="../media/image197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70.bin"/><Relationship Id="rId24" Type="http://schemas.openxmlformats.org/officeDocument/2006/relationships/image" Target="../media/image198.wmf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72.bin"/><Relationship Id="rId23" Type="http://schemas.openxmlformats.org/officeDocument/2006/relationships/oleObject" Target="../embeddings/oleObject216.bin"/><Relationship Id="rId10" Type="http://schemas.openxmlformats.org/officeDocument/2006/relationships/image" Target="../media/image196.wmf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214.bin"/><Relationship Id="rId14" Type="http://schemas.openxmlformats.org/officeDocument/2006/relationships/image" Target="../media/image160.wmf"/><Relationship Id="rId22" Type="http://schemas.openxmlformats.org/officeDocument/2006/relationships/image" Target="../media/image15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07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04.wmf"/><Relationship Id="rId17" Type="http://schemas.openxmlformats.org/officeDocument/2006/relationships/oleObject" Target="../embeddings/oleObject2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6.wmf"/><Relationship Id="rId20" Type="http://schemas.openxmlformats.org/officeDocument/2006/relationships/image" Target="../media/image208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10" Type="http://schemas.openxmlformats.org/officeDocument/2006/relationships/image" Target="../media/image203.wmf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05.wmf"/><Relationship Id="rId22" Type="http://schemas.openxmlformats.org/officeDocument/2006/relationships/image" Target="../media/image209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13" Type="http://schemas.openxmlformats.org/officeDocument/2006/relationships/oleObject" Target="../embeddings/oleObject233.bin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1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6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10" Type="http://schemas.openxmlformats.org/officeDocument/2006/relationships/image" Target="../media/image213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1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13" Type="http://schemas.openxmlformats.org/officeDocument/2006/relationships/oleObject" Target="../embeddings/oleObject240.bin"/><Relationship Id="rId18" Type="http://schemas.openxmlformats.org/officeDocument/2006/relationships/oleObject" Target="../embeddings/oleObject243.bin"/><Relationship Id="rId3" Type="http://schemas.openxmlformats.org/officeDocument/2006/relationships/oleObject" Target="../embeddings/oleObject235.bin"/><Relationship Id="rId21" Type="http://schemas.openxmlformats.org/officeDocument/2006/relationships/image" Target="../media/image225.wmf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21.wmf"/><Relationship Id="rId17" Type="http://schemas.openxmlformats.org/officeDocument/2006/relationships/oleObject" Target="../embeddings/oleObject242.bin"/><Relationship Id="rId25" Type="http://schemas.openxmlformats.org/officeDocument/2006/relationships/image" Target="../media/image22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3.wmf"/><Relationship Id="rId20" Type="http://schemas.openxmlformats.org/officeDocument/2006/relationships/oleObject" Target="../embeddings/oleObject244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239.bin"/><Relationship Id="rId24" Type="http://schemas.openxmlformats.org/officeDocument/2006/relationships/oleObject" Target="../embeddings/oleObject246.bin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23" Type="http://schemas.openxmlformats.org/officeDocument/2006/relationships/image" Target="../media/image226.wmf"/><Relationship Id="rId10" Type="http://schemas.openxmlformats.org/officeDocument/2006/relationships/image" Target="../media/image220.wmf"/><Relationship Id="rId19" Type="http://schemas.openxmlformats.org/officeDocument/2006/relationships/image" Target="../media/image224.wmf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222.wmf"/><Relationship Id="rId22" Type="http://schemas.openxmlformats.org/officeDocument/2006/relationships/oleObject" Target="../embeddings/oleObject24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oleObject" Target="../embeddings/oleObject252.bin"/><Relationship Id="rId18" Type="http://schemas.openxmlformats.org/officeDocument/2006/relationships/image" Target="../media/image231.wmf"/><Relationship Id="rId3" Type="http://schemas.openxmlformats.org/officeDocument/2006/relationships/oleObject" Target="../embeddings/oleObject247.bin"/><Relationship Id="rId7" Type="http://schemas.openxmlformats.org/officeDocument/2006/relationships/oleObject" Target="../embeddings/oleObject249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0.wmf"/><Relationship Id="rId20" Type="http://schemas.openxmlformats.org/officeDocument/2006/relationships/image" Target="../media/image232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251.bin"/><Relationship Id="rId5" Type="http://schemas.openxmlformats.org/officeDocument/2006/relationships/oleObject" Target="../embeddings/oleObject248.bin"/><Relationship Id="rId15" Type="http://schemas.openxmlformats.org/officeDocument/2006/relationships/oleObject" Target="../embeddings/oleObject253.bin"/><Relationship Id="rId10" Type="http://schemas.openxmlformats.org/officeDocument/2006/relationships/image" Target="../media/image223.wmf"/><Relationship Id="rId19" Type="http://schemas.openxmlformats.org/officeDocument/2006/relationships/oleObject" Target="../embeddings/oleObject255.bin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50.bin"/><Relationship Id="rId14" Type="http://schemas.openxmlformats.org/officeDocument/2006/relationships/image" Target="../media/image22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oleObject" Target="../embeddings/oleObject261.bin"/><Relationship Id="rId18" Type="http://schemas.openxmlformats.org/officeDocument/2006/relationships/image" Target="../media/image240.wmf"/><Relationship Id="rId26" Type="http://schemas.openxmlformats.org/officeDocument/2006/relationships/image" Target="../media/image244.wmf"/><Relationship Id="rId3" Type="http://schemas.openxmlformats.org/officeDocument/2006/relationships/oleObject" Target="../embeddings/oleObject256.bin"/><Relationship Id="rId21" Type="http://schemas.openxmlformats.org/officeDocument/2006/relationships/oleObject" Target="../embeddings/oleObject265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37.wmf"/><Relationship Id="rId17" Type="http://schemas.openxmlformats.org/officeDocument/2006/relationships/oleObject" Target="../embeddings/oleObject263.bin"/><Relationship Id="rId25" Type="http://schemas.openxmlformats.org/officeDocument/2006/relationships/oleObject" Target="../embeddings/oleObject2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9.wmf"/><Relationship Id="rId20" Type="http://schemas.openxmlformats.org/officeDocument/2006/relationships/image" Target="../media/image241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34.wmf"/><Relationship Id="rId11" Type="http://schemas.openxmlformats.org/officeDocument/2006/relationships/oleObject" Target="../embeddings/oleObject260.bin"/><Relationship Id="rId24" Type="http://schemas.openxmlformats.org/officeDocument/2006/relationships/image" Target="../media/image243.wmf"/><Relationship Id="rId5" Type="http://schemas.openxmlformats.org/officeDocument/2006/relationships/oleObject" Target="../embeddings/oleObject257.bin"/><Relationship Id="rId15" Type="http://schemas.openxmlformats.org/officeDocument/2006/relationships/oleObject" Target="../embeddings/oleObject262.bin"/><Relationship Id="rId23" Type="http://schemas.openxmlformats.org/officeDocument/2006/relationships/oleObject" Target="../embeddings/oleObject266.bin"/><Relationship Id="rId10" Type="http://schemas.openxmlformats.org/officeDocument/2006/relationships/image" Target="../media/image236.wmf"/><Relationship Id="rId19" Type="http://schemas.openxmlformats.org/officeDocument/2006/relationships/oleObject" Target="../embeddings/oleObject264.bin"/><Relationship Id="rId4" Type="http://schemas.openxmlformats.org/officeDocument/2006/relationships/image" Target="../media/image233.w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38.wmf"/><Relationship Id="rId22" Type="http://schemas.openxmlformats.org/officeDocument/2006/relationships/image" Target="../media/image242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73.bin"/><Relationship Id="rId3" Type="http://schemas.openxmlformats.org/officeDocument/2006/relationships/oleObject" Target="../embeddings/oleObject268.bin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72.bin"/><Relationship Id="rId5" Type="http://schemas.openxmlformats.org/officeDocument/2006/relationships/oleObject" Target="../embeddings/oleObject269.bin"/><Relationship Id="rId10" Type="http://schemas.openxmlformats.org/officeDocument/2006/relationships/image" Target="../media/image248.wmf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4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75.bin"/><Relationship Id="rId4" Type="http://schemas.openxmlformats.org/officeDocument/2006/relationships/image" Target="../media/image2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3" Type="http://schemas.openxmlformats.org/officeDocument/2006/relationships/oleObject" Target="../embeddings/oleObject276.bin"/><Relationship Id="rId7" Type="http://schemas.openxmlformats.org/officeDocument/2006/relationships/oleObject" Target="../embeddings/oleObject2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51.wmf"/><Relationship Id="rId5" Type="http://schemas.openxmlformats.org/officeDocument/2006/relationships/oleObject" Target="../embeddings/oleObject277.bin"/><Relationship Id="rId10" Type="http://schemas.openxmlformats.org/officeDocument/2006/relationships/image" Target="../media/image253.wmf"/><Relationship Id="rId4" Type="http://schemas.openxmlformats.org/officeDocument/2006/relationships/image" Target="../media/image250.wmf"/><Relationship Id="rId9" Type="http://schemas.openxmlformats.org/officeDocument/2006/relationships/oleObject" Target="../embeddings/oleObject279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13" Type="http://schemas.openxmlformats.org/officeDocument/2006/relationships/oleObject" Target="../embeddings/oleObject285.bin"/><Relationship Id="rId18" Type="http://schemas.openxmlformats.org/officeDocument/2006/relationships/image" Target="../media/image260.wmf"/><Relationship Id="rId3" Type="http://schemas.openxmlformats.org/officeDocument/2006/relationships/oleObject" Target="../embeddings/oleObject280.bin"/><Relationship Id="rId21" Type="http://schemas.openxmlformats.org/officeDocument/2006/relationships/oleObject" Target="../embeddings/oleObject289.bin"/><Relationship Id="rId7" Type="http://schemas.openxmlformats.org/officeDocument/2006/relationships/oleObject" Target="../embeddings/oleObject282.bin"/><Relationship Id="rId12" Type="http://schemas.openxmlformats.org/officeDocument/2006/relationships/image" Target="../media/image257.wmf"/><Relationship Id="rId17" Type="http://schemas.openxmlformats.org/officeDocument/2006/relationships/oleObject" Target="../embeddings/oleObject2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9.wmf"/><Relationship Id="rId20" Type="http://schemas.openxmlformats.org/officeDocument/2006/relationships/image" Target="../media/image261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55.wmf"/><Relationship Id="rId11" Type="http://schemas.openxmlformats.org/officeDocument/2006/relationships/oleObject" Target="../embeddings/oleObject284.bin"/><Relationship Id="rId24" Type="http://schemas.openxmlformats.org/officeDocument/2006/relationships/image" Target="../media/image263.wmf"/><Relationship Id="rId5" Type="http://schemas.openxmlformats.org/officeDocument/2006/relationships/oleObject" Target="../embeddings/oleObject281.bin"/><Relationship Id="rId15" Type="http://schemas.openxmlformats.org/officeDocument/2006/relationships/oleObject" Target="../embeddings/oleObject286.bin"/><Relationship Id="rId23" Type="http://schemas.openxmlformats.org/officeDocument/2006/relationships/oleObject" Target="../embeddings/oleObject290.bin"/><Relationship Id="rId10" Type="http://schemas.openxmlformats.org/officeDocument/2006/relationships/image" Target="../media/image256.wmf"/><Relationship Id="rId19" Type="http://schemas.openxmlformats.org/officeDocument/2006/relationships/oleObject" Target="../embeddings/oleObject288.bin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283.bin"/><Relationship Id="rId14" Type="http://schemas.openxmlformats.org/officeDocument/2006/relationships/image" Target="../media/image258.wmf"/><Relationship Id="rId22" Type="http://schemas.openxmlformats.org/officeDocument/2006/relationships/image" Target="../media/image262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3" Type="http://schemas.openxmlformats.org/officeDocument/2006/relationships/oleObject" Target="../embeddings/oleObject281.bin"/><Relationship Id="rId7" Type="http://schemas.openxmlformats.org/officeDocument/2006/relationships/oleObject" Target="../embeddings/oleObject2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64.wmf"/><Relationship Id="rId5" Type="http://schemas.openxmlformats.org/officeDocument/2006/relationships/oleObject" Target="../embeddings/oleObject291.bin"/><Relationship Id="rId10" Type="http://schemas.openxmlformats.org/officeDocument/2006/relationships/image" Target="../media/image266.wmf"/><Relationship Id="rId4" Type="http://schemas.openxmlformats.org/officeDocument/2006/relationships/image" Target="../media/image255.wmf"/><Relationship Id="rId9" Type="http://schemas.openxmlformats.org/officeDocument/2006/relationships/oleObject" Target="../embeddings/oleObject29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3" Type="http://schemas.openxmlformats.org/officeDocument/2006/relationships/oleObject" Target="../embeddings/oleObject281.bin"/><Relationship Id="rId7" Type="http://schemas.openxmlformats.org/officeDocument/2006/relationships/oleObject" Target="../embeddings/oleObject2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67.wmf"/><Relationship Id="rId5" Type="http://schemas.openxmlformats.org/officeDocument/2006/relationships/oleObject" Target="../embeddings/oleObject294.bin"/><Relationship Id="rId10" Type="http://schemas.openxmlformats.org/officeDocument/2006/relationships/image" Target="../media/image269.wmf"/><Relationship Id="rId4" Type="http://schemas.openxmlformats.org/officeDocument/2006/relationships/image" Target="../media/image255.wmf"/><Relationship Id="rId9" Type="http://schemas.openxmlformats.org/officeDocument/2006/relationships/oleObject" Target="../embeddings/oleObject296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7" Type="http://schemas.openxmlformats.org/officeDocument/2006/relationships/image" Target="../media/image27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298.bin"/><Relationship Id="rId5" Type="http://schemas.openxmlformats.org/officeDocument/2006/relationships/image" Target="../media/image270.emf"/><Relationship Id="rId4" Type="http://schemas.openxmlformats.org/officeDocument/2006/relationships/oleObject" Target="../embeddings/oleObject297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1.bin"/><Relationship Id="rId3" Type="http://schemas.openxmlformats.org/officeDocument/2006/relationships/image" Target="../media/image276.png"/><Relationship Id="rId7" Type="http://schemas.openxmlformats.org/officeDocument/2006/relationships/image" Target="../media/image27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300.bin"/><Relationship Id="rId5" Type="http://schemas.openxmlformats.org/officeDocument/2006/relationships/image" Target="../media/image273.emf"/><Relationship Id="rId4" Type="http://schemas.openxmlformats.org/officeDocument/2006/relationships/oleObject" Target="../embeddings/oleObject299.bin"/><Relationship Id="rId9" Type="http://schemas.openxmlformats.org/officeDocument/2006/relationships/image" Target="../media/image275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4.bin"/><Relationship Id="rId13" Type="http://schemas.openxmlformats.org/officeDocument/2006/relationships/image" Target="../media/image281.emf"/><Relationship Id="rId3" Type="http://schemas.openxmlformats.org/officeDocument/2006/relationships/image" Target="../media/image282.png"/><Relationship Id="rId7" Type="http://schemas.openxmlformats.org/officeDocument/2006/relationships/image" Target="../media/image278.emf"/><Relationship Id="rId12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303.bin"/><Relationship Id="rId11" Type="http://schemas.openxmlformats.org/officeDocument/2006/relationships/image" Target="../media/image280.emf"/><Relationship Id="rId5" Type="http://schemas.openxmlformats.org/officeDocument/2006/relationships/image" Target="../media/image277.emf"/><Relationship Id="rId10" Type="http://schemas.openxmlformats.org/officeDocument/2006/relationships/oleObject" Target="../embeddings/oleObject305.bin"/><Relationship Id="rId4" Type="http://schemas.openxmlformats.org/officeDocument/2006/relationships/oleObject" Target="../embeddings/oleObject302.bin"/><Relationship Id="rId9" Type="http://schemas.openxmlformats.org/officeDocument/2006/relationships/image" Target="../media/image279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7" Type="http://schemas.openxmlformats.org/officeDocument/2006/relationships/image" Target="../media/image28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308.bin"/><Relationship Id="rId5" Type="http://schemas.openxmlformats.org/officeDocument/2006/relationships/image" Target="../media/image283.emf"/><Relationship Id="rId4" Type="http://schemas.openxmlformats.org/officeDocument/2006/relationships/oleObject" Target="../embeddings/oleObject307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3" Type="http://schemas.openxmlformats.org/officeDocument/2006/relationships/oleObject" Target="../embeddings/oleObject309.bin"/><Relationship Id="rId7" Type="http://schemas.openxmlformats.org/officeDocument/2006/relationships/oleObject" Target="../embeddings/oleObject3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310.bin"/><Relationship Id="rId4" Type="http://schemas.openxmlformats.org/officeDocument/2006/relationships/image" Target="../media/image286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3" Type="http://schemas.openxmlformats.org/officeDocument/2006/relationships/oleObject" Target="../embeddings/oleObject312.bin"/><Relationship Id="rId7" Type="http://schemas.openxmlformats.org/officeDocument/2006/relationships/oleObject" Target="../embeddings/oleObject3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90.wmf"/><Relationship Id="rId5" Type="http://schemas.openxmlformats.org/officeDocument/2006/relationships/oleObject" Target="../embeddings/oleObject313.bin"/><Relationship Id="rId4" Type="http://schemas.openxmlformats.org/officeDocument/2006/relationships/image" Target="../media/image289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wmf"/><Relationship Id="rId3" Type="http://schemas.openxmlformats.org/officeDocument/2006/relationships/oleObject" Target="../embeddings/oleObject315.bin"/><Relationship Id="rId7" Type="http://schemas.openxmlformats.org/officeDocument/2006/relationships/oleObject" Target="../embeddings/oleObject3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93.wmf"/><Relationship Id="rId5" Type="http://schemas.openxmlformats.org/officeDocument/2006/relationships/oleObject" Target="../embeddings/oleObject316.bin"/><Relationship Id="rId4" Type="http://schemas.openxmlformats.org/officeDocument/2006/relationships/image" Target="../media/image292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13" Type="http://schemas.openxmlformats.org/officeDocument/2006/relationships/oleObject" Target="../embeddings/oleObject323.bin"/><Relationship Id="rId3" Type="http://schemas.openxmlformats.org/officeDocument/2006/relationships/oleObject" Target="../embeddings/oleObject318.bin"/><Relationship Id="rId7" Type="http://schemas.openxmlformats.org/officeDocument/2006/relationships/oleObject" Target="../embeddings/oleObject320.bin"/><Relationship Id="rId12" Type="http://schemas.openxmlformats.org/officeDocument/2006/relationships/image" Target="../media/image29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1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96.wmf"/><Relationship Id="rId11" Type="http://schemas.openxmlformats.org/officeDocument/2006/relationships/oleObject" Target="../embeddings/oleObject322.bin"/><Relationship Id="rId5" Type="http://schemas.openxmlformats.org/officeDocument/2006/relationships/oleObject" Target="../embeddings/oleObject319.bin"/><Relationship Id="rId15" Type="http://schemas.openxmlformats.org/officeDocument/2006/relationships/oleObject" Target="../embeddings/oleObject324.bin"/><Relationship Id="rId10" Type="http://schemas.openxmlformats.org/officeDocument/2006/relationships/image" Target="../media/image298.wmf"/><Relationship Id="rId4" Type="http://schemas.openxmlformats.org/officeDocument/2006/relationships/image" Target="../media/image295.wmf"/><Relationship Id="rId9" Type="http://schemas.openxmlformats.org/officeDocument/2006/relationships/oleObject" Target="../embeddings/oleObject321.bin"/><Relationship Id="rId14" Type="http://schemas.openxmlformats.org/officeDocument/2006/relationships/image" Target="../media/image300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13" Type="http://schemas.openxmlformats.org/officeDocument/2006/relationships/oleObject" Target="../embeddings/oleObject330.bin"/><Relationship Id="rId3" Type="http://schemas.openxmlformats.org/officeDocument/2006/relationships/oleObject" Target="../embeddings/oleObject325.bin"/><Relationship Id="rId7" Type="http://schemas.openxmlformats.org/officeDocument/2006/relationships/oleObject" Target="../embeddings/oleObject327.bin"/><Relationship Id="rId12" Type="http://schemas.openxmlformats.org/officeDocument/2006/relationships/image" Target="../media/image30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03.wmf"/><Relationship Id="rId11" Type="http://schemas.openxmlformats.org/officeDocument/2006/relationships/oleObject" Target="../embeddings/oleObject329.bin"/><Relationship Id="rId5" Type="http://schemas.openxmlformats.org/officeDocument/2006/relationships/oleObject" Target="../embeddings/oleObject326.bin"/><Relationship Id="rId15" Type="http://schemas.openxmlformats.org/officeDocument/2006/relationships/image" Target="../media/image307.wmf"/><Relationship Id="rId10" Type="http://schemas.openxmlformats.org/officeDocument/2006/relationships/image" Target="../media/image305.wmf"/><Relationship Id="rId4" Type="http://schemas.openxmlformats.org/officeDocument/2006/relationships/image" Target="../media/image302.wmf"/><Relationship Id="rId9" Type="http://schemas.openxmlformats.org/officeDocument/2006/relationships/oleObject" Target="../embeddings/oleObject328.bin"/><Relationship Id="rId14" Type="http://schemas.openxmlformats.org/officeDocument/2006/relationships/oleObject" Target="../embeddings/oleObject331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wmf"/><Relationship Id="rId13" Type="http://schemas.openxmlformats.org/officeDocument/2006/relationships/oleObject" Target="../embeddings/oleObject337.bin"/><Relationship Id="rId18" Type="http://schemas.openxmlformats.org/officeDocument/2006/relationships/image" Target="../media/image315.wmf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4.bin"/><Relationship Id="rId12" Type="http://schemas.openxmlformats.org/officeDocument/2006/relationships/image" Target="../media/image312.wmf"/><Relationship Id="rId17" Type="http://schemas.openxmlformats.org/officeDocument/2006/relationships/oleObject" Target="../embeddings/oleObject3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4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09.wmf"/><Relationship Id="rId11" Type="http://schemas.openxmlformats.org/officeDocument/2006/relationships/oleObject" Target="../embeddings/oleObject336.bin"/><Relationship Id="rId5" Type="http://schemas.openxmlformats.org/officeDocument/2006/relationships/oleObject" Target="../embeddings/oleObject333.bin"/><Relationship Id="rId15" Type="http://schemas.openxmlformats.org/officeDocument/2006/relationships/oleObject" Target="../embeddings/oleObject338.bin"/><Relationship Id="rId10" Type="http://schemas.openxmlformats.org/officeDocument/2006/relationships/image" Target="../media/image311.wmf"/><Relationship Id="rId4" Type="http://schemas.openxmlformats.org/officeDocument/2006/relationships/image" Target="../media/image308.wmf"/><Relationship Id="rId9" Type="http://schemas.openxmlformats.org/officeDocument/2006/relationships/oleObject" Target="../embeddings/oleObject335.bin"/><Relationship Id="rId14" Type="http://schemas.openxmlformats.org/officeDocument/2006/relationships/image" Target="../media/image313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wmf"/><Relationship Id="rId13" Type="http://schemas.openxmlformats.org/officeDocument/2006/relationships/oleObject" Target="../embeddings/oleObject345.bin"/><Relationship Id="rId18" Type="http://schemas.openxmlformats.org/officeDocument/2006/relationships/image" Target="../media/image323.wmf"/><Relationship Id="rId3" Type="http://schemas.openxmlformats.org/officeDocument/2006/relationships/oleObject" Target="../embeddings/oleObject340.bin"/><Relationship Id="rId7" Type="http://schemas.openxmlformats.org/officeDocument/2006/relationships/oleObject" Target="../embeddings/oleObject342.bin"/><Relationship Id="rId12" Type="http://schemas.openxmlformats.org/officeDocument/2006/relationships/image" Target="../media/image320.wmf"/><Relationship Id="rId17" Type="http://schemas.openxmlformats.org/officeDocument/2006/relationships/oleObject" Target="../embeddings/oleObject3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2.wmf"/><Relationship Id="rId20" Type="http://schemas.openxmlformats.org/officeDocument/2006/relationships/image" Target="../media/image324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17.wmf"/><Relationship Id="rId11" Type="http://schemas.openxmlformats.org/officeDocument/2006/relationships/oleObject" Target="../embeddings/oleObject344.bin"/><Relationship Id="rId5" Type="http://schemas.openxmlformats.org/officeDocument/2006/relationships/oleObject" Target="../embeddings/oleObject341.bin"/><Relationship Id="rId15" Type="http://schemas.openxmlformats.org/officeDocument/2006/relationships/oleObject" Target="../embeddings/oleObject346.bin"/><Relationship Id="rId10" Type="http://schemas.openxmlformats.org/officeDocument/2006/relationships/image" Target="../media/image319.wmf"/><Relationship Id="rId19" Type="http://schemas.openxmlformats.org/officeDocument/2006/relationships/oleObject" Target="../embeddings/oleObject348.bin"/><Relationship Id="rId4" Type="http://schemas.openxmlformats.org/officeDocument/2006/relationships/image" Target="../media/image316.wmf"/><Relationship Id="rId9" Type="http://schemas.openxmlformats.org/officeDocument/2006/relationships/oleObject" Target="../embeddings/oleObject343.bin"/><Relationship Id="rId14" Type="http://schemas.openxmlformats.org/officeDocument/2006/relationships/image" Target="../media/image321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13" Type="http://schemas.openxmlformats.org/officeDocument/2006/relationships/oleObject" Target="../embeddings/oleObject354.bin"/><Relationship Id="rId18" Type="http://schemas.openxmlformats.org/officeDocument/2006/relationships/image" Target="../media/image332.wmf"/><Relationship Id="rId3" Type="http://schemas.openxmlformats.org/officeDocument/2006/relationships/oleObject" Target="../embeddings/oleObject349.bin"/><Relationship Id="rId7" Type="http://schemas.openxmlformats.org/officeDocument/2006/relationships/oleObject" Target="../embeddings/oleObject351.bin"/><Relationship Id="rId12" Type="http://schemas.openxmlformats.org/officeDocument/2006/relationships/image" Target="../media/image329.wmf"/><Relationship Id="rId17" Type="http://schemas.openxmlformats.org/officeDocument/2006/relationships/oleObject" Target="../embeddings/oleObject3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1.w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353.bin"/><Relationship Id="rId5" Type="http://schemas.openxmlformats.org/officeDocument/2006/relationships/oleObject" Target="../embeddings/oleObject350.bin"/><Relationship Id="rId15" Type="http://schemas.openxmlformats.org/officeDocument/2006/relationships/oleObject" Target="../embeddings/oleObject355.bin"/><Relationship Id="rId10" Type="http://schemas.openxmlformats.org/officeDocument/2006/relationships/image" Target="../media/image328.wmf"/><Relationship Id="rId4" Type="http://schemas.openxmlformats.org/officeDocument/2006/relationships/image" Target="../media/image325.wmf"/><Relationship Id="rId9" Type="http://schemas.openxmlformats.org/officeDocument/2006/relationships/oleObject" Target="../embeddings/oleObject352.bin"/><Relationship Id="rId14" Type="http://schemas.openxmlformats.org/officeDocument/2006/relationships/image" Target="../media/image330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wmf"/><Relationship Id="rId13" Type="http://schemas.openxmlformats.org/officeDocument/2006/relationships/oleObject" Target="../embeddings/oleObject362.bin"/><Relationship Id="rId3" Type="http://schemas.openxmlformats.org/officeDocument/2006/relationships/oleObject" Target="../embeddings/oleObject357.bin"/><Relationship Id="rId7" Type="http://schemas.openxmlformats.org/officeDocument/2006/relationships/oleObject" Target="../embeddings/oleObject359.bin"/><Relationship Id="rId12" Type="http://schemas.openxmlformats.org/officeDocument/2006/relationships/image" Target="../media/image33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34.wmf"/><Relationship Id="rId11" Type="http://schemas.openxmlformats.org/officeDocument/2006/relationships/oleObject" Target="../embeddings/oleObject361.bin"/><Relationship Id="rId5" Type="http://schemas.openxmlformats.org/officeDocument/2006/relationships/oleObject" Target="../embeddings/oleObject358.bin"/><Relationship Id="rId10" Type="http://schemas.openxmlformats.org/officeDocument/2006/relationships/image" Target="../media/image336.wmf"/><Relationship Id="rId4" Type="http://schemas.openxmlformats.org/officeDocument/2006/relationships/image" Target="../media/image333.wmf"/><Relationship Id="rId9" Type="http://schemas.openxmlformats.org/officeDocument/2006/relationships/oleObject" Target="../embeddings/oleObject360.bin"/><Relationship Id="rId14" Type="http://schemas.openxmlformats.org/officeDocument/2006/relationships/image" Target="../media/image338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wmf"/><Relationship Id="rId3" Type="http://schemas.openxmlformats.org/officeDocument/2006/relationships/oleObject" Target="../embeddings/oleObject363.bin"/><Relationship Id="rId7" Type="http://schemas.openxmlformats.org/officeDocument/2006/relationships/oleObject" Target="../embeddings/oleObject3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40.wmf"/><Relationship Id="rId5" Type="http://schemas.openxmlformats.org/officeDocument/2006/relationships/oleObject" Target="../embeddings/oleObject364.bin"/><Relationship Id="rId10" Type="http://schemas.openxmlformats.org/officeDocument/2006/relationships/image" Target="../media/image342.wmf"/><Relationship Id="rId4" Type="http://schemas.openxmlformats.org/officeDocument/2006/relationships/image" Target="../media/image339.wmf"/><Relationship Id="rId9" Type="http://schemas.openxmlformats.org/officeDocument/2006/relationships/oleObject" Target="../embeddings/oleObject366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13" Type="http://schemas.openxmlformats.org/officeDocument/2006/relationships/oleObject" Target="../embeddings/oleObject372.bin"/><Relationship Id="rId3" Type="http://schemas.openxmlformats.org/officeDocument/2006/relationships/oleObject" Target="../embeddings/oleObject367.bin"/><Relationship Id="rId7" Type="http://schemas.openxmlformats.org/officeDocument/2006/relationships/oleObject" Target="../embeddings/oleObject369.bin"/><Relationship Id="rId12" Type="http://schemas.openxmlformats.org/officeDocument/2006/relationships/image" Target="../media/image3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44.wmf"/><Relationship Id="rId11" Type="http://schemas.openxmlformats.org/officeDocument/2006/relationships/oleObject" Target="../embeddings/oleObject371.bin"/><Relationship Id="rId5" Type="http://schemas.openxmlformats.org/officeDocument/2006/relationships/oleObject" Target="../embeddings/oleObject368.bin"/><Relationship Id="rId10" Type="http://schemas.openxmlformats.org/officeDocument/2006/relationships/image" Target="../media/image346.wmf"/><Relationship Id="rId4" Type="http://schemas.openxmlformats.org/officeDocument/2006/relationships/image" Target="../media/image343.wmf"/><Relationship Id="rId9" Type="http://schemas.openxmlformats.org/officeDocument/2006/relationships/oleObject" Target="../embeddings/oleObject370.bin"/><Relationship Id="rId14" Type="http://schemas.openxmlformats.org/officeDocument/2006/relationships/image" Target="../media/image348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13" Type="http://schemas.openxmlformats.org/officeDocument/2006/relationships/oleObject" Target="../embeddings/oleObject378.bin"/><Relationship Id="rId18" Type="http://schemas.openxmlformats.org/officeDocument/2006/relationships/image" Target="../media/image356.wmf"/><Relationship Id="rId3" Type="http://schemas.openxmlformats.org/officeDocument/2006/relationships/oleObject" Target="../embeddings/oleObject373.bin"/><Relationship Id="rId7" Type="http://schemas.openxmlformats.org/officeDocument/2006/relationships/oleObject" Target="../embeddings/oleObject375.bin"/><Relationship Id="rId12" Type="http://schemas.openxmlformats.org/officeDocument/2006/relationships/image" Target="../media/image353.wmf"/><Relationship Id="rId17" Type="http://schemas.openxmlformats.org/officeDocument/2006/relationships/oleObject" Target="../embeddings/oleObject3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5.w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50.wmf"/><Relationship Id="rId11" Type="http://schemas.openxmlformats.org/officeDocument/2006/relationships/oleObject" Target="../embeddings/oleObject377.bin"/><Relationship Id="rId5" Type="http://schemas.openxmlformats.org/officeDocument/2006/relationships/oleObject" Target="../embeddings/oleObject374.bin"/><Relationship Id="rId15" Type="http://schemas.openxmlformats.org/officeDocument/2006/relationships/oleObject" Target="../embeddings/oleObject379.bin"/><Relationship Id="rId10" Type="http://schemas.openxmlformats.org/officeDocument/2006/relationships/image" Target="../media/image352.wmf"/><Relationship Id="rId4" Type="http://schemas.openxmlformats.org/officeDocument/2006/relationships/image" Target="../media/image349.wmf"/><Relationship Id="rId9" Type="http://schemas.openxmlformats.org/officeDocument/2006/relationships/oleObject" Target="../embeddings/oleObject376.bin"/><Relationship Id="rId14" Type="http://schemas.openxmlformats.org/officeDocument/2006/relationships/image" Target="../media/image354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wmf"/><Relationship Id="rId13" Type="http://schemas.openxmlformats.org/officeDocument/2006/relationships/oleObject" Target="../embeddings/oleObject386.bin"/><Relationship Id="rId3" Type="http://schemas.openxmlformats.org/officeDocument/2006/relationships/oleObject" Target="../embeddings/oleObject381.bin"/><Relationship Id="rId7" Type="http://schemas.openxmlformats.org/officeDocument/2006/relationships/oleObject" Target="../embeddings/oleObject383.bin"/><Relationship Id="rId12" Type="http://schemas.openxmlformats.org/officeDocument/2006/relationships/image" Target="../media/image36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3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58.wmf"/><Relationship Id="rId11" Type="http://schemas.openxmlformats.org/officeDocument/2006/relationships/oleObject" Target="../embeddings/oleObject385.bin"/><Relationship Id="rId5" Type="http://schemas.openxmlformats.org/officeDocument/2006/relationships/oleObject" Target="../embeddings/oleObject382.bin"/><Relationship Id="rId15" Type="http://schemas.openxmlformats.org/officeDocument/2006/relationships/oleObject" Target="../embeddings/oleObject387.bin"/><Relationship Id="rId10" Type="http://schemas.openxmlformats.org/officeDocument/2006/relationships/image" Target="../media/image360.wmf"/><Relationship Id="rId4" Type="http://schemas.openxmlformats.org/officeDocument/2006/relationships/image" Target="../media/image357.wmf"/><Relationship Id="rId9" Type="http://schemas.openxmlformats.org/officeDocument/2006/relationships/oleObject" Target="../embeddings/oleObject384.bin"/><Relationship Id="rId14" Type="http://schemas.openxmlformats.org/officeDocument/2006/relationships/image" Target="../media/image362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wmf"/><Relationship Id="rId13" Type="http://schemas.openxmlformats.org/officeDocument/2006/relationships/oleObject" Target="../embeddings/oleObject393.bin"/><Relationship Id="rId3" Type="http://schemas.openxmlformats.org/officeDocument/2006/relationships/oleObject" Target="../embeddings/oleObject388.bin"/><Relationship Id="rId7" Type="http://schemas.openxmlformats.org/officeDocument/2006/relationships/oleObject" Target="../embeddings/oleObject390.bin"/><Relationship Id="rId12" Type="http://schemas.openxmlformats.org/officeDocument/2006/relationships/image" Target="../media/image36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0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65.wmf"/><Relationship Id="rId11" Type="http://schemas.openxmlformats.org/officeDocument/2006/relationships/oleObject" Target="../embeddings/oleObject392.bin"/><Relationship Id="rId5" Type="http://schemas.openxmlformats.org/officeDocument/2006/relationships/oleObject" Target="../embeddings/oleObject389.bin"/><Relationship Id="rId15" Type="http://schemas.openxmlformats.org/officeDocument/2006/relationships/oleObject" Target="../embeddings/oleObject394.bin"/><Relationship Id="rId10" Type="http://schemas.openxmlformats.org/officeDocument/2006/relationships/image" Target="../media/image367.wmf"/><Relationship Id="rId4" Type="http://schemas.openxmlformats.org/officeDocument/2006/relationships/image" Target="../media/image364.wmf"/><Relationship Id="rId9" Type="http://schemas.openxmlformats.org/officeDocument/2006/relationships/oleObject" Target="../embeddings/oleObject391.bin"/><Relationship Id="rId14" Type="http://schemas.openxmlformats.org/officeDocument/2006/relationships/image" Target="../media/image369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wmf"/><Relationship Id="rId3" Type="http://schemas.openxmlformats.org/officeDocument/2006/relationships/oleObject" Target="../embeddings/oleObject395.bin"/><Relationship Id="rId7" Type="http://schemas.openxmlformats.org/officeDocument/2006/relationships/oleObject" Target="../embeddings/oleObject3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396.bin"/><Relationship Id="rId10" Type="http://schemas.openxmlformats.org/officeDocument/2006/relationships/image" Target="../media/image374.wmf"/><Relationship Id="rId4" Type="http://schemas.openxmlformats.org/officeDocument/2006/relationships/image" Target="../media/image371.wmf"/><Relationship Id="rId9" Type="http://schemas.openxmlformats.org/officeDocument/2006/relationships/oleObject" Target="../embeddings/oleObject398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wmf"/><Relationship Id="rId13" Type="http://schemas.openxmlformats.org/officeDocument/2006/relationships/oleObject" Target="../embeddings/oleObject404.bin"/><Relationship Id="rId18" Type="http://schemas.openxmlformats.org/officeDocument/2006/relationships/image" Target="../media/image382.wmf"/><Relationship Id="rId26" Type="http://schemas.openxmlformats.org/officeDocument/2006/relationships/image" Target="../media/image386.wmf"/><Relationship Id="rId3" Type="http://schemas.openxmlformats.org/officeDocument/2006/relationships/oleObject" Target="../embeddings/oleObject399.bin"/><Relationship Id="rId21" Type="http://schemas.openxmlformats.org/officeDocument/2006/relationships/oleObject" Target="../embeddings/oleObject408.bin"/><Relationship Id="rId7" Type="http://schemas.openxmlformats.org/officeDocument/2006/relationships/oleObject" Target="../embeddings/oleObject401.bin"/><Relationship Id="rId12" Type="http://schemas.openxmlformats.org/officeDocument/2006/relationships/image" Target="../media/image379.wmf"/><Relationship Id="rId17" Type="http://schemas.openxmlformats.org/officeDocument/2006/relationships/oleObject" Target="../embeddings/oleObject406.bin"/><Relationship Id="rId25" Type="http://schemas.openxmlformats.org/officeDocument/2006/relationships/oleObject" Target="../embeddings/oleObject4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1.wmf"/><Relationship Id="rId20" Type="http://schemas.openxmlformats.org/officeDocument/2006/relationships/image" Target="../media/image383.w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76.wmf"/><Relationship Id="rId11" Type="http://schemas.openxmlformats.org/officeDocument/2006/relationships/oleObject" Target="../embeddings/oleObject403.bin"/><Relationship Id="rId24" Type="http://schemas.openxmlformats.org/officeDocument/2006/relationships/image" Target="../media/image385.wmf"/><Relationship Id="rId5" Type="http://schemas.openxmlformats.org/officeDocument/2006/relationships/oleObject" Target="../embeddings/oleObject400.bin"/><Relationship Id="rId15" Type="http://schemas.openxmlformats.org/officeDocument/2006/relationships/oleObject" Target="../embeddings/oleObject405.bin"/><Relationship Id="rId23" Type="http://schemas.openxmlformats.org/officeDocument/2006/relationships/oleObject" Target="../embeddings/oleObject409.bin"/><Relationship Id="rId10" Type="http://schemas.openxmlformats.org/officeDocument/2006/relationships/image" Target="../media/image378.wmf"/><Relationship Id="rId19" Type="http://schemas.openxmlformats.org/officeDocument/2006/relationships/oleObject" Target="../embeddings/oleObject407.bin"/><Relationship Id="rId4" Type="http://schemas.openxmlformats.org/officeDocument/2006/relationships/image" Target="../media/image375.wmf"/><Relationship Id="rId9" Type="http://schemas.openxmlformats.org/officeDocument/2006/relationships/oleObject" Target="../embeddings/oleObject402.bin"/><Relationship Id="rId14" Type="http://schemas.openxmlformats.org/officeDocument/2006/relationships/image" Target="../media/image380.wmf"/><Relationship Id="rId22" Type="http://schemas.openxmlformats.org/officeDocument/2006/relationships/image" Target="../media/image384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wmf"/><Relationship Id="rId3" Type="http://schemas.openxmlformats.org/officeDocument/2006/relationships/oleObject" Target="../embeddings/oleObject411.bin"/><Relationship Id="rId7" Type="http://schemas.openxmlformats.org/officeDocument/2006/relationships/oleObject" Target="../embeddings/oleObject413.bin"/><Relationship Id="rId12" Type="http://schemas.openxmlformats.org/officeDocument/2006/relationships/image" Target="../media/image39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387.wmf"/><Relationship Id="rId11" Type="http://schemas.openxmlformats.org/officeDocument/2006/relationships/oleObject" Target="../embeddings/oleObject415.bin"/><Relationship Id="rId5" Type="http://schemas.openxmlformats.org/officeDocument/2006/relationships/oleObject" Target="../embeddings/oleObject412.bin"/><Relationship Id="rId10" Type="http://schemas.openxmlformats.org/officeDocument/2006/relationships/image" Target="../media/image389.wmf"/><Relationship Id="rId4" Type="http://schemas.openxmlformats.org/officeDocument/2006/relationships/image" Target="../media/image379.wmf"/><Relationship Id="rId9" Type="http://schemas.openxmlformats.org/officeDocument/2006/relationships/oleObject" Target="../embeddings/oleObject414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wmf"/><Relationship Id="rId13" Type="http://schemas.openxmlformats.org/officeDocument/2006/relationships/oleObject" Target="../embeddings/oleObject421.bin"/><Relationship Id="rId18" Type="http://schemas.openxmlformats.org/officeDocument/2006/relationships/oleObject" Target="../embeddings/oleObject424.bin"/><Relationship Id="rId3" Type="http://schemas.openxmlformats.org/officeDocument/2006/relationships/oleObject" Target="../embeddings/oleObject416.bin"/><Relationship Id="rId7" Type="http://schemas.openxmlformats.org/officeDocument/2006/relationships/oleObject" Target="../embeddings/oleObject418.bin"/><Relationship Id="rId12" Type="http://schemas.openxmlformats.org/officeDocument/2006/relationships/image" Target="../media/image395.wmf"/><Relationship Id="rId17" Type="http://schemas.openxmlformats.org/officeDocument/2006/relationships/image" Target="../media/image39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23.bin"/><Relationship Id="rId1" Type="http://schemas.openxmlformats.org/officeDocument/2006/relationships/vmlDrawing" Target="../drawings/vmlDrawing60.vml"/><Relationship Id="rId6" Type="http://schemas.openxmlformats.org/officeDocument/2006/relationships/image" Target="../media/image392.wmf"/><Relationship Id="rId11" Type="http://schemas.openxmlformats.org/officeDocument/2006/relationships/oleObject" Target="../embeddings/oleObject420.bin"/><Relationship Id="rId5" Type="http://schemas.openxmlformats.org/officeDocument/2006/relationships/oleObject" Target="../embeddings/oleObject417.bin"/><Relationship Id="rId15" Type="http://schemas.openxmlformats.org/officeDocument/2006/relationships/oleObject" Target="../embeddings/oleObject422.bin"/><Relationship Id="rId10" Type="http://schemas.openxmlformats.org/officeDocument/2006/relationships/image" Target="../media/image394.wmf"/><Relationship Id="rId19" Type="http://schemas.openxmlformats.org/officeDocument/2006/relationships/image" Target="../media/image398.wmf"/><Relationship Id="rId4" Type="http://schemas.openxmlformats.org/officeDocument/2006/relationships/image" Target="../media/image391.wmf"/><Relationship Id="rId9" Type="http://schemas.openxmlformats.org/officeDocument/2006/relationships/oleObject" Target="../embeddings/oleObject419.bin"/><Relationship Id="rId14" Type="http://schemas.openxmlformats.org/officeDocument/2006/relationships/image" Target="../media/image396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1.wmf"/><Relationship Id="rId13" Type="http://schemas.openxmlformats.org/officeDocument/2006/relationships/oleObject" Target="../embeddings/oleObject430.bin"/><Relationship Id="rId18" Type="http://schemas.openxmlformats.org/officeDocument/2006/relationships/image" Target="../media/image406.wmf"/><Relationship Id="rId26" Type="http://schemas.openxmlformats.org/officeDocument/2006/relationships/image" Target="../media/image410.wmf"/><Relationship Id="rId3" Type="http://schemas.openxmlformats.org/officeDocument/2006/relationships/oleObject" Target="../embeddings/oleObject425.bin"/><Relationship Id="rId21" Type="http://schemas.openxmlformats.org/officeDocument/2006/relationships/oleObject" Target="../embeddings/oleObject434.bin"/><Relationship Id="rId7" Type="http://schemas.openxmlformats.org/officeDocument/2006/relationships/oleObject" Target="../embeddings/oleObject427.bin"/><Relationship Id="rId12" Type="http://schemas.openxmlformats.org/officeDocument/2006/relationships/image" Target="../media/image403.wmf"/><Relationship Id="rId17" Type="http://schemas.openxmlformats.org/officeDocument/2006/relationships/oleObject" Target="../embeddings/oleObject432.bin"/><Relationship Id="rId25" Type="http://schemas.openxmlformats.org/officeDocument/2006/relationships/oleObject" Target="../embeddings/oleObject4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5.wmf"/><Relationship Id="rId20" Type="http://schemas.openxmlformats.org/officeDocument/2006/relationships/image" Target="../media/image407.wmf"/><Relationship Id="rId29" Type="http://schemas.openxmlformats.org/officeDocument/2006/relationships/oleObject" Target="../embeddings/oleObject438.bin"/><Relationship Id="rId1" Type="http://schemas.openxmlformats.org/officeDocument/2006/relationships/vmlDrawing" Target="../drawings/vmlDrawing61.vml"/><Relationship Id="rId6" Type="http://schemas.openxmlformats.org/officeDocument/2006/relationships/image" Target="../media/image400.wmf"/><Relationship Id="rId11" Type="http://schemas.openxmlformats.org/officeDocument/2006/relationships/oleObject" Target="../embeddings/oleObject429.bin"/><Relationship Id="rId24" Type="http://schemas.openxmlformats.org/officeDocument/2006/relationships/image" Target="../media/image409.wmf"/><Relationship Id="rId5" Type="http://schemas.openxmlformats.org/officeDocument/2006/relationships/oleObject" Target="../embeddings/oleObject426.bin"/><Relationship Id="rId15" Type="http://schemas.openxmlformats.org/officeDocument/2006/relationships/oleObject" Target="../embeddings/oleObject431.bin"/><Relationship Id="rId23" Type="http://schemas.openxmlformats.org/officeDocument/2006/relationships/oleObject" Target="../embeddings/oleObject435.bin"/><Relationship Id="rId28" Type="http://schemas.openxmlformats.org/officeDocument/2006/relationships/image" Target="../media/image411.wmf"/><Relationship Id="rId10" Type="http://schemas.openxmlformats.org/officeDocument/2006/relationships/image" Target="../media/image402.wmf"/><Relationship Id="rId19" Type="http://schemas.openxmlformats.org/officeDocument/2006/relationships/oleObject" Target="../embeddings/oleObject433.bin"/><Relationship Id="rId4" Type="http://schemas.openxmlformats.org/officeDocument/2006/relationships/image" Target="../media/image399.wmf"/><Relationship Id="rId9" Type="http://schemas.openxmlformats.org/officeDocument/2006/relationships/oleObject" Target="../embeddings/oleObject428.bin"/><Relationship Id="rId14" Type="http://schemas.openxmlformats.org/officeDocument/2006/relationships/image" Target="../media/image404.wmf"/><Relationship Id="rId22" Type="http://schemas.openxmlformats.org/officeDocument/2006/relationships/image" Target="../media/image408.wmf"/><Relationship Id="rId27" Type="http://schemas.openxmlformats.org/officeDocument/2006/relationships/oleObject" Target="../embeddings/oleObject437.bin"/><Relationship Id="rId30" Type="http://schemas.openxmlformats.org/officeDocument/2006/relationships/image" Target="../media/image412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wmf"/><Relationship Id="rId3" Type="http://schemas.openxmlformats.org/officeDocument/2006/relationships/oleObject" Target="../embeddings/oleObject439.bin"/><Relationship Id="rId7" Type="http://schemas.openxmlformats.org/officeDocument/2006/relationships/oleObject" Target="../embeddings/oleObject4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414.wmf"/><Relationship Id="rId5" Type="http://schemas.openxmlformats.org/officeDocument/2006/relationships/oleObject" Target="../embeddings/oleObject440.bin"/><Relationship Id="rId10" Type="http://schemas.openxmlformats.org/officeDocument/2006/relationships/image" Target="../media/image416.wmf"/><Relationship Id="rId4" Type="http://schemas.openxmlformats.org/officeDocument/2006/relationships/image" Target="../media/image413.wmf"/><Relationship Id="rId9" Type="http://schemas.openxmlformats.org/officeDocument/2006/relationships/oleObject" Target="../embeddings/oleObject442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8.wmf"/><Relationship Id="rId13" Type="http://schemas.openxmlformats.org/officeDocument/2006/relationships/oleObject" Target="../embeddings/oleObject448.bin"/><Relationship Id="rId18" Type="http://schemas.openxmlformats.org/officeDocument/2006/relationships/image" Target="../media/image423.wmf"/><Relationship Id="rId3" Type="http://schemas.openxmlformats.org/officeDocument/2006/relationships/oleObject" Target="../embeddings/oleObject443.bin"/><Relationship Id="rId7" Type="http://schemas.openxmlformats.org/officeDocument/2006/relationships/oleObject" Target="../embeddings/oleObject445.bin"/><Relationship Id="rId12" Type="http://schemas.openxmlformats.org/officeDocument/2006/relationships/image" Target="../media/image420.wmf"/><Relationship Id="rId17" Type="http://schemas.openxmlformats.org/officeDocument/2006/relationships/oleObject" Target="../embeddings/oleObject4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2.wmf"/><Relationship Id="rId20" Type="http://schemas.openxmlformats.org/officeDocument/2006/relationships/image" Target="../media/image424.wmf"/><Relationship Id="rId1" Type="http://schemas.openxmlformats.org/officeDocument/2006/relationships/vmlDrawing" Target="../drawings/vmlDrawing63.vml"/><Relationship Id="rId6" Type="http://schemas.openxmlformats.org/officeDocument/2006/relationships/image" Target="../media/image399.wmf"/><Relationship Id="rId11" Type="http://schemas.openxmlformats.org/officeDocument/2006/relationships/oleObject" Target="../embeddings/oleObject447.bin"/><Relationship Id="rId5" Type="http://schemas.openxmlformats.org/officeDocument/2006/relationships/oleObject" Target="../embeddings/oleObject444.bin"/><Relationship Id="rId15" Type="http://schemas.openxmlformats.org/officeDocument/2006/relationships/oleObject" Target="../embeddings/oleObject449.bin"/><Relationship Id="rId10" Type="http://schemas.openxmlformats.org/officeDocument/2006/relationships/image" Target="../media/image419.wmf"/><Relationship Id="rId19" Type="http://schemas.openxmlformats.org/officeDocument/2006/relationships/oleObject" Target="../embeddings/oleObject451.bin"/><Relationship Id="rId4" Type="http://schemas.openxmlformats.org/officeDocument/2006/relationships/image" Target="../media/image417.wmf"/><Relationship Id="rId9" Type="http://schemas.openxmlformats.org/officeDocument/2006/relationships/oleObject" Target="../embeddings/oleObject446.bin"/><Relationship Id="rId14" Type="http://schemas.openxmlformats.org/officeDocument/2006/relationships/image" Target="../media/image421.wmf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7.bin"/><Relationship Id="rId18" Type="http://schemas.openxmlformats.org/officeDocument/2006/relationships/image" Target="../media/image432.wmf"/><Relationship Id="rId26" Type="http://schemas.openxmlformats.org/officeDocument/2006/relationships/image" Target="../media/image436.wmf"/><Relationship Id="rId39" Type="http://schemas.openxmlformats.org/officeDocument/2006/relationships/image" Target="../media/image442.wmf"/><Relationship Id="rId21" Type="http://schemas.openxmlformats.org/officeDocument/2006/relationships/oleObject" Target="../embeddings/oleObject461.bin"/><Relationship Id="rId34" Type="http://schemas.openxmlformats.org/officeDocument/2006/relationships/oleObject" Target="../embeddings/oleObject468.bin"/><Relationship Id="rId7" Type="http://schemas.openxmlformats.org/officeDocument/2006/relationships/oleObject" Target="../embeddings/oleObject4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1.wmf"/><Relationship Id="rId20" Type="http://schemas.openxmlformats.org/officeDocument/2006/relationships/image" Target="../media/image433.wmf"/><Relationship Id="rId29" Type="http://schemas.openxmlformats.org/officeDocument/2006/relationships/oleObject" Target="../embeddings/oleObject465.bin"/><Relationship Id="rId41" Type="http://schemas.openxmlformats.org/officeDocument/2006/relationships/image" Target="../media/image443.wmf"/><Relationship Id="rId1" Type="http://schemas.openxmlformats.org/officeDocument/2006/relationships/vmlDrawing" Target="../drawings/vmlDrawing64.vml"/><Relationship Id="rId6" Type="http://schemas.openxmlformats.org/officeDocument/2006/relationships/image" Target="../media/image426.wmf"/><Relationship Id="rId11" Type="http://schemas.openxmlformats.org/officeDocument/2006/relationships/oleObject" Target="../embeddings/oleObject456.bin"/><Relationship Id="rId24" Type="http://schemas.openxmlformats.org/officeDocument/2006/relationships/image" Target="../media/image435.wmf"/><Relationship Id="rId32" Type="http://schemas.openxmlformats.org/officeDocument/2006/relationships/oleObject" Target="../embeddings/oleObject467.bin"/><Relationship Id="rId37" Type="http://schemas.openxmlformats.org/officeDocument/2006/relationships/image" Target="../media/image441.wmf"/><Relationship Id="rId40" Type="http://schemas.openxmlformats.org/officeDocument/2006/relationships/oleObject" Target="../embeddings/oleObject471.bin"/><Relationship Id="rId5" Type="http://schemas.openxmlformats.org/officeDocument/2006/relationships/oleObject" Target="../embeddings/oleObject453.bin"/><Relationship Id="rId15" Type="http://schemas.openxmlformats.org/officeDocument/2006/relationships/oleObject" Target="../embeddings/oleObject458.bin"/><Relationship Id="rId23" Type="http://schemas.openxmlformats.org/officeDocument/2006/relationships/oleObject" Target="../embeddings/oleObject462.bin"/><Relationship Id="rId28" Type="http://schemas.openxmlformats.org/officeDocument/2006/relationships/image" Target="../media/image437.wmf"/><Relationship Id="rId36" Type="http://schemas.openxmlformats.org/officeDocument/2006/relationships/oleObject" Target="../embeddings/oleObject469.bin"/><Relationship Id="rId10" Type="http://schemas.openxmlformats.org/officeDocument/2006/relationships/image" Target="../media/image428.wmf"/><Relationship Id="rId19" Type="http://schemas.openxmlformats.org/officeDocument/2006/relationships/oleObject" Target="../embeddings/oleObject460.bin"/><Relationship Id="rId31" Type="http://schemas.openxmlformats.org/officeDocument/2006/relationships/oleObject" Target="../embeddings/oleObject466.bin"/><Relationship Id="rId4" Type="http://schemas.openxmlformats.org/officeDocument/2006/relationships/image" Target="../media/image425.wmf"/><Relationship Id="rId9" Type="http://schemas.openxmlformats.org/officeDocument/2006/relationships/oleObject" Target="../embeddings/oleObject455.bin"/><Relationship Id="rId14" Type="http://schemas.openxmlformats.org/officeDocument/2006/relationships/image" Target="../media/image430.wmf"/><Relationship Id="rId22" Type="http://schemas.openxmlformats.org/officeDocument/2006/relationships/image" Target="../media/image434.wmf"/><Relationship Id="rId27" Type="http://schemas.openxmlformats.org/officeDocument/2006/relationships/oleObject" Target="../embeddings/oleObject464.bin"/><Relationship Id="rId30" Type="http://schemas.openxmlformats.org/officeDocument/2006/relationships/image" Target="../media/image438.wmf"/><Relationship Id="rId35" Type="http://schemas.openxmlformats.org/officeDocument/2006/relationships/image" Target="../media/image440.wmf"/><Relationship Id="rId8" Type="http://schemas.openxmlformats.org/officeDocument/2006/relationships/image" Target="../media/image427.wmf"/><Relationship Id="rId3" Type="http://schemas.openxmlformats.org/officeDocument/2006/relationships/oleObject" Target="../embeddings/oleObject452.bin"/><Relationship Id="rId12" Type="http://schemas.openxmlformats.org/officeDocument/2006/relationships/image" Target="../media/image429.wmf"/><Relationship Id="rId17" Type="http://schemas.openxmlformats.org/officeDocument/2006/relationships/oleObject" Target="../embeddings/oleObject459.bin"/><Relationship Id="rId25" Type="http://schemas.openxmlformats.org/officeDocument/2006/relationships/oleObject" Target="../embeddings/oleObject463.bin"/><Relationship Id="rId33" Type="http://schemas.openxmlformats.org/officeDocument/2006/relationships/image" Target="../media/image439.wmf"/><Relationship Id="rId38" Type="http://schemas.openxmlformats.org/officeDocument/2006/relationships/oleObject" Target="../embeddings/oleObject470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wmf"/><Relationship Id="rId3" Type="http://schemas.openxmlformats.org/officeDocument/2006/relationships/oleObject" Target="../embeddings/oleObject472.bin"/><Relationship Id="rId7" Type="http://schemas.openxmlformats.org/officeDocument/2006/relationships/oleObject" Target="../embeddings/oleObject4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445.wmf"/><Relationship Id="rId5" Type="http://schemas.openxmlformats.org/officeDocument/2006/relationships/oleObject" Target="../embeddings/oleObject473.bin"/><Relationship Id="rId10" Type="http://schemas.openxmlformats.org/officeDocument/2006/relationships/image" Target="../media/image425.wmf"/><Relationship Id="rId4" Type="http://schemas.openxmlformats.org/officeDocument/2006/relationships/image" Target="../media/image444.wmf"/><Relationship Id="rId9" Type="http://schemas.openxmlformats.org/officeDocument/2006/relationships/oleObject" Target="../embeddings/oleObject475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6.vml"/><Relationship Id="rId4" Type="http://schemas.openxmlformats.org/officeDocument/2006/relationships/image" Target="../media/image44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4" Type="http://schemas.openxmlformats.org/officeDocument/2006/relationships/image" Target="../media/image448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341A752-2E77-4779-82D4-024622920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347614"/>
            <a:ext cx="7772400" cy="1101725"/>
          </a:xfrm>
        </p:spPr>
        <p:txBody>
          <a:bodyPr/>
          <a:lstStyle/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 微分中值定理与导数的应用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524000" y="3067050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泰勒中值定理及其应用</a:t>
            </a:r>
          </a:p>
        </p:txBody>
      </p:sp>
    </p:spTree>
    <p:extLst>
      <p:ext uri="{BB962C8B-B14F-4D97-AF65-F5344CB8AC3E}">
        <p14:creationId xmlns:p14="http://schemas.microsoft.com/office/powerpoint/2010/main" val="422597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9CF1AD-8162-44CF-8F0C-A79FF94C0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353" y="2900065"/>
            <a:ext cx="57759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+mj-ea"/>
                <a:ea typeface="+mj-ea"/>
              </a:rPr>
              <a:t>二、几个初等函数的麦克劳林公式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0B54AE-E429-4981-9300-9AC0B498C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353" y="2031702"/>
            <a:ext cx="4343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+mj-ea"/>
                <a:ea typeface="+mj-ea"/>
              </a:rPr>
              <a:t>一、泰勒公式的建立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38C5BB-7F66-407B-9DAB-DB0BB4066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353" y="3814465"/>
            <a:ext cx="36118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+mj-ea"/>
                <a:ea typeface="+mj-ea"/>
              </a:rPr>
              <a:t>三、泰勒公式的应用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F0CCE0-9687-4BC8-9C6E-57A5FA6ED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879954"/>
            <a:ext cx="18785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latin typeface="+mj-ea"/>
                <a:ea typeface="+mj-ea"/>
              </a:rPr>
              <a:t>— </a:t>
            </a:r>
            <a:r>
              <a:rPr lang="zh-CN" altLang="en-US" sz="2800" b="1" dirty="0">
                <a:latin typeface="+mj-ea"/>
                <a:ea typeface="+mj-ea"/>
              </a:rPr>
              <a:t>应用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FE47A9-B298-424D-814C-01DA00068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917278"/>
            <a:ext cx="3981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j-ea"/>
                <a:ea typeface="+mj-ea"/>
              </a:rPr>
              <a:t>用多项式近似表示函数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FAFCB4-2E94-4EA2-A683-C942926BD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6747" y="470845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j-ea"/>
                <a:ea typeface="+mj-ea"/>
              </a:rPr>
              <a:t>理论分析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D371F3-5CC8-4846-9E18-A206497AD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328" y="1302129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j-ea"/>
                <a:ea typeface="+mj-ea"/>
              </a:rPr>
              <a:t>近似计算</a:t>
            </a: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F404E226-080B-4B8C-B58A-8609488380C5}"/>
              </a:ext>
            </a:extLst>
          </p:cNvPr>
          <p:cNvSpPr>
            <a:spLocks/>
          </p:cNvSpPr>
          <p:nvPr/>
        </p:nvSpPr>
        <p:spPr bwMode="auto">
          <a:xfrm>
            <a:off x="5868144" y="74424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6272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A293AA-4AE1-42E6-9A61-76FD547F039F}"/>
              </a:ext>
            </a:extLst>
          </p:cNvPr>
          <p:cNvSpPr txBox="1"/>
          <p:nvPr/>
        </p:nvSpPr>
        <p:spPr>
          <a:xfrm>
            <a:off x="1872496" y="2310140"/>
            <a:ext cx="525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一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泰勒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Taylor)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公式的建立</a:t>
            </a:r>
          </a:p>
        </p:txBody>
      </p:sp>
    </p:spTree>
    <p:extLst>
      <p:ext uri="{BB962C8B-B14F-4D97-AF65-F5344CB8AC3E}">
        <p14:creationId xmlns:p14="http://schemas.microsoft.com/office/powerpoint/2010/main" val="254199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214889" y="2787774"/>
            <a:ext cx="7880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这些都是用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一次多项式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来近似表达函数的例子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99592" y="699542"/>
            <a:ext cx="7524209" cy="461665"/>
            <a:chOff x="648191" y="1484693"/>
            <a:chExt cx="7524209" cy="461665"/>
          </a:xfrm>
        </p:grpSpPr>
        <p:sp>
          <p:nvSpPr>
            <p:cNvPr id="8" name="文本框 7"/>
            <p:cNvSpPr txBox="1"/>
            <p:nvPr/>
          </p:nvSpPr>
          <p:spPr>
            <a:xfrm>
              <a:off x="648191" y="1484693"/>
              <a:ext cx="75242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    在  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可导</a:t>
              </a:r>
              <a:r>
                <a:rPr lang="zh-CN" altLang="en-US" sz="2400" b="1" dirty="0">
                  <a:latin typeface="+mn-ea"/>
                </a:rPr>
                <a:t>，则有                       ， 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/>
            </p:nvPr>
          </p:nvGraphicFramePr>
          <p:xfrm>
            <a:off x="1043608" y="158851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620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43608" y="158851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/>
            </p:nvPr>
          </p:nvGraphicFramePr>
          <p:xfrm>
            <a:off x="1979712" y="1534882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621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79712" y="1534882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5933904"/>
                </p:ext>
              </p:extLst>
            </p:nvPr>
          </p:nvGraphicFramePr>
          <p:xfrm>
            <a:off x="4139952" y="1542678"/>
            <a:ext cx="3568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622" name="Equation" r:id="rId7" imgW="3568680" imgH="380880" progId="Equation.DSMT4">
                    <p:embed/>
                  </p:oleObj>
                </mc:Choice>
                <mc:Fallback>
                  <p:oleObj name="Equation" r:id="rId7" imgW="3568680" imgH="38088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139952" y="1542678"/>
                          <a:ext cx="3568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2519145" y="1400620"/>
            <a:ext cx="6048672" cy="480667"/>
            <a:chOff x="3059832" y="2234851"/>
            <a:chExt cx="6048672" cy="480667"/>
          </a:xfrm>
        </p:grpSpPr>
        <p:sp>
          <p:nvSpPr>
            <p:cNvPr id="9" name="文本框 8"/>
            <p:cNvSpPr txBox="1"/>
            <p:nvPr/>
          </p:nvSpPr>
          <p:spPr>
            <a:xfrm>
              <a:off x="3059832" y="2234851"/>
              <a:ext cx="60486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例如</a:t>
              </a:r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当  很小时，有如下的近似公式</a:t>
              </a:r>
              <a:r>
                <a:rPr lang="en-US" altLang="zh-CN" sz="2400" b="1" dirty="0">
                  <a:solidFill>
                    <a:schemeClr val="tx1"/>
                  </a:solidFill>
                  <a:latin typeface="+mn-ea"/>
                </a:rPr>
                <a:t>: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/>
            </p:nvPr>
          </p:nvGraphicFramePr>
          <p:xfrm>
            <a:off x="4073924" y="2283718"/>
            <a:ext cx="2921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623" name="Equation" r:id="rId9" imgW="291960" imgH="431640" progId="Equation.DSMT4">
                    <p:embed/>
                  </p:oleObj>
                </mc:Choice>
                <mc:Fallback>
                  <p:oleObj name="Equation" r:id="rId9" imgW="291960" imgH="431640" progId="Equation.DSMT4">
                    <p:embed/>
                    <p:pic>
                      <p:nvPicPr>
                        <p:cNvPr id="12" name="对象 1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73924" y="2283718"/>
                          <a:ext cx="2921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535572"/>
              </p:ext>
            </p:extLst>
          </p:nvPr>
        </p:nvGraphicFramePr>
        <p:xfrm>
          <a:off x="2591153" y="2139702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24" name="Equation" r:id="rId11" imgW="1206360" imgH="393480" progId="Equation.DSMT4">
                  <p:embed/>
                </p:oleObj>
              </mc:Choice>
              <mc:Fallback>
                <p:oleObj name="Equation" r:id="rId11" imgW="1206360" imgH="39348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91153" y="2139702"/>
                        <a:ext cx="1206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214889" y="1419622"/>
            <a:ext cx="2520280" cy="461665"/>
            <a:chOff x="611561" y="2234851"/>
            <a:chExt cx="2520280" cy="461665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/>
            </p:nvPr>
          </p:nvGraphicFramePr>
          <p:xfrm>
            <a:off x="1679600" y="2283718"/>
            <a:ext cx="1092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625" name="Equation" r:id="rId13" imgW="1091880" imgH="380880" progId="Equation.DSMT4">
                    <p:embed/>
                  </p:oleObj>
                </mc:Choice>
                <mc:Fallback>
                  <p:oleObj name="Equation" r:id="rId13" imgW="1091880" imgH="380880" progId="Equation.DSMT4">
                    <p:embed/>
                    <p:pic>
                      <p:nvPicPr>
                        <p:cNvPr id="10" name="对象 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79600" y="2283718"/>
                          <a:ext cx="1092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8"/>
            <p:cNvSpPr txBox="1"/>
            <p:nvPr/>
          </p:nvSpPr>
          <p:spPr>
            <a:xfrm>
              <a:off x="611561" y="2234851"/>
              <a:ext cx="25202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误差为        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37401"/>
              </p:ext>
            </p:extLst>
          </p:nvPr>
        </p:nvGraphicFramePr>
        <p:xfrm>
          <a:off x="4463361" y="2211710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26" name="Equation" r:id="rId15" imgW="1536480" imgH="342720" progId="Equation.DSMT4">
                  <p:embed/>
                </p:oleObj>
              </mc:Choice>
              <mc:Fallback>
                <p:oleObj name="Equation" r:id="rId15" imgW="1536480" imgH="3427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63361" y="2211710"/>
                        <a:ext cx="1536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872089" y="3478237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缺点</a:t>
            </a:r>
            <a:endParaRPr kumimoji="1" lang="en-US" altLang="zh-CN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1871073" y="3478237"/>
            <a:ext cx="24997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itchFamily="18" charset="0"/>
              </a:rPr>
              <a:t>1.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itchFamily="18" charset="0"/>
              </a:rPr>
              <a:t>精确度不高；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4535369" y="3435846"/>
            <a:ext cx="27363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itchFamily="18" charset="0"/>
              </a:rPr>
              <a:t>2.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itchFamily="18" charset="0"/>
              </a:rPr>
              <a:t>误差不能估计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itchFamily="18" charset="0"/>
              </a:rPr>
              <a:t>.</a:t>
            </a:r>
            <a:endParaRPr kumimoji="1" lang="zh-CN" altLang="en-US" sz="2400" b="1" dirty="0">
              <a:solidFill>
                <a:srgbClr val="0064FF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80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 autoUpdateAnimBg="0"/>
      <p:bldP spid="2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BB06BD4-4821-4F18-8355-148A38ED3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516" y="339502"/>
            <a:ext cx="88569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731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+mj-ea"/>
                <a:ea typeface="+mj-ea"/>
              </a:rPr>
              <a:t>从几何上看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缺陷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是由于我们在          </a:t>
            </a:r>
            <a:r>
              <a:rPr lang="zh-CN" altLang="zh-CN" sz="2400" b="1" dirty="0">
                <a:latin typeface="+mj-ea"/>
                <a:ea typeface="+mj-ea"/>
              </a:rPr>
              <a:t>附近用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直线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88FE30-5546-49D2-80AE-285586E83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6552" y="885949"/>
            <a:ext cx="53285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731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+mj-ea"/>
                <a:ea typeface="+mj-ea"/>
              </a:rPr>
              <a:t>代替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曲线</a:t>
            </a:r>
            <a:r>
              <a:rPr lang="zh-CN" altLang="en-US" sz="2400" b="1" dirty="0">
                <a:latin typeface="+mj-ea"/>
                <a:ea typeface="+mj-ea"/>
              </a:rPr>
              <a:t>，</a:t>
            </a:r>
            <a:r>
              <a:rPr lang="zh-CN" altLang="zh-CN" sz="2400" b="1" dirty="0">
                <a:latin typeface="+mj-ea"/>
                <a:ea typeface="+mj-ea"/>
              </a:rPr>
              <a:t>精度当然不高.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ACD78D6-09EE-4EC9-9F02-DDCC8424F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633066"/>
              </p:ext>
            </p:extLst>
          </p:nvPr>
        </p:nvGraphicFramePr>
        <p:xfrm>
          <a:off x="5364088" y="420167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31" name="Equation" r:id="rId3" imgW="1307880" imgH="380880" progId="Equation.DSMT4">
                  <p:embed/>
                </p:oleObj>
              </mc:Choice>
              <mc:Fallback>
                <p:oleObj name="Equation" r:id="rId3" imgW="130788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E746CD9-180D-4794-9086-ED8616001B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4088" y="420167"/>
                        <a:ext cx="1308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6B550508-6B55-4106-87FB-F05728A2320F}"/>
              </a:ext>
            </a:extLst>
          </p:cNvPr>
          <p:cNvGrpSpPr/>
          <p:nvPr/>
        </p:nvGrpSpPr>
        <p:grpSpPr>
          <a:xfrm>
            <a:off x="6514405" y="915566"/>
            <a:ext cx="2378075" cy="2751114"/>
            <a:chOff x="6514405" y="915566"/>
            <a:chExt cx="2378075" cy="2751114"/>
          </a:xfrm>
        </p:grpSpPr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364D3245-763D-42E0-9571-A02714376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2782" y="3209480"/>
              <a:ext cx="1600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以直代曲</a:t>
              </a:r>
            </a:p>
          </p:txBody>
        </p:sp>
        <p:sp>
          <p:nvSpPr>
            <p:cNvPr id="7" name="Line 12">
              <a:extLst>
                <a:ext uri="{FF2B5EF4-FFF2-40B4-BE49-F238E27FC236}">
                  <a16:creationId xmlns:a16="http://schemas.microsoft.com/office/drawing/2014/main" id="{1B66C34E-356B-4847-A50B-217A5DBB2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93830" y="1753766"/>
              <a:ext cx="1219200" cy="6858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13">
              <a:extLst>
                <a:ext uri="{FF2B5EF4-FFF2-40B4-BE49-F238E27FC236}">
                  <a16:creationId xmlns:a16="http://schemas.microsoft.com/office/drawing/2014/main" id="{7A9B83DD-6BDF-4D1E-8F73-685ED1ABB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4830" y="2210966"/>
              <a:ext cx="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" name="Object 14">
              <a:extLst>
                <a:ext uri="{FF2B5EF4-FFF2-40B4-BE49-F238E27FC236}">
                  <a16:creationId xmlns:a16="http://schemas.microsoft.com/office/drawing/2014/main" id="{2A3157E6-5790-462F-A54A-25648F2D11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4176992"/>
                </p:ext>
              </p:extLst>
            </p:nvPr>
          </p:nvGraphicFramePr>
          <p:xfrm>
            <a:off x="7276405" y="2787229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132" name="Equation" r:id="rId5" imgW="241200" imgH="330120" progId="Equation.DSMT4">
                    <p:embed/>
                  </p:oleObj>
                </mc:Choice>
                <mc:Fallback>
                  <p:oleObj name="Equation" r:id="rId5" imgW="241200" imgH="330120" progId="Equation.DSMT4">
                    <p:embed/>
                    <p:pic>
                      <p:nvPicPr>
                        <p:cNvPr id="14" name="Object 14">
                          <a:extLst>
                            <a:ext uri="{FF2B5EF4-FFF2-40B4-BE49-F238E27FC236}">
                              <a16:creationId xmlns:a16="http://schemas.microsoft.com/office/drawing/2014/main" id="{D812D4BF-DE41-4D8C-9E70-CE3901BD8C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6405" y="2787229"/>
                          <a:ext cx="2413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5">
              <a:extLst>
                <a:ext uri="{FF2B5EF4-FFF2-40B4-BE49-F238E27FC236}">
                  <a16:creationId xmlns:a16="http://schemas.microsoft.com/office/drawing/2014/main" id="{2AC4E5DF-A834-4386-B1AE-1E3F8C1E81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0349141"/>
                </p:ext>
              </p:extLst>
            </p:nvPr>
          </p:nvGraphicFramePr>
          <p:xfrm>
            <a:off x="8308280" y="1558503"/>
            <a:ext cx="584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133" name="Equation" r:id="rId7" imgW="583920" imgH="330120" progId="Equation.DSMT4">
                    <p:embed/>
                  </p:oleObj>
                </mc:Choice>
                <mc:Fallback>
                  <p:oleObj name="Equation" r:id="rId7" imgW="583920" imgH="330120" progId="Equation.DSMT4">
                    <p:embed/>
                    <p:pic>
                      <p:nvPicPr>
                        <p:cNvPr id="15" name="Object 15">
                          <a:extLst>
                            <a:ext uri="{FF2B5EF4-FFF2-40B4-BE49-F238E27FC236}">
                              <a16:creationId xmlns:a16="http://schemas.microsoft.com/office/drawing/2014/main" id="{D830C375-1EE2-4C75-97A2-3D3B74E0D1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8280" y="1558503"/>
                          <a:ext cx="5842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6B8B87F2-082D-4A6E-9F33-02475B968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7105" y="1677566"/>
              <a:ext cx="0" cy="1066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C56DAED6-F84F-423F-8E64-03CCB15214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7105" y="1982366"/>
              <a:ext cx="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" name="Object 23">
              <a:extLst>
                <a:ext uri="{FF2B5EF4-FFF2-40B4-BE49-F238E27FC236}">
                  <a16:creationId xmlns:a16="http://schemas.microsoft.com/office/drawing/2014/main" id="{EC1783FE-84F6-4971-807F-30811E4728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8392107"/>
                </p:ext>
              </p:extLst>
            </p:nvPr>
          </p:nvGraphicFramePr>
          <p:xfrm>
            <a:off x="7749480" y="2845966"/>
            <a:ext cx="179388" cy="195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134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20" name="Object 23">
                          <a:extLst>
                            <a:ext uri="{FF2B5EF4-FFF2-40B4-BE49-F238E27FC236}">
                              <a16:creationId xmlns:a16="http://schemas.microsoft.com/office/drawing/2014/main" id="{BD21415B-3088-4442-A85C-6F46E01F38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9480" y="2845966"/>
                          <a:ext cx="179388" cy="195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Group 27">
              <a:extLst>
                <a:ext uri="{FF2B5EF4-FFF2-40B4-BE49-F238E27FC236}">
                  <a16:creationId xmlns:a16="http://schemas.microsoft.com/office/drawing/2014/main" id="{53E2964C-5C8F-4CEF-92F6-D2538F8B6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4405" y="915566"/>
              <a:ext cx="2260600" cy="2127250"/>
              <a:chOff x="3896" y="964"/>
              <a:chExt cx="1424" cy="1340"/>
            </a:xfrm>
          </p:grpSpPr>
          <p:sp>
            <p:nvSpPr>
              <p:cNvPr id="15" name="Line 28">
                <a:extLst>
                  <a:ext uri="{FF2B5EF4-FFF2-40B4-BE49-F238E27FC236}">
                    <a16:creationId xmlns:a16="http://schemas.microsoft.com/office/drawing/2014/main" id="{D9AEC78E-12C9-43F6-B08E-7AB824393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4" y="2116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29">
                <a:extLst>
                  <a:ext uri="{FF2B5EF4-FFF2-40B4-BE49-F238E27FC236}">
                    <a16:creationId xmlns:a16="http://schemas.microsoft.com/office/drawing/2014/main" id="{AB0E58D3-86F2-437D-BAB6-B6BC7F4FE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4" y="964"/>
                <a:ext cx="0" cy="11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Freeform 30">
                <a:extLst>
                  <a:ext uri="{FF2B5EF4-FFF2-40B4-BE49-F238E27FC236}">
                    <a16:creationId xmlns:a16="http://schemas.microsoft.com/office/drawing/2014/main" id="{BB087F85-D818-4D77-BE7B-D52891670A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1316"/>
                <a:ext cx="672" cy="512"/>
              </a:xfrm>
              <a:custGeom>
                <a:avLst/>
                <a:gdLst>
                  <a:gd name="T0" fmla="*/ 0 w 672"/>
                  <a:gd name="T1" fmla="*/ 480 h 512"/>
                  <a:gd name="T2" fmla="*/ 384 w 672"/>
                  <a:gd name="T3" fmla="*/ 432 h 512"/>
                  <a:gd name="T4" fmla="*/ 672 w 672"/>
                  <a:gd name="T5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2" h="512">
                    <a:moveTo>
                      <a:pt x="0" y="480"/>
                    </a:moveTo>
                    <a:cubicBezTo>
                      <a:pt x="136" y="496"/>
                      <a:pt x="272" y="512"/>
                      <a:pt x="384" y="432"/>
                    </a:cubicBezTo>
                    <a:cubicBezTo>
                      <a:pt x="496" y="352"/>
                      <a:pt x="624" y="7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" name="Object 31">
                <a:extLst>
                  <a:ext uri="{FF2B5EF4-FFF2-40B4-BE49-F238E27FC236}">
                    <a16:creationId xmlns:a16="http://schemas.microsoft.com/office/drawing/2014/main" id="{24921A30-FD02-4009-A102-D6C48ADA7D9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84" y="2160"/>
              <a:ext cx="13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135" name="Equation" r:id="rId11" imgW="215640" imgH="228600" progId="Equation.3">
                      <p:embed/>
                    </p:oleObj>
                  </mc:Choice>
                  <mc:Fallback>
                    <p:oleObj name="Equation" r:id="rId11" imgW="215640" imgH="228600" progId="Equation.3">
                      <p:embed/>
                      <p:pic>
                        <p:nvPicPr>
                          <p:cNvPr id="27" name="Object 31">
                            <a:extLst>
                              <a:ext uri="{FF2B5EF4-FFF2-40B4-BE49-F238E27FC236}">
                                <a16:creationId xmlns:a16="http://schemas.microsoft.com/office/drawing/2014/main" id="{1AACA5CE-F086-420D-AD3B-ABD7E35A490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84" y="2160"/>
                            <a:ext cx="13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32">
                <a:extLst>
                  <a:ext uri="{FF2B5EF4-FFF2-40B4-BE49-F238E27FC236}">
                    <a16:creationId xmlns:a16="http://schemas.microsoft.com/office/drawing/2014/main" id="{2710C313-682C-4151-B36C-B0280877CD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7385553"/>
                  </p:ext>
                </p:extLst>
              </p:nvPr>
            </p:nvGraphicFramePr>
            <p:xfrm>
              <a:off x="3896" y="980"/>
              <a:ext cx="12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136" name="Equation" r:id="rId13" imgW="190440" imgH="241200" progId="Equation.DSMT4">
                      <p:embed/>
                    </p:oleObj>
                  </mc:Choice>
                  <mc:Fallback>
                    <p:oleObj name="Equation" r:id="rId13" imgW="190440" imgH="241200" progId="Equation.DSMT4">
                      <p:embed/>
                      <p:pic>
                        <p:nvPicPr>
                          <p:cNvPr id="28" name="Object 32">
                            <a:extLst>
                              <a:ext uri="{FF2B5EF4-FFF2-40B4-BE49-F238E27FC236}">
                                <a16:creationId xmlns:a16="http://schemas.microsoft.com/office/drawing/2014/main" id="{E0F93222-5587-4252-82DB-1E6E3978F48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96" y="980"/>
                            <a:ext cx="12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Object 33">
                <a:extLst>
                  <a:ext uri="{FF2B5EF4-FFF2-40B4-BE49-F238E27FC236}">
                    <a16:creationId xmlns:a16="http://schemas.microsoft.com/office/drawing/2014/main" id="{98ACF75F-CB0D-4680-A719-7DE4B6A290D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8278433"/>
                  </p:ext>
                </p:extLst>
              </p:nvPr>
            </p:nvGraphicFramePr>
            <p:xfrm>
              <a:off x="4620" y="1089"/>
              <a:ext cx="548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137" name="Equation" r:id="rId15" imgW="927000" imgH="304560" progId="Equation.DSMT4">
                      <p:embed/>
                    </p:oleObj>
                  </mc:Choice>
                  <mc:Fallback>
                    <p:oleObj name="Equation" r:id="rId15" imgW="927000" imgH="304560" progId="Equation.DSMT4">
                      <p:embed/>
                      <p:pic>
                        <p:nvPicPr>
                          <p:cNvPr id="29" name="Object 33">
                            <a:extLst>
                              <a:ext uri="{FF2B5EF4-FFF2-40B4-BE49-F238E27FC236}">
                                <a16:creationId xmlns:a16="http://schemas.microsoft.com/office/drawing/2014/main" id="{F691043E-B60C-4389-B602-9AEE72C36E7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20" y="1089"/>
                            <a:ext cx="548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34">
                <a:extLst>
                  <a:ext uri="{FF2B5EF4-FFF2-40B4-BE49-F238E27FC236}">
                    <a16:creationId xmlns:a16="http://schemas.microsoft.com/office/drawing/2014/main" id="{5793A72C-1659-4635-9992-502808AD07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15160119"/>
                  </p:ext>
                </p:extLst>
              </p:nvPr>
            </p:nvGraphicFramePr>
            <p:xfrm>
              <a:off x="3912" y="213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138" name="Equation" r:id="rId17" imgW="228600" imgH="241200" progId="Equation.DSMT4">
                      <p:embed/>
                    </p:oleObj>
                  </mc:Choice>
                  <mc:Fallback>
                    <p:oleObj name="Equation" r:id="rId17" imgW="228600" imgH="241200" progId="Equation.DSMT4">
                      <p:embed/>
                      <p:pic>
                        <p:nvPicPr>
                          <p:cNvPr id="30" name="Object 34">
                            <a:extLst>
                              <a:ext uri="{FF2B5EF4-FFF2-40B4-BE49-F238E27FC236}">
                                <a16:creationId xmlns:a16="http://schemas.microsoft.com/office/drawing/2014/main" id="{95133637-9C49-44ED-9412-2B57718F608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2" y="213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" name="Text Box 2">
            <a:extLst>
              <a:ext uri="{FF2B5EF4-FFF2-40B4-BE49-F238E27FC236}">
                <a16:creationId xmlns:a16="http://schemas.microsoft.com/office/drawing/2014/main" id="{AEB1876F-4277-4D54-844C-38A60541E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84" y="3438485"/>
            <a:ext cx="1438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特点</a:t>
            </a:r>
            <a:endParaRPr lang="en-US" altLang="zh-CN" sz="2400" b="1" dirty="0">
              <a:solidFill>
                <a:srgbClr val="0064FF"/>
              </a:solidFill>
            </a:endParaRPr>
          </a:p>
        </p:txBody>
      </p:sp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11522D05-5F8A-4301-B694-098F2929FC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944703"/>
              </p:ext>
            </p:extLst>
          </p:nvPr>
        </p:nvGraphicFramePr>
        <p:xfrm>
          <a:off x="1717861" y="4174769"/>
          <a:ext cx="79992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39" name="Equation" r:id="rId19" imgW="799920" imgH="380880" progId="Equation.DSMT4">
                  <p:embed/>
                </p:oleObj>
              </mc:Choice>
              <mc:Fallback>
                <p:oleObj name="Equation" r:id="rId19" imgW="799920" imgH="3808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8D6C716-CEB7-4EA2-9A6E-21578FC8A4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861" y="4174769"/>
                        <a:ext cx="79992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1FE47CBD-98C5-4A9A-B771-5252F3A29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888769"/>
              </p:ext>
            </p:extLst>
          </p:nvPr>
        </p:nvGraphicFramePr>
        <p:xfrm>
          <a:off x="2542826" y="3493916"/>
          <a:ext cx="1041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40" name="Equation" r:id="rId21" imgW="1041120" imgH="380880" progId="Equation.DSMT4">
                  <p:embed/>
                </p:oleObj>
              </mc:Choice>
              <mc:Fallback>
                <p:oleObj name="Equation" r:id="rId21" imgW="1041120" imgH="3808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4553622-23FA-44EF-B976-1DAB6163BC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826" y="3493916"/>
                        <a:ext cx="1041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>
            <a:extLst>
              <a:ext uri="{FF2B5EF4-FFF2-40B4-BE49-F238E27FC236}">
                <a16:creationId xmlns:a16="http://schemas.microsoft.com/office/drawing/2014/main" id="{34F5D59D-03D4-4755-ADE4-436FBE040E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67045"/>
              </p:ext>
            </p:extLst>
          </p:nvPr>
        </p:nvGraphicFramePr>
        <p:xfrm>
          <a:off x="2523790" y="4206974"/>
          <a:ext cx="109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41" name="Equation" r:id="rId23" imgW="1091880" imgH="380880" progId="Equation.DSMT4">
                  <p:embed/>
                </p:oleObj>
              </mc:Choice>
              <mc:Fallback>
                <p:oleObj name="Equation" r:id="rId23" imgW="1091880" imgH="3808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E658397-BCB2-4EF8-B5E0-2C4CF1FC1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3790" y="4206974"/>
                        <a:ext cx="1092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F6E94954-812A-4911-867E-8A007BE0C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023584"/>
              </p:ext>
            </p:extLst>
          </p:nvPr>
        </p:nvGraphicFramePr>
        <p:xfrm>
          <a:off x="1298316" y="2173386"/>
          <a:ext cx="8334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42" name="公式" r:id="rId25" imgW="342720" imgH="203040" progId="Equation.3">
                  <p:embed/>
                </p:oleObj>
              </mc:Choice>
              <mc:Fallback>
                <p:oleObj name="公式" r:id="rId25" imgW="342720" imgH="203040" progId="Equation.3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5F815664-EFC6-42FC-B94C-CF787AD4C3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316" y="2173386"/>
                        <a:ext cx="83343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>
            <a:extLst>
              <a:ext uri="{FF2B5EF4-FFF2-40B4-BE49-F238E27FC236}">
                <a16:creationId xmlns:a16="http://schemas.microsoft.com/office/drawing/2014/main" id="{8D0A4ACE-7AE3-4B05-9A56-48B946CF4A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40731"/>
              </p:ext>
            </p:extLst>
          </p:nvPr>
        </p:nvGraphicFramePr>
        <p:xfrm>
          <a:off x="1294507" y="1753347"/>
          <a:ext cx="3565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43" name="Equation" r:id="rId27" imgW="3568680" imgH="380880" progId="Equation.DSMT4">
                  <p:embed/>
                </p:oleObj>
              </mc:Choice>
              <mc:Fallback>
                <p:oleObj name="Equation" r:id="rId27" imgW="3568680" imgH="38088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DFE67193-A20E-441B-82C5-47E4B8F930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507" y="1753347"/>
                        <a:ext cx="35655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8">
            <a:extLst>
              <a:ext uri="{FF2B5EF4-FFF2-40B4-BE49-F238E27FC236}">
                <a16:creationId xmlns:a16="http://schemas.microsoft.com/office/drawing/2014/main" id="{BB59F373-4014-46A9-BC06-98232B9FE5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502821"/>
              </p:ext>
            </p:extLst>
          </p:nvPr>
        </p:nvGraphicFramePr>
        <p:xfrm>
          <a:off x="1673361" y="3488000"/>
          <a:ext cx="79992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44" name="Equation" r:id="rId29" imgW="799920" imgH="380880" progId="Equation.DSMT4">
                  <p:embed/>
                </p:oleObj>
              </mc:Choice>
              <mc:Fallback>
                <p:oleObj name="Equation" r:id="rId29" imgW="799920" imgH="380880" progId="Equation.DSMT4">
                  <p:embed/>
                  <p:pic>
                    <p:nvPicPr>
                      <p:cNvPr id="18" name="Object 18">
                        <a:extLst>
                          <a:ext uri="{FF2B5EF4-FFF2-40B4-BE49-F238E27FC236}">
                            <a16:creationId xmlns:a16="http://schemas.microsoft.com/office/drawing/2014/main" id="{1F56D933-0D4F-4113-A231-5F908C20F9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361" y="3488000"/>
                        <a:ext cx="79992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AutoShape 26">
            <a:extLst>
              <a:ext uri="{FF2B5EF4-FFF2-40B4-BE49-F238E27FC236}">
                <a16:creationId xmlns:a16="http://schemas.microsoft.com/office/drawing/2014/main" id="{64517634-6F44-48B8-9004-B87B404E402C}"/>
              </a:ext>
            </a:extLst>
          </p:cNvPr>
          <p:cNvSpPr>
            <a:spLocks/>
          </p:cNvSpPr>
          <p:nvPr/>
        </p:nvSpPr>
        <p:spPr bwMode="auto">
          <a:xfrm rot="5400000">
            <a:off x="3378343" y="1172484"/>
            <a:ext cx="178928" cy="2367306"/>
          </a:xfrm>
          <a:prstGeom prst="rightBrace">
            <a:avLst>
              <a:gd name="adj1" fmla="val 14513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480183C-5511-46FA-9FC2-48548CF809AF}"/>
              </a:ext>
            </a:extLst>
          </p:cNvPr>
          <p:cNvGrpSpPr/>
          <p:nvPr/>
        </p:nvGrpSpPr>
        <p:grpSpPr>
          <a:xfrm>
            <a:off x="1768271" y="2898474"/>
            <a:ext cx="2667000" cy="457200"/>
            <a:chOff x="1841555" y="2347513"/>
            <a:chExt cx="2667000" cy="457200"/>
          </a:xfrm>
        </p:grpSpPr>
        <p:sp>
          <p:nvSpPr>
            <p:cNvPr id="32" name="Text Box 24">
              <a:extLst>
                <a:ext uri="{FF2B5EF4-FFF2-40B4-BE49-F238E27FC236}">
                  <a16:creationId xmlns:a16="http://schemas.microsoft.com/office/drawing/2014/main" id="{E571389F-47B8-4004-BF07-BEC0CC4ED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1555" y="2347513"/>
              <a:ext cx="2667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的一次多项式</a:t>
              </a:r>
            </a:p>
          </p:txBody>
        </p: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C3289C82-623E-42AB-BED7-A4419849C3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3670136"/>
                </p:ext>
              </p:extLst>
            </p:nvPr>
          </p:nvGraphicFramePr>
          <p:xfrm>
            <a:off x="2000605" y="249026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145" name="Equation" r:id="rId31" imgW="190440" imgH="203040" progId="Equation.DSMT4">
                    <p:embed/>
                  </p:oleObj>
                </mc:Choice>
                <mc:Fallback>
                  <p:oleObj name="Equation" r:id="rId31" imgW="190440" imgH="20304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4A093C00-3998-433F-B283-9AEA10FA368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000605" y="249026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BF22CC38-401E-406B-9B90-56E693ECE6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298940"/>
              </p:ext>
            </p:extLst>
          </p:nvPr>
        </p:nvGraphicFramePr>
        <p:xfrm>
          <a:off x="2744529" y="2496766"/>
          <a:ext cx="685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46" name="Equation" r:id="rId33" imgW="685800" imgH="380880" progId="Equation.DSMT4">
                  <p:embed/>
                </p:oleObj>
              </mc:Choice>
              <mc:Fallback>
                <p:oleObj name="Equation" r:id="rId33" imgW="685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744529" y="2496766"/>
                        <a:ext cx="685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729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0">
            <a:extLst>
              <a:ext uri="{FF2B5EF4-FFF2-40B4-BE49-F238E27FC236}">
                <a16:creationId xmlns:a16="http://schemas.microsoft.com/office/drawing/2014/main" id="{4F117D67-9E93-4120-B380-D357DE5C5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369" y="1868438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需要解决的问题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D9D75CEA-A06E-4985-91F2-78E66B9A2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1563638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如何提高精度 </a:t>
            </a:r>
            <a:r>
              <a:rPr lang="en-US" altLang="zh-CN" sz="2400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81B72A65-33E8-4EFA-A8EC-EC98B9885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2249438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如何估计误差 </a:t>
            </a:r>
            <a:r>
              <a:rPr lang="en-US" altLang="zh-CN" sz="2400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6" name="AutoShape 25">
            <a:extLst>
              <a:ext uri="{FF2B5EF4-FFF2-40B4-BE49-F238E27FC236}">
                <a16:creationId xmlns:a16="http://schemas.microsoft.com/office/drawing/2014/main" id="{DD881C29-68F1-45BD-AE56-C493BC665B4B}"/>
              </a:ext>
            </a:extLst>
          </p:cNvPr>
          <p:cNvSpPr>
            <a:spLocks/>
          </p:cNvSpPr>
          <p:nvPr/>
        </p:nvSpPr>
        <p:spPr bwMode="auto">
          <a:xfrm>
            <a:off x="3915544" y="17160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24891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7" name="直接连接符 154636">
            <a:extLst>
              <a:ext uri="{FF2B5EF4-FFF2-40B4-BE49-F238E27FC236}">
                <a16:creationId xmlns:a16="http://schemas.microsoft.com/office/drawing/2014/main" id="{66D50C5D-C5C4-4154-B2D4-CC43347B34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9684" y="2546573"/>
            <a:ext cx="2216944" cy="2216944"/>
          </a:xfrm>
          <a:prstGeom prst="line">
            <a:avLst/>
          </a:prstGeom>
          <a:noFill/>
          <a:ln w="28575">
            <a:solidFill>
              <a:srgbClr val="0064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54639" name="文本框 154638">
            <a:extLst>
              <a:ext uri="{FF2B5EF4-FFF2-40B4-BE49-F238E27FC236}">
                <a16:creationId xmlns:a16="http://schemas.microsoft.com/office/drawing/2014/main" id="{78CE8B0F-E979-47E0-A232-05CA9A0DB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1868" y="4267026"/>
            <a:ext cx="44529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500" dirty="0">
                <a:latin typeface="Times New Roman" panose="02020603050405020304" pitchFamily="18" charset="0"/>
              </a:rPr>
              <a:t>–1</a:t>
            </a:r>
          </a:p>
        </p:txBody>
      </p:sp>
      <p:sp>
        <p:nvSpPr>
          <p:cNvPr id="154640" name="矩形 154639">
            <a:extLst>
              <a:ext uri="{FF2B5EF4-FFF2-40B4-BE49-F238E27FC236}">
                <a16:creationId xmlns:a16="http://schemas.microsoft.com/office/drawing/2014/main" id="{91C3A8BF-1682-4B7E-B6EF-BECE1695C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290" y="2550145"/>
            <a:ext cx="767902" cy="34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dirty="0">
                <a:solidFill>
                  <a:srgbClr val="0064FF"/>
                </a:solidFill>
                <a:latin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64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64FF"/>
                </a:solidFill>
                <a:latin typeface="Times New Roman" panose="02020603050405020304" pitchFamily="18" charset="0"/>
              </a:rPr>
              <a:t>+x</a:t>
            </a:r>
            <a:endParaRPr lang="en-US" altLang="zh-CN" i="1" baseline="30000" dirty="0">
              <a:solidFill>
                <a:srgbClr val="0064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54641" name="对象 154640">
            <a:extLst>
              <a:ext uri="{FF2B5EF4-FFF2-40B4-BE49-F238E27FC236}">
                <a16:creationId xmlns:a16="http://schemas.microsoft.com/office/drawing/2014/main" id="{63E2BB88-7EF1-4097-82ED-83CFC1C68C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858721"/>
              </p:ext>
            </p:extLst>
          </p:nvPr>
        </p:nvGraphicFramePr>
        <p:xfrm>
          <a:off x="5045671" y="1965548"/>
          <a:ext cx="1228725" cy="49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97" r:id="rId3" imgW="1802618" imgH="672808" progId="Equation.3">
                  <p:embed/>
                </p:oleObj>
              </mc:Choice>
              <mc:Fallback>
                <p:oleObj r:id="rId3" imgW="1802618" imgH="672808" progId="Equation.3">
                  <p:embed/>
                  <p:pic>
                    <p:nvPicPr>
                      <p:cNvPr id="154641" name="对象 154640">
                        <a:extLst>
                          <a:ext uri="{FF2B5EF4-FFF2-40B4-BE49-F238E27FC236}">
                            <a16:creationId xmlns:a16="http://schemas.microsoft.com/office/drawing/2014/main" id="{63E2BB88-7EF1-4097-82ED-83CFC1C68CE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5671" y="1965548"/>
                        <a:ext cx="1228725" cy="494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43" name="直接连接符 154642">
            <a:extLst>
              <a:ext uri="{FF2B5EF4-FFF2-40B4-BE49-F238E27FC236}">
                <a16:creationId xmlns:a16="http://schemas.microsoft.com/office/drawing/2014/main" id="{F875A3DF-7E8E-496B-A03E-63D9ACC18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5693" y="3933651"/>
            <a:ext cx="76081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54644" name="组合 154643">
            <a:extLst>
              <a:ext uri="{FF2B5EF4-FFF2-40B4-BE49-F238E27FC236}">
                <a16:creationId xmlns:a16="http://schemas.microsoft.com/office/drawing/2014/main" id="{B1936331-7E06-4B66-8D57-F4CD82C08B3A}"/>
              </a:ext>
            </a:extLst>
          </p:cNvPr>
          <p:cNvGrpSpPr>
            <a:grpSpLocks/>
          </p:cNvGrpSpPr>
          <p:nvPr/>
        </p:nvGrpSpPr>
        <p:grpSpPr bwMode="auto">
          <a:xfrm>
            <a:off x="2072680" y="1607170"/>
            <a:ext cx="4067176" cy="3196828"/>
            <a:chOff x="1382" y="1076"/>
            <a:chExt cx="3416" cy="2685"/>
          </a:xfrm>
        </p:grpSpPr>
        <p:sp>
          <p:nvSpPr>
            <p:cNvPr id="6161" name="直接连接符 154644">
              <a:extLst>
                <a:ext uri="{FF2B5EF4-FFF2-40B4-BE49-F238E27FC236}">
                  <a16:creationId xmlns:a16="http://schemas.microsoft.com/office/drawing/2014/main" id="{A3FC3FA1-6D49-4E75-9693-340EAB5F9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2" y="3301"/>
              <a:ext cx="33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62" name="直接连接符 154645">
              <a:extLst>
                <a:ext uri="{FF2B5EF4-FFF2-40B4-BE49-F238E27FC236}">
                  <a16:creationId xmlns:a16="http://schemas.microsoft.com/office/drawing/2014/main" id="{F4B2B26A-2504-4321-ABE2-E6409595A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2689"/>
              <a:ext cx="30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63" name="文本框 154646">
              <a:extLst>
                <a:ext uri="{FF2B5EF4-FFF2-40B4-BE49-F238E27FC236}">
                  <a16:creationId xmlns:a16="http://schemas.microsoft.com/office/drawing/2014/main" id="{B9AC5709-ACE9-450F-96FE-DF41F8D3A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" y="2477"/>
              <a:ext cx="26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5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164" name="矩形 154647">
              <a:extLst>
                <a:ext uri="{FF2B5EF4-FFF2-40B4-BE49-F238E27FC236}">
                  <a16:creationId xmlns:a16="http://schemas.microsoft.com/office/drawing/2014/main" id="{56550885-4026-4C49-A39E-89E47D7CD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3286"/>
              <a:ext cx="24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i="1" dirty="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6165" name="直接连接符 154648">
              <a:extLst>
                <a:ext uri="{FF2B5EF4-FFF2-40B4-BE49-F238E27FC236}">
                  <a16:creationId xmlns:a16="http://schemas.microsoft.com/office/drawing/2014/main" id="{66BAFA29-C483-49E3-819A-7D4D28159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7" y="1132"/>
              <a:ext cx="0" cy="26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66" name="文本框 154649">
              <a:extLst>
                <a:ext uri="{FF2B5EF4-FFF2-40B4-BE49-F238E27FC236}">
                  <a16:creationId xmlns:a16="http://schemas.microsoft.com/office/drawing/2014/main" id="{1AF9B2BD-EC2C-4353-B843-B3B22218F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4" y="3263"/>
              <a:ext cx="2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5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167" name="矩形 154650">
              <a:extLst>
                <a:ext uri="{FF2B5EF4-FFF2-40B4-BE49-F238E27FC236}">
                  <a16:creationId xmlns:a16="http://schemas.microsoft.com/office/drawing/2014/main" id="{EFA16D39-DCF1-485B-8681-A70795B82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1076"/>
              <a:ext cx="24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i="1" dirty="0"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154652" name="组合 154651">
            <a:extLst>
              <a:ext uri="{FF2B5EF4-FFF2-40B4-BE49-F238E27FC236}">
                <a16:creationId xmlns:a16="http://schemas.microsoft.com/office/drawing/2014/main" id="{746140C4-A4FB-4325-B017-FBC0383DD622}"/>
              </a:ext>
            </a:extLst>
          </p:cNvPr>
          <p:cNvGrpSpPr>
            <a:grpSpLocks/>
          </p:cNvGrpSpPr>
          <p:nvPr/>
        </p:nvGrpSpPr>
        <p:grpSpPr bwMode="auto">
          <a:xfrm>
            <a:off x="1691680" y="2239391"/>
            <a:ext cx="3333750" cy="1685925"/>
            <a:chOff x="1062" y="1607"/>
            <a:chExt cx="2800" cy="1416"/>
          </a:xfrm>
        </p:grpSpPr>
        <p:sp>
          <p:nvSpPr>
            <p:cNvPr id="6169" name="任意多边形 154652">
              <a:extLst>
                <a:ext uri="{FF2B5EF4-FFF2-40B4-BE49-F238E27FC236}">
                  <a16:creationId xmlns:a16="http://schemas.microsoft.com/office/drawing/2014/main" id="{03C4CAFC-4768-46CF-AB97-A8EC9CCE0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1607"/>
              <a:ext cx="1433" cy="1416"/>
            </a:xfrm>
            <a:custGeom>
              <a:avLst/>
              <a:gdLst>
                <a:gd name="T0" fmla="*/ 906 w 906"/>
                <a:gd name="T1" fmla="*/ 0 h 936"/>
                <a:gd name="T2" fmla="*/ 660 w 906"/>
                <a:gd name="T3" fmla="*/ 426 h 936"/>
                <a:gd name="T4" fmla="*/ 400 w 906"/>
                <a:gd name="T5" fmla="*/ 717 h 936"/>
                <a:gd name="T6" fmla="*/ 234 w 906"/>
                <a:gd name="T7" fmla="*/ 858 h 936"/>
                <a:gd name="T8" fmla="*/ 132 w 906"/>
                <a:gd name="T9" fmla="*/ 912 h 936"/>
                <a:gd name="T10" fmla="*/ 0 w 906"/>
                <a:gd name="T11" fmla="*/ 936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6" h="936">
                  <a:moveTo>
                    <a:pt x="906" y="0"/>
                  </a:moveTo>
                  <a:cubicBezTo>
                    <a:pt x="865" y="71"/>
                    <a:pt x="744" y="307"/>
                    <a:pt x="660" y="426"/>
                  </a:cubicBezTo>
                  <a:cubicBezTo>
                    <a:pt x="576" y="545"/>
                    <a:pt x="471" y="645"/>
                    <a:pt x="400" y="717"/>
                  </a:cubicBezTo>
                  <a:cubicBezTo>
                    <a:pt x="329" y="789"/>
                    <a:pt x="279" y="826"/>
                    <a:pt x="234" y="858"/>
                  </a:cubicBezTo>
                  <a:cubicBezTo>
                    <a:pt x="189" y="890"/>
                    <a:pt x="171" y="899"/>
                    <a:pt x="132" y="912"/>
                  </a:cubicBezTo>
                  <a:cubicBezTo>
                    <a:pt x="93" y="925"/>
                    <a:pt x="27" y="931"/>
                    <a:pt x="0" y="93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6170" name="任意多边形 154653">
              <a:extLst>
                <a:ext uri="{FF2B5EF4-FFF2-40B4-BE49-F238E27FC236}">
                  <a16:creationId xmlns:a16="http://schemas.microsoft.com/office/drawing/2014/main" id="{0EE2CF8F-DFBA-4055-A005-271949630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1616"/>
              <a:ext cx="1376" cy="1407"/>
            </a:xfrm>
            <a:custGeom>
              <a:avLst/>
              <a:gdLst>
                <a:gd name="T0" fmla="*/ 0 w 870"/>
                <a:gd name="T1" fmla="*/ 0 h 930"/>
                <a:gd name="T2" fmla="*/ 222 w 870"/>
                <a:gd name="T3" fmla="*/ 408 h 930"/>
                <a:gd name="T4" fmla="*/ 470 w 870"/>
                <a:gd name="T5" fmla="*/ 711 h 930"/>
                <a:gd name="T6" fmla="*/ 636 w 870"/>
                <a:gd name="T7" fmla="*/ 852 h 930"/>
                <a:gd name="T8" fmla="*/ 738 w 870"/>
                <a:gd name="T9" fmla="*/ 906 h 930"/>
                <a:gd name="T10" fmla="*/ 870 w 870"/>
                <a:gd name="T11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0" h="930">
                  <a:moveTo>
                    <a:pt x="0" y="0"/>
                  </a:moveTo>
                  <a:cubicBezTo>
                    <a:pt x="37" y="68"/>
                    <a:pt x="144" y="290"/>
                    <a:pt x="222" y="408"/>
                  </a:cubicBezTo>
                  <a:cubicBezTo>
                    <a:pt x="300" y="526"/>
                    <a:pt x="401" y="637"/>
                    <a:pt x="470" y="711"/>
                  </a:cubicBezTo>
                  <a:cubicBezTo>
                    <a:pt x="539" y="785"/>
                    <a:pt x="591" y="820"/>
                    <a:pt x="636" y="852"/>
                  </a:cubicBezTo>
                  <a:cubicBezTo>
                    <a:pt x="681" y="884"/>
                    <a:pt x="699" y="893"/>
                    <a:pt x="738" y="906"/>
                  </a:cubicBezTo>
                  <a:cubicBezTo>
                    <a:pt x="777" y="919"/>
                    <a:pt x="843" y="925"/>
                    <a:pt x="870" y="93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154655" name="任意多边形 154654">
            <a:extLst>
              <a:ext uri="{FF2B5EF4-FFF2-40B4-BE49-F238E27FC236}">
                <a16:creationId xmlns:a16="http://schemas.microsoft.com/office/drawing/2014/main" id="{415608A4-7D20-4556-B458-E6F77DBE7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9633" y="2120329"/>
            <a:ext cx="2346722" cy="1863329"/>
          </a:xfrm>
          <a:custGeom>
            <a:avLst/>
            <a:gdLst>
              <a:gd name="T0" fmla="*/ 0 w 1971"/>
              <a:gd name="T1" fmla="*/ 1565 h 1565"/>
              <a:gd name="T2" fmla="*/ 756 w 1971"/>
              <a:gd name="T3" fmla="*/ 1448 h 1565"/>
              <a:gd name="T4" fmla="*/ 1362 w 1971"/>
              <a:gd name="T5" fmla="*/ 1182 h 1565"/>
              <a:gd name="T6" fmla="*/ 1661 w 1971"/>
              <a:gd name="T7" fmla="*/ 803 h 1565"/>
              <a:gd name="T8" fmla="*/ 1838 w 1971"/>
              <a:gd name="T9" fmla="*/ 445 h 1565"/>
              <a:gd name="T10" fmla="*/ 1971 w 1971"/>
              <a:gd name="T11" fmla="*/ 0 h 1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71" h="1565">
                <a:moveTo>
                  <a:pt x="0" y="1565"/>
                </a:moveTo>
                <a:cubicBezTo>
                  <a:pt x="128" y="1546"/>
                  <a:pt x="529" y="1512"/>
                  <a:pt x="756" y="1448"/>
                </a:cubicBezTo>
                <a:cubicBezTo>
                  <a:pt x="983" y="1384"/>
                  <a:pt x="1211" y="1289"/>
                  <a:pt x="1362" y="1182"/>
                </a:cubicBezTo>
                <a:cubicBezTo>
                  <a:pt x="1513" y="1075"/>
                  <a:pt x="1582" y="926"/>
                  <a:pt x="1661" y="803"/>
                </a:cubicBezTo>
                <a:cubicBezTo>
                  <a:pt x="1740" y="680"/>
                  <a:pt x="1786" y="579"/>
                  <a:pt x="1838" y="445"/>
                </a:cubicBezTo>
                <a:cubicBezTo>
                  <a:pt x="1890" y="311"/>
                  <a:pt x="1944" y="92"/>
                  <a:pt x="1971" y="0"/>
                </a:cubicBezTo>
              </a:path>
            </a:pathLst>
          </a:custGeom>
          <a:noFill/>
          <a:ln w="2857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350"/>
          </a:p>
        </p:txBody>
      </p:sp>
      <p:graphicFrame>
        <p:nvGraphicFramePr>
          <p:cNvPr id="154656" name="对象 154655">
            <a:extLst>
              <a:ext uri="{FF2B5EF4-FFF2-40B4-BE49-F238E27FC236}">
                <a16:creationId xmlns:a16="http://schemas.microsoft.com/office/drawing/2014/main" id="{7FDD8BC6-AEC2-44F3-BBBF-D23A1B3EEB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0271197"/>
              </p:ext>
            </p:extLst>
          </p:nvPr>
        </p:nvGraphicFramePr>
        <p:xfrm>
          <a:off x="4121746" y="3665760"/>
          <a:ext cx="150019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98" r:id="rId5" imgW="215619" imgH="672225" progId="Equation.3">
                  <p:embed/>
                </p:oleObj>
              </mc:Choice>
              <mc:Fallback>
                <p:oleObj r:id="rId5" imgW="215619" imgH="672225" progId="Equation.3">
                  <p:embed/>
                  <p:pic>
                    <p:nvPicPr>
                      <p:cNvPr id="154656" name="对象 154655">
                        <a:extLst>
                          <a:ext uri="{FF2B5EF4-FFF2-40B4-BE49-F238E27FC236}">
                            <a16:creationId xmlns:a16="http://schemas.microsoft.com/office/drawing/2014/main" id="{7FDD8BC6-AEC2-44F3-BBBF-D23A1B3EEB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746" y="3665760"/>
                        <a:ext cx="150019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57" name="直接连接符 154656">
            <a:extLst>
              <a:ext uri="{FF2B5EF4-FFF2-40B4-BE49-F238E27FC236}">
                <a16:creationId xmlns:a16="http://schemas.microsoft.com/office/drawing/2014/main" id="{5EDE7985-3F84-47F3-ADBA-6E7C46B9E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6883" y="3933651"/>
            <a:ext cx="0" cy="29884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54658" name="椭圆 154657">
            <a:extLst>
              <a:ext uri="{FF2B5EF4-FFF2-40B4-BE49-F238E27FC236}">
                <a16:creationId xmlns:a16="http://schemas.microsoft.com/office/drawing/2014/main" id="{F00FEB9F-1AF2-483C-8DB6-A12FE4D08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640" y="3880073"/>
            <a:ext cx="88106" cy="84535"/>
          </a:xfrm>
          <a:prstGeom prst="ellipse">
            <a:avLst/>
          </a:prstGeom>
          <a:solidFill>
            <a:srgbClr val="FF5050"/>
          </a:solidFill>
          <a:ln w="9525">
            <a:solidFill>
              <a:srgbClr val="FF505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35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61B768E-AA82-463C-ABB2-00AB6CDC2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39713"/>
            <a:ext cx="2057400" cy="646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746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5000"/>
              </a:lnSpc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设想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CAFEB5-4869-4467-9C25-C50955121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04813"/>
            <a:ext cx="78494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5746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+mj-ea"/>
                <a:ea typeface="+mj-ea"/>
              </a:rPr>
              <a:t>能否改用二次曲线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三次曲线</a:t>
            </a:r>
            <a:r>
              <a:rPr lang="en-US" altLang="zh-CN" sz="2400" b="1" dirty="0">
                <a:latin typeface="+mj-ea"/>
                <a:ea typeface="+mj-ea"/>
              </a:rPr>
              <a:t>, …, </a:t>
            </a:r>
            <a:r>
              <a:rPr lang="zh-CN" altLang="en-US" sz="2400" b="1" dirty="0">
                <a:latin typeface="+mj-ea"/>
                <a:ea typeface="+mj-ea"/>
              </a:rPr>
              <a:t>代替</a:t>
            </a:r>
            <a:r>
              <a:rPr lang="en-US" altLang="zh-CN" sz="2400" b="1" dirty="0">
                <a:latin typeface="+mj-ea"/>
                <a:ea typeface="+mj-ea"/>
              </a:rPr>
              <a:t>? </a:t>
            </a:r>
            <a:r>
              <a:rPr lang="zh-CN" altLang="en-US" sz="2400" b="1" dirty="0">
                <a:latin typeface="+mj-ea"/>
                <a:ea typeface="+mj-ea"/>
              </a:rPr>
              <a:t>精度是否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1CF321-1D30-4B7B-9968-F1FF80856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781" y="1080512"/>
            <a:ext cx="65293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+mj-ea"/>
                <a:ea typeface="+mj-ea"/>
              </a:rPr>
              <a:t>能提高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即：曲线的吻合程度是否会更好些呢</a:t>
            </a:r>
            <a:r>
              <a:rPr lang="en-US" altLang="zh-CN" sz="2400" b="1" dirty="0">
                <a:latin typeface="+mj-ea"/>
                <a:ea typeface="+mj-ea"/>
              </a:rPr>
              <a:t>?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E599E39-9D0E-456D-9616-6EA673C3D6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811411"/>
              </p:ext>
            </p:extLst>
          </p:nvPr>
        </p:nvGraphicFramePr>
        <p:xfrm>
          <a:off x="6651625" y="2898775"/>
          <a:ext cx="218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99" name="Equation" r:id="rId7" imgW="2184120" imgH="419040" progId="Equation.DSMT4">
                  <p:embed/>
                </p:oleObj>
              </mc:Choice>
              <mc:Fallback>
                <p:oleObj name="Equation" r:id="rId7" imgW="2184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51625" y="2898775"/>
                        <a:ext cx="2184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B97A97F-ACFE-46B1-B47B-D24B0009C1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176000"/>
              </p:ext>
            </p:extLst>
          </p:nvPr>
        </p:nvGraphicFramePr>
        <p:xfrm>
          <a:off x="4759325" y="1700213"/>
          <a:ext cx="63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00" name="Equation" r:id="rId9" imgW="634680" imgH="342720" progId="Equation.DSMT4">
                  <p:embed/>
                </p:oleObj>
              </mc:Choice>
              <mc:Fallback>
                <p:oleObj name="Equation" r:id="rId9" imgW="634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59325" y="1700213"/>
                        <a:ext cx="635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302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5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5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5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5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5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5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5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5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2000"/>
                                        <p:tgtEl>
                                          <p:spTgt spid="154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5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9" grpId="0"/>
      <p:bldP spid="1546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2338496" y="843558"/>
            <a:ext cx="5905912" cy="461665"/>
            <a:chOff x="2338496" y="1218479"/>
            <a:chExt cx="5905912" cy="461665"/>
          </a:xfrm>
        </p:grpSpPr>
        <p:sp>
          <p:nvSpPr>
            <p:cNvPr id="13316" name="Text Box 4"/>
            <p:cNvSpPr txBox="1">
              <a:spLocks noChangeArrowheads="1"/>
            </p:cNvSpPr>
            <p:nvPr/>
          </p:nvSpPr>
          <p:spPr bwMode="auto">
            <a:xfrm>
              <a:off x="2338496" y="1218479"/>
              <a:ext cx="590591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设函数     在  处 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 阶可导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试找出一个                                  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/>
            </p:nvPr>
          </p:nvGraphicFramePr>
          <p:xfrm>
            <a:off x="3373442" y="1302794"/>
            <a:ext cx="76651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56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2" name="对象 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73442" y="1302794"/>
                          <a:ext cx="76651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/>
            </p:nvPr>
          </p:nvGraphicFramePr>
          <p:xfrm>
            <a:off x="4443877" y="1275606"/>
            <a:ext cx="34414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57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43877" y="1275606"/>
                          <a:ext cx="344147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/>
            </p:nvPr>
          </p:nvGraphicFramePr>
          <p:xfrm>
            <a:off x="5129442" y="1400630"/>
            <a:ext cx="234646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58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29442" y="1400630"/>
                          <a:ext cx="234646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716330"/>
              </p:ext>
            </p:extLst>
          </p:nvPr>
        </p:nvGraphicFramePr>
        <p:xfrm>
          <a:off x="1331640" y="2211710"/>
          <a:ext cx="638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9" name="Equation" r:id="rId9" imgW="6387840" imgH="419040" progId="Equation.DSMT4">
                  <p:embed/>
                </p:oleObj>
              </mc:Choice>
              <mc:Fallback>
                <p:oleObj name="Equation" r:id="rId9" imgW="6387840" imgH="419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1640" y="2211710"/>
                        <a:ext cx="6388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620523" y="2931790"/>
            <a:ext cx="7047821" cy="461665"/>
            <a:chOff x="836546" y="3075806"/>
            <a:chExt cx="7047821" cy="461665"/>
          </a:xfrm>
        </p:grpSpPr>
        <p:sp>
          <p:nvSpPr>
            <p:cNvPr id="17" name="Text Box 3"/>
            <p:cNvSpPr txBox="1">
              <a:spLocks noChangeArrowheads="1"/>
            </p:cNvSpPr>
            <p:nvPr/>
          </p:nvSpPr>
          <p:spPr bwMode="auto">
            <a:xfrm>
              <a:off x="836546" y="3075806"/>
              <a:ext cx="704782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来近似表达    ，要求使得     与    之差是当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/>
            </p:nvPr>
          </p:nvGraphicFramePr>
          <p:xfrm>
            <a:off x="2467676" y="314781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60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7676" y="314781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/>
            </p:nvPr>
          </p:nvGraphicFramePr>
          <p:xfrm>
            <a:off x="4640188" y="3085854"/>
            <a:ext cx="723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61" name="Equation" r:id="rId13" imgW="723600" imgH="380880" progId="Equation.DSMT4">
                    <p:embed/>
                  </p:oleObj>
                </mc:Choice>
                <mc:Fallback>
                  <p:oleObj name="Equation" r:id="rId13" imgW="723600" imgH="38088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40188" y="3085854"/>
                          <a:ext cx="723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/>
            </p:nvPr>
          </p:nvGraphicFramePr>
          <p:xfrm>
            <a:off x="5652120" y="314781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62" name="Equation" r:id="rId15" imgW="622030" imgH="342751" progId="Equation.DSMT4">
                    <p:embed/>
                  </p:oleObj>
                </mc:Choice>
                <mc:Fallback>
                  <p:oleObj name="Equation" r:id="rId15" imgW="622030" imgH="342751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2120" y="314781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675861" y="1491630"/>
            <a:ext cx="5696339" cy="461665"/>
            <a:chOff x="675861" y="1779662"/>
            <a:chExt cx="5696339" cy="461665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/>
            </p:nvPr>
          </p:nvGraphicFramePr>
          <p:xfrm>
            <a:off x="1414289" y="1830710"/>
            <a:ext cx="939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63" name="Equation" r:id="rId16" imgW="939600" imgH="380880" progId="Equation.DSMT4">
                    <p:embed/>
                  </p:oleObj>
                </mc:Choice>
                <mc:Fallback>
                  <p:oleObj name="Equation" r:id="rId16" imgW="939600" imgH="38088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414289" y="1830710"/>
                          <a:ext cx="939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/>
            </p:nvPr>
          </p:nvGraphicFramePr>
          <p:xfrm>
            <a:off x="2667645" y="193650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64" name="Equation" r:id="rId18" imgW="190440" imgH="203040" progId="Equation.DSMT4">
                    <p:embed/>
                  </p:oleObj>
                </mc:Choice>
                <mc:Fallback>
                  <p:oleObj name="Equation" r:id="rId18" imgW="190440" imgH="203040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645" y="1936502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4"/>
            <p:cNvSpPr txBox="1">
              <a:spLocks noChangeArrowheads="1"/>
            </p:cNvSpPr>
            <p:nvPr/>
          </p:nvSpPr>
          <p:spPr bwMode="auto">
            <a:xfrm>
              <a:off x="675861" y="1779662"/>
              <a:ext cx="569633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关于      的  次多项式                                   </a:t>
              </a:r>
              <a:endParaRPr kumimoji="1" lang="en-US" altLang="zh-CN" sz="2400" b="1" dirty="0">
                <a:latin typeface="+mn-ea"/>
              </a:endParaRPr>
            </a:p>
          </p:txBody>
        </p:sp>
      </p:grp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1267339" y="843558"/>
            <a:ext cx="1144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问题</a:t>
            </a:r>
            <a:r>
              <a:rPr kumimoji="1" lang="zh-CN" altLang="en-US" sz="2400" b="1" dirty="0">
                <a:latin typeface="+mn-ea"/>
              </a:rPr>
              <a:t>                                  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7452320" y="2984748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5" name="Equation" r:id="rId20" imgW="863280" imgH="380880" progId="Equation.DSMT4">
                  <p:embed/>
                </p:oleObj>
              </mc:Choice>
              <mc:Fallback>
                <p:oleObj name="Equation" r:id="rId20" imgW="863280" imgH="38088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452320" y="2984748"/>
                        <a:ext cx="863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6DB3F1FE-F44E-4D90-B896-BB29681EC948}"/>
              </a:ext>
            </a:extLst>
          </p:cNvPr>
          <p:cNvGrpSpPr/>
          <p:nvPr/>
        </p:nvGrpSpPr>
        <p:grpSpPr>
          <a:xfrm>
            <a:off x="741607" y="3537297"/>
            <a:ext cx="5316790" cy="461665"/>
            <a:chOff x="741607" y="3537297"/>
            <a:chExt cx="5316790" cy="461665"/>
          </a:xfrm>
        </p:grpSpPr>
        <p:sp>
          <p:nvSpPr>
            <p:cNvPr id="27" name="Text Box 3"/>
            <p:cNvSpPr txBox="1">
              <a:spLocks noChangeArrowheads="1"/>
            </p:cNvSpPr>
            <p:nvPr/>
          </p:nvSpPr>
          <p:spPr bwMode="auto">
            <a:xfrm>
              <a:off x="741607" y="3537297"/>
              <a:ext cx="531679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时比       高阶的无穷小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0625644"/>
                </p:ext>
              </p:extLst>
            </p:nvPr>
          </p:nvGraphicFramePr>
          <p:xfrm>
            <a:off x="1445726" y="3579862"/>
            <a:ext cx="1041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66" name="Equation" r:id="rId22" imgW="1041120" imgH="419040" progId="Equation.DSMT4">
                    <p:embed/>
                  </p:oleObj>
                </mc:Choice>
                <mc:Fallback>
                  <p:oleObj name="Equation" r:id="rId22" imgW="1041120" imgH="41904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5726" y="3579862"/>
                          <a:ext cx="10414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8596235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Line 6"/>
          <p:cNvSpPr>
            <a:spLocks noChangeShapeType="1"/>
          </p:cNvSpPr>
          <p:nvPr/>
        </p:nvSpPr>
        <p:spPr bwMode="auto">
          <a:xfrm flipV="1">
            <a:off x="6308816" y="2167136"/>
            <a:ext cx="0" cy="108585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flipV="1">
            <a:off x="5206008" y="1530474"/>
            <a:ext cx="2362200" cy="1257300"/>
          </a:xfrm>
          <a:prstGeom prst="line">
            <a:avLst/>
          </a:prstGeom>
          <a:noFill/>
          <a:ln w="15875">
            <a:solidFill>
              <a:srgbClr val="0064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063187"/>
              </p:ext>
            </p:extLst>
          </p:nvPr>
        </p:nvGraphicFramePr>
        <p:xfrm>
          <a:off x="6207216" y="3281561"/>
          <a:ext cx="2794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02" name="Equation" r:id="rId3" imgW="279360" imgH="380880" progId="Equation.DSMT4">
                  <p:embed/>
                </p:oleObj>
              </mc:Choice>
              <mc:Fallback>
                <p:oleObj name="Equation" r:id="rId3" imgW="279360" imgH="380880" progId="Equation.DSMT4">
                  <p:embed/>
                  <p:pic>
                    <p:nvPicPr>
                      <p:cNvPr id="153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216" y="3281561"/>
                        <a:ext cx="2794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Arc 10"/>
          <p:cNvSpPr>
            <a:spLocks/>
          </p:cNvSpPr>
          <p:nvPr/>
        </p:nvSpPr>
        <p:spPr bwMode="auto">
          <a:xfrm rot="10878672" flipV="1">
            <a:off x="5739409" y="1879005"/>
            <a:ext cx="1903413" cy="10858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91"/>
              <a:gd name="T1" fmla="*/ 0 h 21600"/>
              <a:gd name="T2" fmla="*/ 21591 w 21591"/>
              <a:gd name="T3" fmla="*/ 20981 h 21600"/>
              <a:gd name="T4" fmla="*/ 0 w 2159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91" h="21600" fill="none" extrusionOk="0">
                <a:moveTo>
                  <a:pt x="-1" y="0"/>
                </a:moveTo>
                <a:cubicBezTo>
                  <a:pt x="11688" y="0"/>
                  <a:pt x="21256" y="9297"/>
                  <a:pt x="21591" y="20980"/>
                </a:cubicBezTo>
              </a:path>
              <a:path w="21591" h="21600" stroke="0" extrusionOk="0">
                <a:moveTo>
                  <a:pt x="-1" y="0"/>
                </a:moveTo>
                <a:cubicBezTo>
                  <a:pt x="11688" y="0"/>
                  <a:pt x="21256" y="9297"/>
                  <a:pt x="21591" y="20980"/>
                </a:cubicBezTo>
                <a:lnTo>
                  <a:pt x="0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392" name="Group 32"/>
          <p:cNvGrpSpPr>
            <a:grpSpLocks/>
          </p:cNvGrpSpPr>
          <p:nvPr/>
        </p:nvGrpSpPr>
        <p:grpSpPr bwMode="auto">
          <a:xfrm>
            <a:off x="4825009" y="1219398"/>
            <a:ext cx="3497263" cy="2262188"/>
            <a:chOff x="3072" y="1508"/>
            <a:chExt cx="2203" cy="1900"/>
          </a:xfrm>
        </p:grpSpPr>
        <p:sp>
          <p:nvSpPr>
            <p:cNvPr id="15372" name="Line 12"/>
            <p:cNvSpPr>
              <a:spLocks noChangeShapeType="1"/>
            </p:cNvSpPr>
            <p:nvPr/>
          </p:nvSpPr>
          <p:spPr bwMode="auto">
            <a:xfrm>
              <a:off x="3072" y="3216"/>
              <a:ext cx="2064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3" name="Line 13"/>
            <p:cNvSpPr>
              <a:spLocks noChangeShapeType="1"/>
            </p:cNvSpPr>
            <p:nvPr/>
          </p:nvSpPr>
          <p:spPr bwMode="auto">
            <a:xfrm flipV="1">
              <a:off x="3408" y="1728"/>
              <a:ext cx="1" cy="16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4" name="Object 14"/>
            <p:cNvGraphicFramePr>
              <a:graphicFrameLocks noChangeAspect="1"/>
            </p:cNvGraphicFramePr>
            <p:nvPr>
              <p:extLst/>
            </p:nvPr>
          </p:nvGraphicFramePr>
          <p:xfrm>
            <a:off x="3180" y="3279"/>
            <a:ext cx="120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003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1537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0" y="3279"/>
                          <a:ext cx="120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5" name="Object 15"/>
            <p:cNvGraphicFramePr>
              <a:graphicFrameLocks noChangeAspect="1"/>
            </p:cNvGraphicFramePr>
            <p:nvPr>
              <p:extLst/>
            </p:nvPr>
          </p:nvGraphicFramePr>
          <p:xfrm>
            <a:off x="5164" y="3141"/>
            <a:ext cx="111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004" name="Equation" r:id="rId7" imgW="177480" imgH="291960" progId="Equation.DSMT4">
                    <p:embed/>
                  </p:oleObj>
                </mc:Choice>
                <mc:Fallback>
                  <p:oleObj name="Equation" r:id="rId7" imgW="177480" imgH="291960" progId="Equation.DSMT4">
                    <p:embed/>
                    <p:pic>
                      <p:nvPicPr>
                        <p:cNvPr id="1537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4" y="3141"/>
                          <a:ext cx="111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Object 16"/>
            <p:cNvGraphicFramePr>
              <a:graphicFrameLocks noChangeAspect="1"/>
            </p:cNvGraphicFramePr>
            <p:nvPr>
              <p:extLst/>
            </p:nvPr>
          </p:nvGraphicFramePr>
          <p:xfrm>
            <a:off x="3376" y="1508"/>
            <a:ext cx="135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005" name="Equation" r:id="rId9" imgW="215640" imgH="266400" progId="Equation.DSMT4">
                    <p:embed/>
                  </p:oleObj>
                </mc:Choice>
                <mc:Fallback>
                  <p:oleObj name="Equation" r:id="rId9" imgW="215640" imgH="266400" progId="Equation.DSMT4">
                    <p:embed/>
                    <p:pic>
                      <p:nvPicPr>
                        <p:cNvPr id="1537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6" y="1508"/>
                          <a:ext cx="135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79" name="Arc 19"/>
          <p:cNvSpPr>
            <a:spLocks/>
          </p:cNvSpPr>
          <p:nvPr/>
        </p:nvSpPr>
        <p:spPr bwMode="auto">
          <a:xfrm rot="10835637" flipV="1">
            <a:off x="5891809" y="2026643"/>
            <a:ext cx="1471613" cy="883444"/>
          </a:xfrm>
          <a:custGeom>
            <a:avLst/>
            <a:gdLst>
              <a:gd name="G0" fmla="+- 9689 0 0"/>
              <a:gd name="G1" fmla="+- 21600 0 0"/>
              <a:gd name="G2" fmla="+- 21600 0 0"/>
              <a:gd name="T0" fmla="*/ 0 w 31289"/>
              <a:gd name="T1" fmla="*/ 2295 h 21600"/>
              <a:gd name="T2" fmla="*/ 31289 w 31289"/>
              <a:gd name="T3" fmla="*/ 21592 h 21600"/>
              <a:gd name="T4" fmla="*/ 9689 w 3128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289" h="21600" fill="none" extrusionOk="0">
                <a:moveTo>
                  <a:pt x="-1" y="2294"/>
                </a:moveTo>
                <a:cubicBezTo>
                  <a:pt x="3006" y="785"/>
                  <a:pt x="6324" y="-1"/>
                  <a:pt x="9689" y="0"/>
                </a:cubicBezTo>
                <a:cubicBezTo>
                  <a:pt x="21615" y="0"/>
                  <a:pt x="31284" y="9665"/>
                  <a:pt x="31288" y="21592"/>
                </a:cubicBezTo>
              </a:path>
              <a:path w="31289" h="21600" stroke="0" extrusionOk="0">
                <a:moveTo>
                  <a:pt x="-1" y="2294"/>
                </a:moveTo>
                <a:cubicBezTo>
                  <a:pt x="3006" y="785"/>
                  <a:pt x="6324" y="-1"/>
                  <a:pt x="9689" y="0"/>
                </a:cubicBezTo>
                <a:cubicBezTo>
                  <a:pt x="21615" y="0"/>
                  <a:pt x="31284" y="9665"/>
                  <a:pt x="31288" y="21592"/>
                </a:cubicBezTo>
                <a:lnTo>
                  <a:pt x="9689" y="21600"/>
                </a:ln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827584" y="123478"/>
            <a:ext cx="1676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64FF"/>
                </a:solidFill>
                <a:latin typeface="Times New Roman" pitchFamily="18" charset="0"/>
              </a:rPr>
              <a:t>分析</a:t>
            </a:r>
            <a:endParaRPr kumimoji="1" lang="en-US" altLang="zh-CN" sz="2800" b="1" dirty="0">
              <a:solidFill>
                <a:srgbClr val="0064FF"/>
              </a:solidFill>
              <a:latin typeface="Times New Roman" pitchFamily="18" charset="0"/>
            </a:endParaRPr>
          </a:p>
        </p:txBody>
      </p:sp>
      <p:graphicFrame>
        <p:nvGraphicFramePr>
          <p:cNvPr id="1538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836446"/>
              </p:ext>
            </p:extLst>
          </p:nvPr>
        </p:nvGraphicFramePr>
        <p:xfrm>
          <a:off x="2170708" y="3824486"/>
          <a:ext cx="1739900" cy="189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06" name="公式" r:id="rId11" imgW="1739880" imgH="253800" progId="Equation.3">
                  <p:embed/>
                </p:oleObj>
              </mc:Choice>
              <mc:Fallback>
                <p:oleObj name="公式" r:id="rId11" imgW="1739880" imgH="253800" progId="Equation.3">
                  <p:embed/>
                  <p:pic>
                    <p:nvPicPr>
                      <p:cNvPr id="1538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708" y="3824486"/>
                        <a:ext cx="1739900" cy="189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7" name="Text Box 27"/>
          <p:cNvSpPr txBox="1">
            <a:spLocks noChangeArrowheads="1"/>
          </p:cNvSpPr>
          <p:nvPr/>
        </p:nvSpPr>
        <p:spPr bwMode="auto">
          <a:xfrm>
            <a:off x="1700808" y="1779662"/>
            <a:ext cx="32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2.</a:t>
            </a:r>
            <a:r>
              <a:rPr kumimoji="1" lang="zh-CN" altLang="en-US" sz="2400" b="1" dirty="0">
                <a:latin typeface="Times New Roman" pitchFamily="18" charset="0"/>
              </a:rPr>
              <a:t>若有相同的切线</a:t>
            </a:r>
          </a:p>
        </p:txBody>
      </p:sp>
      <p:sp>
        <p:nvSpPr>
          <p:cNvPr id="15388" name="Text Box 28"/>
          <p:cNvSpPr txBox="1">
            <a:spLocks noChangeArrowheads="1"/>
          </p:cNvSpPr>
          <p:nvPr/>
        </p:nvSpPr>
        <p:spPr bwMode="auto">
          <a:xfrm>
            <a:off x="1700808" y="2852936"/>
            <a:ext cx="304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3.</a:t>
            </a:r>
            <a:r>
              <a:rPr kumimoji="1" lang="zh-CN" altLang="en-US" sz="2400" b="1" dirty="0">
                <a:latin typeface="Times New Roman" pitchFamily="18" charset="0"/>
              </a:rPr>
              <a:t>若弯曲方向相同</a:t>
            </a:r>
          </a:p>
        </p:txBody>
      </p:sp>
      <p:sp>
        <p:nvSpPr>
          <p:cNvPr id="15389" name="AutoShape 29"/>
          <p:cNvSpPr>
            <a:spLocks noChangeArrowheads="1"/>
          </p:cNvSpPr>
          <p:nvPr/>
        </p:nvSpPr>
        <p:spPr bwMode="auto">
          <a:xfrm>
            <a:off x="1339980" y="1018889"/>
            <a:ext cx="152400" cy="2343150"/>
          </a:xfrm>
          <a:prstGeom prst="downArrow">
            <a:avLst>
              <a:gd name="adj1" fmla="val 50000"/>
              <a:gd name="adj2" fmla="val 512500"/>
            </a:avLst>
          </a:prstGeom>
          <a:solidFill>
            <a:schemeClr val="bg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  <a:ex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5391" name="Text Box 31"/>
          <p:cNvSpPr txBox="1">
            <a:spLocks noChangeArrowheads="1"/>
          </p:cNvSpPr>
          <p:nvPr/>
        </p:nvSpPr>
        <p:spPr bwMode="auto">
          <a:xfrm>
            <a:off x="703784" y="910579"/>
            <a:ext cx="553998" cy="259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近似程度越来越好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738908" y="766563"/>
            <a:ext cx="3300634" cy="461665"/>
            <a:chOff x="1790700" y="1342627"/>
            <a:chExt cx="3300634" cy="461665"/>
          </a:xfrm>
        </p:grpSpPr>
        <p:sp>
          <p:nvSpPr>
            <p:cNvPr id="15386" name="Text Box 26"/>
            <p:cNvSpPr txBox="1">
              <a:spLocks noChangeArrowheads="1"/>
            </p:cNvSpPr>
            <p:nvPr/>
          </p:nvSpPr>
          <p:spPr bwMode="auto">
            <a:xfrm>
              <a:off x="1790700" y="1342627"/>
              <a:ext cx="330063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itchFamily="18" charset="0"/>
                </a:rPr>
                <a:t>1.</a:t>
              </a:r>
              <a:r>
                <a:rPr kumimoji="1" lang="zh-CN" altLang="en-US" sz="2400" b="1" dirty="0">
                  <a:latin typeface="Times New Roman" pitchFamily="18" charset="0"/>
                </a:rPr>
                <a:t>若在点    对应点相交</a:t>
              </a: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3671704"/>
                </p:ext>
              </p:extLst>
            </p:nvPr>
          </p:nvGraphicFramePr>
          <p:xfrm>
            <a:off x="3048368" y="1388095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007" name="Equation" r:id="rId13" imgW="279360" imgH="380880" progId="Equation.DSMT4">
                    <p:embed/>
                  </p:oleObj>
                </mc:Choice>
                <mc:Fallback>
                  <p:oleObj name="Equation" r:id="rId13" imgW="279360" imgH="380880" progId="Equation.DSMT4">
                    <p:embed/>
                    <p:pic>
                      <p:nvPicPr>
                        <p:cNvPr id="2" name="对象 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048368" y="1388095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470567"/>
              </p:ext>
            </p:extLst>
          </p:nvPr>
        </p:nvGraphicFramePr>
        <p:xfrm>
          <a:off x="2175471" y="1347986"/>
          <a:ext cx="1854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08" name="Equation" r:id="rId15" imgW="1854000" imgH="380880" progId="Equation.DSMT4">
                  <p:embed/>
                </p:oleObj>
              </mc:Choice>
              <mc:Fallback>
                <p:oleObj name="Equation" r:id="rId15" imgW="1854000" imgH="3808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75471" y="1347986"/>
                        <a:ext cx="1854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657437"/>
              </p:ext>
            </p:extLst>
          </p:nvPr>
        </p:nvGraphicFramePr>
        <p:xfrm>
          <a:off x="2143944" y="2325438"/>
          <a:ext cx="1993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09" name="Equation" r:id="rId17" imgW="1993680" imgH="380880" progId="Equation.DSMT4">
                  <p:embed/>
                </p:oleObj>
              </mc:Choice>
              <mc:Fallback>
                <p:oleObj name="Equation" r:id="rId17" imgW="1993680" imgH="3808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43944" y="2325438"/>
                        <a:ext cx="1993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440633"/>
              </p:ext>
            </p:extLst>
          </p:nvPr>
        </p:nvGraphicFramePr>
        <p:xfrm>
          <a:off x="2143944" y="3314601"/>
          <a:ext cx="1905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10" name="Equation" r:id="rId19" imgW="1904760" imgH="380880" progId="Equation.DSMT4">
                  <p:embed/>
                </p:oleObj>
              </mc:Choice>
              <mc:Fallback>
                <p:oleObj name="Equation" r:id="rId19" imgW="1904760" imgH="3808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43944" y="3314601"/>
                        <a:ext cx="1905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48038"/>
              </p:ext>
            </p:extLst>
          </p:nvPr>
        </p:nvGraphicFramePr>
        <p:xfrm>
          <a:off x="7775575" y="1685925"/>
          <a:ext cx="927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11" name="Equation" r:id="rId21" imgW="927000" imgH="304560" progId="Equation.DSMT4">
                  <p:embed/>
                </p:oleObj>
              </mc:Choice>
              <mc:Fallback>
                <p:oleObj name="Equation" r:id="rId21" imgW="927000" imgH="30456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75575" y="1685925"/>
                        <a:ext cx="9271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553932"/>
              </p:ext>
            </p:extLst>
          </p:nvPr>
        </p:nvGraphicFramePr>
        <p:xfrm>
          <a:off x="8107363" y="3340100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12" name="Equation" r:id="rId23" imgW="177480" imgH="190440" progId="Equation.DSMT4">
                  <p:embed/>
                </p:oleObj>
              </mc:Choice>
              <mc:Fallback>
                <p:oleObj name="Equation" r:id="rId23" imgW="177480" imgH="1904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107363" y="3340100"/>
                        <a:ext cx="177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6484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animBg="1"/>
      <p:bldP spid="15367" grpId="0" animBg="1"/>
      <p:bldP spid="15370" grpId="0" animBg="1"/>
      <p:bldP spid="15379" grpId="0" animBg="1"/>
      <p:bldP spid="15387" grpId="0"/>
      <p:bldP spid="15388" grpId="0"/>
      <p:bldP spid="15389" grpId="0" animBg="1"/>
      <p:bldP spid="1539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6030AE4-BE30-48B2-BDE6-2472177D89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681484"/>
              </p:ext>
            </p:extLst>
          </p:nvPr>
        </p:nvGraphicFramePr>
        <p:xfrm>
          <a:off x="1223544" y="703166"/>
          <a:ext cx="6489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76" name="Equation" r:id="rId3" imgW="6489360" imgH="419040" progId="Equation.DSMT4">
                  <p:embed/>
                </p:oleObj>
              </mc:Choice>
              <mc:Fallback>
                <p:oleObj name="Equation" r:id="rId3" imgW="6489360" imgH="419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3544" y="703166"/>
                        <a:ext cx="6489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51EB44A-1980-43B9-99FB-8AA7AEB94C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8797559"/>
              </p:ext>
            </p:extLst>
          </p:nvPr>
        </p:nvGraphicFramePr>
        <p:xfrm>
          <a:off x="3292844" y="2385284"/>
          <a:ext cx="291960" cy="15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77" name="Equation" r:id="rId5" imgW="291960" imgH="152280" progId="Equation.DSMT4">
                  <p:embed/>
                </p:oleObj>
              </mc:Choice>
              <mc:Fallback>
                <p:oleObj name="Equation" r:id="rId5" imgW="291960" imgH="1522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9F68B6D-EF94-4FA7-A907-C202951DCA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844" y="2385284"/>
                        <a:ext cx="291960" cy="152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A2E677-3A39-46EB-9BDF-DAEBD1580661}"/>
              </a:ext>
            </a:extLst>
          </p:cNvPr>
          <p:cNvGrpSpPr/>
          <p:nvPr/>
        </p:nvGrpSpPr>
        <p:grpSpPr>
          <a:xfrm>
            <a:off x="1227899" y="1322300"/>
            <a:ext cx="5313111" cy="419100"/>
            <a:chOff x="1327150" y="1342330"/>
            <a:chExt cx="5313111" cy="419100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7AF0043E-C77D-4A4C-AA72-F7FA6495E13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50779335"/>
                </p:ext>
              </p:extLst>
            </p:nvPr>
          </p:nvGraphicFramePr>
          <p:xfrm>
            <a:off x="1327150" y="1349124"/>
            <a:ext cx="965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78" name="Equation" r:id="rId7" imgW="965160" imgH="380880" progId="Equation.DSMT4">
                    <p:embed/>
                  </p:oleObj>
                </mc:Choice>
                <mc:Fallback>
                  <p:oleObj name="Equation" r:id="rId7" imgW="965160" imgH="380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97371D9D-5F79-4DA6-9036-AC6AC5A2D97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7150" y="1349124"/>
                          <a:ext cx="965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5AAA971-C8D5-4786-82BD-A8305ACA61C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36779084"/>
                </p:ext>
              </p:extLst>
            </p:nvPr>
          </p:nvGraphicFramePr>
          <p:xfrm>
            <a:off x="2319337" y="1349124"/>
            <a:ext cx="254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79" name="Equation" r:id="rId9" imgW="253800" imgH="380880" progId="Equation.DSMT4">
                    <p:embed/>
                  </p:oleObj>
                </mc:Choice>
                <mc:Fallback>
                  <p:oleObj name="Equation" r:id="rId9" imgW="253800" imgH="3808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4E346C67-6EC9-4129-9BD2-C101D92F6A8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9337" y="1349124"/>
                          <a:ext cx="254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DA7AF7C-FF3A-4467-98C0-62250A09FBD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91104053"/>
                </p:ext>
              </p:extLst>
            </p:nvPr>
          </p:nvGraphicFramePr>
          <p:xfrm>
            <a:off x="2624791" y="1377228"/>
            <a:ext cx="1550988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80" name="Equation" r:id="rId11" imgW="1549080" imgH="380880" progId="Equation.DSMT4">
                    <p:embed/>
                  </p:oleObj>
                </mc:Choice>
                <mc:Fallback>
                  <p:oleObj name="Equation" r:id="rId11" imgW="1549080" imgH="3808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940F0ACB-602E-4BB6-B116-C0FB58966F3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791" y="1377228"/>
                          <a:ext cx="1550988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F7ED47A-4C1F-47DC-97DE-C17C661D93D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0639081"/>
                </p:ext>
              </p:extLst>
            </p:nvPr>
          </p:nvGraphicFramePr>
          <p:xfrm>
            <a:off x="4125661" y="1342330"/>
            <a:ext cx="2514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81" name="Equation" r:id="rId13" imgW="2514600" imgH="419040" progId="Equation.DSMT4">
                    <p:embed/>
                  </p:oleObj>
                </mc:Choice>
                <mc:Fallback>
                  <p:oleObj name="Equation" r:id="rId13" imgW="2514600" imgH="41904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D7E3FF22-93C1-4E6D-9E39-43C96ED1270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5661" y="1342330"/>
                          <a:ext cx="25146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365EA05-E0B6-4666-9211-618478BA14DB}"/>
              </a:ext>
            </a:extLst>
          </p:cNvPr>
          <p:cNvGrpSpPr/>
          <p:nvPr/>
        </p:nvGrpSpPr>
        <p:grpSpPr>
          <a:xfrm>
            <a:off x="1238643" y="1884591"/>
            <a:ext cx="4809349" cy="431764"/>
            <a:chOff x="1318401" y="1689100"/>
            <a:chExt cx="4809349" cy="431764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F5BF7CB-A2C5-415F-B7CB-4920AC8A929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47941751"/>
                </p:ext>
              </p:extLst>
            </p:nvPr>
          </p:nvGraphicFramePr>
          <p:xfrm>
            <a:off x="1318401" y="1726977"/>
            <a:ext cx="965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82" name="Equation" r:id="rId15" imgW="965160" imgH="380880" progId="Equation.DSMT4">
                    <p:embed/>
                  </p:oleObj>
                </mc:Choice>
                <mc:Fallback>
                  <p:oleObj name="Equation" r:id="rId15" imgW="965160" imgH="380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2D725384-A894-4605-982F-AA6E988CBF7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8401" y="1726977"/>
                          <a:ext cx="965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69A5DAE-124A-41C9-B766-042A01AB7B4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72221476"/>
                </p:ext>
              </p:extLst>
            </p:nvPr>
          </p:nvGraphicFramePr>
          <p:xfrm>
            <a:off x="2371043" y="1739864"/>
            <a:ext cx="584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83" name="Equation" r:id="rId17" imgW="583920" imgH="380880" progId="Equation.DSMT4">
                    <p:embed/>
                  </p:oleObj>
                </mc:Choice>
                <mc:Fallback>
                  <p:oleObj name="Equation" r:id="rId17" imgW="583920" imgH="38088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ADC6AF02-74D2-4C39-99A6-2EB6B015C55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1043" y="1739864"/>
                          <a:ext cx="584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4713352-CB3A-4F6D-9A18-B0880ED4C79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61879869"/>
                </p:ext>
              </p:extLst>
            </p:nvPr>
          </p:nvGraphicFramePr>
          <p:xfrm>
            <a:off x="2876550" y="1689100"/>
            <a:ext cx="32512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84" name="Equation" r:id="rId19" imgW="3251160" imgH="419040" progId="Equation.DSMT4">
                    <p:embed/>
                  </p:oleObj>
                </mc:Choice>
                <mc:Fallback>
                  <p:oleObj name="Equation" r:id="rId19" imgW="3251160" imgH="41904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B9FE9635-16EE-4FD8-A0E2-F2B23CB5300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6550" y="1689100"/>
                          <a:ext cx="32512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BE61277-C99A-4A70-9504-696079674F1D}"/>
              </a:ext>
            </a:extLst>
          </p:cNvPr>
          <p:cNvGrpSpPr/>
          <p:nvPr/>
        </p:nvGrpSpPr>
        <p:grpSpPr>
          <a:xfrm>
            <a:off x="1223544" y="2536557"/>
            <a:ext cx="1932641" cy="419100"/>
            <a:chOff x="1365502" y="2485730"/>
            <a:chExt cx="1932641" cy="419100"/>
          </a:xfrm>
        </p:grpSpPr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4FA0BF2-2389-43F9-972A-BF15173DD36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88946235"/>
                </p:ext>
              </p:extLst>
            </p:nvPr>
          </p:nvGraphicFramePr>
          <p:xfrm>
            <a:off x="2663143" y="2504780"/>
            <a:ext cx="635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85" name="Equation" r:id="rId21" imgW="634680" imgH="380880" progId="Equation.DSMT4">
                    <p:embed/>
                  </p:oleObj>
                </mc:Choice>
                <mc:Fallback>
                  <p:oleObj name="Equation" r:id="rId21" imgW="634680" imgH="3808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0C424C44-CD2E-4280-BFF9-BE4346BF60E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3143" y="2504780"/>
                          <a:ext cx="635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0B28CC62-B405-4280-8E44-F2ED6AAD4F5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60430446"/>
                </p:ext>
              </p:extLst>
            </p:nvPr>
          </p:nvGraphicFramePr>
          <p:xfrm>
            <a:off x="1365502" y="2485730"/>
            <a:ext cx="11303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86" name="Equation" r:id="rId23" imgW="1130040" imgH="419040" progId="Equation.DSMT4">
                    <p:embed/>
                  </p:oleObj>
                </mc:Choice>
                <mc:Fallback>
                  <p:oleObj name="Equation" r:id="rId23" imgW="1130040" imgH="4190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C5F00777-6ABA-41C9-85FD-BDF431B4DF1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5502" y="2485730"/>
                          <a:ext cx="11303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C8AB2CF-C856-4D52-9F21-7FCC8BCBAE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8089856"/>
              </p:ext>
            </p:extLst>
          </p:nvPr>
        </p:nvGraphicFramePr>
        <p:xfrm>
          <a:off x="1249653" y="3090739"/>
          <a:ext cx="148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87" name="Equation" r:id="rId25" imgW="1485720" imgH="380880" progId="Equation.DSMT4">
                  <p:embed/>
                </p:oleObj>
              </mc:Choice>
              <mc:Fallback>
                <p:oleObj name="Equation" r:id="rId25" imgW="1485720" imgH="380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18AF82C-1536-4A52-9760-5256311BCAB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653" y="3090739"/>
                        <a:ext cx="1485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16B18650-6E10-4C87-B5A3-671C49A35B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0446701"/>
              </p:ext>
            </p:extLst>
          </p:nvPr>
        </p:nvGraphicFramePr>
        <p:xfrm>
          <a:off x="3052699" y="3110592"/>
          <a:ext cx="1446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88" name="Equation" r:id="rId27" imgW="1447560" imgH="380880" progId="Equation.DSMT4">
                  <p:embed/>
                </p:oleObj>
              </mc:Choice>
              <mc:Fallback>
                <p:oleObj name="Equation" r:id="rId27" imgW="1447560" imgH="380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2D497C9-F69A-42E5-9070-9E9701FD26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699" y="3110592"/>
                        <a:ext cx="1446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FCA75895-2359-4304-9BF3-E1AC77AEE5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8188190"/>
              </p:ext>
            </p:extLst>
          </p:nvPr>
        </p:nvGraphicFramePr>
        <p:xfrm>
          <a:off x="1223544" y="3877823"/>
          <a:ext cx="195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89" name="Equation" r:id="rId29" imgW="1955520" imgH="736560" progId="Equation.DSMT4">
                  <p:embed/>
                </p:oleObj>
              </mc:Choice>
              <mc:Fallback>
                <p:oleObj name="Equation" r:id="rId29" imgW="195552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3BD21CB-3F69-4D3B-B267-297AD288A3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544" y="3877823"/>
                        <a:ext cx="1955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A3B1769F-52E6-4FA3-B189-F1500E1239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5404481"/>
              </p:ext>
            </p:extLst>
          </p:nvPr>
        </p:nvGraphicFramePr>
        <p:xfrm>
          <a:off x="4816057" y="2912939"/>
          <a:ext cx="180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90" name="Equation" r:id="rId31" imgW="1803240" imgH="736560" progId="Equation.DSMT4">
                  <p:embed/>
                </p:oleObj>
              </mc:Choice>
              <mc:Fallback>
                <p:oleObj name="Equation" r:id="rId31" imgW="1803240" imgH="73656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2A1BFF7A-B00F-49AD-ADF5-EE72230AAEC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057" y="2912939"/>
                        <a:ext cx="1803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488430CD-8758-43A2-A258-64B51DC79E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264183"/>
              </p:ext>
            </p:extLst>
          </p:nvPr>
        </p:nvGraphicFramePr>
        <p:xfrm>
          <a:off x="6942844" y="3309153"/>
          <a:ext cx="291960" cy="15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91" name="Equation" r:id="rId33" imgW="291960" imgH="152280" progId="Equation.DSMT4">
                  <p:embed/>
                </p:oleObj>
              </mc:Choice>
              <mc:Fallback>
                <p:oleObj name="Equation" r:id="rId33" imgW="291960" imgH="1522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51EB44A-1980-43B9-99FB-8AA7AEB94C1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2844" y="3309153"/>
                        <a:ext cx="291960" cy="152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B0E7D1F4-5862-4B14-83F6-F6C5C0AC6960}"/>
              </a:ext>
            </a:extLst>
          </p:cNvPr>
          <p:cNvGrpSpPr/>
          <p:nvPr/>
        </p:nvGrpSpPr>
        <p:grpSpPr>
          <a:xfrm>
            <a:off x="899592" y="195486"/>
            <a:ext cx="3300634" cy="461665"/>
            <a:chOff x="1003198" y="528037"/>
            <a:chExt cx="3300634" cy="461665"/>
          </a:xfrm>
        </p:grpSpPr>
        <p:sp>
          <p:nvSpPr>
            <p:cNvPr id="24" name="Text Box 26">
              <a:extLst>
                <a:ext uri="{FF2B5EF4-FFF2-40B4-BE49-F238E27FC236}">
                  <a16:creationId xmlns:a16="http://schemas.microsoft.com/office/drawing/2014/main" id="{3363F7C3-71F3-4961-BBF2-ECD9288C5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3198" y="528037"/>
              <a:ext cx="330063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itchFamily="18" charset="0"/>
                </a:rPr>
                <a:t>考察   次多项式</a:t>
              </a:r>
            </a:p>
          </p:txBody>
        </p: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86F72B1E-079C-47F0-839A-E2180163B8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1204240"/>
                </p:ext>
              </p:extLst>
            </p:nvPr>
          </p:nvGraphicFramePr>
          <p:xfrm>
            <a:off x="1707793" y="68916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392" name="Equation" r:id="rId34" imgW="190440" imgH="203040" progId="Equation.DSMT4">
                    <p:embed/>
                  </p:oleObj>
                </mc:Choice>
                <mc:Fallback>
                  <p:oleObj name="Equation" r:id="rId34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1707793" y="68916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2544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827584" y="627534"/>
            <a:ext cx="7416824" cy="461665"/>
            <a:chOff x="640633" y="796246"/>
            <a:chExt cx="7416824" cy="461665"/>
          </a:xfrm>
        </p:grpSpPr>
        <p:sp>
          <p:nvSpPr>
            <p:cNvPr id="3" name="矩形 2"/>
            <p:cNvSpPr/>
            <p:nvPr/>
          </p:nvSpPr>
          <p:spPr>
            <a:xfrm>
              <a:off x="640633" y="796246"/>
              <a:ext cx="74168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假设     在  处的函数值及它的直到  阶导数在  处</a:t>
              </a:r>
              <a:endParaRPr lang="zh-CN" altLang="en-US" sz="2400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/>
            </p:nvPr>
          </p:nvGraphicFramePr>
          <p:xfrm>
            <a:off x="1399828" y="822598"/>
            <a:ext cx="723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28" name="Equation" r:id="rId3" imgW="723600" imgH="380880" progId="Equation.DSMT4">
                    <p:embed/>
                  </p:oleObj>
                </mc:Choice>
                <mc:Fallback>
                  <p:oleObj name="Equation" r:id="rId3" imgW="723600" imgH="380880" progId="Equation.DSMT4">
                    <p:embed/>
                    <p:pic>
                      <p:nvPicPr>
                        <p:cNvPr id="4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9828" y="822598"/>
                          <a:ext cx="7239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/>
            </p:nvPr>
          </p:nvGraphicFramePr>
          <p:xfrm>
            <a:off x="2452553" y="826671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29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5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2553" y="826671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/>
            </p:nvPr>
          </p:nvGraphicFramePr>
          <p:xfrm>
            <a:off x="5868144" y="92839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30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68144" y="928390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/>
            </p:nvPr>
          </p:nvGraphicFramePr>
          <p:xfrm>
            <a:off x="7368848" y="82259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31" name="Equation" r:id="rId9" imgW="279279" imgH="380835" progId="Equation.DSMT4">
                    <p:embed/>
                  </p:oleObj>
                </mc:Choice>
                <mc:Fallback>
                  <p:oleObj name="Equation" r:id="rId9" imgW="279279" imgH="380835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8848" y="822598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1082874" y="2066925"/>
            <a:ext cx="6945114" cy="415106"/>
            <a:chOff x="755576" y="2066925"/>
            <a:chExt cx="6945114" cy="415106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1148929"/>
                </p:ext>
              </p:extLst>
            </p:nvPr>
          </p:nvGraphicFramePr>
          <p:xfrm>
            <a:off x="755576" y="2101031"/>
            <a:ext cx="1900238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32" name="Equation" r:id="rId10" imgW="1904760" imgH="380880" progId="Equation.DSMT4">
                    <p:embed/>
                  </p:oleObj>
                </mc:Choice>
                <mc:Fallback>
                  <p:oleObj name="Equation" r:id="rId10" imgW="1904760" imgH="38088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2101031"/>
                          <a:ext cx="1900238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733348"/>
                </p:ext>
              </p:extLst>
            </p:nvPr>
          </p:nvGraphicFramePr>
          <p:xfrm>
            <a:off x="2833415" y="2105025"/>
            <a:ext cx="1900237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33" name="Equation" r:id="rId12" imgW="1904760" imgH="380880" progId="Equation.DSMT4">
                    <p:embed/>
                  </p:oleObj>
                </mc:Choice>
                <mc:Fallback>
                  <p:oleObj name="Equation" r:id="rId12" imgW="1904760" imgH="38088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3415" y="2105025"/>
                          <a:ext cx="1900237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989083"/>
                </p:ext>
              </p:extLst>
            </p:nvPr>
          </p:nvGraphicFramePr>
          <p:xfrm>
            <a:off x="4787627" y="2066925"/>
            <a:ext cx="2913063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34" name="Equation" r:id="rId14" imgW="2920680" imgH="419040" progId="Equation.DSMT4">
                    <p:embed/>
                  </p:oleObj>
                </mc:Choice>
                <mc:Fallback>
                  <p:oleObj name="Equation" r:id="rId14" imgW="2920680" imgH="41904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7627" y="2066925"/>
                          <a:ext cx="2913063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179512" y="2828925"/>
            <a:ext cx="6696744" cy="723900"/>
            <a:chOff x="827584" y="2828925"/>
            <a:chExt cx="6696744" cy="723900"/>
          </a:xfrm>
        </p:grpSpPr>
        <p:sp>
          <p:nvSpPr>
            <p:cNvPr id="15" name="矩形 14"/>
            <p:cNvSpPr/>
            <p:nvPr/>
          </p:nvSpPr>
          <p:spPr>
            <a:xfrm>
              <a:off x="827584" y="2919904"/>
              <a:ext cx="66967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itchFamily="18" charset="0"/>
                </a:rPr>
                <a:t>得                  ，                  ，                    ，    </a:t>
              </a:r>
              <a:endParaRPr lang="zh-CN" altLang="en-US" sz="2400" dirty="0"/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/>
            </p:nvPr>
          </p:nvGraphicFramePr>
          <p:xfrm>
            <a:off x="1259632" y="2960236"/>
            <a:ext cx="1308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35" name="Equation" r:id="rId16" imgW="1307880" imgH="380880" progId="Equation.DSMT4">
                    <p:embed/>
                  </p:oleObj>
                </mc:Choice>
                <mc:Fallback>
                  <p:oleObj name="Equation" r:id="rId16" imgW="1307880" imgH="380880" progId="Equation.DSMT4">
                    <p:embed/>
                    <p:pic>
                      <p:nvPicPr>
                        <p:cNvPr id="16" name="对象 1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259632" y="2960236"/>
                          <a:ext cx="1308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>
              <p:extLst/>
            </p:nvPr>
          </p:nvGraphicFramePr>
          <p:xfrm>
            <a:off x="2865760" y="2989263"/>
            <a:ext cx="1346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36" name="Equation" r:id="rId18" imgW="1346040" imgH="380880" progId="Equation.DSMT4">
                    <p:embed/>
                  </p:oleObj>
                </mc:Choice>
                <mc:Fallback>
                  <p:oleObj name="Equation" r:id="rId18" imgW="1346040" imgH="38088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5760" y="2989263"/>
                          <a:ext cx="1346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/>
            </p:nvPr>
          </p:nvGraphicFramePr>
          <p:xfrm>
            <a:off x="4538960" y="2828925"/>
            <a:ext cx="14732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37" name="Equation" r:id="rId20" imgW="1473120" imgH="723600" progId="Equation.DSMT4">
                    <p:embed/>
                  </p:oleObj>
                </mc:Choice>
                <mc:Fallback>
                  <p:oleObj name="Equation" r:id="rId20" imgW="1473120" imgH="72360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8960" y="2828925"/>
                          <a:ext cx="14732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/>
            </p:nvPr>
          </p:nvGraphicFramePr>
          <p:xfrm>
            <a:off x="6300192" y="3143654"/>
            <a:ext cx="3937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38" name="Equation" r:id="rId22" imgW="393480" imgH="177480" progId="Equation.DSMT4">
                    <p:embed/>
                  </p:oleObj>
                </mc:Choice>
                <mc:Fallback>
                  <p:oleObj name="Equation" r:id="rId22" imgW="393480" imgH="17748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300192" y="3143654"/>
                          <a:ext cx="393700" cy="177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01645"/>
              </p:ext>
            </p:extLst>
          </p:nvPr>
        </p:nvGraphicFramePr>
        <p:xfrm>
          <a:off x="6105525" y="2763838"/>
          <a:ext cx="1739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39" name="Equation" r:id="rId24" imgW="1739880" imgH="774360" progId="Equation.DSMT4">
                  <p:embed/>
                </p:oleObj>
              </mc:Choice>
              <mc:Fallback>
                <p:oleObj name="Equation" r:id="rId24" imgW="1739880" imgH="77436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5525" y="2763838"/>
                        <a:ext cx="1739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179512" y="1350244"/>
            <a:ext cx="7416824" cy="461665"/>
            <a:chOff x="683568" y="1350244"/>
            <a:chExt cx="7416824" cy="461665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/>
            </p:nvPr>
          </p:nvGraphicFramePr>
          <p:xfrm>
            <a:off x="2339752" y="1360562"/>
            <a:ext cx="3073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240" name="Equation" r:id="rId26" imgW="3073320" imgH="419040" progId="Equation.DSMT4">
                    <p:embed/>
                  </p:oleObj>
                </mc:Choice>
                <mc:Fallback>
                  <p:oleObj name="Equation" r:id="rId26" imgW="3073320" imgH="41904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752" y="1360562"/>
                          <a:ext cx="30734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矩形 29"/>
            <p:cNvSpPr/>
            <p:nvPr/>
          </p:nvSpPr>
          <p:spPr>
            <a:xfrm>
              <a:off x="683568" y="1350244"/>
              <a:ext cx="74168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的值依次与                     相等，即满足</a:t>
              </a:r>
              <a:endParaRPr lang="zh-CN" altLang="en-US" sz="2400" dirty="0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523873"/>
              </p:ext>
            </p:extLst>
          </p:nvPr>
        </p:nvGraphicFramePr>
        <p:xfrm>
          <a:off x="212725" y="3668713"/>
          <a:ext cx="8788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41" name="Equation" r:id="rId28" imgW="8788320" imgH="774360" progId="Equation.DSMT4">
                  <p:embed/>
                </p:oleObj>
              </mc:Choice>
              <mc:Fallback>
                <p:oleObj name="Equation" r:id="rId28" imgW="8788320" imgH="77436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3668713"/>
                        <a:ext cx="87884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37996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C9789ED-C2BA-45BC-B396-CEF35345CA5F}"/>
              </a:ext>
            </a:extLst>
          </p:cNvPr>
          <p:cNvGrpSpPr/>
          <p:nvPr/>
        </p:nvGrpSpPr>
        <p:grpSpPr>
          <a:xfrm>
            <a:off x="1043608" y="339502"/>
            <a:ext cx="7488832" cy="461665"/>
            <a:chOff x="972171" y="1087263"/>
            <a:chExt cx="7488832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2289901-0834-496D-ABE3-F7BAA6923975}"/>
                </a:ext>
              </a:extLst>
            </p:cNvPr>
            <p:cNvSpPr/>
            <p:nvPr/>
          </p:nvSpPr>
          <p:spPr>
            <a:xfrm>
              <a:off x="972171" y="1087263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泰勒中值定理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1 </a:t>
              </a:r>
              <a:r>
                <a:rPr kumimoji="1" lang="zh-CN" altLang="en-US" sz="2400" b="1" dirty="0">
                  <a:latin typeface="+mn-ea"/>
                </a:rPr>
                <a:t>如果函数    在  处具有  阶导数，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43D74862-8DA5-48F1-B81B-78E62B72C5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8466234"/>
                </p:ext>
              </p:extLst>
            </p:nvPr>
          </p:nvGraphicFramePr>
          <p:xfrm>
            <a:off x="4436616" y="117639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46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36616" y="117639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F809AFFC-A669-4FBC-A063-A855D00215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5966046"/>
                </p:ext>
              </p:extLst>
            </p:nvPr>
          </p:nvGraphicFramePr>
          <p:xfrm>
            <a:off x="5364088" y="1127595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47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64088" y="1127595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D1E0AD4-F86B-4CE8-8EC0-85A5F59B61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0566204"/>
                </p:ext>
              </p:extLst>
            </p:nvPr>
          </p:nvGraphicFramePr>
          <p:xfrm>
            <a:off x="6613748" y="121649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48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13748" y="121649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622BA4D-6EE1-467C-A11C-660A07B24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503637"/>
              </p:ext>
            </p:extLst>
          </p:nvPr>
        </p:nvGraphicFramePr>
        <p:xfrm>
          <a:off x="1331069" y="1869332"/>
          <a:ext cx="643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49" name="Equation" r:id="rId9" imgW="6438600" imgH="736560" progId="Equation.DSMT4">
                  <p:embed/>
                </p:oleObj>
              </mc:Choice>
              <mc:Fallback>
                <p:oleObj name="Equation" r:id="rId9" imgW="6438600" imgH="7365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1069" y="1869332"/>
                        <a:ext cx="6438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9632C7DE-F3FC-4BCA-A145-947B2BEA0843}"/>
              </a:ext>
            </a:extLst>
          </p:cNvPr>
          <p:cNvGrpSpPr/>
          <p:nvPr/>
        </p:nvGrpSpPr>
        <p:grpSpPr>
          <a:xfrm>
            <a:off x="971029" y="3950243"/>
            <a:ext cx="3456384" cy="461665"/>
            <a:chOff x="1115616" y="4297008"/>
            <a:chExt cx="3456384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22FC6DA-3D1A-4BEE-A189-04C8C9807111}"/>
                </a:ext>
              </a:extLst>
            </p:cNvPr>
            <p:cNvSpPr/>
            <p:nvPr/>
          </p:nvSpPr>
          <p:spPr>
            <a:xfrm>
              <a:off x="1115616" y="4297008"/>
              <a:ext cx="34563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其中                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B24A452-715A-4230-BF9F-FCA4FB3825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205259"/>
                </p:ext>
              </p:extLst>
            </p:nvPr>
          </p:nvGraphicFramePr>
          <p:xfrm>
            <a:off x="2075158" y="4297008"/>
            <a:ext cx="2476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50" name="Equation" r:id="rId11" imgW="2476440" imgH="419040" progId="Equation.DSMT4">
                    <p:embed/>
                  </p:oleObj>
                </mc:Choice>
                <mc:Fallback>
                  <p:oleObj name="Equation" r:id="rId11" imgW="2476440" imgH="41904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75158" y="4297008"/>
                          <a:ext cx="2476500" cy="4191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D944609-F7B1-40AE-8DF3-3A79566487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054727"/>
              </p:ext>
            </p:extLst>
          </p:nvPr>
        </p:nvGraphicFramePr>
        <p:xfrm>
          <a:off x="2955478" y="2662561"/>
          <a:ext cx="3149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51" name="Equation" r:id="rId13" imgW="3149280" imgH="774360" progId="Equation.DSMT4">
                  <p:embed/>
                </p:oleObj>
              </mc:Choice>
              <mc:Fallback>
                <p:oleObj name="Equation" r:id="rId13" imgW="3149280" imgH="77436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55478" y="2662561"/>
                        <a:ext cx="3149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A18ACF96-579F-4145-9635-FA1CA16CACE4}"/>
              </a:ext>
            </a:extLst>
          </p:cNvPr>
          <p:cNvGrpSpPr/>
          <p:nvPr/>
        </p:nvGrpSpPr>
        <p:grpSpPr>
          <a:xfrm>
            <a:off x="662655" y="969650"/>
            <a:ext cx="7488832" cy="461665"/>
            <a:chOff x="1043608" y="2067694"/>
            <a:chExt cx="7488832" cy="461665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AEB6F26-33D9-4AA0-B9AC-2FE4DC4C6F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0369785"/>
                </p:ext>
              </p:extLst>
            </p:nvPr>
          </p:nvGraphicFramePr>
          <p:xfrm>
            <a:off x="2411760" y="2108026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52" name="Equation" r:id="rId15" imgW="279360" imgH="380880" progId="Equation.DSMT4">
                    <p:embed/>
                  </p:oleObj>
                </mc:Choice>
                <mc:Fallback>
                  <p:oleObj name="Equation" r:id="rId15" imgW="279360" imgH="380880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760" y="2108026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E3A575B-9121-4CB1-9C90-BB22063D85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555298"/>
                </p:ext>
              </p:extLst>
            </p:nvPr>
          </p:nvGraphicFramePr>
          <p:xfrm>
            <a:off x="7308304" y="219692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53" name="Equation" r:id="rId17" imgW="190440" imgH="203040" progId="Equation.DSMT4">
                    <p:embed/>
                  </p:oleObj>
                </mc:Choice>
                <mc:Fallback>
                  <p:oleObj name="Equation" r:id="rId17" imgW="190440" imgH="20304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308304" y="219692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6F39D65-8385-472E-9989-3BAC4B3B909D}"/>
                </a:ext>
              </a:extLst>
            </p:cNvPr>
            <p:cNvSpPr/>
            <p:nvPr/>
          </p:nvSpPr>
          <p:spPr>
            <a:xfrm>
              <a:off x="1043608" y="2067694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那么存在  的一个邻域，对于该邻域内的任一  ，有</a:t>
              </a:r>
              <a:endParaRPr lang="zh-CN" altLang="en-US" sz="2400" dirty="0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686994AE-9672-4BC4-9D2D-577717491F8A}"/>
              </a:ext>
            </a:extLst>
          </p:cNvPr>
          <p:cNvSpPr/>
          <p:nvPr/>
        </p:nvSpPr>
        <p:spPr>
          <a:xfrm>
            <a:off x="755005" y="1754232"/>
            <a:ext cx="7848872" cy="175555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27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542865" y="438943"/>
            <a:ext cx="641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31640" y="377388"/>
            <a:ext cx="4104456" cy="523220"/>
            <a:chOff x="1691680" y="648450"/>
            <a:chExt cx="4104456" cy="523220"/>
          </a:xfrm>
        </p:grpSpPr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1691680" y="648450"/>
              <a:ext cx="41044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记</a:t>
              </a:r>
              <a:r>
                <a:rPr kumimoji="1" lang="zh-CN" altLang="en-US" sz="2800" b="1" dirty="0">
                  <a:latin typeface="+mn-ea"/>
                </a:rPr>
                <a:t>               </a:t>
              </a:r>
              <a:r>
                <a:rPr kumimoji="1" lang="zh-CN" altLang="en-US" sz="2400" b="1" dirty="0">
                  <a:latin typeface="+mn-ea"/>
                </a:rPr>
                <a:t>，由于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793439"/>
                </p:ext>
              </p:extLst>
            </p:nvPr>
          </p:nvGraphicFramePr>
          <p:xfrm>
            <a:off x="2125663" y="770686"/>
            <a:ext cx="2565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13" name="Equation" r:id="rId3" imgW="2565360" imgH="380880" progId="Equation.DSMT4">
                    <p:embed/>
                  </p:oleObj>
                </mc:Choice>
                <mc:Fallback>
                  <p:oleObj name="Equation" r:id="rId3" imgW="2565360" imgH="380880" progId="Equation.DSMT4">
                    <p:embed/>
                    <p:pic>
                      <p:nvPicPr>
                        <p:cNvPr id="0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5663" y="770686"/>
                          <a:ext cx="2565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044244"/>
              </p:ext>
            </p:extLst>
          </p:nvPr>
        </p:nvGraphicFramePr>
        <p:xfrm>
          <a:off x="1194506" y="1665467"/>
          <a:ext cx="5537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14" name="Equation" r:id="rId5" imgW="5537160" imgH="482400" progId="Equation.DSMT4">
                  <p:embed/>
                </p:oleObj>
              </mc:Choice>
              <mc:Fallback>
                <p:oleObj name="Equation" r:id="rId5" imgW="55371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4506" y="1665467"/>
                        <a:ext cx="5537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043608" y="2340917"/>
            <a:ext cx="7632848" cy="461665"/>
            <a:chOff x="899592" y="1995686"/>
            <a:chExt cx="7632848" cy="461665"/>
          </a:xfrm>
        </p:grpSpPr>
        <p:sp>
          <p:nvSpPr>
            <p:cNvPr id="4" name="矩形 3"/>
            <p:cNvSpPr/>
            <p:nvPr/>
          </p:nvSpPr>
          <p:spPr>
            <a:xfrm>
              <a:off x="899592" y="1995686"/>
              <a:ext cx="76328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由于    在  处具有  阶导数，因此    必在  的某邻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8621580"/>
                </p:ext>
              </p:extLst>
            </p:nvPr>
          </p:nvGraphicFramePr>
          <p:xfrm>
            <a:off x="1597904" y="208521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15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97904" y="208521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7396223"/>
                </p:ext>
              </p:extLst>
            </p:nvPr>
          </p:nvGraphicFramePr>
          <p:xfrm>
            <a:off x="2555776" y="203601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16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2036018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2202659"/>
                </p:ext>
              </p:extLst>
            </p:nvPr>
          </p:nvGraphicFramePr>
          <p:xfrm>
            <a:off x="3840200" y="216511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17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200" y="216511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239737"/>
                </p:ext>
              </p:extLst>
            </p:nvPr>
          </p:nvGraphicFramePr>
          <p:xfrm>
            <a:off x="5898288" y="207516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18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0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8288" y="207516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8161997"/>
                </p:ext>
              </p:extLst>
            </p:nvPr>
          </p:nvGraphicFramePr>
          <p:xfrm>
            <a:off x="7112376" y="203601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19" name="Equation" r:id="rId15" imgW="279279" imgH="380835" progId="Equation.DSMT4">
                    <p:embed/>
                  </p:oleObj>
                </mc:Choice>
                <mc:Fallback>
                  <p:oleObj name="Equation" r:id="rId15" imgW="279279" imgH="380835" progId="Equation.DSMT4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2376" y="2036018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395536" y="2869906"/>
            <a:ext cx="8640960" cy="477680"/>
            <a:chOff x="179512" y="2868552"/>
            <a:chExt cx="8640960" cy="477680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2114416"/>
                </p:ext>
              </p:extLst>
            </p:nvPr>
          </p:nvGraphicFramePr>
          <p:xfrm>
            <a:off x="1578882" y="2984282"/>
            <a:ext cx="862642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20" name="Equation" r:id="rId16" imgW="761760" imgH="342720" progId="Equation.DSMT4">
                    <p:embed/>
                  </p:oleObj>
                </mc:Choice>
                <mc:Fallback>
                  <p:oleObj name="Equation" r:id="rId16" imgW="7617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578882" y="2984282"/>
                          <a:ext cx="862642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5610491"/>
                </p:ext>
              </p:extLst>
            </p:nvPr>
          </p:nvGraphicFramePr>
          <p:xfrm>
            <a:off x="4162245" y="2965232"/>
            <a:ext cx="819509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21" name="Equation" r:id="rId18" imgW="723600" imgH="380880" progId="Equation.DSMT4">
                    <p:embed/>
                  </p:oleObj>
                </mc:Choice>
                <mc:Fallback>
                  <p:oleObj name="Equation" r:id="rId18" imgW="723600" imgH="380880" progId="Equation.DSMT4">
                    <p:embed/>
                    <p:pic>
                      <p:nvPicPr>
                        <p:cNvPr id="0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2245" y="2965232"/>
                          <a:ext cx="819509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422012"/>
                </p:ext>
              </p:extLst>
            </p:nvPr>
          </p:nvGraphicFramePr>
          <p:xfrm>
            <a:off x="6801733" y="2965232"/>
            <a:ext cx="862642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22" name="Equation" r:id="rId20" imgW="761760" imgH="342720" progId="Equation.DSMT4">
                    <p:embed/>
                  </p:oleObj>
                </mc:Choice>
                <mc:Fallback>
                  <p:oleObj name="Equation" r:id="rId20" imgW="761760" imgH="342720" progId="Equation.DSMT4">
                    <p:embed/>
                    <p:pic>
                      <p:nvPicPr>
                        <p:cNvPr id="0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1733" y="2965232"/>
                          <a:ext cx="862642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/>
            <p:cNvSpPr/>
            <p:nvPr/>
          </p:nvSpPr>
          <p:spPr>
            <a:xfrm>
              <a:off x="179512" y="2868552"/>
              <a:ext cx="86409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域内存在      阶导数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从而     也在该邻域内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      </a:t>
              </a:r>
              <a:r>
                <a:rPr kumimoji="1" lang="zh-CN" altLang="en-US" sz="2400" b="1" dirty="0">
                  <a:latin typeface="+mn-ea"/>
                </a:rPr>
                <a:t>阶可导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242652" y="1070032"/>
            <a:ext cx="6945585" cy="414507"/>
            <a:chOff x="1331640" y="1489075"/>
            <a:chExt cx="6945585" cy="414507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6830015"/>
                </p:ext>
              </p:extLst>
            </p:nvPr>
          </p:nvGraphicFramePr>
          <p:xfrm>
            <a:off x="1331640" y="1522582"/>
            <a:ext cx="1900238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23" name="Equation" r:id="rId22" imgW="1904760" imgH="380880" progId="Equation.DSMT4">
                    <p:embed/>
                  </p:oleObj>
                </mc:Choice>
                <mc:Fallback>
                  <p:oleObj name="Equation" r:id="rId22" imgW="1904760" imgH="380880" progId="Equation.DSMT4">
                    <p:embed/>
                    <p:pic>
                      <p:nvPicPr>
                        <p:cNvPr id="0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1522582"/>
                          <a:ext cx="1900238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4697162"/>
                </p:ext>
              </p:extLst>
            </p:nvPr>
          </p:nvGraphicFramePr>
          <p:xfrm>
            <a:off x="3409950" y="1527175"/>
            <a:ext cx="1900238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24" name="Equation" r:id="rId24" imgW="1904760" imgH="380880" progId="Equation.DSMT4">
                    <p:embed/>
                  </p:oleObj>
                </mc:Choice>
                <mc:Fallback>
                  <p:oleObj name="Equation" r:id="rId24" imgW="1904760" imgH="380880" progId="Equation.DSMT4">
                    <p:embed/>
                    <p:pic>
                      <p:nvPicPr>
                        <p:cNvPr id="0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9950" y="1527175"/>
                          <a:ext cx="1900238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5046086"/>
                </p:ext>
              </p:extLst>
            </p:nvPr>
          </p:nvGraphicFramePr>
          <p:xfrm>
            <a:off x="5364163" y="1489075"/>
            <a:ext cx="2913062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25" name="Equation" r:id="rId26" imgW="2920680" imgH="419040" progId="Equation.DSMT4">
                    <p:embed/>
                  </p:oleObj>
                </mc:Choice>
                <mc:Fallback>
                  <p:oleObj name="Equation" r:id="rId26" imgW="2920680" imgH="419040" progId="Equation.DSMT4">
                    <p:embed/>
                    <p:pic>
                      <p:nvPicPr>
                        <p:cNvPr id="0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163" y="1489075"/>
                          <a:ext cx="2913062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475570" y="1675935"/>
            <a:ext cx="641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802C784-55B6-4091-AC5C-7051191B6E53}"/>
              </a:ext>
            </a:extLst>
          </p:cNvPr>
          <p:cNvSpPr/>
          <p:nvPr/>
        </p:nvSpPr>
        <p:spPr>
          <a:xfrm>
            <a:off x="358292" y="405178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柯西中值定理的条件，应用柯西中值定理，得 </a:t>
            </a:r>
            <a:endParaRPr lang="zh-CN" altLang="en-US" sz="2400" b="1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9532266-7D94-4F61-9B2F-32C37387739D}"/>
              </a:ext>
            </a:extLst>
          </p:cNvPr>
          <p:cNvGrpSpPr/>
          <p:nvPr/>
        </p:nvGrpSpPr>
        <p:grpSpPr>
          <a:xfrm>
            <a:off x="1043608" y="3457575"/>
            <a:ext cx="7632848" cy="472317"/>
            <a:chOff x="899492" y="2128317"/>
            <a:chExt cx="7380502" cy="472317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845F37E3-F6FC-4535-9037-BB9AA6B56AE4}"/>
                </a:ext>
              </a:extLst>
            </p:cNvPr>
            <p:cNvGrpSpPr/>
            <p:nvPr/>
          </p:nvGrpSpPr>
          <p:grpSpPr>
            <a:xfrm>
              <a:off x="899492" y="2138969"/>
              <a:ext cx="7380502" cy="461665"/>
              <a:chOff x="918514" y="2006814"/>
              <a:chExt cx="7380502" cy="461665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4812E42-7D5C-4DDF-9C88-F668F874C64B}"/>
                  </a:ext>
                </a:extLst>
              </p:cNvPr>
              <p:cNvSpPr/>
              <p:nvPr/>
            </p:nvSpPr>
            <p:spPr>
              <a:xfrm>
                <a:off x="918514" y="2006814"/>
                <a:ext cx="738050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函数     及         在以  及  为端点的区间上满足</a:t>
                </a:r>
                <a:endParaRPr lang="zh-CN" altLang="en-US" sz="2400" b="1" dirty="0"/>
              </a:p>
            </p:txBody>
          </p:sp>
          <p:graphicFrame>
            <p:nvGraphicFramePr>
              <p:cNvPr id="33" name="对象 32">
                <a:extLst>
                  <a:ext uri="{FF2B5EF4-FFF2-40B4-BE49-F238E27FC236}">
                    <a16:creationId xmlns:a16="http://schemas.microsoft.com/office/drawing/2014/main" id="{7E21024E-32ED-4A38-9503-6FD4866015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5268734"/>
                  </p:ext>
                </p:extLst>
              </p:nvPr>
            </p:nvGraphicFramePr>
            <p:xfrm>
              <a:off x="4589843" y="2031055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9426" name="Equation" r:id="rId28" imgW="279360" imgH="380880" progId="Equation.DSMT4">
                      <p:embed/>
                    </p:oleObj>
                  </mc:Choice>
                  <mc:Fallback>
                    <p:oleObj name="Equation" r:id="rId28" imgW="279360" imgH="380880" progId="Equation.DSMT4">
                      <p:embed/>
                      <p:pic>
                        <p:nvPicPr>
                          <p:cNvPr id="6" name="对象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9843" y="2031055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272846EE-A1F4-4FF7-AABD-406A2C976B7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3844926"/>
                  </p:ext>
                </p:extLst>
              </p:nvPr>
            </p:nvGraphicFramePr>
            <p:xfrm>
              <a:off x="5218106" y="2145014"/>
              <a:ext cx="190500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9427" name="Equation" r:id="rId29" imgW="190440" imgH="203040" progId="Equation.DSMT4">
                      <p:embed/>
                    </p:oleObj>
                  </mc:Choice>
                  <mc:Fallback>
                    <p:oleObj name="Equation" r:id="rId29" imgW="190440" imgH="203040" progId="Equation.DSMT4">
                      <p:embed/>
                      <p:pic>
                        <p:nvPicPr>
                          <p:cNvPr id="10" name="对象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8106" y="2145014"/>
                            <a:ext cx="190500" cy="203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769F37D0-E5F0-416E-9654-1BA31D5593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3807996"/>
                </p:ext>
              </p:extLst>
            </p:nvPr>
          </p:nvGraphicFramePr>
          <p:xfrm>
            <a:off x="1576844" y="2178362"/>
            <a:ext cx="723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28" name="Equation" r:id="rId31" imgW="723600" imgH="380880" progId="Equation.DSMT4">
                    <p:embed/>
                  </p:oleObj>
                </mc:Choice>
                <mc:Fallback>
                  <p:oleObj name="Equation" r:id="rId31" imgW="723600" imgH="380880" progId="Equation.DSMT4">
                    <p:embed/>
                    <p:pic>
                      <p:nvPicPr>
                        <p:cNvPr id="14" name="对象 13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576844" y="2178362"/>
                          <a:ext cx="723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7373B462-11AC-4477-B585-27DD2A157C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9696084"/>
                </p:ext>
              </p:extLst>
            </p:nvPr>
          </p:nvGraphicFramePr>
          <p:xfrm>
            <a:off x="2733237" y="2128317"/>
            <a:ext cx="1040741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29" name="Equation" r:id="rId33" imgW="1041120" imgH="419040" progId="Equation.DSMT4">
                    <p:embed/>
                  </p:oleObj>
                </mc:Choice>
                <mc:Fallback>
                  <p:oleObj name="Equation" r:id="rId33" imgW="1041120" imgH="419040" progId="Equation.DSMT4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2733237" y="2128317"/>
                          <a:ext cx="1040741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9204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1024326-14E1-4B5B-84FB-873701505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039535"/>
              </p:ext>
            </p:extLst>
          </p:nvPr>
        </p:nvGraphicFramePr>
        <p:xfrm>
          <a:off x="995363" y="555625"/>
          <a:ext cx="111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93" name="Equation" r:id="rId3" imgW="1117440" imgH="812520" progId="Equation.DSMT4">
                  <p:embed/>
                </p:oleObj>
              </mc:Choice>
              <mc:Fallback>
                <p:oleObj name="Equation" r:id="rId3" imgW="1117440" imgH="81252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555625"/>
                        <a:ext cx="1117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4B58A9-C33D-4143-96A3-7748AF7D46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730308"/>
              </p:ext>
            </p:extLst>
          </p:nvPr>
        </p:nvGraphicFramePr>
        <p:xfrm>
          <a:off x="2267744" y="576611"/>
          <a:ext cx="2044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94" name="Equation" r:id="rId5" imgW="2044440" imgH="812520" progId="Equation.DSMT4">
                  <p:embed/>
                </p:oleObj>
              </mc:Choice>
              <mc:Fallback>
                <p:oleObj name="Equation" r:id="rId5" imgW="2044440" imgH="81252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76611"/>
                        <a:ext cx="20447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AC55C82-4EB4-4EA5-8C18-AAFFA99E0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825435"/>
              </p:ext>
            </p:extLst>
          </p:nvPr>
        </p:nvGraphicFramePr>
        <p:xfrm>
          <a:off x="2332038" y="1433513"/>
          <a:ext cx="3962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95" name="Equation" r:id="rId7" imgW="3962160" imgH="927000" progId="Equation.DSMT4">
                  <p:embed/>
                </p:oleObj>
              </mc:Choice>
              <mc:Fallback>
                <p:oleObj name="Equation" r:id="rId7" imgW="3962160" imgH="9270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1433513"/>
                        <a:ext cx="3962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D9A2FF40-BFB6-400D-A7FC-722B78EE0DA2}"/>
              </a:ext>
            </a:extLst>
          </p:cNvPr>
          <p:cNvGrpSpPr/>
          <p:nvPr/>
        </p:nvGrpSpPr>
        <p:grpSpPr>
          <a:xfrm>
            <a:off x="4300993" y="411510"/>
            <a:ext cx="2575263" cy="504056"/>
            <a:chOff x="4300993" y="411510"/>
            <a:chExt cx="2575263" cy="504056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55C6C909-B214-487D-BFFC-76D5CAA0E2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5928380"/>
                </p:ext>
              </p:extLst>
            </p:nvPr>
          </p:nvGraphicFramePr>
          <p:xfrm>
            <a:off x="5610225" y="509588"/>
            <a:ext cx="1079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796" name="Equation" r:id="rId9" imgW="1079280" imgH="330120" progId="Equation.DSMT4">
                    <p:embed/>
                  </p:oleObj>
                </mc:Choice>
                <mc:Fallback>
                  <p:oleObj name="Equation" r:id="rId9" imgW="10792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610225" y="509588"/>
                          <a:ext cx="1079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F0BDE24A-3BC5-4658-B9B2-961CCEB6FF91}"/>
                </a:ext>
              </a:extLst>
            </p:cNvPr>
            <p:cNvSpPr/>
            <p:nvPr/>
          </p:nvSpPr>
          <p:spPr>
            <a:xfrm>
              <a:off x="5508104" y="411510"/>
              <a:ext cx="1368152" cy="504056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8FF9EC80-F94D-41E8-9CBB-4299BB21DB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993" y="620682"/>
              <a:ext cx="1152128" cy="1080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C7B7F14-08F5-4BE7-8ADC-EC4D4C7D4C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465960"/>
              </p:ext>
            </p:extLst>
          </p:nvPr>
        </p:nvGraphicFramePr>
        <p:xfrm>
          <a:off x="2332038" y="2539369"/>
          <a:ext cx="2273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97" name="Equation" r:id="rId11" imgW="2273040" imgH="927000" progId="Equation.DSMT4">
                  <p:embed/>
                </p:oleObj>
              </mc:Choice>
              <mc:Fallback>
                <p:oleObj name="Equation" r:id="rId11" imgW="2273040" imgH="9270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2539369"/>
                        <a:ext cx="2273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28EBC365-200F-49FD-AA0A-AD82E04904DF}"/>
              </a:ext>
            </a:extLst>
          </p:cNvPr>
          <p:cNvGrpSpPr/>
          <p:nvPr/>
        </p:nvGrpSpPr>
        <p:grpSpPr>
          <a:xfrm>
            <a:off x="4572000" y="2404715"/>
            <a:ext cx="2304863" cy="504056"/>
            <a:chOff x="4572000" y="2404715"/>
            <a:chExt cx="2304863" cy="504056"/>
          </a:xfrm>
        </p:grpSpPr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D15D520-511C-4401-8433-4BFBF798CF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2000" y="2696790"/>
              <a:ext cx="936104" cy="939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7D05F30-F292-409C-9D62-F49498D9C6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9926852"/>
                </p:ext>
              </p:extLst>
            </p:nvPr>
          </p:nvGraphicFramePr>
          <p:xfrm>
            <a:off x="5636376" y="2508568"/>
            <a:ext cx="1079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798" name="Equation" r:id="rId13" imgW="1079280" imgH="330120" progId="Equation.DSMT4">
                    <p:embed/>
                  </p:oleObj>
                </mc:Choice>
                <mc:Fallback>
                  <p:oleObj name="Equation" r:id="rId13" imgW="107928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55C6C909-B214-487D-BFFC-76D5CAA0E28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636376" y="2508568"/>
                          <a:ext cx="1079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B6E6B36-7077-4E52-BCED-832F506CCA25}"/>
                </a:ext>
              </a:extLst>
            </p:cNvPr>
            <p:cNvSpPr/>
            <p:nvPr/>
          </p:nvSpPr>
          <p:spPr>
            <a:xfrm>
              <a:off x="5508711" y="2404715"/>
              <a:ext cx="1368152" cy="504056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A4DD94E-F2CF-42FD-AE9B-2DFC8A66B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179595"/>
              </p:ext>
            </p:extLst>
          </p:nvPr>
        </p:nvGraphicFramePr>
        <p:xfrm>
          <a:off x="2317302" y="3623890"/>
          <a:ext cx="4851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99" name="Equation" r:id="rId15" imgW="4851360" imgH="927000" progId="Equation.DSMT4">
                  <p:embed/>
                </p:oleObj>
              </mc:Choice>
              <mc:Fallback>
                <p:oleObj name="Equation" r:id="rId15" imgW="4851360" imgH="927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302" y="3623890"/>
                        <a:ext cx="4851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266C089-8E36-4D48-8204-87257902A0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67446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00" name="Equation" r:id="rId17" imgW="914400" imgH="306720" progId="Equation.DSMT4">
                  <p:embed/>
                </p:oleObj>
              </mc:Choice>
              <mc:Fallback>
                <p:oleObj name="Equation" r:id="rId17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8B603F09-8A8C-4408-9CE7-CA53057A1156}"/>
              </a:ext>
            </a:extLst>
          </p:cNvPr>
          <p:cNvGrpSpPr/>
          <p:nvPr/>
        </p:nvGrpSpPr>
        <p:grpSpPr>
          <a:xfrm>
            <a:off x="568380" y="1513929"/>
            <a:ext cx="1698757" cy="903723"/>
            <a:chOff x="352963" y="1635646"/>
            <a:chExt cx="1698757" cy="903723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C219E9C8-D9DE-4F8A-A1CC-FB037D0B7A99}"/>
                </a:ext>
              </a:extLst>
            </p:cNvPr>
            <p:cNvGrpSpPr/>
            <p:nvPr/>
          </p:nvGrpSpPr>
          <p:grpSpPr>
            <a:xfrm>
              <a:off x="361950" y="1727786"/>
              <a:ext cx="1609754" cy="672514"/>
              <a:chOff x="361950" y="1727786"/>
              <a:chExt cx="1609754" cy="672514"/>
            </a:xfrm>
          </p:grpSpPr>
          <p:sp>
            <p:nvSpPr>
              <p:cNvPr id="15" name="Text Box 2">
                <a:extLst>
                  <a:ext uri="{FF2B5EF4-FFF2-40B4-BE49-F238E27FC236}">
                    <a16:creationId xmlns:a16="http://schemas.microsoft.com/office/drawing/2014/main" id="{8D4A53AC-A58F-440F-BD5E-3875D58BDA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536" y="1727786"/>
                <a:ext cx="151216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1600" b="1" dirty="0">
                    <a:solidFill>
                      <a:srgbClr val="0064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柯西中值定理</a:t>
                </a:r>
                <a:endParaRPr kumimoji="1" lang="en-US" altLang="zh-CN" sz="1600" b="1" dirty="0">
                  <a:solidFill>
                    <a:srgbClr val="0064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130B380F-ABEE-4EC2-B143-DBEF46A32C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25662599"/>
                  </p:ext>
                </p:extLst>
              </p:nvPr>
            </p:nvGraphicFramePr>
            <p:xfrm>
              <a:off x="361950" y="2095500"/>
              <a:ext cx="7747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801" name="Equation" r:id="rId19" imgW="774360" imgH="304560" progId="Equation.DSMT4">
                      <p:embed/>
                    </p:oleObj>
                  </mc:Choice>
                  <mc:Fallback>
                    <p:oleObj name="Equation" r:id="rId19" imgW="774360" imgH="3045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61950" y="2095500"/>
                            <a:ext cx="7747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67905418-E0AD-46E3-AD9E-437AA9995D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7996525"/>
                  </p:ext>
                </p:extLst>
              </p:nvPr>
            </p:nvGraphicFramePr>
            <p:xfrm>
              <a:off x="1171604" y="2070100"/>
              <a:ext cx="8001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802" name="Equation" r:id="rId21" imgW="799920" imgH="330120" progId="Equation.DSMT4">
                      <p:embed/>
                    </p:oleObj>
                  </mc:Choice>
                  <mc:Fallback>
                    <p:oleObj name="Equation" r:id="rId21" imgW="79992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1171604" y="2070100"/>
                            <a:ext cx="8001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E69606E-BB28-4DAB-9771-A91629C27849}"/>
                </a:ext>
              </a:extLst>
            </p:cNvPr>
            <p:cNvSpPr/>
            <p:nvPr/>
          </p:nvSpPr>
          <p:spPr>
            <a:xfrm>
              <a:off x="352963" y="1635646"/>
              <a:ext cx="1698757" cy="903723"/>
            </a:xfrm>
            <a:prstGeom prst="rect">
              <a:avLst/>
            </a:prstGeom>
            <a:noFill/>
            <a:ln w="1270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971EF4B-AFBE-49F4-9B73-86147ED600F5}"/>
              </a:ext>
            </a:extLst>
          </p:cNvPr>
          <p:cNvGrpSpPr/>
          <p:nvPr/>
        </p:nvGrpSpPr>
        <p:grpSpPr>
          <a:xfrm>
            <a:off x="352963" y="3534648"/>
            <a:ext cx="1789404" cy="903723"/>
            <a:chOff x="352963" y="3534648"/>
            <a:chExt cx="1789404" cy="903723"/>
          </a:xfrm>
        </p:grpSpPr>
        <p:sp>
          <p:nvSpPr>
            <p:cNvPr id="17" name="Text Box 2">
              <a:extLst>
                <a:ext uri="{FF2B5EF4-FFF2-40B4-BE49-F238E27FC236}">
                  <a16:creationId xmlns:a16="http://schemas.microsoft.com/office/drawing/2014/main" id="{88DCD904-2857-4B3B-86F9-7DF06735F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055" y="3579862"/>
              <a:ext cx="14384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1600" b="1" dirty="0">
                  <a:solidFill>
                    <a:srgbClr val="0064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柯西中值定理</a:t>
              </a:r>
              <a:endParaRPr kumimoji="1" lang="en-US" altLang="zh-CN" sz="16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946BE7A6-CCEB-4BA0-AEEE-AFB1550E7F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8326501"/>
                </p:ext>
              </p:extLst>
            </p:nvPr>
          </p:nvGraphicFramePr>
          <p:xfrm>
            <a:off x="1088267" y="3986510"/>
            <a:ext cx="1054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803" name="Equation" r:id="rId23" imgW="1054080" imgH="330120" progId="Equation.DSMT4">
                    <p:embed/>
                  </p:oleObj>
                </mc:Choice>
                <mc:Fallback>
                  <p:oleObj name="Equation" r:id="rId23" imgW="10540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88267" y="3986510"/>
                          <a:ext cx="1054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A8EF8FE2-D119-4D57-AE26-BBDD9970CA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1730513"/>
                </p:ext>
              </p:extLst>
            </p:nvPr>
          </p:nvGraphicFramePr>
          <p:xfrm>
            <a:off x="352963" y="4011910"/>
            <a:ext cx="7747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804" name="Equation" r:id="rId25" imgW="774360" imgH="304560" progId="Equation.DSMT4">
                    <p:embed/>
                  </p:oleObj>
                </mc:Choice>
                <mc:Fallback>
                  <p:oleObj name="Equation" r:id="rId25" imgW="774360" imgH="30456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130B380F-ABEE-4EC2-B143-DBEF46A32C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52963" y="4011910"/>
                          <a:ext cx="7747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C1BE90A-EABB-4057-8510-C496D9741958}"/>
                </a:ext>
              </a:extLst>
            </p:cNvPr>
            <p:cNvSpPr/>
            <p:nvPr/>
          </p:nvSpPr>
          <p:spPr>
            <a:xfrm>
              <a:off x="363634" y="3534648"/>
              <a:ext cx="1778733" cy="903723"/>
            </a:xfrm>
            <a:prstGeom prst="rect">
              <a:avLst/>
            </a:prstGeom>
            <a:noFill/>
            <a:ln w="1270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374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5090FB82-AA06-428A-96AD-9F3F20591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818368"/>
              </p:ext>
            </p:extLst>
          </p:nvPr>
        </p:nvGraphicFramePr>
        <p:xfrm>
          <a:off x="971600" y="555526"/>
          <a:ext cx="2768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25" name="Equation" r:id="rId3" imgW="2768400" imgH="927000" progId="Equation.DSMT4">
                  <p:embed/>
                </p:oleObj>
              </mc:Choice>
              <mc:Fallback>
                <p:oleObj name="Equation" r:id="rId3" imgW="2768400" imgH="9270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472988BC-8B7D-4960-BE9B-335C52B045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555526"/>
                        <a:ext cx="2768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502CF2F7-D973-4927-85C0-75038023A4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469547"/>
              </p:ext>
            </p:extLst>
          </p:nvPr>
        </p:nvGraphicFramePr>
        <p:xfrm>
          <a:off x="4788024" y="688876"/>
          <a:ext cx="1079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26" name="Equation" r:id="rId5" imgW="1079280" imgH="330120" progId="Equation.DSMT4">
                  <p:embed/>
                </p:oleObj>
              </mc:Choice>
              <mc:Fallback>
                <p:oleObj name="Equation" r:id="rId5" imgW="1079280" imgH="3301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5C6C909-B214-487D-BFFC-76D5CAA0E2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8024" y="688876"/>
                        <a:ext cx="1079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07941CC-7F50-4762-9DBD-7B78D614246D}"/>
              </a:ext>
            </a:extLst>
          </p:cNvPr>
          <p:cNvSpPr/>
          <p:nvPr/>
        </p:nvSpPr>
        <p:spPr>
          <a:xfrm>
            <a:off x="4643698" y="601948"/>
            <a:ext cx="1368152" cy="50405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DFBCA5D-AE46-47E0-830F-5F0FCF3ACC1F}"/>
              </a:ext>
            </a:extLst>
          </p:cNvPr>
          <p:cNvCxnSpPr>
            <a:stCxn id="30" idx="1"/>
          </p:cNvCxnSpPr>
          <p:nvPr/>
        </p:nvCxnSpPr>
        <p:spPr>
          <a:xfrm flipH="1">
            <a:off x="3419872" y="853976"/>
            <a:ext cx="12238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5A2B031-C36D-40BD-81D6-F7342CDE86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32139"/>
              </p:ext>
            </p:extLst>
          </p:nvPr>
        </p:nvGraphicFramePr>
        <p:xfrm>
          <a:off x="2228850" y="1692275"/>
          <a:ext cx="101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27" name="Equation" r:id="rId7" imgW="101520" imgH="330120" progId="Equation.DSMT4">
                  <p:embed/>
                </p:oleObj>
              </mc:Choice>
              <mc:Fallback>
                <p:oleObj name="Equation" r:id="rId7" imgW="1015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28850" y="1692275"/>
                        <a:ext cx="101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B41E325D-2758-41BF-85B9-F9CD36250C64}"/>
              </a:ext>
            </a:extLst>
          </p:cNvPr>
          <p:cNvGrpSpPr/>
          <p:nvPr/>
        </p:nvGrpSpPr>
        <p:grpSpPr>
          <a:xfrm>
            <a:off x="756147" y="2231850"/>
            <a:ext cx="7488832" cy="461665"/>
            <a:chOff x="827584" y="1938703"/>
            <a:chExt cx="7488832" cy="461665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D0DDD71-946C-4A0B-8D06-FE429ECB58C9}"/>
                </a:ext>
              </a:extLst>
            </p:cNvPr>
            <p:cNvSpPr/>
            <p:nvPr/>
          </p:nvSpPr>
          <p:spPr>
            <a:xfrm>
              <a:off x="827584" y="1938703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照此方法继续下去，经过     次柯西中值定理得</a:t>
              </a:r>
              <a:endParaRPr lang="zh-CN" altLang="en-US" sz="2400" dirty="0"/>
            </a:p>
          </p:txBody>
        </p: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FEFBD11A-46A2-473C-BA34-D6453FBA28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3804556"/>
                </p:ext>
              </p:extLst>
            </p:nvPr>
          </p:nvGraphicFramePr>
          <p:xfrm>
            <a:off x="4289549" y="2031324"/>
            <a:ext cx="76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428" name="Equation" r:id="rId9" imgW="761760" imgH="342720" progId="Equation.DSMT4">
                    <p:embed/>
                  </p:oleObj>
                </mc:Choice>
                <mc:Fallback>
                  <p:oleObj name="Equation" r:id="rId9" imgW="76176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5A91B03A-3C2A-4103-A353-711F6AE424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89549" y="2031324"/>
                          <a:ext cx="76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834191DE-4C9B-4308-874E-36A25DE2F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862676"/>
              </p:ext>
            </p:extLst>
          </p:nvPr>
        </p:nvGraphicFramePr>
        <p:xfrm>
          <a:off x="899592" y="2953146"/>
          <a:ext cx="4762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29" name="Equation" r:id="rId11" imgW="4762440" imgH="850680" progId="Equation.DSMT4">
                  <p:embed/>
                </p:oleObj>
              </mc:Choice>
              <mc:Fallback>
                <p:oleObj name="Equation" r:id="rId11" imgW="4762440" imgH="8506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5C45A77-DCD3-4980-B330-E185C189E4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953146"/>
                        <a:ext cx="4762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FBABE20D-0BB7-4E78-BCDC-06CC0258BEE4}"/>
              </a:ext>
            </a:extLst>
          </p:cNvPr>
          <p:cNvGrpSpPr/>
          <p:nvPr/>
        </p:nvGrpSpPr>
        <p:grpSpPr>
          <a:xfrm>
            <a:off x="5662092" y="2873790"/>
            <a:ext cx="2798340" cy="568923"/>
            <a:chOff x="5662092" y="2873790"/>
            <a:chExt cx="2798340" cy="568923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878CFB4E-67BD-4514-97E1-D04D03D1FEDA}"/>
                </a:ext>
              </a:extLst>
            </p:cNvPr>
            <p:cNvGrpSpPr/>
            <p:nvPr/>
          </p:nvGrpSpPr>
          <p:grpSpPr>
            <a:xfrm>
              <a:off x="6876256" y="2873790"/>
              <a:ext cx="1584176" cy="568923"/>
              <a:chOff x="6372200" y="3126567"/>
              <a:chExt cx="1584176" cy="568923"/>
            </a:xfrm>
          </p:grpSpPr>
          <p:graphicFrame>
            <p:nvGraphicFramePr>
              <p:cNvPr id="38" name="对象 37">
                <a:extLst>
                  <a:ext uri="{FF2B5EF4-FFF2-40B4-BE49-F238E27FC236}">
                    <a16:creationId xmlns:a16="http://schemas.microsoft.com/office/drawing/2014/main" id="{D28F081C-6A95-4F17-A432-D41D474978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9929952"/>
                  </p:ext>
                </p:extLst>
              </p:nvPr>
            </p:nvGraphicFramePr>
            <p:xfrm>
              <a:off x="6404744" y="3200765"/>
              <a:ext cx="14224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7430" name="Equation" r:id="rId13" imgW="1422360" imgH="355320" progId="Equation.DSMT4">
                      <p:embed/>
                    </p:oleObj>
                  </mc:Choice>
                  <mc:Fallback>
                    <p:oleObj name="Equation" r:id="rId13" imgW="1422360" imgH="355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404744" y="3200765"/>
                            <a:ext cx="14224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A3C032FB-1091-4101-9E1F-5C8108DAC9D7}"/>
                  </a:ext>
                </a:extLst>
              </p:cNvPr>
              <p:cNvSpPr/>
              <p:nvPr/>
            </p:nvSpPr>
            <p:spPr>
              <a:xfrm>
                <a:off x="6372200" y="3126567"/>
                <a:ext cx="1584176" cy="568923"/>
              </a:xfrm>
              <a:prstGeom prst="round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45E04EB4-A294-4DDA-A16B-316CF38EB4E5}"/>
                </a:ext>
              </a:extLst>
            </p:cNvPr>
            <p:cNvCxnSpPr/>
            <p:nvPr/>
          </p:nvCxnSpPr>
          <p:spPr>
            <a:xfrm flipH="1">
              <a:off x="5662092" y="3125819"/>
              <a:ext cx="122382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F208F28E-AB23-42C3-844D-6B2160CEEB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628175"/>
              </p:ext>
            </p:extLst>
          </p:nvPr>
        </p:nvGraphicFramePr>
        <p:xfrm>
          <a:off x="2768135" y="4051966"/>
          <a:ext cx="2527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31" name="Equation" r:id="rId15" imgW="2527200" imgH="393480" progId="Equation.DSMT4">
                  <p:embed/>
                </p:oleObj>
              </mc:Choice>
              <mc:Fallback>
                <p:oleObj name="Equation" r:id="rId15" imgW="252720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7C32642-0CE7-4209-986D-F3A07FC911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68135" y="4051966"/>
                        <a:ext cx="2527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680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61B1583F-C4F3-4C2B-AF13-893FDA368651}"/>
              </a:ext>
            </a:extLst>
          </p:cNvPr>
          <p:cNvGrpSpPr/>
          <p:nvPr/>
        </p:nvGrpSpPr>
        <p:grpSpPr>
          <a:xfrm>
            <a:off x="611560" y="529505"/>
            <a:ext cx="3672979" cy="657722"/>
            <a:chOff x="611560" y="529505"/>
            <a:chExt cx="3672979" cy="65772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8FA8317-CD46-465A-B611-1BEC667C7BE0}"/>
                </a:ext>
              </a:extLst>
            </p:cNvPr>
            <p:cNvSpPr/>
            <p:nvPr/>
          </p:nvSpPr>
          <p:spPr>
            <a:xfrm>
              <a:off x="635046" y="529505"/>
              <a:ext cx="3626006" cy="657722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2C6D21E-A2B2-4A73-BBE3-87D081F33D79}"/>
                </a:ext>
              </a:extLst>
            </p:cNvPr>
            <p:cNvGrpSpPr/>
            <p:nvPr/>
          </p:nvGrpSpPr>
          <p:grpSpPr>
            <a:xfrm>
              <a:off x="611560" y="627534"/>
              <a:ext cx="3672979" cy="461665"/>
              <a:chOff x="827584" y="2571750"/>
              <a:chExt cx="3672979" cy="461665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E311570-45EF-40A3-B4BC-06D5AE7AF46C}"/>
                  </a:ext>
                </a:extLst>
              </p:cNvPr>
              <p:cNvSpPr/>
              <p:nvPr/>
            </p:nvSpPr>
            <p:spPr>
              <a:xfrm>
                <a:off x="827584" y="2571750"/>
                <a:ext cx="367297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显然，     时，</a:t>
                </a:r>
                <a:endParaRPr lang="zh-CN" altLang="en-US" sz="2400" dirty="0"/>
              </a:p>
            </p:txBody>
          </p:sp>
          <p:graphicFrame>
            <p:nvGraphicFramePr>
              <p:cNvPr id="5" name="对象 4">
                <a:extLst>
                  <a:ext uri="{FF2B5EF4-FFF2-40B4-BE49-F238E27FC236}">
                    <a16:creationId xmlns:a16="http://schemas.microsoft.com/office/drawing/2014/main" id="{0DFBDA68-3EA5-4408-84ED-CC61B460F6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6192782"/>
                  </p:ext>
                </p:extLst>
              </p:nvPr>
            </p:nvGraphicFramePr>
            <p:xfrm>
              <a:off x="1717286" y="2629881"/>
              <a:ext cx="8636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8569" name="Equation" r:id="rId3" imgW="863280" imgH="380880" progId="Equation.DSMT4">
                      <p:embed/>
                    </p:oleObj>
                  </mc:Choice>
                  <mc:Fallback>
                    <p:oleObj name="Equation" r:id="rId3" imgW="863280" imgH="380880" progId="Equation.DSMT4">
                      <p:embed/>
                      <p:pic>
                        <p:nvPicPr>
                          <p:cNvPr id="11" name="对象 10">
                            <a:extLst>
                              <a:ext uri="{FF2B5EF4-FFF2-40B4-BE49-F238E27FC236}">
                                <a16:creationId xmlns:a16="http://schemas.microsoft.com/office/drawing/2014/main" id="{97A4567C-AC14-4170-86C6-94B0608ACD4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717286" y="2629881"/>
                            <a:ext cx="8636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3AD9EA53-5A8A-42C5-A995-117EBE5054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32502782"/>
                  </p:ext>
                </p:extLst>
              </p:nvPr>
            </p:nvGraphicFramePr>
            <p:xfrm>
              <a:off x="3134692" y="2612082"/>
              <a:ext cx="12192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8570" name="Equation" r:id="rId5" imgW="1218960" imgH="380880" progId="Equation.DSMT4">
                      <p:embed/>
                    </p:oleObj>
                  </mc:Choice>
                  <mc:Fallback>
                    <p:oleObj name="Equation" r:id="rId5" imgW="1218960" imgH="380880" progId="Equation.DSMT4">
                      <p:embed/>
                      <p:pic>
                        <p:nvPicPr>
                          <p:cNvPr id="12" name="对象 11">
                            <a:extLst>
                              <a:ext uri="{FF2B5EF4-FFF2-40B4-BE49-F238E27FC236}">
                                <a16:creationId xmlns:a16="http://schemas.microsoft.com/office/drawing/2014/main" id="{27CFD339-05AA-4AA6-A648-6603375BC6F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134692" y="2612082"/>
                            <a:ext cx="12192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2CEAD858-5282-4CB9-BFAC-434734FF8D9E}"/>
              </a:ext>
            </a:extLst>
          </p:cNvPr>
          <p:cNvSpPr/>
          <p:nvPr/>
        </p:nvSpPr>
        <p:spPr>
          <a:xfrm>
            <a:off x="4427984" y="587201"/>
            <a:ext cx="1156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从而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6B954EF-A674-4F65-A477-F555349AE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277444"/>
              </p:ext>
            </p:extLst>
          </p:nvPr>
        </p:nvGraphicFramePr>
        <p:xfrm>
          <a:off x="707512" y="1540471"/>
          <a:ext cx="1587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571" name="Equation" r:id="rId7" imgW="1587240" imgH="812520" progId="Equation.DSMT4">
                  <p:embed/>
                </p:oleObj>
              </mc:Choice>
              <mc:Fallback>
                <p:oleObj name="Equation" r:id="rId7" imgW="1587240" imgH="8125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1E1CE18-59CC-406B-84B8-92E164BBCB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7512" y="1540471"/>
                        <a:ext cx="1587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6DE3061-595F-407B-8948-A572C4C2A3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937267"/>
              </p:ext>
            </p:extLst>
          </p:nvPr>
        </p:nvGraphicFramePr>
        <p:xfrm>
          <a:off x="2336888" y="1504979"/>
          <a:ext cx="4394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572" name="Equation" r:id="rId9" imgW="4394160" imgH="850680" progId="Equation.DSMT4">
                  <p:embed/>
                </p:oleObj>
              </mc:Choice>
              <mc:Fallback>
                <p:oleObj name="Equation" r:id="rId9" imgW="4394160" imgH="8506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6ABCF70-1C0A-4225-9D7B-B17A56410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36888" y="1504979"/>
                        <a:ext cx="43942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2213074-2EB6-4244-8288-A6C2BD327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629059"/>
              </p:ext>
            </p:extLst>
          </p:nvPr>
        </p:nvGraphicFramePr>
        <p:xfrm>
          <a:off x="2888105" y="2540859"/>
          <a:ext cx="1803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573" name="Equation" r:id="rId11" imgW="1803240" imgH="774360" progId="Equation.DSMT4">
                  <p:embed/>
                </p:oleObj>
              </mc:Choice>
              <mc:Fallback>
                <p:oleObj name="Equation" r:id="rId11" imgW="1803240" imgH="7743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2F458FD-924C-4DC8-AC72-099B782E81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88105" y="2540859"/>
                        <a:ext cx="1803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B79B1C3B-0F65-4BD2-9954-265A16E0BA5A}"/>
              </a:ext>
            </a:extLst>
          </p:cNvPr>
          <p:cNvGrpSpPr/>
          <p:nvPr/>
        </p:nvGrpSpPr>
        <p:grpSpPr>
          <a:xfrm>
            <a:off x="776761" y="3752126"/>
            <a:ext cx="4064601" cy="461665"/>
            <a:chOff x="99312" y="3718877"/>
            <a:chExt cx="4064601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C820A55-DA2C-4386-AC75-1A89346BBC2B}"/>
                </a:ext>
              </a:extLst>
            </p:cNvPr>
            <p:cNvSpPr/>
            <p:nvPr/>
          </p:nvSpPr>
          <p:spPr>
            <a:xfrm>
              <a:off x="99312" y="3718877"/>
              <a:ext cx="11563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即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FFB40A3F-6AD7-4C61-8B7F-4AC98EE887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4837860"/>
                </p:ext>
              </p:extLst>
            </p:nvPr>
          </p:nvGraphicFramePr>
          <p:xfrm>
            <a:off x="1687413" y="3718877"/>
            <a:ext cx="2476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574" name="Equation" r:id="rId13" imgW="2476440" imgH="419040" progId="Equation.DSMT4">
                    <p:embed/>
                  </p:oleObj>
                </mc:Choice>
                <mc:Fallback>
                  <p:oleObj name="Equation" r:id="rId13" imgW="2476440" imgH="41904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FA32FCE3-E271-4600-80F2-85632E358D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87413" y="3718877"/>
                          <a:ext cx="2476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F204D6F-70E0-4B65-818E-23655EDD09CB}"/>
              </a:ext>
            </a:extLst>
          </p:cNvPr>
          <p:cNvGrpSpPr/>
          <p:nvPr/>
        </p:nvGrpSpPr>
        <p:grpSpPr>
          <a:xfrm>
            <a:off x="6769176" y="1347614"/>
            <a:ext cx="2195312" cy="512777"/>
            <a:chOff x="6769176" y="1347614"/>
            <a:chExt cx="2195312" cy="512777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6D25318-D8D3-4595-AAFD-6B5FB21AE59B}"/>
                </a:ext>
              </a:extLst>
            </p:cNvPr>
            <p:cNvGrpSpPr/>
            <p:nvPr/>
          </p:nvGrpSpPr>
          <p:grpSpPr>
            <a:xfrm>
              <a:off x="7596336" y="1347614"/>
              <a:ext cx="1368152" cy="512777"/>
              <a:chOff x="6632856" y="1402554"/>
              <a:chExt cx="1368152" cy="512777"/>
            </a:xfrm>
          </p:grpSpPr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AC5AE68F-CE6B-4B35-8A71-D774FF30C3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9419180"/>
                  </p:ext>
                </p:extLst>
              </p:nvPr>
            </p:nvGraphicFramePr>
            <p:xfrm>
              <a:off x="6659695" y="1518615"/>
              <a:ext cx="12827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8575" name="Equation" r:id="rId15" imgW="1282680" imgH="330120" progId="Equation.DSMT4">
                      <p:embed/>
                    </p:oleObj>
                  </mc:Choice>
                  <mc:Fallback>
                    <p:oleObj name="Equation" r:id="rId15" imgW="128268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659695" y="1518615"/>
                            <a:ext cx="12827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049C5178-48B2-42CB-9B80-789B1FF4C381}"/>
                  </a:ext>
                </a:extLst>
              </p:cNvPr>
              <p:cNvSpPr/>
              <p:nvPr/>
            </p:nvSpPr>
            <p:spPr>
              <a:xfrm>
                <a:off x="6632856" y="1402554"/>
                <a:ext cx="1368152" cy="512777"/>
              </a:xfrm>
              <a:prstGeom prst="round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9A5A3F5-84EE-4519-8549-09E3E578C210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6769176" y="1604003"/>
              <a:ext cx="827160" cy="1036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500A08D-A14B-4091-BFF2-3F9A37E5B3C0}"/>
              </a:ext>
            </a:extLst>
          </p:cNvPr>
          <p:cNvGrpSpPr/>
          <p:nvPr/>
        </p:nvGrpSpPr>
        <p:grpSpPr>
          <a:xfrm>
            <a:off x="801652" y="2671820"/>
            <a:ext cx="2330188" cy="512777"/>
            <a:chOff x="801652" y="2671820"/>
            <a:chExt cx="2330188" cy="512777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DADEE4E-D112-4CD0-AD5F-F41D11F87381}"/>
                </a:ext>
              </a:extLst>
            </p:cNvPr>
            <p:cNvGrpSpPr/>
            <p:nvPr/>
          </p:nvGrpSpPr>
          <p:grpSpPr>
            <a:xfrm>
              <a:off x="801652" y="2671820"/>
              <a:ext cx="1527431" cy="512777"/>
              <a:chOff x="6237166" y="3657810"/>
              <a:chExt cx="1527431" cy="512777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BCFD1A61-D863-4575-ABE7-FB7CECF8F085}"/>
                  </a:ext>
                </a:extLst>
              </p:cNvPr>
              <p:cNvSpPr/>
              <p:nvPr/>
            </p:nvSpPr>
            <p:spPr>
              <a:xfrm>
                <a:off x="6237166" y="3657810"/>
                <a:ext cx="1527431" cy="512777"/>
              </a:xfrm>
              <a:prstGeom prst="round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4CCF2C3F-96BB-459F-82BA-642E3632FC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6878702"/>
                  </p:ext>
                </p:extLst>
              </p:nvPr>
            </p:nvGraphicFramePr>
            <p:xfrm>
              <a:off x="6324437" y="3707604"/>
              <a:ext cx="12827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8576" name="Equation" r:id="rId17" imgW="1282680" imgH="355320" progId="Equation.DSMT4">
                      <p:embed/>
                    </p:oleObj>
                  </mc:Choice>
                  <mc:Fallback>
                    <p:oleObj name="Equation" r:id="rId17" imgW="1282680" imgH="355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324437" y="3707604"/>
                            <a:ext cx="12827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0A20F774-8B86-4805-B55B-5218A95DCF04}"/>
                </a:ext>
              </a:extLst>
            </p:cNvPr>
            <p:cNvCxnSpPr>
              <a:stCxn id="12" idx="3"/>
            </p:cNvCxnSpPr>
            <p:nvPr/>
          </p:nvCxnSpPr>
          <p:spPr>
            <a:xfrm flipV="1">
              <a:off x="2329083" y="2787774"/>
              <a:ext cx="802757" cy="14043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4414A08E-6A52-4DD6-8EFA-0C39CA3580A6}"/>
              </a:ext>
            </a:extLst>
          </p:cNvPr>
          <p:cNvSpPr/>
          <p:nvPr/>
        </p:nvSpPr>
        <p:spPr>
          <a:xfrm>
            <a:off x="4909939" y="2721614"/>
            <a:ext cx="29744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函数极限与数列极限的关系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15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95536" y="2340917"/>
            <a:ext cx="8064896" cy="461665"/>
            <a:chOff x="683568" y="2400093"/>
            <a:chExt cx="8064896" cy="461665"/>
          </a:xfrm>
        </p:grpSpPr>
        <p:sp>
          <p:nvSpPr>
            <p:cNvPr id="4" name="矩形 3"/>
            <p:cNvSpPr/>
            <p:nvPr/>
          </p:nvSpPr>
          <p:spPr>
            <a:xfrm>
              <a:off x="683568" y="2400093"/>
              <a:ext cx="8064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称为函数     在  处的带有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佩亚诺余项</a:t>
              </a:r>
              <a:r>
                <a:rPr kumimoji="1" lang="zh-CN" altLang="en-US" sz="2400" b="1" dirty="0">
                  <a:latin typeface="+mn-ea"/>
                </a:rPr>
                <a:t>的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  阶泰勒公式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997078"/>
                </p:ext>
              </p:extLst>
            </p:nvPr>
          </p:nvGraphicFramePr>
          <p:xfrm>
            <a:off x="2123728" y="245947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477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245947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1202364"/>
                </p:ext>
              </p:extLst>
            </p:nvPr>
          </p:nvGraphicFramePr>
          <p:xfrm>
            <a:off x="3131840" y="2440425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478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840" y="2440425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1667947"/>
                </p:ext>
              </p:extLst>
            </p:nvPr>
          </p:nvGraphicFramePr>
          <p:xfrm>
            <a:off x="6516216" y="252932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479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16216" y="252932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683568" y="555526"/>
            <a:ext cx="8064896" cy="736600"/>
            <a:chOff x="683568" y="456450"/>
            <a:chExt cx="8064896" cy="736600"/>
          </a:xfrm>
        </p:grpSpPr>
        <p:sp>
          <p:nvSpPr>
            <p:cNvPr id="2" name="矩形 1"/>
            <p:cNvSpPr/>
            <p:nvPr/>
          </p:nvSpPr>
          <p:spPr>
            <a:xfrm>
              <a:off x="683568" y="593918"/>
              <a:ext cx="18002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注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1  </a:t>
              </a:r>
              <a:r>
                <a:rPr kumimoji="1" lang="zh-CN" altLang="en-US" sz="2400" b="1" dirty="0">
                  <a:latin typeface="+mn-ea"/>
                </a:rPr>
                <a:t>公式</a:t>
              </a:r>
              <a:endParaRPr lang="zh-CN" altLang="en-US" sz="2400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3579150"/>
                </p:ext>
              </p:extLst>
            </p:nvPr>
          </p:nvGraphicFramePr>
          <p:xfrm>
            <a:off x="2246064" y="456450"/>
            <a:ext cx="6502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480" name="Equation" r:id="rId9" imgW="6502320" imgH="736560" progId="Equation.DSMT4">
                    <p:embed/>
                  </p:oleObj>
                </mc:Choice>
                <mc:Fallback>
                  <p:oleObj name="Equation" r:id="rId9" imgW="6502320" imgH="736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6064" y="456450"/>
                          <a:ext cx="65024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639348"/>
              </p:ext>
            </p:extLst>
          </p:nvPr>
        </p:nvGraphicFramePr>
        <p:xfrm>
          <a:off x="3275856" y="1395212"/>
          <a:ext cx="3797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81" name="Equation" r:id="rId11" imgW="3797280" imgH="774360" progId="Equation.DSMT4">
                  <p:embed/>
                </p:oleObj>
              </mc:Choice>
              <mc:Fallback>
                <p:oleObj name="Equation" r:id="rId11" imgW="379728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395212"/>
                        <a:ext cx="37973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737759" y="3191931"/>
            <a:ext cx="5716911" cy="842717"/>
            <a:chOff x="-612576" y="3928182"/>
            <a:chExt cx="5716911" cy="842717"/>
          </a:xfrm>
        </p:grpSpPr>
        <p:sp>
          <p:nvSpPr>
            <p:cNvPr id="3" name="矩形 2"/>
            <p:cNvSpPr/>
            <p:nvPr/>
          </p:nvSpPr>
          <p:spPr>
            <a:xfrm>
              <a:off x="1043608" y="3939902"/>
              <a:ext cx="406072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        称为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佩亚诺余项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  <a:p>
              <a:endParaRPr lang="zh-CN" altLang="en-US" sz="2400" dirty="0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-612576" y="3928182"/>
              <a:ext cx="3600400" cy="461665"/>
              <a:chOff x="971600" y="4227934"/>
              <a:chExt cx="3600400" cy="461665"/>
            </a:xfrm>
          </p:grpSpPr>
          <p:graphicFrame>
            <p:nvGraphicFramePr>
              <p:cNvPr id="21" name="对象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46809439"/>
                  </p:ext>
                </p:extLst>
              </p:nvPr>
            </p:nvGraphicFramePr>
            <p:xfrm>
              <a:off x="1763688" y="4249738"/>
              <a:ext cx="2425700" cy="419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1482" name="Equation" r:id="rId13" imgW="2425680" imgH="419040" progId="Equation.DSMT4">
                      <p:embed/>
                    </p:oleObj>
                  </mc:Choice>
                  <mc:Fallback>
                    <p:oleObj name="Equation" r:id="rId13" imgW="2425680" imgH="419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3688" y="4249738"/>
                            <a:ext cx="2425700" cy="419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矩形 21"/>
              <p:cNvSpPr/>
              <p:nvPr/>
            </p:nvSpPr>
            <p:spPr>
              <a:xfrm>
                <a:off x="971600" y="4227934"/>
                <a:ext cx="3600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                </a:t>
                </a:r>
                <a:endParaRPr lang="zh-CN" altLang="en-US" sz="2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649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44BD13-7B37-4620-B16D-39D7BA3936C4}"/>
              </a:ext>
            </a:extLst>
          </p:cNvPr>
          <p:cNvSpPr/>
          <p:nvPr/>
        </p:nvSpPr>
        <p:spPr>
          <a:xfrm>
            <a:off x="539552" y="476632"/>
            <a:ext cx="805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 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F7E717-93E5-45A7-9C91-CD24E8EC24FF}"/>
              </a:ext>
            </a:extLst>
          </p:cNvPr>
          <p:cNvSpPr/>
          <p:nvPr/>
        </p:nvSpPr>
        <p:spPr>
          <a:xfrm>
            <a:off x="1115616" y="483518"/>
            <a:ext cx="5760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只要函数    在点   存在  阶导数，则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1996D58-20DB-47B1-BF33-6558B0EAF8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268680"/>
              </p:ext>
            </p:extLst>
          </p:nvPr>
        </p:nvGraphicFramePr>
        <p:xfrm>
          <a:off x="2411760" y="54290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3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950A511-B212-4009-9714-754535CD8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54290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C663F42-0A0D-46C8-B819-05F7B3BEC8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447258"/>
              </p:ext>
            </p:extLst>
          </p:nvPr>
        </p:nvGraphicFramePr>
        <p:xfrm>
          <a:off x="3797854" y="512653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31" name="Equation" r:id="rId5" imgW="279360" imgH="380880" progId="Equation.DSMT4">
                  <p:embed/>
                </p:oleObj>
              </mc:Choice>
              <mc:Fallback>
                <p:oleObj name="Equation" r:id="rId5" imgW="27936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3283589-9892-426F-811B-7FDB83C0A7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97854" y="512653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03F5B45-CAE1-4268-B901-ABB4F93EC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664996"/>
              </p:ext>
            </p:extLst>
          </p:nvPr>
        </p:nvGraphicFramePr>
        <p:xfrm>
          <a:off x="4748010" y="605864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32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6C85515-7843-49FE-8A89-6FD4B50199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48010" y="605864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B9E856B-C514-4CAA-9EB5-73DB77081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543118"/>
              </p:ext>
            </p:extLst>
          </p:nvPr>
        </p:nvGraphicFramePr>
        <p:xfrm>
          <a:off x="2658252" y="1057274"/>
          <a:ext cx="3035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33" name="Equation" r:id="rId9" imgW="3035160" imgH="774360" progId="Equation.DSMT4">
                  <p:embed/>
                </p:oleObj>
              </mc:Choice>
              <mc:Fallback>
                <p:oleObj name="Equation" r:id="rId9" imgW="30351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58252" y="1057274"/>
                        <a:ext cx="3035300" cy="7747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EA9498A-D9AA-44A5-A5B0-A9AF8800E6E7}"/>
              </a:ext>
            </a:extLst>
          </p:cNvPr>
          <p:cNvSpPr/>
          <p:nvPr/>
        </p:nvSpPr>
        <p:spPr>
          <a:xfrm>
            <a:off x="395536" y="1853257"/>
            <a:ext cx="6552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存在，从而以它们为系数构造一个  次多项式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D24F797-DD13-4ED9-A133-59ADA0DFA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206809"/>
              </p:ext>
            </p:extLst>
          </p:nvPr>
        </p:nvGraphicFramePr>
        <p:xfrm>
          <a:off x="5076056" y="1997575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34" name="Equation" r:id="rId11" imgW="190440" imgH="203040" progId="Equation.DSMT4">
                  <p:embed/>
                </p:oleObj>
              </mc:Choice>
              <mc:Fallback>
                <p:oleObj name="Equation" r:id="rId11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76056" y="1997575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258E91A-2B6C-4CDC-BB44-F8497ADE93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473459"/>
              </p:ext>
            </p:extLst>
          </p:nvPr>
        </p:nvGraphicFramePr>
        <p:xfrm>
          <a:off x="251520" y="2455182"/>
          <a:ext cx="8763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35" name="Equation" r:id="rId13" imgW="8762760" imgH="774360" progId="Equation.DSMT4">
                  <p:embed/>
                </p:oleObj>
              </mc:Choice>
              <mc:Fallback>
                <p:oleObj name="Equation" r:id="rId13" imgW="8762760" imgH="774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7875248-BECA-4A7A-8B4B-90EDF678B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1520" y="2455182"/>
                        <a:ext cx="8763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FE45C3F4-47F6-44D2-A001-9221F045A2F3}"/>
              </a:ext>
            </a:extLst>
          </p:cNvPr>
          <p:cNvSpPr/>
          <p:nvPr/>
        </p:nvSpPr>
        <p:spPr>
          <a:xfrm>
            <a:off x="617297" y="3532602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且</a:t>
            </a:r>
            <a:r>
              <a:rPr kumimoji="1" lang="en-US" altLang="zh-CN" sz="2400" b="1" dirty="0"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675EDE5-8446-40E9-B3D7-10891EE4DE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768703"/>
              </p:ext>
            </p:extLst>
          </p:nvPr>
        </p:nvGraphicFramePr>
        <p:xfrm>
          <a:off x="1344581" y="3553884"/>
          <a:ext cx="334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36" name="Equation" r:id="rId15" imgW="3340080" imgH="419040" progId="Equation.DSMT4">
                  <p:embed/>
                </p:oleObj>
              </mc:Choice>
              <mc:Fallback>
                <p:oleObj name="Equation" r:id="rId15" imgW="33400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44581" y="3553884"/>
                        <a:ext cx="3340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4411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A883F5-BBB4-48D5-A94C-1DBEF8761480}"/>
              </a:ext>
            </a:extLst>
          </p:cNvPr>
          <p:cNvSpPr/>
          <p:nvPr/>
        </p:nvSpPr>
        <p:spPr>
          <a:xfrm>
            <a:off x="611560" y="548640"/>
            <a:ext cx="805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3 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5518CD-437A-4E58-90EE-97A6ECA04385}"/>
              </a:ext>
            </a:extLst>
          </p:cNvPr>
          <p:cNvSpPr/>
          <p:nvPr/>
        </p:nvSpPr>
        <p:spPr>
          <a:xfrm>
            <a:off x="1187624" y="555526"/>
            <a:ext cx="5688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只要函数    在点   存在  阶导数，由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950A511-B212-4009-9714-754535CD8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358359"/>
              </p:ext>
            </p:extLst>
          </p:nvPr>
        </p:nvGraphicFramePr>
        <p:xfrm>
          <a:off x="2483768" y="61490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8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8" y="61490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3283589-9892-426F-811B-7FDB83C0A7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013979"/>
              </p:ext>
            </p:extLst>
          </p:nvPr>
        </p:nvGraphicFramePr>
        <p:xfrm>
          <a:off x="3779912" y="614908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83" name="Equation" r:id="rId5" imgW="279360" imgH="380880" progId="Equation.DSMT4">
                  <p:embed/>
                </p:oleObj>
              </mc:Choice>
              <mc:Fallback>
                <p:oleObj name="Equation" r:id="rId5" imgW="279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79912" y="614908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6C85515-7843-49FE-8A89-6FD4B5019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532185"/>
              </p:ext>
            </p:extLst>
          </p:nvPr>
        </p:nvGraphicFramePr>
        <p:xfrm>
          <a:off x="4820018" y="677872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84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20018" y="677872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515628E-4FAA-49B8-8160-2E54CEF7EA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050852"/>
              </p:ext>
            </p:extLst>
          </p:nvPr>
        </p:nvGraphicFramePr>
        <p:xfrm>
          <a:off x="1979712" y="1162100"/>
          <a:ext cx="4254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85" name="Equation" r:id="rId9" imgW="4254480" imgH="850680" progId="Equation.DSMT4">
                  <p:embed/>
                </p:oleObj>
              </mc:Choice>
              <mc:Fallback>
                <p:oleObj name="Equation" r:id="rId9" imgW="425448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712" y="1162100"/>
                        <a:ext cx="42545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26A5633-DCEB-4A20-8D81-615BD5F125E5}"/>
              </a:ext>
            </a:extLst>
          </p:cNvPr>
          <p:cNvSpPr/>
          <p:nvPr/>
        </p:nvSpPr>
        <p:spPr>
          <a:xfrm>
            <a:off x="539552" y="2060808"/>
            <a:ext cx="85689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知，存在  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某个邻域</a:t>
            </a:r>
            <a:r>
              <a:rPr kumimoji="1" lang="zh-CN" altLang="en-US" sz="2400" b="1" dirty="0">
                <a:latin typeface="+mn-ea"/>
              </a:rPr>
              <a:t>，在这个邻域里函数    存在从  阶     </a:t>
            </a:r>
            <a:r>
              <a:rPr kumimoji="1" lang="en-US" altLang="zh-CN" sz="2400" b="1" dirty="0"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3BAE7A4-374B-49DF-9413-D0ECA5710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266010"/>
              </p:ext>
            </p:extLst>
          </p:nvPr>
        </p:nvGraphicFramePr>
        <p:xfrm>
          <a:off x="1907704" y="210114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86" name="Equation" r:id="rId11" imgW="279360" imgH="380880" progId="Equation.DSMT4">
                  <p:embed/>
                </p:oleObj>
              </mc:Choice>
              <mc:Fallback>
                <p:oleObj name="Equation" r:id="rId11" imgW="279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07704" y="2101140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A48704A-14DA-49C1-A584-E2AAD3D00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697349"/>
              </p:ext>
            </p:extLst>
          </p:nvPr>
        </p:nvGraphicFramePr>
        <p:xfrm>
          <a:off x="6444208" y="213924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87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44208" y="213924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E3ED683-1F1F-4DE1-80EB-DBFAEDDD1D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546015"/>
              </p:ext>
            </p:extLst>
          </p:nvPr>
        </p:nvGraphicFramePr>
        <p:xfrm>
          <a:off x="8028384" y="2139240"/>
          <a:ext cx="127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88" name="Equation" r:id="rId15" imgW="126720" imgH="266400" progId="Equation.DSMT4">
                  <p:embed/>
                </p:oleObj>
              </mc:Choice>
              <mc:Fallback>
                <p:oleObj name="Equation" r:id="rId15" imgW="1267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028384" y="2139240"/>
                        <a:ext cx="1270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1ABD3B21-DEE3-4756-B5A3-53A3AC5BDE56}"/>
              </a:ext>
            </a:extLst>
          </p:cNvPr>
          <p:cNvSpPr/>
          <p:nvPr/>
        </p:nvSpPr>
        <p:spPr>
          <a:xfrm>
            <a:off x="535542" y="2622510"/>
            <a:ext cx="56986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到             阶的导数，从而在</a:t>
            </a:r>
            <a:r>
              <a:rPr lang="zh-CN" altLang="en-US" sz="2400" b="1" dirty="0">
                <a:solidFill>
                  <a:srgbClr val="FF0000"/>
                </a:solidFill>
              </a:rPr>
              <a:t>这个邻域</a:t>
            </a:r>
            <a:r>
              <a:rPr lang="zh-CN" altLang="en-US" sz="2400" b="1" dirty="0"/>
              <a:t>里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E069ED9-3519-47A4-96A2-35C1981DC3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360686"/>
              </p:ext>
            </p:extLst>
          </p:nvPr>
        </p:nvGraphicFramePr>
        <p:xfrm>
          <a:off x="1035589" y="2696844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89" name="Equation" r:id="rId17" imgW="761760" imgH="342720" progId="Equation.DSMT4">
                  <p:embed/>
                </p:oleObj>
              </mc:Choice>
              <mc:Fallback>
                <p:oleObj name="Equation" r:id="rId17" imgW="761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35589" y="2696844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3EAC0EE-B79B-4660-BB11-47423BDBE4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301708"/>
              </p:ext>
            </p:extLst>
          </p:nvPr>
        </p:nvGraphicFramePr>
        <p:xfrm>
          <a:off x="2249562" y="3428960"/>
          <a:ext cx="334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90" name="Equation" r:id="rId19" imgW="3340080" imgH="419040" progId="Equation.DSMT4">
                  <p:embed/>
                </p:oleObj>
              </mc:Choice>
              <mc:Fallback>
                <p:oleObj name="Equation" r:id="rId19" imgW="33400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49562" y="3428960"/>
                        <a:ext cx="3340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1495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7AEC7B4-7D4F-4DA7-B966-9D0C4A4384D6}"/>
              </a:ext>
            </a:extLst>
          </p:cNvPr>
          <p:cNvGrpSpPr/>
          <p:nvPr/>
        </p:nvGrpSpPr>
        <p:grpSpPr>
          <a:xfrm>
            <a:off x="899592" y="915566"/>
            <a:ext cx="7776864" cy="461665"/>
            <a:chOff x="1187624" y="1169032"/>
            <a:chExt cx="7776864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D6FE3A6-11FF-4C70-A7CF-9757E0F69FFD}"/>
                </a:ext>
              </a:extLst>
            </p:cNvPr>
            <p:cNvSpPr/>
            <p:nvPr/>
          </p:nvSpPr>
          <p:spPr>
            <a:xfrm>
              <a:off x="1187624" y="1169032"/>
              <a:ext cx="77768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注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4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如果在泰勒公式中取    ，得到带有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佩亚诺余项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2F3D31F-3295-4848-9C3F-45D0E0E360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9010577"/>
                </p:ext>
              </p:extLst>
            </p:nvPr>
          </p:nvGraphicFramePr>
          <p:xfrm>
            <a:off x="4808120" y="1220080"/>
            <a:ext cx="647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516" name="Equation" r:id="rId3" imgW="647640" imgH="380880" progId="Equation.DSMT4">
                    <p:embed/>
                  </p:oleObj>
                </mc:Choice>
                <mc:Fallback>
                  <p:oleObj name="Equation" r:id="rId3" imgW="647640" imgH="38088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120" y="1220080"/>
                          <a:ext cx="6477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F9536E9-D69D-4D40-8280-69D44F9A0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25135"/>
              </p:ext>
            </p:extLst>
          </p:nvPr>
        </p:nvGraphicFramePr>
        <p:xfrm>
          <a:off x="1011238" y="2236788"/>
          <a:ext cx="6921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17" name="Equation" r:id="rId5" imgW="6921360" imgH="774360" progId="Equation.DSMT4">
                  <p:embed/>
                </p:oleObj>
              </mc:Choice>
              <mc:Fallback>
                <p:oleObj name="Equation" r:id="rId5" imgW="6921360" imgH="77436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2236788"/>
                        <a:ext cx="69215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E409CC16-F826-434C-B8DD-F16B06B89E54}"/>
              </a:ext>
            </a:extLst>
          </p:cNvPr>
          <p:cNvSpPr/>
          <p:nvPr/>
        </p:nvSpPr>
        <p:spPr>
          <a:xfrm>
            <a:off x="323528" y="1585476"/>
            <a:ext cx="32403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麦克劳林公式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301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894B68-E6A9-4255-BC39-E4F944E5C606}"/>
              </a:ext>
            </a:extLst>
          </p:cNvPr>
          <p:cNvSpPr/>
          <p:nvPr/>
        </p:nvSpPr>
        <p:spPr>
          <a:xfrm>
            <a:off x="787502" y="339502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 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5  </a:t>
            </a:r>
            <a:r>
              <a:rPr kumimoji="1" lang="zh-CN" altLang="en-US" sz="2400" b="1" dirty="0">
                <a:latin typeface="+mn-ea"/>
              </a:rPr>
              <a:t>函数    在点  可导的阶数越高，得到的泰勒多项式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9AB0B86-3782-4E4D-9536-6BF39C8FF6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333005"/>
              </p:ext>
            </p:extLst>
          </p:nvPr>
        </p:nvGraphicFramePr>
        <p:xfrm>
          <a:off x="2443686" y="40643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6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3686" y="40643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DAC5045-C3B4-4C54-A559-026F39751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899353"/>
              </p:ext>
            </p:extLst>
          </p:nvPr>
        </p:nvGraphicFramePr>
        <p:xfrm>
          <a:off x="3667822" y="352654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69" name="Equation" r:id="rId5" imgW="279360" imgH="380880" progId="Equation.DSMT4">
                  <p:embed/>
                </p:oleObj>
              </mc:Choice>
              <mc:Fallback>
                <p:oleObj name="Equation" r:id="rId5" imgW="279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67822" y="352654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3D06116-399A-4279-ACBD-65DDB48DB2E0}"/>
              </a:ext>
            </a:extLst>
          </p:cNvPr>
          <p:cNvSpPr/>
          <p:nvPr/>
        </p:nvSpPr>
        <p:spPr>
          <a:xfrm>
            <a:off x="211438" y="987574"/>
            <a:ext cx="8928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次数越高</a:t>
            </a:r>
            <a:r>
              <a:rPr kumimoji="1" lang="en-US" altLang="zh-CN" sz="2400" b="1" dirty="0">
                <a:latin typeface="+mn-ea"/>
              </a:rPr>
              <a:t>.</a:t>
            </a:r>
            <a:r>
              <a:rPr kumimoji="1" lang="zh-CN" altLang="en-US" sz="2400" b="1" dirty="0">
                <a:latin typeface="+mn-ea"/>
              </a:rPr>
              <a:t>但只有在 充分靠近  时</a:t>
            </a:r>
            <a:r>
              <a:rPr kumimoji="1" lang="en-US" altLang="zh-CN" sz="2400" b="1" dirty="0">
                <a:latin typeface="+mn-ea"/>
              </a:rPr>
              <a:t>,</a:t>
            </a:r>
            <a:r>
              <a:rPr kumimoji="1" lang="zh-CN" altLang="en-US" sz="2400" b="1" dirty="0">
                <a:latin typeface="+mn-ea"/>
              </a:rPr>
              <a:t>泰勒多项式次数越高越逼近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8D551EF-1642-4E80-BACE-85EB364352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89961"/>
              </p:ext>
            </p:extLst>
          </p:nvPr>
        </p:nvGraphicFramePr>
        <p:xfrm>
          <a:off x="2918175" y="1136972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70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18175" y="1136972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9699E32-6548-4A82-8003-DED527DB5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929689"/>
              </p:ext>
            </p:extLst>
          </p:nvPr>
        </p:nvGraphicFramePr>
        <p:xfrm>
          <a:off x="4324526" y="996597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71" name="Equation" r:id="rId9" imgW="279360" imgH="380880" progId="Equation.DSMT4">
                  <p:embed/>
                </p:oleObj>
              </mc:Choice>
              <mc:Fallback>
                <p:oleObj name="Equation" r:id="rId9" imgW="279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24526" y="996597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429FE9F-54AC-4A17-8608-28CDEAFD0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73246"/>
              </p:ext>
            </p:extLst>
          </p:nvPr>
        </p:nvGraphicFramePr>
        <p:xfrm>
          <a:off x="283446" y="1839045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72" name="Equation" r:id="rId11" imgW="685800" imgH="342720" progId="Equation.DSMT4">
                  <p:embed/>
                </p:oleObj>
              </mc:Choice>
              <mc:Fallback>
                <p:oleObj name="Equation" r:id="rId11" imgW="685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3446" y="1839045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ECA707F8-7DFB-4DA0-8643-7E89A11CC674}"/>
              </a:ext>
            </a:extLst>
          </p:cNvPr>
          <p:cNvSpPr/>
          <p:nvPr/>
        </p:nvSpPr>
        <p:spPr>
          <a:xfrm>
            <a:off x="2894412" y="1027906"/>
            <a:ext cx="1709514" cy="421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2420DE-44E8-4C97-A9BC-3AEAE89DB64A}"/>
              </a:ext>
            </a:extLst>
          </p:cNvPr>
          <p:cNvSpPr/>
          <p:nvPr/>
        </p:nvSpPr>
        <p:spPr>
          <a:xfrm>
            <a:off x="1147542" y="1779662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并且不能由                 具体估算出误差的大小</a:t>
            </a:r>
            <a:r>
              <a:rPr kumimoji="1" lang="en-US" altLang="zh-CN" sz="2400" b="1" dirty="0">
                <a:latin typeface="+mn-ea"/>
              </a:rPr>
              <a:t>.</a:t>
            </a:r>
            <a:r>
              <a:rPr kumimoji="1" lang="zh-CN" altLang="en-US" sz="2400" b="1" dirty="0">
                <a:latin typeface="+mn-ea"/>
              </a:rPr>
              <a:t>                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B122172-A050-4145-80A9-035F0BA9A8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806230"/>
              </p:ext>
            </p:extLst>
          </p:nvPr>
        </p:nvGraphicFramePr>
        <p:xfrm>
          <a:off x="2803726" y="1800944"/>
          <a:ext cx="2425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73" name="Equation" r:id="rId13" imgW="2425680" imgH="419040" progId="Equation.DSMT4">
                  <p:embed/>
                </p:oleObj>
              </mc:Choice>
              <mc:Fallback>
                <p:oleObj name="Equation" r:id="rId13" imgW="24256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03726" y="1800944"/>
                        <a:ext cx="2425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727BB0E4-D7A6-466B-92ED-1115E1613897}"/>
              </a:ext>
            </a:extLst>
          </p:cNvPr>
          <p:cNvSpPr/>
          <p:nvPr/>
        </p:nvSpPr>
        <p:spPr>
          <a:xfrm>
            <a:off x="571478" y="2609850"/>
            <a:ext cx="85689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下面我们加强条件，并给出带有另外一种余项形式的泰勒定理</a:t>
            </a:r>
            <a:endParaRPr lang="zh-CN" altLang="en-US" sz="2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958FE9-33B0-492A-8DE7-59D52EADAF80}"/>
              </a:ext>
            </a:extLst>
          </p:cNvPr>
          <p:cNvSpPr/>
          <p:nvPr/>
        </p:nvSpPr>
        <p:spPr>
          <a:xfrm>
            <a:off x="179750" y="3253190"/>
            <a:ext cx="28862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会解决这个问题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93181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4F19D6C-9CA4-4783-AF50-492DE84DA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921253"/>
              </p:ext>
            </p:extLst>
          </p:nvPr>
        </p:nvGraphicFramePr>
        <p:xfrm>
          <a:off x="1108019" y="1770660"/>
          <a:ext cx="650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7" name="Equation" r:id="rId3" imgW="6502320" imgH="736560" progId="Equation.DSMT4">
                  <p:embed/>
                </p:oleObj>
              </mc:Choice>
              <mc:Fallback>
                <p:oleObj name="Equation" r:id="rId3" imgW="6502320" imgH="7365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8019" y="1770660"/>
                        <a:ext cx="6502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653F864-0E21-4123-AF01-B7045B7B24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814022"/>
              </p:ext>
            </p:extLst>
          </p:nvPr>
        </p:nvGraphicFramePr>
        <p:xfrm>
          <a:off x="3347864" y="2664326"/>
          <a:ext cx="3162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8" name="Equation" r:id="rId5" imgW="3162240" imgH="774360" progId="Equation.DSMT4">
                  <p:embed/>
                </p:oleObj>
              </mc:Choice>
              <mc:Fallback>
                <p:oleObj name="Equation" r:id="rId5" imgW="3162240" imgH="77436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7864" y="2664326"/>
                        <a:ext cx="3162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B0BB4EE1-FA49-4A7C-AFB2-A0FF4AB55D2A}"/>
              </a:ext>
            </a:extLst>
          </p:cNvPr>
          <p:cNvGrpSpPr/>
          <p:nvPr/>
        </p:nvGrpSpPr>
        <p:grpSpPr>
          <a:xfrm>
            <a:off x="827057" y="339502"/>
            <a:ext cx="7704856" cy="461665"/>
            <a:chOff x="611560" y="1419622"/>
            <a:chExt cx="7704856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17D988C-5D77-49B2-85E2-4B16CB391140}"/>
                </a:ext>
              </a:extLst>
            </p:cNvPr>
            <p:cNvSpPr/>
            <p:nvPr/>
          </p:nvSpPr>
          <p:spPr>
            <a:xfrm>
              <a:off x="611560" y="1419622"/>
              <a:ext cx="77048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泰勒中值定理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2  </a:t>
              </a:r>
              <a:r>
                <a:rPr kumimoji="1" lang="zh-CN" altLang="en-US" sz="2400" b="1" dirty="0">
                  <a:latin typeface="+mn-ea"/>
                </a:rPr>
                <a:t>如果函数    在  的某个邻域     内    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7DC33F8-B1CB-44A8-8D5A-C9ACF31EE5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530148"/>
                </p:ext>
              </p:extLst>
            </p:nvPr>
          </p:nvGraphicFramePr>
          <p:xfrm>
            <a:off x="4211960" y="147900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09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11960" y="147900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49FE58B-50B3-44B9-9D88-C1808EDE16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7215415"/>
                </p:ext>
              </p:extLst>
            </p:nvPr>
          </p:nvGraphicFramePr>
          <p:xfrm>
            <a:off x="5148064" y="145995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0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48064" y="1459954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36D9759-CC3B-4C01-848E-8843B738FC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1619147"/>
                </p:ext>
              </p:extLst>
            </p:nvPr>
          </p:nvGraphicFramePr>
          <p:xfrm>
            <a:off x="7020272" y="1459954"/>
            <a:ext cx="749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1" name="Equation" r:id="rId11" imgW="749160" imgH="380880" progId="Equation.DSMT4">
                    <p:embed/>
                  </p:oleObj>
                </mc:Choice>
                <mc:Fallback>
                  <p:oleObj name="Equation" r:id="rId11" imgW="749160" imgH="380880" progId="Equation.DSMT4">
                    <p:embed/>
                    <p:pic>
                      <p:nvPicPr>
                        <p:cNvPr id="14" name="对象 1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020272" y="1459954"/>
                          <a:ext cx="749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55B0992-2A31-4FC9-9C28-444982E6355F}"/>
              </a:ext>
            </a:extLst>
          </p:cNvPr>
          <p:cNvGrpSpPr/>
          <p:nvPr/>
        </p:nvGrpSpPr>
        <p:grpSpPr>
          <a:xfrm>
            <a:off x="178985" y="957957"/>
            <a:ext cx="7488832" cy="461665"/>
            <a:chOff x="827584" y="1938703"/>
            <a:chExt cx="7488832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A7B2860-A79D-4B81-A046-6BE4FC828F5C}"/>
                </a:ext>
              </a:extLst>
            </p:cNvPr>
            <p:cNvSpPr/>
            <p:nvPr/>
          </p:nvSpPr>
          <p:spPr>
            <a:xfrm>
              <a:off x="827584" y="1938703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具有     阶导数，那么对任一        ，有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E8562A5-F117-4E9F-AD30-2808C4AF9C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3707617"/>
                </p:ext>
              </p:extLst>
            </p:nvPr>
          </p:nvGraphicFramePr>
          <p:xfrm>
            <a:off x="1515848" y="1998085"/>
            <a:ext cx="774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2" name="Equation" r:id="rId13" imgW="774360" imgH="342720" progId="Equation.DSMT4">
                    <p:embed/>
                  </p:oleObj>
                </mc:Choice>
                <mc:Fallback>
                  <p:oleObj name="Equation" r:id="rId13" imgW="774360" imgH="342720" progId="Equation.DSMT4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15848" y="1998085"/>
                          <a:ext cx="774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5D2E5FF-C4CD-410A-8711-8F8D3D51BB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4313419"/>
                </p:ext>
              </p:extLst>
            </p:nvPr>
          </p:nvGraphicFramePr>
          <p:xfrm>
            <a:off x="5076056" y="1979035"/>
            <a:ext cx="1206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3" name="Equation" r:id="rId15" imgW="1206360" imgH="380880" progId="Equation.DSMT4">
                    <p:embed/>
                  </p:oleObj>
                </mc:Choice>
                <mc:Fallback>
                  <p:oleObj name="Equation" r:id="rId15" imgW="1206360" imgH="38088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056" y="1979035"/>
                          <a:ext cx="12065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727C90D-0013-4109-906C-4D57F33B7910}"/>
              </a:ext>
            </a:extLst>
          </p:cNvPr>
          <p:cNvGrpSpPr/>
          <p:nvPr/>
        </p:nvGrpSpPr>
        <p:grpSpPr>
          <a:xfrm>
            <a:off x="232780" y="3867894"/>
            <a:ext cx="8535566" cy="825500"/>
            <a:chOff x="140890" y="3909145"/>
            <a:chExt cx="8535566" cy="825500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9876C67B-4A1A-4C1F-BF00-C3493A48C8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5562760"/>
                </p:ext>
              </p:extLst>
            </p:nvPr>
          </p:nvGraphicFramePr>
          <p:xfrm>
            <a:off x="972169" y="3909145"/>
            <a:ext cx="33147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4" name="Equation" r:id="rId17" imgW="3314520" imgH="825480" progId="Equation.DSMT4">
                    <p:embed/>
                  </p:oleObj>
                </mc:Choice>
                <mc:Fallback>
                  <p:oleObj name="Equation" r:id="rId17" imgW="3314520" imgH="82548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972169" y="3909145"/>
                          <a:ext cx="33147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7761EE0-5EE0-44E9-9215-9C8943A7020A}"/>
                </a:ext>
              </a:extLst>
            </p:cNvPr>
            <p:cNvSpPr/>
            <p:nvPr/>
          </p:nvSpPr>
          <p:spPr>
            <a:xfrm>
              <a:off x="140890" y="4090614"/>
              <a:ext cx="85355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其中                     ，这里  是  与  之间的某个值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5ABF83A-C65E-4618-A1F6-B0FA5B2629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525170"/>
                </p:ext>
              </p:extLst>
            </p:nvPr>
          </p:nvGraphicFramePr>
          <p:xfrm>
            <a:off x="5232896" y="4156346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5" name="Equation" r:id="rId19" imgW="203040" imgH="330120" progId="Equation.DSMT4">
                    <p:embed/>
                  </p:oleObj>
                </mc:Choice>
                <mc:Fallback>
                  <p:oleObj name="Equation" r:id="rId19" imgW="203040" imgH="33012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232896" y="4156346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D8B394A-0B25-465C-85EE-06B5DAC9E4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8465539"/>
                </p:ext>
              </p:extLst>
            </p:nvPr>
          </p:nvGraphicFramePr>
          <p:xfrm>
            <a:off x="6469732" y="421984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6" name="Equation" r:id="rId21" imgW="190440" imgH="203040" progId="Equation.DSMT4">
                    <p:embed/>
                  </p:oleObj>
                </mc:Choice>
                <mc:Fallback>
                  <p:oleObj name="Equation" r:id="rId21" imgW="190440" imgH="203040" progId="Equation.DSMT4">
                    <p:embed/>
                    <p:pic>
                      <p:nvPicPr>
                        <p:cNvPr id="20" name="对象 1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469732" y="421984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F8CB92FC-3FF2-46C8-B83C-1D0E490143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8153110"/>
                </p:ext>
              </p:extLst>
            </p:nvPr>
          </p:nvGraphicFramePr>
          <p:xfrm>
            <a:off x="5804768" y="4130946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7" name="Equation" r:id="rId23" imgW="279360" imgH="380880" progId="Equation.DSMT4">
                    <p:embed/>
                  </p:oleObj>
                </mc:Choice>
                <mc:Fallback>
                  <p:oleObj name="Equation" r:id="rId23" imgW="279360" imgH="380880" progId="Equation.DSMT4">
                    <p:embed/>
                    <p:pic>
                      <p:nvPicPr>
                        <p:cNvPr id="22" name="对象 2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804768" y="4130946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9231502-80A8-4B34-8049-D77126311569}"/>
              </a:ext>
            </a:extLst>
          </p:cNvPr>
          <p:cNvCxnSpPr/>
          <p:nvPr/>
        </p:nvCxnSpPr>
        <p:spPr>
          <a:xfrm>
            <a:off x="957930" y="181634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4">
            <a:extLst>
              <a:ext uri="{FF2B5EF4-FFF2-40B4-BE49-F238E27FC236}">
                <a16:creationId xmlns:a16="http://schemas.microsoft.com/office/drawing/2014/main" id="{8DF3F006-613C-4B40-9B2A-832CB3800ACD}"/>
              </a:ext>
            </a:extLst>
          </p:cNvPr>
          <p:cNvSpPr/>
          <p:nvPr/>
        </p:nvSpPr>
        <p:spPr>
          <a:xfrm>
            <a:off x="561886" y="1704747"/>
            <a:ext cx="7992888" cy="1800200"/>
          </a:xfrm>
          <a:prstGeom prst="round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4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899592" y="411510"/>
            <a:ext cx="4746104" cy="523220"/>
            <a:chOff x="1050032" y="774483"/>
            <a:chExt cx="4746104" cy="523220"/>
          </a:xfrm>
        </p:grpSpPr>
        <p:sp>
          <p:nvSpPr>
            <p:cNvPr id="19458" name="Text Box 2"/>
            <p:cNvSpPr txBox="1">
              <a:spLocks noChangeArrowheads="1"/>
            </p:cNvSpPr>
            <p:nvPr/>
          </p:nvSpPr>
          <p:spPr bwMode="auto">
            <a:xfrm>
              <a:off x="1050032" y="805261"/>
              <a:ext cx="6416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证</a:t>
              </a:r>
              <a:endParaRPr kumimoji="1" lang="en-US" altLang="zh-CN" sz="2400" b="1" dirty="0">
                <a:solidFill>
                  <a:srgbClr val="0064FF"/>
                </a:solidFill>
                <a:latin typeface="+mn-ea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691680" y="774483"/>
              <a:ext cx="4104456" cy="523220"/>
              <a:chOff x="1691680" y="648450"/>
              <a:chExt cx="4104456" cy="523220"/>
            </a:xfrm>
          </p:grpSpPr>
          <p:sp>
            <p:nvSpPr>
              <p:cNvPr id="8" name="Text Box 2"/>
              <p:cNvSpPr txBox="1">
                <a:spLocks noChangeArrowheads="1"/>
              </p:cNvSpPr>
              <p:nvPr/>
            </p:nvSpPr>
            <p:spPr bwMode="auto">
              <a:xfrm>
                <a:off x="1691680" y="648450"/>
                <a:ext cx="410445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</a:rPr>
                  <a:t>记</a:t>
                </a:r>
                <a:r>
                  <a:rPr kumimoji="1" lang="zh-CN" altLang="en-US" sz="2800" b="1" dirty="0">
                    <a:latin typeface="黑体" pitchFamily="2" charset="-122"/>
                    <a:ea typeface="黑体" pitchFamily="2" charset="-122"/>
                  </a:rPr>
                  <a:t>               </a:t>
                </a:r>
                <a:r>
                  <a:rPr kumimoji="1" lang="en-US" altLang="zh-CN" sz="2400" b="1" dirty="0">
                    <a:latin typeface="黑体" pitchFamily="2" charset="-122"/>
                    <a:ea typeface="黑体" pitchFamily="2" charset="-122"/>
                  </a:rPr>
                  <a:t>,</a:t>
                </a:r>
                <a:r>
                  <a:rPr kumimoji="1" lang="zh-CN" altLang="en-US" sz="2400" b="1" dirty="0">
                    <a:latin typeface="+mn-ea"/>
                  </a:rPr>
                  <a:t>由于</a:t>
                </a:r>
                <a:endParaRPr kumimoji="1" lang="en-US" altLang="zh-CN" sz="2400" b="1" dirty="0">
                  <a:latin typeface="+mn-ea"/>
                </a:endParaRPr>
              </a:p>
            </p:txBody>
          </p:sp>
          <p:graphicFrame>
            <p:nvGraphicFramePr>
              <p:cNvPr id="2" name="对象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92533986"/>
                  </p:ext>
                </p:extLst>
              </p:nvPr>
            </p:nvGraphicFramePr>
            <p:xfrm>
              <a:off x="2125663" y="750590"/>
              <a:ext cx="2565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696" name="Equation" r:id="rId3" imgW="2565360" imgH="380880" progId="Equation.DSMT4">
                      <p:embed/>
                    </p:oleObj>
                  </mc:Choice>
                  <mc:Fallback>
                    <p:oleObj name="Equation" r:id="rId3" imgW="2565360" imgH="380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25663" y="750590"/>
                            <a:ext cx="2565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" name="矩形 21"/>
          <p:cNvSpPr/>
          <p:nvPr/>
        </p:nvSpPr>
        <p:spPr>
          <a:xfrm>
            <a:off x="179512" y="3346561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柯西中值定理的条件，应用柯西中值定理，得 </a:t>
            </a:r>
            <a:endParaRPr lang="zh-CN" altLang="en-US" sz="2400" b="1" dirty="0"/>
          </a:p>
        </p:txBody>
      </p:sp>
      <p:grpSp>
        <p:nvGrpSpPr>
          <p:cNvPr id="19" name="组合 18"/>
          <p:cNvGrpSpPr/>
          <p:nvPr/>
        </p:nvGrpSpPr>
        <p:grpSpPr>
          <a:xfrm>
            <a:off x="878756" y="2648578"/>
            <a:ext cx="7632848" cy="461665"/>
            <a:chOff x="880570" y="2127841"/>
            <a:chExt cx="7380502" cy="461665"/>
          </a:xfrm>
        </p:grpSpPr>
        <p:grpSp>
          <p:nvGrpSpPr>
            <p:cNvPr id="17" name="组合 16"/>
            <p:cNvGrpSpPr/>
            <p:nvPr/>
          </p:nvGrpSpPr>
          <p:grpSpPr>
            <a:xfrm>
              <a:off x="880570" y="2127841"/>
              <a:ext cx="7380502" cy="461665"/>
              <a:chOff x="899592" y="1995686"/>
              <a:chExt cx="7380502" cy="461665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899592" y="1995686"/>
                <a:ext cx="738050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函数     及         在以  及  为端点的区间上满足</a:t>
                </a:r>
                <a:endParaRPr lang="zh-CN" altLang="en-US" sz="2400" b="1" dirty="0"/>
              </a:p>
            </p:txBody>
          </p:sp>
          <p:graphicFrame>
            <p:nvGraphicFramePr>
              <p:cNvPr id="6" name="对象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1906662"/>
                  </p:ext>
                </p:extLst>
              </p:nvPr>
            </p:nvGraphicFramePr>
            <p:xfrm>
              <a:off x="4589843" y="2031055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697" name="Equation" r:id="rId5" imgW="279360" imgH="380880" progId="Equation.DSMT4">
                      <p:embed/>
                    </p:oleObj>
                  </mc:Choice>
                  <mc:Fallback>
                    <p:oleObj name="Equation" r:id="rId5" imgW="279360" imgH="380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9843" y="2031055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对象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46609757"/>
                  </p:ext>
                </p:extLst>
              </p:nvPr>
            </p:nvGraphicFramePr>
            <p:xfrm>
              <a:off x="5218106" y="2145014"/>
              <a:ext cx="190500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698" name="Equation" r:id="rId7" imgW="190440" imgH="203040" progId="Equation.DSMT4">
                      <p:embed/>
                    </p:oleObj>
                  </mc:Choice>
                  <mc:Fallback>
                    <p:oleObj name="Equation" r:id="rId7" imgW="19044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8106" y="2145014"/>
                            <a:ext cx="190500" cy="203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5689884"/>
                </p:ext>
              </p:extLst>
            </p:nvPr>
          </p:nvGraphicFramePr>
          <p:xfrm>
            <a:off x="1576844" y="2178362"/>
            <a:ext cx="723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699" name="Equation" r:id="rId9" imgW="723600" imgH="380880" progId="Equation.DSMT4">
                    <p:embed/>
                  </p:oleObj>
                </mc:Choice>
                <mc:Fallback>
                  <p:oleObj name="Equation" r:id="rId9" imgW="723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76844" y="2178362"/>
                          <a:ext cx="723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5695826"/>
                </p:ext>
              </p:extLst>
            </p:nvPr>
          </p:nvGraphicFramePr>
          <p:xfrm>
            <a:off x="2650402" y="2127841"/>
            <a:ext cx="1206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00" name="Equation" r:id="rId11" imgW="1206360" imgH="419040" progId="Equation.DSMT4">
                    <p:embed/>
                  </p:oleObj>
                </mc:Choice>
                <mc:Fallback>
                  <p:oleObj name="Equation" r:id="rId11" imgW="120636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650402" y="2127841"/>
                          <a:ext cx="1206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311432"/>
              </p:ext>
            </p:extLst>
          </p:nvPr>
        </p:nvGraphicFramePr>
        <p:xfrm>
          <a:off x="1874838" y="1870193"/>
          <a:ext cx="5537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01" name="Equation" r:id="rId13" imgW="5537160" imgH="482400" progId="Equation.DSMT4">
                  <p:embed/>
                </p:oleObj>
              </mc:Choice>
              <mc:Fallback>
                <p:oleObj name="Equation" r:id="rId13" imgW="55371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74838" y="1870193"/>
                        <a:ext cx="5537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1331640" y="1218177"/>
            <a:ext cx="6945585" cy="414536"/>
            <a:chOff x="1331640" y="1489046"/>
            <a:chExt cx="6945585" cy="414536"/>
          </a:xfrm>
        </p:grpSpPr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4676794"/>
                </p:ext>
              </p:extLst>
            </p:nvPr>
          </p:nvGraphicFramePr>
          <p:xfrm>
            <a:off x="1331640" y="1522582"/>
            <a:ext cx="1900238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02" name="Equation" r:id="rId15" imgW="1904760" imgH="380880" progId="Equation.DSMT4">
                    <p:embed/>
                  </p:oleObj>
                </mc:Choice>
                <mc:Fallback>
                  <p:oleObj name="Equation" r:id="rId15" imgW="19047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1522582"/>
                          <a:ext cx="1900238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9792115"/>
                </p:ext>
              </p:extLst>
            </p:nvPr>
          </p:nvGraphicFramePr>
          <p:xfrm>
            <a:off x="3409678" y="1527344"/>
            <a:ext cx="1900237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03" name="Equation" r:id="rId17" imgW="1904760" imgH="380880" progId="Equation.DSMT4">
                    <p:embed/>
                  </p:oleObj>
                </mc:Choice>
                <mc:Fallback>
                  <p:oleObj name="Equation" r:id="rId17" imgW="19047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9678" y="1527344"/>
                          <a:ext cx="1900237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5208309"/>
                </p:ext>
              </p:extLst>
            </p:nvPr>
          </p:nvGraphicFramePr>
          <p:xfrm>
            <a:off x="5364163" y="1489046"/>
            <a:ext cx="2913062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04" name="Equation" r:id="rId19" imgW="2920680" imgH="419040" progId="Equation.DSMT4">
                    <p:embed/>
                  </p:oleObj>
                </mc:Choice>
                <mc:Fallback>
                  <p:oleObj name="Equation" r:id="rId19" imgW="292068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163" y="1489046"/>
                          <a:ext cx="2913062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179512" y="1891128"/>
            <a:ext cx="641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</a:t>
            </a:r>
            <a:endParaRPr kumimoji="1"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340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970309"/>
              </p:ext>
            </p:extLst>
          </p:nvPr>
        </p:nvGraphicFramePr>
        <p:xfrm>
          <a:off x="2358356" y="1348110"/>
          <a:ext cx="4368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6" name="Equation" r:id="rId3" imgW="4368600" imgH="927000" progId="Equation.DSMT4">
                  <p:embed/>
                </p:oleObj>
              </mc:Choice>
              <mc:Fallback>
                <p:oleObj name="Equation" r:id="rId3" imgW="436860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356" y="1348110"/>
                        <a:ext cx="4368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626875"/>
              </p:ext>
            </p:extLst>
          </p:nvPr>
        </p:nvGraphicFramePr>
        <p:xfrm>
          <a:off x="1139156" y="400373"/>
          <a:ext cx="1308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7" name="Equation" r:id="rId5" imgW="1307880" imgH="812520" progId="Equation.DSMT4">
                  <p:embed/>
                </p:oleObj>
              </mc:Choice>
              <mc:Fallback>
                <p:oleObj name="Equation" r:id="rId5" imgW="130788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156" y="400373"/>
                        <a:ext cx="13081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254203"/>
              </p:ext>
            </p:extLst>
          </p:nvPr>
        </p:nvGraphicFramePr>
        <p:xfrm>
          <a:off x="2411760" y="411510"/>
          <a:ext cx="2044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8" name="Equation" r:id="rId7" imgW="2044440" imgH="812520" progId="Equation.DSMT4">
                  <p:embed/>
                </p:oleObj>
              </mc:Choice>
              <mc:Fallback>
                <p:oleObj name="Equation" r:id="rId7" imgW="2044440" imgH="81252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11510"/>
                        <a:ext cx="20447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397943"/>
              </p:ext>
            </p:extLst>
          </p:nvPr>
        </p:nvGraphicFramePr>
        <p:xfrm>
          <a:off x="2368228" y="2355726"/>
          <a:ext cx="2578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9" name="Equation" r:id="rId9" imgW="2577960" imgH="927000" progId="Equation.DSMT4">
                  <p:embed/>
                </p:oleObj>
              </mc:Choice>
              <mc:Fallback>
                <p:oleObj name="Equation" r:id="rId9" imgW="2577960" imgH="9270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228" y="2355726"/>
                        <a:ext cx="2578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745575"/>
              </p:ext>
            </p:extLst>
          </p:nvPr>
        </p:nvGraphicFramePr>
        <p:xfrm>
          <a:off x="2364706" y="3364235"/>
          <a:ext cx="4851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0" name="Equation" r:id="rId11" imgW="4851360" imgH="927000" progId="Equation.DSMT4">
                  <p:embed/>
                </p:oleObj>
              </mc:Choice>
              <mc:Fallback>
                <p:oleObj name="Equation" r:id="rId11" imgW="4851360" imgH="9270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706" y="3364235"/>
                        <a:ext cx="4851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54712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491C45A-ECA5-47EB-9B99-4F580A054894}"/>
              </a:ext>
            </a:extLst>
          </p:cNvPr>
          <p:cNvGrpSpPr/>
          <p:nvPr/>
        </p:nvGrpSpPr>
        <p:grpSpPr>
          <a:xfrm>
            <a:off x="611560" y="699542"/>
            <a:ext cx="7488832" cy="461665"/>
            <a:chOff x="827584" y="1938703"/>
            <a:chExt cx="7488832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1A39716-1A91-4C26-A43F-8DEA8BB57707}"/>
                </a:ext>
              </a:extLst>
            </p:cNvPr>
            <p:cNvSpPr/>
            <p:nvPr/>
          </p:nvSpPr>
          <p:spPr>
            <a:xfrm>
              <a:off x="827584" y="1938703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照此方法继续下去，经过     次后，得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D465A16-461D-45C5-8929-12409E8B82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9251027"/>
                </p:ext>
              </p:extLst>
            </p:nvPr>
          </p:nvGraphicFramePr>
          <p:xfrm>
            <a:off x="4283968" y="2031089"/>
            <a:ext cx="774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36" name="Equation" r:id="rId3" imgW="774360" imgH="342720" progId="Equation.DSMT4">
                    <p:embed/>
                  </p:oleObj>
                </mc:Choice>
                <mc:Fallback>
                  <p:oleObj name="Equation" r:id="rId3" imgW="774360" imgH="342720" progId="Equation.DSMT4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83968" y="2031089"/>
                          <a:ext cx="774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39124B8-1489-4D2C-92B3-BD7CEE40E9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819576"/>
              </p:ext>
            </p:extLst>
          </p:nvPr>
        </p:nvGraphicFramePr>
        <p:xfrm>
          <a:off x="1979712" y="3435846"/>
          <a:ext cx="5473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37" name="Equation" r:id="rId5" imgW="5473440" imgH="825480" progId="Equation.DSMT4">
                  <p:embed/>
                </p:oleObj>
              </mc:Choice>
              <mc:Fallback>
                <p:oleObj name="Equation" r:id="rId5" imgW="5473440" imgH="82548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9712" y="3435846"/>
                        <a:ext cx="5473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2094F53-A762-4B86-A74A-932ADD330B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628145"/>
              </p:ext>
            </p:extLst>
          </p:nvPr>
        </p:nvGraphicFramePr>
        <p:xfrm>
          <a:off x="2039764" y="1542926"/>
          <a:ext cx="1308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38" name="Equation" r:id="rId7" imgW="1307880" imgH="812520" progId="Equation.DSMT4">
                  <p:embed/>
                </p:oleObj>
              </mc:Choice>
              <mc:Fallback>
                <p:oleObj name="Equation" r:id="rId7" imgW="1307880" imgH="81252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764" y="1542926"/>
                        <a:ext cx="13081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8AC93D0-28EF-4FDC-8069-4787C1B0F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508366"/>
              </p:ext>
            </p:extLst>
          </p:nvPr>
        </p:nvGraphicFramePr>
        <p:xfrm>
          <a:off x="3335586" y="1530350"/>
          <a:ext cx="3708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39" name="Equation" r:id="rId9" imgW="3708360" imgH="825480" progId="Equation.DSMT4">
                  <p:embed/>
                </p:oleObj>
              </mc:Choice>
              <mc:Fallback>
                <p:oleObj name="Equation" r:id="rId9" imgW="3708360" imgH="8254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586" y="1530350"/>
                        <a:ext cx="3708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4DF98485-887F-4F27-92AD-E959217D870C}"/>
              </a:ext>
            </a:extLst>
          </p:cNvPr>
          <p:cNvGrpSpPr/>
          <p:nvPr/>
        </p:nvGrpSpPr>
        <p:grpSpPr>
          <a:xfrm>
            <a:off x="611560" y="2708287"/>
            <a:ext cx="7488832" cy="461665"/>
            <a:chOff x="630682" y="2626828"/>
            <a:chExt cx="7488832" cy="461665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40823FD-D3F5-4DEE-868D-4FD7619133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2655476"/>
                </p:ext>
              </p:extLst>
            </p:nvPr>
          </p:nvGraphicFramePr>
          <p:xfrm>
            <a:off x="1692347" y="2656979"/>
            <a:ext cx="2387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40" name="Equation" r:id="rId11" imgW="2387520" imgH="419040" progId="Equation.DSMT4">
                    <p:embed/>
                  </p:oleObj>
                </mc:Choice>
                <mc:Fallback>
                  <p:oleObj name="Equation" r:id="rId11" imgW="2387520" imgH="419040" progId="Equation.DSMT4">
                    <p:embed/>
                    <p:pic>
                      <p:nvPicPr>
                        <p:cNvPr id="16" name="对象 1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92347" y="2656979"/>
                          <a:ext cx="23876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3A48310-E9F8-4C05-A8B8-202B97294AC0}"/>
                </a:ext>
              </a:extLst>
            </p:cNvPr>
            <p:cNvSpPr/>
            <p:nvPr/>
          </p:nvSpPr>
          <p:spPr>
            <a:xfrm>
              <a:off x="630682" y="2626828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注意到        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得</a:t>
              </a:r>
              <a:endParaRPr lang="zh-CN" altLang="en-US" sz="2400" dirty="0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6D977CA6-89F9-40D3-81FE-03AE7670D6E8}"/>
              </a:ext>
            </a:extLst>
          </p:cNvPr>
          <p:cNvSpPr/>
          <p:nvPr/>
        </p:nvSpPr>
        <p:spPr>
          <a:xfrm>
            <a:off x="5122490" y="2693545"/>
            <a:ext cx="3456384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次多项式求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+1)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阶导数后为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1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1520" y="3046189"/>
            <a:ext cx="8064896" cy="461665"/>
            <a:chOff x="251520" y="3478237"/>
            <a:chExt cx="8064896" cy="461665"/>
          </a:xfrm>
        </p:grpSpPr>
        <p:sp>
          <p:nvSpPr>
            <p:cNvPr id="4" name="矩形 3"/>
            <p:cNvSpPr/>
            <p:nvPr/>
          </p:nvSpPr>
          <p:spPr>
            <a:xfrm>
              <a:off x="251520" y="3478237"/>
              <a:ext cx="8064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称为函数     在  处的带有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拉格朗日余项</a:t>
              </a:r>
              <a:r>
                <a:rPr kumimoji="1" lang="zh-CN" altLang="en-US" sz="2400" b="1" dirty="0">
                  <a:latin typeface="+mn-ea"/>
                </a:rPr>
                <a:t>的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  阶泰勒公式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9893106"/>
                </p:ext>
              </p:extLst>
            </p:nvPr>
          </p:nvGraphicFramePr>
          <p:xfrm>
            <a:off x="1691680" y="353761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321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3537619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7677590"/>
                </p:ext>
              </p:extLst>
            </p:nvPr>
          </p:nvGraphicFramePr>
          <p:xfrm>
            <a:off x="2699792" y="351856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322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792" y="3518569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0050512"/>
                </p:ext>
              </p:extLst>
            </p:nvPr>
          </p:nvGraphicFramePr>
          <p:xfrm>
            <a:off x="6372200" y="360746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323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72200" y="3607469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/>
          <p:cNvSpPr/>
          <p:nvPr/>
        </p:nvSpPr>
        <p:spPr>
          <a:xfrm>
            <a:off x="899592" y="483518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  </a:t>
            </a:r>
            <a:r>
              <a:rPr kumimoji="1" lang="zh-CN" altLang="en-US" sz="2400" b="1" dirty="0">
                <a:latin typeface="+mn-ea"/>
              </a:rPr>
              <a:t>公式</a:t>
            </a:r>
            <a:endParaRPr lang="zh-CN" altLang="en-US" sz="2400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794450"/>
              </p:ext>
            </p:extLst>
          </p:nvPr>
        </p:nvGraphicFramePr>
        <p:xfrm>
          <a:off x="2430463" y="1962150"/>
          <a:ext cx="4686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24" name="Equation" r:id="rId9" imgW="4686120" imgH="825480" progId="Equation.DSMT4">
                  <p:embed/>
                </p:oleObj>
              </mc:Choice>
              <mc:Fallback>
                <p:oleObj name="Equation" r:id="rId9" imgW="468612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1962150"/>
                        <a:ext cx="4686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387876"/>
              </p:ext>
            </p:extLst>
          </p:nvPr>
        </p:nvGraphicFramePr>
        <p:xfrm>
          <a:off x="1115616" y="971054"/>
          <a:ext cx="650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25" name="Equation" r:id="rId11" imgW="6502320" imgH="736560" progId="Equation.DSMT4">
                  <p:embed/>
                </p:oleObj>
              </mc:Choice>
              <mc:Fallback>
                <p:oleObj name="Equation" r:id="rId11" imgW="650232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971054"/>
                        <a:ext cx="6502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028700" y="3651250"/>
            <a:ext cx="6142470" cy="825500"/>
            <a:chOff x="1028700" y="3867274"/>
            <a:chExt cx="6142470" cy="825500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1658903"/>
                </p:ext>
              </p:extLst>
            </p:nvPr>
          </p:nvGraphicFramePr>
          <p:xfrm>
            <a:off x="1028700" y="3867274"/>
            <a:ext cx="33147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326" name="Equation" r:id="rId13" imgW="3314520" imgH="825480" progId="Equation.DSMT4">
                    <p:embed/>
                  </p:oleObj>
                </mc:Choice>
                <mc:Fallback>
                  <p:oleObj name="Equation" r:id="rId13" imgW="3314520" imgH="825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28700" y="3867274"/>
                          <a:ext cx="33147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/>
            <p:nvPr/>
          </p:nvSpPr>
          <p:spPr>
            <a:xfrm>
              <a:off x="4355976" y="4052102"/>
              <a:ext cx="281519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称为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拉格朗日余项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1327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BAC518E-99CC-4AC4-BC0D-457070AF79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573538"/>
              </p:ext>
            </p:extLst>
          </p:nvPr>
        </p:nvGraphicFramePr>
        <p:xfrm>
          <a:off x="3053184" y="3795886"/>
          <a:ext cx="3175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1" name="Equation" r:id="rId3" imgW="3174840" imgH="787320" progId="Equation.DSMT4">
                  <p:embed/>
                </p:oleObj>
              </mc:Choice>
              <mc:Fallback>
                <p:oleObj name="Equation" r:id="rId3" imgW="3174840" imgH="78732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3184" y="3795886"/>
                        <a:ext cx="3175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410D9E0-9424-4A6C-8CFF-8510823A97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166435"/>
              </p:ext>
            </p:extLst>
          </p:nvPr>
        </p:nvGraphicFramePr>
        <p:xfrm>
          <a:off x="3491881" y="1228036"/>
          <a:ext cx="1778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2" name="Equation" r:id="rId5" imgW="1777680" imgH="507960" progId="Equation.DSMT4">
                  <p:embed/>
                </p:oleObj>
              </mc:Choice>
              <mc:Fallback>
                <p:oleObj name="Equation" r:id="rId5" imgW="1777680" imgH="50796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1" y="1228036"/>
                        <a:ext cx="1778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377C6926-D5FB-4B2E-B8C8-0E33F28D99FF}"/>
              </a:ext>
            </a:extLst>
          </p:cNvPr>
          <p:cNvGrpSpPr/>
          <p:nvPr/>
        </p:nvGrpSpPr>
        <p:grpSpPr>
          <a:xfrm>
            <a:off x="321618" y="401032"/>
            <a:ext cx="8734040" cy="461665"/>
            <a:chOff x="1115616" y="915566"/>
            <a:chExt cx="8734040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E17F0FD-4A58-4AD7-AB49-8CE318E26A2B}"/>
                </a:ext>
              </a:extLst>
            </p:cNvPr>
            <p:cNvSpPr/>
            <p:nvPr/>
          </p:nvSpPr>
          <p:spPr>
            <a:xfrm>
              <a:off x="1115616" y="915566"/>
              <a:ext cx="87340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注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2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如果存在正数  ，使得当        或         时，恒有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F6CA4391-A181-486C-836D-10996710AC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7603227"/>
                </p:ext>
              </p:extLst>
            </p:nvPr>
          </p:nvGraphicFramePr>
          <p:xfrm>
            <a:off x="3797052" y="1013048"/>
            <a:ext cx="342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13" name="Equation" r:id="rId7" imgW="342720" imgH="266400" progId="Equation.DSMT4">
                    <p:embed/>
                  </p:oleObj>
                </mc:Choice>
                <mc:Fallback>
                  <p:oleObj name="Equation" r:id="rId7" imgW="342720" imgH="266400" progId="Equation.DSMT4">
                    <p:embed/>
                    <p:pic>
                      <p:nvPicPr>
                        <p:cNvPr id="16" name="对象 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97052" y="1013048"/>
                          <a:ext cx="342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A9B798C-5A75-4B45-895F-E23624995ABB}"/>
              </a:ext>
            </a:extLst>
          </p:cNvPr>
          <p:cNvGrpSpPr/>
          <p:nvPr/>
        </p:nvGrpSpPr>
        <p:grpSpPr>
          <a:xfrm>
            <a:off x="892498" y="2140397"/>
            <a:ext cx="2167334" cy="812800"/>
            <a:chOff x="1115616" y="2284413"/>
            <a:chExt cx="2167334" cy="812800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24BF15B-2BED-4D53-B31F-F72094AFFD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3356323"/>
                </p:ext>
              </p:extLst>
            </p:nvPr>
          </p:nvGraphicFramePr>
          <p:xfrm>
            <a:off x="1695450" y="2284413"/>
            <a:ext cx="15875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14" name="Equation" r:id="rId9" imgW="1587240" imgH="812520" progId="Equation.DSMT4">
                    <p:embed/>
                  </p:oleObj>
                </mc:Choice>
                <mc:Fallback>
                  <p:oleObj name="Equation" r:id="rId9" imgW="1587240" imgH="81252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5450" y="2284413"/>
                          <a:ext cx="15875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04657C8-0E79-4FBB-A576-78555036D353}"/>
                </a:ext>
              </a:extLst>
            </p:cNvPr>
            <p:cNvSpPr/>
            <p:nvPr/>
          </p:nvSpPr>
          <p:spPr>
            <a:xfrm>
              <a:off x="1115616" y="2459981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则</a:t>
              </a:r>
            </a:p>
          </p:txBody>
        </p: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1E0AA6B-AE49-47E8-B279-700A9B8E2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528426"/>
              </p:ext>
            </p:extLst>
          </p:nvPr>
        </p:nvGraphicFramePr>
        <p:xfrm>
          <a:off x="3251200" y="2114550"/>
          <a:ext cx="3416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5" name="Equation" r:id="rId11" imgW="3416040" imgH="825480" progId="Equation.DSMT4">
                  <p:embed/>
                </p:oleObj>
              </mc:Choice>
              <mc:Fallback>
                <p:oleObj name="Equation" r:id="rId11" imgW="3416040" imgH="82548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2114550"/>
                        <a:ext cx="3416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7B9B2C20-3DFB-43C5-9E0B-25F0E7A1DBA8}"/>
              </a:ext>
            </a:extLst>
          </p:cNvPr>
          <p:cNvGrpSpPr/>
          <p:nvPr/>
        </p:nvGrpSpPr>
        <p:grpSpPr>
          <a:xfrm>
            <a:off x="321618" y="3262213"/>
            <a:ext cx="7202710" cy="461665"/>
            <a:chOff x="1617762" y="3325226"/>
            <a:chExt cx="720271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5157294-08BE-441C-8CA6-691A7D646C21}"/>
                </a:ext>
              </a:extLst>
            </p:cNvPr>
            <p:cNvSpPr/>
            <p:nvPr/>
          </p:nvSpPr>
          <p:spPr>
            <a:xfrm>
              <a:off x="2267744" y="3325226"/>
              <a:ext cx="65527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是比       高阶的无穷小量，且有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误差估计式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487EA39-4D71-46D4-8C42-115C6527B0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1031187"/>
                </p:ext>
              </p:extLst>
            </p:nvPr>
          </p:nvGraphicFramePr>
          <p:xfrm>
            <a:off x="1617762" y="3365558"/>
            <a:ext cx="723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16" name="Equation" r:id="rId13" imgW="723600" imgH="380880" progId="Equation.DSMT4">
                    <p:embed/>
                  </p:oleObj>
                </mc:Choice>
                <mc:Fallback>
                  <p:oleObj name="Equation" r:id="rId13" imgW="723600" imgH="380880" progId="Equation.DSMT4">
                    <p:embed/>
                    <p:pic>
                      <p:nvPicPr>
                        <p:cNvPr id="20" name="对象 1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17762" y="3365558"/>
                          <a:ext cx="723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B2AC9A3-CC6B-4DCA-B62F-C43DA53D5E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69202"/>
                </p:ext>
              </p:extLst>
            </p:nvPr>
          </p:nvGraphicFramePr>
          <p:xfrm>
            <a:off x="2987824" y="3346508"/>
            <a:ext cx="1041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17" name="Equation" r:id="rId15" imgW="1041120" imgH="419040" progId="Equation.DSMT4">
                    <p:embed/>
                  </p:oleObj>
                </mc:Choice>
                <mc:Fallback>
                  <p:oleObj name="Equation" r:id="rId15" imgW="1041120" imgH="419040" progId="Equation.DSMT4">
                    <p:embed/>
                    <p:pic>
                      <p:nvPicPr>
                        <p:cNvPr id="21" name="对象 2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87824" y="3346508"/>
                          <a:ext cx="10414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31EF9954-C6D8-4399-A95F-8B77F2CC27CC}"/>
              </a:ext>
            </a:extLst>
          </p:cNvPr>
          <p:cNvSpPr/>
          <p:nvPr/>
        </p:nvSpPr>
        <p:spPr>
          <a:xfrm>
            <a:off x="5652120" y="971658"/>
            <a:ext cx="1439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有界区间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1D00E0E-4D3F-4CE3-ACEE-9FB15E8BD1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853751"/>
              </p:ext>
            </p:extLst>
          </p:nvPr>
        </p:nvGraphicFramePr>
        <p:xfrm>
          <a:off x="4515830" y="455697"/>
          <a:ext cx="119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8" name="Equation" r:id="rId17" imgW="1193760" imgH="380880" progId="Equation.DSMT4">
                  <p:embed/>
                </p:oleObj>
              </mc:Choice>
              <mc:Fallback>
                <p:oleObj name="Equation" r:id="rId17" imgW="119376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51809DB-CD76-48B5-882A-9ACA765A45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15830" y="455697"/>
                        <a:ext cx="1193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0B40B1B-4714-4BA0-888C-C7FA9811F5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197884"/>
              </p:ext>
            </p:extLst>
          </p:nvPr>
        </p:nvGraphicFramePr>
        <p:xfrm>
          <a:off x="6185173" y="442523"/>
          <a:ext cx="119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9" name="Equation" r:id="rId19" imgW="1193760" imgH="380880" progId="Equation.DSMT4">
                  <p:embed/>
                </p:oleObj>
              </mc:Choice>
              <mc:Fallback>
                <p:oleObj name="Equation" r:id="rId19" imgW="1193760" imgH="3808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05410A1A-279E-4281-B5CA-5ADF7409B5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85173" y="442523"/>
                        <a:ext cx="1193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B827E36B-72E9-4E02-9518-975F3E29249F}"/>
              </a:ext>
            </a:extLst>
          </p:cNvPr>
          <p:cNvGrpSpPr/>
          <p:nvPr/>
        </p:nvGrpSpPr>
        <p:grpSpPr>
          <a:xfrm>
            <a:off x="4508934" y="836697"/>
            <a:ext cx="2863143" cy="39174"/>
            <a:chOff x="4640684" y="1138975"/>
            <a:chExt cx="2863143" cy="39174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E63B28A-7414-4FF6-9A48-EADA74893C1C}"/>
                </a:ext>
              </a:extLst>
            </p:cNvPr>
            <p:cNvCxnSpPr/>
            <p:nvPr/>
          </p:nvCxnSpPr>
          <p:spPr>
            <a:xfrm>
              <a:off x="4640684" y="1178149"/>
              <a:ext cx="119380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4366B6C-BBD6-44A6-862B-45E62AF43E2A}"/>
                </a:ext>
              </a:extLst>
            </p:cNvPr>
            <p:cNvCxnSpPr/>
            <p:nvPr/>
          </p:nvCxnSpPr>
          <p:spPr>
            <a:xfrm>
              <a:off x="6310027" y="1138975"/>
              <a:ext cx="119380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775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1168C77-7823-481B-9B93-90632BD00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833088"/>
              </p:ext>
            </p:extLst>
          </p:nvPr>
        </p:nvGraphicFramePr>
        <p:xfrm>
          <a:off x="2411760" y="627534"/>
          <a:ext cx="3175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78" name="Equation" r:id="rId3" imgW="3174840" imgH="787320" progId="Equation.DSMT4">
                  <p:embed/>
                </p:oleObj>
              </mc:Choice>
              <mc:Fallback>
                <p:oleObj name="Equation" r:id="rId3" imgW="3174840" imgH="78732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627534"/>
                        <a:ext cx="3175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27B1596-1554-4AB0-A717-3D05DAD0A54F}"/>
              </a:ext>
            </a:extLst>
          </p:cNvPr>
          <p:cNvSpPr/>
          <p:nvPr/>
        </p:nvSpPr>
        <p:spPr>
          <a:xfrm>
            <a:off x="755576" y="1775553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说明，用高次泰勒多项式近似表示函数不仅能够提高精确度，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1EFA51-6882-436F-B195-8147DAD8D803}"/>
              </a:ext>
            </a:extLst>
          </p:cNvPr>
          <p:cNvSpPr/>
          <p:nvPr/>
        </p:nvSpPr>
        <p:spPr>
          <a:xfrm>
            <a:off x="396107" y="2456365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且能在更大范围内表示所讨论的函数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91F0EFC-97B5-4835-8285-09651C2FBEB1}"/>
              </a:ext>
            </a:extLst>
          </p:cNvPr>
          <p:cNvGrpSpPr/>
          <p:nvPr/>
        </p:nvGrpSpPr>
        <p:grpSpPr>
          <a:xfrm>
            <a:off x="971600" y="3291830"/>
            <a:ext cx="5200237" cy="787400"/>
            <a:chOff x="857663" y="3075806"/>
            <a:chExt cx="5200237" cy="7874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41C03F3-EE26-47F6-9ED0-F3BFC9DA0379}"/>
                </a:ext>
              </a:extLst>
            </p:cNvPr>
            <p:cNvSpPr/>
            <p:nvPr/>
          </p:nvSpPr>
          <p:spPr>
            <a:xfrm>
              <a:off x="1499311" y="3219822"/>
              <a:ext cx="38884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取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固定的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879ED0B-0C7C-4B89-96E5-D40333B88A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7270580"/>
                </p:ext>
              </p:extLst>
            </p:nvPr>
          </p:nvGraphicFramePr>
          <p:xfrm>
            <a:off x="2816787" y="3363838"/>
            <a:ext cx="266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379" name="Equation" r:id="rId5" imgW="266400" imgH="253800" progId="Equation.DSMT4">
                    <p:embed/>
                  </p:oleObj>
                </mc:Choice>
                <mc:Fallback>
                  <p:oleObj name="Equation" r:id="rId5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6787" y="3363838"/>
                          <a:ext cx="266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1107CA5-E42E-485E-BE75-ECC6AA81BC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2992577"/>
                </p:ext>
              </p:extLst>
            </p:nvPr>
          </p:nvGraphicFramePr>
          <p:xfrm>
            <a:off x="3086100" y="3075806"/>
            <a:ext cx="29718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380" name="Equation" r:id="rId7" imgW="2971800" imgH="787320" progId="Equation.DSMT4">
                    <p:embed/>
                  </p:oleObj>
                </mc:Choice>
                <mc:Fallback>
                  <p:oleObj name="Equation" r:id="rId7" imgW="297180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6100" y="3075806"/>
                          <a:ext cx="29718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2">
              <a:extLst>
                <a:ext uri="{FF2B5EF4-FFF2-40B4-BE49-F238E27FC236}">
                  <a16:creationId xmlns:a16="http://schemas.microsoft.com/office/drawing/2014/main" id="{86D190B9-A23B-40D2-9049-E09B2D34B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663" y="3204719"/>
              <a:ext cx="6416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注</a:t>
              </a:r>
              <a:endParaRPr kumimoji="1" lang="en-US" altLang="zh-CN" sz="2400" b="1" dirty="0">
                <a:solidFill>
                  <a:srgbClr val="0064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2297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99592" y="483518"/>
            <a:ext cx="7776864" cy="461665"/>
            <a:chOff x="1187624" y="1169032"/>
            <a:chExt cx="7776864" cy="461665"/>
          </a:xfrm>
        </p:grpSpPr>
        <p:sp>
          <p:nvSpPr>
            <p:cNvPr id="3" name="矩形 2"/>
            <p:cNvSpPr/>
            <p:nvPr/>
          </p:nvSpPr>
          <p:spPr>
            <a:xfrm>
              <a:off x="1187624" y="1169032"/>
              <a:ext cx="77768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注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3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如果在泰勒公式中取    ，得到带有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拉格朗日余项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7372452"/>
                </p:ext>
              </p:extLst>
            </p:nvPr>
          </p:nvGraphicFramePr>
          <p:xfrm>
            <a:off x="4808120" y="1220080"/>
            <a:ext cx="647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676" name="Equation" r:id="rId3" imgW="647640" imgH="380880" progId="Equation.DSMT4">
                    <p:embed/>
                  </p:oleObj>
                </mc:Choice>
                <mc:Fallback>
                  <p:oleObj name="Equation" r:id="rId3" imgW="64764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120" y="1220080"/>
                          <a:ext cx="6477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76948"/>
              </p:ext>
            </p:extLst>
          </p:nvPr>
        </p:nvGraphicFramePr>
        <p:xfrm>
          <a:off x="452438" y="1779340"/>
          <a:ext cx="8039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77" name="Equation" r:id="rId5" imgW="8038800" imgH="825480" progId="Equation.DSMT4">
                  <p:embed/>
                </p:oleObj>
              </mc:Choice>
              <mc:Fallback>
                <p:oleObj name="Equation" r:id="rId5" imgW="803880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8" y="1779340"/>
                        <a:ext cx="8039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179512" y="1203598"/>
            <a:ext cx="32403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麦克劳林公式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4155" y="271576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误差估计为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076923"/>
              </p:ext>
            </p:extLst>
          </p:nvPr>
        </p:nvGraphicFramePr>
        <p:xfrm>
          <a:off x="2995613" y="3296990"/>
          <a:ext cx="2667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78" name="Equation" r:id="rId7" imgW="2666880" imgH="787320" progId="Equation.DSMT4">
                  <p:embed/>
                </p:oleObj>
              </mc:Choice>
              <mc:Fallback>
                <p:oleObj name="Equation" r:id="rId7" imgW="26668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95613" y="3296990"/>
                        <a:ext cx="2667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295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32520" y="1796970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泰勒中值定理</a:t>
            </a:r>
            <a:r>
              <a:rPr kumimoji="1" lang="en-US" altLang="zh-CN" sz="2400" b="1" dirty="0">
                <a:latin typeface="+mn-ea"/>
              </a:rPr>
              <a:t>2</a:t>
            </a:r>
            <a:r>
              <a:rPr kumimoji="1" lang="zh-CN" altLang="en-US" sz="2400" b="1" dirty="0">
                <a:latin typeface="+mn-ea"/>
              </a:rPr>
              <a:t>是拉格朗日中值定理的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推广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899592" y="519348"/>
            <a:ext cx="7344816" cy="461665"/>
            <a:chOff x="1278695" y="915566"/>
            <a:chExt cx="6264696" cy="461665"/>
          </a:xfrm>
        </p:grpSpPr>
        <p:sp>
          <p:nvSpPr>
            <p:cNvPr id="2" name="矩形 1"/>
            <p:cNvSpPr/>
            <p:nvPr/>
          </p:nvSpPr>
          <p:spPr>
            <a:xfrm>
              <a:off x="1278695" y="915566"/>
              <a:ext cx="62646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注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4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当     时，泰勒公式即是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拉格朗日中值</a:t>
              </a:r>
              <a:r>
                <a:rPr kumimoji="1" lang="zh-CN" altLang="en-US" sz="2400" b="1" dirty="0">
                  <a:latin typeface="+mn-ea"/>
                </a:rPr>
                <a:t>公式</a:t>
              </a:r>
              <a:endParaRPr lang="zh-CN" altLang="en-US" sz="2400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8301823"/>
                </p:ext>
              </p:extLst>
            </p:nvPr>
          </p:nvGraphicFramePr>
          <p:xfrm>
            <a:off x="2289297" y="100647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98" name="Equation" r:id="rId3" imgW="647640" imgH="279360" progId="Equation.DSMT4">
                    <p:embed/>
                  </p:oleObj>
                </mc:Choice>
                <mc:Fallback>
                  <p:oleObj name="Equation" r:id="rId3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89297" y="1006475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530934"/>
              </p:ext>
            </p:extLst>
          </p:nvPr>
        </p:nvGraphicFramePr>
        <p:xfrm>
          <a:off x="1547664" y="1159051"/>
          <a:ext cx="556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99" name="Equation" r:id="rId5" imgW="5562360" imgH="393480" progId="Equation.DSMT4">
                  <p:embed/>
                </p:oleObj>
              </mc:Choice>
              <mc:Fallback>
                <p:oleObj name="Equation" r:id="rId5" imgW="55623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664" y="1159051"/>
                        <a:ext cx="55626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9DF390C-BAF9-48B7-964C-6749216DFF85}"/>
              </a:ext>
            </a:extLst>
          </p:cNvPr>
          <p:cNvGrpSpPr/>
          <p:nvPr/>
        </p:nvGrpSpPr>
        <p:grpSpPr>
          <a:xfrm>
            <a:off x="895028" y="2772717"/>
            <a:ext cx="7002125" cy="461665"/>
            <a:chOff x="899592" y="3614872"/>
            <a:chExt cx="7002125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8EB3259-3000-4E89-9CC9-135541CD2BDF}"/>
                </a:ext>
              </a:extLst>
            </p:cNvPr>
            <p:cNvSpPr/>
            <p:nvPr/>
          </p:nvSpPr>
          <p:spPr>
            <a:xfrm>
              <a:off x="899592" y="3614872"/>
              <a:ext cx="70021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注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  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也常写为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ABB4417-6D76-467B-B931-858D4D19FB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1930969"/>
                </p:ext>
              </p:extLst>
            </p:nvPr>
          </p:nvGraphicFramePr>
          <p:xfrm>
            <a:off x="1579961" y="3686664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200" name="Equation" r:id="rId7" imgW="203040" imgH="330120" progId="Equation.DSMT4">
                    <p:embed/>
                  </p:oleObj>
                </mc:Choice>
                <mc:Fallback>
                  <p:oleObj name="Equation" r:id="rId7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79961" y="3686664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78303CA-41A2-429C-8F96-AE42504631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6143143"/>
                </p:ext>
              </p:extLst>
            </p:nvPr>
          </p:nvGraphicFramePr>
          <p:xfrm>
            <a:off x="3221198" y="3673268"/>
            <a:ext cx="3048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201" name="Equation" r:id="rId9" imgW="3047760" imgH="380880" progId="Equation.DSMT4">
                    <p:embed/>
                  </p:oleObj>
                </mc:Choice>
                <mc:Fallback>
                  <p:oleObj name="Equation" r:id="rId9" imgW="3047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21198" y="3673268"/>
                          <a:ext cx="3048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762317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3D99F80-E87D-4159-AF7C-0070B6568341}"/>
              </a:ext>
            </a:extLst>
          </p:cNvPr>
          <p:cNvSpPr/>
          <p:nvPr/>
        </p:nvSpPr>
        <p:spPr>
          <a:xfrm>
            <a:off x="764596" y="195486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6  </a:t>
            </a:r>
            <a:r>
              <a:rPr kumimoji="1" lang="zh-CN" altLang="en-US" sz="2400" b="1" dirty="0">
                <a:latin typeface="+mn-ea"/>
              </a:rPr>
              <a:t>常见的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泰勒中值定理</a:t>
            </a:r>
            <a:r>
              <a:rPr kumimoji="1" lang="zh-CN" altLang="en-US" sz="2400" b="1" dirty="0">
                <a:latin typeface="+mn-ea"/>
              </a:rPr>
              <a:t>叙述</a:t>
            </a:r>
            <a:r>
              <a:rPr kumimoji="1" lang="en-US" altLang="zh-CN" sz="2400" b="1" dirty="0">
                <a:latin typeface="+mn-ea"/>
              </a:rPr>
              <a:t>: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02FD223-2A46-45CC-B019-45B78A832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085641"/>
              </p:ext>
            </p:extLst>
          </p:nvPr>
        </p:nvGraphicFramePr>
        <p:xfrm>
          <a:off x="1147689" y="1963688"/>
          <a:ext cx="650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50" name="Equation" r:id="rId3" imgW="6502320" imgH="736560" progId="Equation.DSMT4">
                  <p:embed/>
                </p:oleObj>
              </mc:Choice>
              <mc:Fallback>
                <p:oleObj name="Equation" r:id="rId3" imgW="6502320" imgH="7365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7689" y="1963688"/>
                        <a:ext cx="6502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C22ABB5-0213-4041-9523-788BBBAA8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208762"/>
              </p:ext>
            </p:extLst>
          </p:nvPr>
        </p:nvGraphicFramePr>
        <p:xfrm>
          <a:off x="2972595" y="2733154"/>
          <a:ext cx="3162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51" name="Equation" r:id="rId5" imgW="3162240" imgH="774360" progId="Equation.DSMT4">
                  <p:embed/>
                </p:oleObj>
              </mc:Choice>
              <mc:Fallback>
                <p:oleObj name="Equation" r:id="rId5" imgW="3162240" imgH="77436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72595" y="2733154"/>
                        <a:ext cx="3162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FEDAB0B0-38DA-40D9-AA56-8ED85005602A}"/>
              </a:ext>
            </a:extLst>
          </p:cNvPr>
          <p:cNvGrpSpPr/>
          <p:nvPr/>
        </p:nvGrpSpPr>
        <p:grpSpPr>
          <a:xfrm>
            <a:off x="809328" y="699542"/>
            <a:ext cx="8308195" cy="461665"/>
            <a:chOff x="611559" y="1419622"/>
            <a:chExt cx="8308195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2C63E38-C65B-421F-9B3D-AEAE8D34B9D5}"/>
                </a:ext>
              </a:extLst>
            </p:cNvPr>
            <p:cNvSpPr/>
            <p:nvPr/>
          </p:nvSpPr>
          <p:spPr>
            <a:xfrm>
              <a:off x="611559" y="1419622"/>
              <a:ext cx="830819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泰勒中值定理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如果函数    在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区间</a:t>
              </a:r>
              <a:r>
                <a:rPr kumimoji="1" lang="zh-CN" altLang="en-US" sz="2400" b="1" dirty="0">
                  <a:latin typeface="+mn-ea"/>
                </a:rPr>
                <a:t>  内有      阶导数，    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B652F7F-DDF6-4C65-B5A0-E429B76269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1298769"/>
                </p:ext>
              </p:extLst>
            </p:nvPr>
          </p:nvGraphicFramePr>
          <p:xfrm>
            <a:off x="4072101" y="149377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752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72101" y="149377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267EED7F-2391-4BF1-9FC4-F0EF1BB6F72F}"/>
              </a:ext>
            </a:extLst>
          </p:cNvPr>
          <p:cNvSpPr/>
          <p:nvPr/>
        </p:nvSpPr>
        <p:spPr>
          <a:xfrm>
            <a:off x="161257" y="1317997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则对    内</a:t>
            </a:r>
            <a:r>
              <a:rPr lang="zh-CN" altLang="en-US" sz="2400" b="1" dirty="0">
                <a:solidFill>
                  <a:srgbClr val="FF0000"/>
                </a:solidFill>
              </a:rPr>
              <a:t>任意取定</a:t>
            </a:r>
            <a:r>
              <a:rPr lang="zh-CN" altLang="en-US" sz="2400" b="1" dirty="0"/>
              <a:t>的一点      及</a:t>
            </a:r>
            <a:r>
              <a:rPr lang="zh-CN" altLang="en-US" sz="2400" b="1" dirty="0">
                <a:solidFill>
                  <a:srgbClr val="FF0000"/>
                </a:solidFill>
              </a:rPr>
              <a:t>任意</a:t>
            </a:r>
            <a:r>
              <a:rPr lang="zh-CN" altLang="en-US" sz="2400" b="1" dirty="0"/>
              <a:t>的             有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04D21BE-42F6-4E8B-A84D-2CD66D1EF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682135"/>
              </p:ext>
            </p:extLst>
          </p:nvPr>
        </p:nvGraphicFramePr>
        <p:xfrm>
          <a:off x="5312447" y="1382580"/>
          <a:ext cx="711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53" name="Equation" r:id="rId9" imgW="711000" imgH="330120" progId="Equation.DSMT4">
                  <p:embed/>
                </p:oleObj>
              </mc:Choice>
              <mc:Fallback>
                <p:oleObj name="Equation" r:id="rId9" imgW="711000" imgH="33012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2447" y="1382580"/>
                        <a:ext cx="711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65AB2E6E-95E4-43AF-A4BA-1A684C412047}"/>
              </a:ext>
            </a:extLst>
          </p:cNvPr>
          <p:cNvGrpSpPr/>
          <p:nvPr/>
        </p:nvGrpSpPr>
        <p:grpSpPr>
          <a:xfrm>
            <a:off x="17241" y="3618930"/>
            <a:ext cx="8535566" cy="825500"/>
            <a:chOff x="140890" y="3909145"/>
            <a:chExt cx="8535566" cy="825500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40825027-D07A-441C-A294-17E2DFCA70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7718365"/>
                </p:ext>
              </p:extLst>
            </p:nvPr>
          </p:nvGraphicFramePr>
          <p:xfrm>
            <a:off x="972169" y="3909145"/>
            <a:ext cx="33147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754" name="Equation" r:id="rId11" imgW="3314520" imgH="825480" progId="Equation.DSMT4">
                    <p:embed/>
                  </p:oleObj>
                </mc:Choice>
                <mc:Fallback>
                  <p:oleObj name="Equation" r:id="rId11" imgW="3314520" imgH="82548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72169" y="3909145"/>
                          <a:ext cx="33147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A651431-0F1B-4F8A-8656-5ACB73BA5D19}"/>
                </a:ext>
              </a:extLst>
            </p:cNvPr>
            <p:cNvSpPr/>
            <p:nvPr/>
          </p:nvSpPr>
          <p:spPr>
            <a:xfrm>
              <a:off x="140890" y="4090614"/>
              <a:ext cx="85355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其中                     ，这里  是  与  之间的某个值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5D197050-85F7-43EA-B812-1DB7820938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0874930"/>
                </p:ext>
              </p:extLst>
            </p:nvPr>
          </p:nvGraphicFramePr>
          <p:xfrm>
            <a:off x="5232896" y="4156346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755" name="Equation" r:id="rId13" imgW="203040" imgH="330120" progId="Equation.DSMT4">
                    <p:embed/>
                  </p:oleObj>
                </mc:Choice>
                <mc:Fallback>
                  <p:oleObj name="Equation" r:id="rId13" imgW="203040" imgH="33012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232896" y="4156346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15BBEE9E-68E9-4880-86DA-EC1BEBFF76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3873680"/>
                </p:ext>
              </p:extLst>
            </p:nvPr>
          </p:nvGraphicFramePr>
          <p:xfrm>
            <a:off x="6469732" y="421984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756" name="Equation" r:id="rId15" imgW="190440" imgH="203040" progId="Equation.DSMT4">
                    <p:embed/>
                  </p:oleObj>
                </mc:Choice>
                <mc:Fallback>
                  <p:oleObj name="Equation" r:id="rId15" imgW="190440" imgH="203040" progId="Equation.DSMT4">
                    <p:embed/>
                    <p:pic>
                      <p:nvPicPr>
                        <p:cNvPr id="20" name="对象 1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469732" y="421984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46E11955-E1E2-48FC-AB03-A836BA8B84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5997883"/>
                </p:ext>
              </p:extLst>
            </p:nvPr>
          </p:nvGraphicFramePr>
          <p:xfrm>
            <a:off x="5804768" y="4130946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757" name="Equation" r:id="rId17" imgW="279360" imgH="380880" progId="Equation.DSMT4">
                    <p:embed/>
                  </p:oleObj>
                </mc:Choice>
                <mc:Fallback>
                  <p:oleObj name="Equation" r:id="rId17" imgW="279360" imgH="380880" progId="Equation.DSMT4">
                    <p:embed/>
                    <p:pic>
                      <p:nvPicPr>
                        <p:cNvPr id="22" name="对象 21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804768" y="4130946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5B77549-372E-4955-BE3A-52D4E4B571D1}"/>
              </a:ext>
            </a:extLst>
          </p:cNvPr>
          <p:cNvCxnSpPr/>
          <p:nvPr/>
        </p:nvCxnSpPr>
        <p:spPr>
          <a:xfrm>
            <a:off x="953345" y="208508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圆角矩形 4">
            <a:extLst>
              <a:ext uri="{FF2B5EF4-FFF2-40B4-BE49-F238E27FC236}">
                <a16:creationId xmlns:a16="http://schemas.microsoft.com/office/drawing/2014/main" id="{09274A08-FCD5-410E-9610-6117CACAE340}"/>
              </a:ext>
            </a:extLst>
          </p:cNvPr>
          <p:cNvSpPr/>
          <p:nvPr/>
        </p:nvSpPr>
        <p:spPr>
          <a:xfrm>
            <a:off x="593305" y="1961131"/>
            <a:ext cx="7992888" cy="1618731"/>
          </a:xfrm>
          <a:prstGeom prst="round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D69312B-7CCF-480E-9747-83C934254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029524"/>
              </p:ext>
            </p:extLst>
          </p:nvPr>
        </p:nvGraphicFramePr>
        <p:xfrm>
          <a:off x="5865269" y="797161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58" name="Equation" r:id="rId19" imgW="190440" imgH="266400" progId="Equation.DSMT4">
                  <p:embed/>
                </p:oleObj>
              </mc:Choice>
              <mc:Fallback>
                <p:oleObj name="Equation" r:id="rId19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65269" y="797161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84D01BBB-2FEC-43C2-B32F-A091CC519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411962"/>
              </p:ext>
            </p:extLst>
          </p:nvPr>
        </p:nvGraphicFramePr>
        <p:xfrm>
          <a:off x="6741260" y="784026"/>
          <a:ext cx="77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59" name="Equation" r:id="rId21" imgW="774360" imgH="342720" progId="Equation.DSMT4">
                  <p:embed/>
                </p:oleObj>
              </mc:Choice>
              <mc:Fallback>
                <p:oleObj name="Equation" r:id="rId21" imgW="77436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6E30841-726C-4F66-B5F2-D7BDE20A8D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741260" y="784026"/>
                        <a:ext cx="774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7B75D98F-2064-4210-A03E-4F87F96C9D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959676"/>
              </p:ext>
            </p:extLst>
          </p:nvPr>
        </p:nvGraphicFramePr>
        <p:xfrm>
          <a:off x="848520" y="1415479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60" name="Equation" r:id="rId23" imgW="190440" imgH="266400" progId="Equation.DSMT4">
                  <p:embed/>
                </p:oleObj>
              </mc:Choice>
              <mc:Fallback>
                <p:oleObj name="Equation" r:id="rId23" imgW="190440" imgH="2664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CD69312B-7CCF-480E-9747-83C934254B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8520" y="1415479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CA607582-CF02-48EC-82E8-B546A36537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094852"/>
              </p:ext>
            </p:extLst>
          </p:nvPr>
        </p:nvGraphicFramePr>
        <p:xfrm>
          <a:off x="3626273" y="1350289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61" name="Equation" r:id="rId25" imgW="279360" imgH="380880" progId="Equation.DSMT4">
                  <p:embed/>
                </p:oleObj>
              </mc:Choice>
              <mc:Fallback>
                <p:oleObj name="Equation" r:id="rId25" imgW="279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26273" y="1350289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5122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B73F0E-EAEF-4163-AC1E-721CFB05F5FF}"/>
              </a:ext>
            </a:extLst>
          </p:cNvPr>
          <p:cNvSpPr/>
          <p:nvPr/>
        </p:nvSpPr>
        <p:spPr>
          <a:xfrm>
            <a:off x="755576" y="267494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7  </a:t>
            </a:r>
            <a:r>
              <a:rPr kumimoji="1" lang="zh-CN" altLang="en-US" sz="2400" b="1" dirty="0">
                <a:latin typeface="+mn-ea"/>
              </a:rPr>
              <a:t>泰勒公式的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唯一性定理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B75ECA-4AE8-487D-AA24-D19DE2BCA700}"/>
              </a:ext>
            </a:extLst>
          </p:cNvPr>
          <p:cNvSpPr/>
          <p:nvPr/>
        </p:nvSpPr>
        <p:spPr>
          <a:xfrm>
            <a:off x="683568" y="771549"/>
            <a:ext cx="8343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设函数    在点  附近有定义，且在   处  阶可导，若存在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601B89B-D9EB-41BB-BDE8-9A0C928C43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753832"/>
              </p:ext>
            </p:extLst>
          </p:nvPr>
        </p:nvGraphicFramePr>
        <p:xfrm>
          <a:off x="1638474" y="83678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1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8474" y="83678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26F2C0-516F-4751-88A4-9B1B24B615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38298"/>
              </p:ext>
            </p:extLst>
          </p:nvPr>
        </p:nvGraphicFramePr>
        <p:xfrm>
          <a:off x="2973399" y="798687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2" name="Equation" r:id="rId5" imgW="279360" imgH="380880" progId="Equation.DSMT4">
                  <p:embed/>
                </p:oleObj>
              </mc:Choice>
              <mc:Fallback>
                <p:oleObj name="Equation" r:id="rId5" imgW="279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73399" y="798687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76FD527-601D-4EF4-AB66-B0868DB33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802041"/>
              </p:ext>
            </p:extLst>
          </p:nvPr>
        </p:nvGraphicFramePr>
        <p:xfrm>
          <a:off x="5822030" y="811882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3" name="Equation" r:id="rId7" imgW="279360" imgH="380880" progId="Equation.DSMT4">
                  <p:embed/>
                </p:oleObj>
              </mc:Choice>
              <mc:Fallback>
                <p:oleObj name="Equation" r:id="rId7" imgW="279360" imgH="3808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2925FAD9-915B-4F42-948A-DCB0AE10A9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22030" y="811882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04E8C25-86E3-4D6C-8773-24A7195B6B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925498"/>
              </p:ext>
            </p:extLst>
          </p:nvPr>
        </p:nvGraphicFramePr>
        <p:xfrm>
          <a:off x="6516216" y="919832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4" name="Equation" r:id="rId9" imgW="190440" imgH="203040" progId="Equation.DSMT4">
                  <p:embed/>
                </p:oleObj>
              </mc:Choice>
              <mc:Fallback>
                <p:oleObj name="Equation" r:id="rId9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16216" y="919832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C0C5488-13FA-4180-AE08-277B879BE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284617"/>
              </p:ext>
            </p:extLst>
          </p:nvPr>
        </p:nvGraphicFramePr>
        <p:xfrm>
          <a:off x="476176" y="1419622"/>
          <a:ext cx="558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5" name="Equation" r:id="rId11" imgW="558720" imgH="279360" progId="Equation.DSMT4">
                  <p:embed/>
                </p:oleObj>
              </mc:Choice>
              <mc:Fallback>
                <p:oleObj name="Equation" r:id="rId11" imgW="558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6176" y="1419622"/>
                        <a:ext cx="558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C664271-11B4-4264-B739-DB6A306979ED}"/>
              </a:ext>
            </a:extLst>
          </p:cNvPr>
          <p:cNvSpPr/>
          <p:nvPr/>
        </p:nvSpPr>
        <p:spPr>
          <a:xfrm>
            <a:off x="1034976" y="1328489"/>
            <a:ext cx="12069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个常数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F77ED45-2C47-4975-9649-2B6CE52FB9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776469"/>
              </p:ext>
            </p:extLst>
          </p:nvPr>
        </p:nvGraphicFramePr>
        <p:xfrm>
          <a:off x="2123728" y="1328489"/>
          <a:ext cx="1879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6" name="Equation" r:id="rId13" imgW="1879560" imgH="380880" progId="Equation.DSMT4">
                  <p:embed/>
                </p:oleObj>
              </mc:Choice>
              <mc:Fallback>
                <p:oleObj name="Equation" r:id="rId13" imgW="1879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23728" y="1328489"/>
                        <a:ext cx="1879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F42DA8E6-C76C-41C3-A9DD-1DC6CD747C76}"/>
              </a:ext>
            </a:extLst>
          </p:cNvPr>
          <p:cNvSpPr/>
          <p:nvPr/>
        </p:nvSpPr>
        <p:spPr>
          <a:xfrm>
            <a:off x="3968502" y="1314337"/>
            <a:ext cx="8915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使得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6934281-B76D-4782-9A80-95E7796FE5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27187"/>
              </p:ext>
            </p:extLst>
          </p:nvPr>
        </p:nvGraphicFramePr>
        <p:xfrm>
          <a:off x="501650" y="1857125"/>
          <a:ext cx="814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7" name="Equation" r:id="rId15" imgW="8140680" imgH="419040" progId="Equation.DSMT4">
                  <p:embed/>
                </p:oleObj>
              </mc:Choice>
              <mc:Fallback>
                <p:oleObj name="Equation" r:id="rId15" imgW="81406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1650" y="1857125"/>
                        <a:ext cx="8140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FD4C013A-F5A3-482D-BB88-B20F2710C1FC}"/>
              </a:ext>
            </a:extLst>
          </p:cNvPr>
          <p:cNvSpPr/>
          <p:nvPr/>
        </p:nvSpPr>
        <p:spPr>
          <a:xfrm>
            <a:off x="501650" y="2866008"/>
            <a:ext cx="8915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则有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F245101-C032-444B-9BB0-E8AFEC054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323077"/>
              </p:ext>
            </p:extLst>
          </p:nvPr>
        </p:nvGraphicFramePr>
        <p:xfrm>
          <a:off x="2169101" y="2643758"/>
          <a:ext cx="1651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8" name="Equation" r:id="rId17" imgW="1650960" imgH="774360" progId="Equation.DSMT4">
                  <p:embed/>
                </p:oleObj>
              </mc:Choice>
              <mc:Fallback>
                <p:oleObj name="Equation" r:id="rId17" imgW="16509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69101" y="2643758"/>
                        <a:ext cx="1651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987308E-1334-49EE-9B99-613B2CA011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474529"/>
              </p:ext>
            </p:extLst>
          </p:nvPr>
        </p:nvGraphicFramePr>
        <p:xfrm>
          <a:off x="4500563" y="2900136"/>
          <a:ext cx="1816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9" name="Equation" r:id="rId19" imgW="1815840" imgH="330120" progId="Equation.DSMT4">
                  <p:embed/>
                </p:oleObj>
              </mc:Choice>
              <mc:Fallback>
                <p:oleObj name="Equation" r:id="rId19" imgW="18158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00563" y="2900136"/>
                        <a:ext cx="1816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CD972CE1-7BB8-4DE5-9AAB-ACD889EC0779}"/>
              </a:ext>
            </a:extLst>
          </p:cNvPr>
          <p:cNvSpPr/>
          <p:nvPr/>
        </p:nvSpPr>
        <p:spPr>
          <a:xfrm>
            <a:off x="514607" y="3620146"/>
            <a:ext cx="8915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其中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94684F4-57EF-4FBE-8620-844EF31B5C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344461"/>
              </p:ext>
            </p:extLst>
          </p:nvPr>
        </p:nvGraphicFramePr>
        <p:xfrm>
          <a:off x="1763688" y="3641429"/>
          <a:ext cx="207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20" name="Equation" r:id="rId21" imgW="2070000" imgH="419040" progId="Equation.DSMT4">
                  <p:embed/>
                </p:oleObj>
              </mc:Choice>
              <mc:Fallback>
                <p:oleObj name="Equation" r:id="rId21" imgW="20700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63688" y="3641429"/>
                        <a:ext cx="2070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3037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885756-E091-42BC-9B3A-78FF7EDC1E77}"/>
              </a:ext>
            </a:extLst>
          </p:cNvPr>
          <p:cNvSpPr/>
          <p:nvPr/>
        </p:nvSpPr>
        <p:spPr>
          <a:xfrm>
            <a:off x="611560" y="555526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27C9850-1B79-4B7B-B3B4-13773BB31596}"/>
              </a:ext>
            </a:extLst>
          </p:cNvPr>
          <p:cNvGrpSpPr/>
          <p:nvPr/>
        </p:nvGrpSpPr>
        <p:grpSpPr>
          <a:xfrm>
            <a:off x="1115616" y="555525"/>
            <a:ext cx="7776864" cy="461665"/>
            <a:chOff x="1115616" y="555525"/>
            <a:chExt cx="7776864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345078E-22B2-4022-A9E0-6D40EE2A7C4D}"/>
                </a:ext>
              </a:extLst>
            </p:cNvPr>
            <p:cNvSpPr/>
            <p:nvPr/>
          </p:nvSpPr>
          <p:spPr>
            <a:xfrm>
              <a:off x="1115616" y="555525"/>
              <a:ext cx="77768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仅讨论      的情形</a:t>
              </a:r>
              <a:r>
                <a:rPr kumimoji="1" lang="en-US" altLang="zh-CN" sz="2400" b="1" dirty="0">
                  <a:latin typeface="+mn-ea"/>
                </a:rPr>
                <a:t>.     </a:t>
              </a:r>
              <a:r>
                <a:rPr kumimoji="1" lang="zh-CN" altLang="en-US" sz="2400" b="1" dirty="0">
                  <a:latin typeface="+mn-ea"/>
                </a:rPr>
                <a:t>时，可令        进行转化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</a:t>
              </a:r>
              <a:r>
                <a:rPr kumimoji="1" lang="en-US" altLang="zh-CN" sz="2400" b="1" dirty="0">
                  <a:latin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C3E4469-236D-4453-86F4-87418435A5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3718934"/>
                </p:ext>
              </p:extLst>
            </p:nvPr>
          </p:nvGraphicFramePr>
          <p:xfrm>
            <a:off x="2195736" y="571915"/>
            <a:ext cx="762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50" name="Equation" r:id="rId3" imgW="761760" imgH="380880" progId="Equation.DSMT4">
                    <p:embed/>
                  </p:oleObj>
                </mc:Choice>
                <mc:Fallback>
                  <p:oleObj name="Equation" r:id="rId3" imgW="761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95736" y="571915"/>
                          <a:ext cx="762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6CE28D0-1093-4733-87BB-33863C0869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2869022"/>
                </p:ext>
              </p:extLst>
            </p:nvPr>
          </p:nvGraphicFramePr>
          <p:xfrm>
            <a:off x="4119563" y="599803"/>
            <a:ext cx="762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51" name="Equation" r:id="rId5" imgW="761760" imgH="380880" progId="Equation.DSMT4">
                    <p:embed/>
                  </p:oleObj>
                </mc:Choice>
                <mc:Fallback>
                  <p:oleObj name="Equation" r:id="rId5" imgW="761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19563" y="599803"/>
                          <a:ext cx="762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5B1A72D-5433-4A0F-9B88-92EA8B1623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9181877"/>
                </p:ext>
              </p:extLst>
            </p:nvPr>
          </p:nvGraphicFramePr>
          <p:xfrm>
            <a:off x="6156176" y="579632"/>
            <a:ext cx="1104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52" name="Equation" r:id="rId7" imgW="1104840" imgH="380880" progId="Equation.DSMT4">
                    <p:embed/>
                  </p:oleObj>
                </mc:Choice>
                <mc:Fallback>
                  <p:oleObj name="Equation" r:id="rId7" imgW="11048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56176" y="579632"/>
                          <a:ext cx="1104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2FC9F0C-5426-4EE1-8DEB-4A1DC97366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266648"/>
              </p:ext>
            </p:extLst>
          </p:nvPr>
        </p:nvGraphicFramePr>
        <p:xfrm>
          <a:off x="1536948" y="1041297"/>
          <a:ext cx="6934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53" name="Equation" r:id="rId9" imgW="6933960" imgH="774360" progId="Equation.DSMT4">
                  <p:embed/>
                </p:oleObj>
              </mc:Choice>
              <mc:Fallback>
                <p:oleObj name="Equation" r:id="rId9" imgW="6933960" imgH="77436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948" y="1041297"/>
                        <a:ext cx="69342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9806BD1-4447-4D4C-919C-0C6D956D7F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03849"/>
              </p:ext>
            </p:extLst>
          </p:nvPr>
        </p:nvGraphicFramePr>
        <p:xfrm>
          <a:off x="1547664" y="1866746"/>
          <a:ext cx="5092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54" name="Equation" r:id="rId11" imgW="5092560" imgH="419040" progId="Equation.DSMT4">
                  <p:embed/>
                </p:oleObj>
              </mc:Choice>
              <mc:Fallback>
                <p:oleObj name="Equation" r:id="rId11" imgW="5092560" imgH="4190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6934281-B76D-4782-9A80-95E7796FE5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47664" y="1866746"/>
                        <a:ext cx="5092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1CB2CFD-4DF5-4127-90FF-53059B5DB742}"/>
              </a:ext>
            </a:extLst>
          </p:cNvPr>
          <p:cNvSpPr/>
          <p:nvPr/>
        </p:nvSpPr>
        <p:spPr>
          <a:xfrm>
            <a:off x="611560" y="2528733"/>
            <a:ext cx="1872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两式相减得</a:t>
            </a:r>
            <a:r>
              <a:rPr kumimoji="1" lang="en-US" altLang="zh-CN" sz="2400" b="1" dirty="0"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D10251F-E888-4FF6-83E4-844D758B4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982290"/>
              </p:ext>
            </p:extLst>
          </p:nvPr>
        </p:nvGraphicFramePr>
        <p:xfrm>
          <a:off x="1220788" y="3016250"/>
          <a:ext cx="629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55" name="Equation" r:id="rId13" imgW="6298920" imgH="736560" progId="Equation.DSMT4">
                  <p:embed/>
                </p:oleObj>
              </mc:Choice>
              <mc:Fallback>
                <p:oleObj name="Equation" r:id="rId13" imgW="6298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20788" y="3016250"/>
                        <a:ext cx="6299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8B2FDF6-8534-4C4F-8717-825E2AB173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117986"/>
              </p:ext>
            </p:extLst>
          </p:nvPr>
        </p:nvGraphicFramePr>
        <p:xfrm>
          <a:off x="3405188" y="3819525"/>
          <a:ext cx="4152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56" name="Equation" r:id="rId15" imgW="4152600" imgH="774360" progId="Equation.DSMT4">
                  <p:embed/>
                </p:oleObj>
              </mc:Choice>
              <mc:Fallback>
                <p:oleObj name="Equation" r:id="rId15" imgW="41526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05188" y="3819525"/>
                        <a:ext cx="4152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314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8AB6EE4-F57E-4D3F-A544-272CB44CCB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518908"/>
              </p:ext>
            </p:extLst>
          </p:nvPr>
        </p:nvGraphicFramePr>
        <p:xfrm>
          <a:off x="933450" y="411163"/>
          <a:ext cx="629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36" name="Equation" r:id="rId3" imgW="6298920" imgH="736560" progId="Equation.DSMT4">
                  <p:embed/>
                </p:oleObj>
              </mc:Choice>
              <mc:Fallback>
                <p:oleObj name="Equation" r:id="rId3" imgW="629892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D10251F-E888-4FF6-83E4-844D758B4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3450" y="411163"/>
                        <a:ext cx="6299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BE8A1A8-8357-48F1-9805-A2DB77C99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402830"/>
              </p:ext>
            </p:extLst>
          </p:nvPr>
        </p:nvGraphicFramePr>
        <p:xfrm>
          <a:off x="3116263" y="1214438"/>
          <a:ext cx="4152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37" name="Equation" r:id="rId5" imgW="4152600" imgH="774360" progId="Equation.DSMT4">
                  <p:embed/>
                </p:oleObj>
              </mc:Choice>
              <mc:Fallback>
                <p:oleObj name="Equation" r:id="rId5" imgW="4152600" imgH="774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8B2FDF6-8534-4C4F-8717-825E2AB17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16263" y="1214438"/>
                        <a:ext cx="4152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21AF445-8F10-45CA-912A-B0E9402EE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243916"/>
              </p:ext>
            </p:extLst>
          </p:nvPr>
        </p:nvGraphicFramePr>
        <p:xfrm>
          <a:off x="7596336" y="1491630"/>
          <a:ext cx="52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38" name="Equation" r:id="rId7" imgW="520560" imgH="342720" progId="Equation.DSMT4">
                  <p:embed/>
                </p:oleObj>
              </mc:Choice>
              <mc:Fallback>
                <p:oleObj name="Equation" r:id="rId7" imgW="520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96336" y="1491630"/>
                        <a:ext cx="520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FEE69AC-8DDB-4236-B4E3-CAA6719742BB}"/>
              </a:ext>
            </a:extLst>
          </p:cNvPr>
          <p:cNvSpPr/>
          <p:nvPr/>
        </p:nvSpPr>
        <p:spPr>
          <a:xfrm>
            <a:off x="667264" y="2249012"/>
            <a:ext cx="9008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因为</a:t>
            </a:r>
            <a:r>
              <a:rPr kumimoji="1" lang="en-US" altLang="zh-CN" sz="2400" b="1" dirty="0"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FB74AE8-ED73-47D8-AD4E-29A13FF4A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840861"/>
              </p:ext>
            </p:extLst>
          </p:nvPr>
        </p:nvGraphicFramePr>
        <p:xfrm>
          <a:off x="1795463" y="2048592"/>
          <a:ext cx="2705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39" name="Equation" r:id="rId9" imgW="2705040" imgH="774360" progId="Equation.DSMT4">
                  <p:embed/>
                </p:oleObj>
              </mc:Choice>
              <mc:Fallback>
                <p:oleObj name="Equation" r:id="rId9" imgW="27050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95463" y="2048592"/>
                        <a:ext cx="2705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8125E94-D46E-41C6-B0EE-C2BEE219E624}"/>
              </a:ext>
            </a:extLst>
          </p:cNvPr>
          <p:cNvSpPr/>
          <p:nvPr/>
        </p:nvSpPr>
        <p:spPr>
          <a:xfrm>
            <a:off x="4788024" y="2181523"/>
            <a:ext cx="9008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故</a:t>
            </a:r>
            <a:r>
              <a:rPr kumimoji="1" lang="en-US" altLang="zh-CN" sz="2400" b="1" dirty="0"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3FE0393-9D8E-4B20-9977-8713F1C9C3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518324"/>
              </p:ext>
            </p:extLst>
          </p:nvPr>
        </p:nvGraphicFramePr>
        <p:xfrm>
          <a:off x="5401347" y="1989570"/>
          <a:ext cx="2705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40" name="Equation" r:id="rId11" imgW="2705040" imgH="774360" progId="Equation.DSMT4">
                  <p:embed/>
                </p:oleObj>
              </mc:Choice>
              <mc:Fallback>
                <p:oleObj name="Equation" r:id="rId11" imgW="27050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01347" y="1989570"/>
                        <a:ext cx="2705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9FC3473-4929-4A15-AA78-D68883D8C7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765909"/>
              </p:ext>
            </p:extLst>
          </p:nvPr>
        </p:nvGraphicFramePr>
        <p:xfrm>
          <a:off x="6692900" y="2759075"/>
          <a:ext cx="238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41" name="Equation" r:id="rId13" imgW="2387520" imgH="342720" progId="Equation.DSMT4">
                  <p:embed/>
                </p:oleObj>
              </mc:Choice>
              <mc:Fallback>
                <p:oleObj name="Equation" r:id="rId13" imgW="238752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987308E-1334-49EE-9B99-613B2CA01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92900" y="2759075"/>
                        <a:ext cx="2387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3D05E05D-48E3-4629-BFD1-F11EF40567D4}"/>
              </a:ext>
            </a:extLst>
          </p:cNvPr>
          <p:cNvGrpSpPr/>
          <p:nvPr/>
        </p:nvGrpSpPr>
        <p:grpSpPr>
          <a:xfrm>
            <a:off x="703077" y="3003550"/>
            <a:ext cx="4698025" cy="461945"/>
            <a:chOff x="703077" y="3003550"/>
            <a:chExt cx="4698025" cy="46194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33F652F-7A07-447C-84BC-D91F83826CAD}"/>
                </a:ext>
              </a:extLst>
            </p:cNvPr>
            <p:cNvSpPr/>
            <p:nvPr/>
          </p:nvSpPr>
          <p:spPr>
            <a:xfrm>
              <a:off x="703077" y="3003830"/>
              <a:ext cx="49959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令</a:t>
              </a:r>
              <a:r>
                <a:rPr kumimoji="1" lang="en-US" altLang="zh-CN" sz="2400" b="1" dirty="0">
                  <a:latin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840019D-C5AF-4ACD-8081-0158D87B69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8460998"/>
                </p:ext>
              </p:extLst>
            </p:nvPr>
          </p:nvGraphicFramePr>
          <p:xfrm>
            <a:off x="1202667" y="3069282"/>
            <a:ext cx="838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842" name="Equation" r:id="rId15" imgW="838080" imgH="330120" progId="Equation.DSMT4">
                    <p:embed/>
                  </p:oleObj>
                </mc:Choice>
                <mc:Fallback>
                  <p:oleObj name="Equation" r:id="rId15" imgW="8380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202667" y="3069282"/>
                          <a:ext cx="838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50C5189-4470-465D-81F0-20B5BB3E8AF9}"/>
                </a:ext>
              </a:extLst>
            </p:cNvPr>
            <p:cNvSpPr/>
            <p:nvPr/>
          </p:nvSpPr>
          <p:spPr>
            <a:xfrm>
              <a:off x="2598537" y="3003550"/>
              <a:ext cx="280256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式两边取极限得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59050555-28BE-433D-9902-5D34B163D7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5665255"/>
                </p:ext>
              </p:extLst>
            </p:nvPr>
          </p:nvGraphicFramePr>
          <p:xfrm>
            <a:off x="2077837" y="3093104"/>
            <a:ext cx="520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843" name="Equation" r:id="rId17" imgW="520560" imgH="342720" progId="Equation.DSMT4">
                    <p:embed/>
                  </p:oleObj>
                </mc:Choice>
                <mc:Fallback>
                  <p:oleObj name="Equation" r:id="rId17" imgW="52056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021AF445-8F10-45CA-912A-B0E9402EE1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77837" y="3093104"/>
                          <a:ext cx="520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CFB7D62-7CC2-421E-A477-7E71F970AA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872870"/>
              </p:ext>
            </p:extLst>
          </p:nvPr>
        </p:nvGraphicFramePr>
        <p:xfrm>
          <a:off x="4860032" y="3069282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44" name="Equation" r:id="rId18" imgW="1244520" imgH="380880" progId="Equation.DSMT4">
                  <p:embed/>
                </p:oleObj>
              </mc:Choice>
              <mc:Fallback>
                <p:oleObj name="Equation" r:id="rId18" imgW="1244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860032" y="3069282"/>
                        <a:ext cx="124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3E606E7A-A6B8-4472-BCAA-028804D6F84E}"/>
              </a:ext>
            </a:extLst>
          </p:cNvPr>
          <p:cNvSpPr/>
          <p:nvPr/>
        </p:nvSpPr>
        <p:spPr>
          <a:xfrm>
            <a:off x="6097064" y="3028949"/>
            <a:ext cx="995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于是</a:t>
            </a:r>
            <a:r>
              <a:rPr kumimoji="1" lang="en-US" altLang="zh-CN" sz="2400" b="1" dirty="0"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B9C71DA-E475-4F9D-90FA-665C874AC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759932"/>
              </p:ext>
            </p:extLst>
          </p:nvPr>
        </p:nvGraphicFramePr>
        <p:xfrm>
          <a:off x="788074" y="3554769"/>
          <a:ext cx="6680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45" name="Equation" r:id="rId20" imgW="6680160" imgH="774360" progId="Equation.DSMT4">
                  <p:embed/>
                </p:oleObj>
              </mc:Choice>
              <mc:Fallback>
                <p:oleObj name="Equation" r:id="rId20" imgW="66801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88074" y="3554769"/>
                        <a:ext cx="6680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81A358A-EB82-4670-AB0D-3E6E726E5B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472676"/>
              </p:ext>
            </p:extLst>
          </p:nvPr>
        </p:nvGraphicFramePr>
        <p:xfrm>
          <a:off x="5545138" y="4317124"/>
          <a:ext cx="2133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46" name="Equation" r:id="rId22" imgW="2133360" imgH="419040" progId="Equation.DSMT4">
                  <p:embed/>
                </p:oleObj>
              </mc:Choice>
              <mc:Fallback>
                <p:oleObj name="Equation" r:id="rId22" imgW="2133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545138" y="4317124"/>
                        <a:ext cx="2133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B36D18B-F143-4A1B-90B7-27A3B51DFD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498475"/>
              </p:ext>
            </p:extLst>
          </p:nvPr>
        </p:nvGraphicFramePr>
        <p:xfrm>
          <a:off x="7818081" y="4355224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47" name="Equation" r:id="rId24" imgW="533160" imgH="342720" progId="Equation.DSMT4">
                  <p:embed/>
                </p:oleObj>
              </mc:Choice>
              <mc:Fallback>
                <p:oleObj name="Equation" r:id="rId24" imgW="53316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21AF445-8F10-45CA-912A-B0E9402EE1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818081" y="4355224"/>
                        <a:ext cx="53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101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C376AAB-2EA2-48AA-8AA9-08DECA87E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928171"/>
              </p:ext>
            </p:extLst>
          </p:nvPr>
        </p:nvGraphicFramePr>
        <p:xfrm>
          <a:off x="467544" y="555526"/>
          <a:ext cx="6680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09" name="Equation" r:id="rId3" imgW="6680160" imgH="774360" progId="Equation.DSMT4">
                  <p:embed/>
                </p:oleObj>
              </mc:Choice>
              <mc:Fallback>
                <p:oleObj name="Equation" r:id="rId3" imgW="6680160" imgH="774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B9C71DA-E475-4F9D-90FA-665C874ACB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4" y="555526"/>
                        <a:ext cx="6680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A9FD7C3-6881-415C-AF05-1F81442B1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774942"/>
              </p:ext>
            </p:extLst>
          </p:nvPr>
        </p:nvGraphicFramePr>
        <p:xfrm>
          <a:off x="5224608" y="1317881"/>
          <a:ext cx="2133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0" name="Equation" r:id="rId5" imgW="2133360" imgH="419040" progId="Equation.DSMT4">
                  <p:embed/>
                </p:oleObj>
              </mc:Choice>
              <mc:Fallback>
                <p:oleObj name="Equation" r:id="rId5" imgW="2133360" imgH="4190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981A358A-EB82-4670-AB0D-3E6E726E5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24608" y="1317881"/>
                        <a:ext cx="2133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04DBC5D-994A-45E8-8E27-2A1260495D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986276"/>
              </p:ext>
            </p:extLst>
          </p:nvPr>
        </p:nvGraphicFramePr>
        <p:xfrm>
          <a:off x="7497551" y="1355981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1" name="Equation" r:id="rId7" imgW="533160" imgH="342720" progId="Equation.DSMT4">
                  <p:embed/>
                </p:oleObj>
              </mc:Choice>
              <mc:Fallback>
                <p:oleObj name="Equation" r:id="rId7" imgW="533160" imgH="342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5B36D18B-F143-4A1B-90B7-27A3B51DF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97551" y="1355981"/>
                        <a:ext cx="53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3E0818C9-CB34-48C3-99F5-7747C804C1A9}"/>
              </a:ext>
            </a:extLst>
          </p:cNvPr>
          <p:cNvGrpSpPr/>
          <p:nvPr/>
        </p:nvGrpSpPr>
        <p:grpSpPr>
          <a:xfrm>
            <a:off x="517572" y="1861748"/>
            <a:ext cx="5740672" cy="461665"/>
            <a:chOff x="2071688" y="3003550"/>
            <a:chExt cx="5740672" cy="461665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38B4673B-70A1-40C8-BF7E-7F6B120DA8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3732861"/>
                </p:ext>
              </p:extLst>
            </p:nvPr>
          </p:nvGraphicFramePr>
          <p:xfrm>
            <a:off x="5453208" y="3069282"/>
            <a:ext cx="838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712" name="Equation" r:id="rId9" imgW="838080" imgH="330120" progId="Equation.DSMT4">
                    <p:embed/>
                  </p:oleObj>
                </mc:Choice>
                <mc:Fallback>
                  <p:oleObj name="Equation" r:id="rId9" imgW="838080" imgH="3301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840019D-C5AF-4ACD-8081-0158D87B69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453208" y="3069282"/>
                          <a:ext cx="838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D4EED9A-350B-4B86-A122-4307131127B7}"/>
                </a:ext>
              </a:extLst>
            </p:cNvPr>
            <p:cNvSpPr/>
            <p:nvPr/>
          </p:nvSpPr>
          <p:spPr>
            <a:xfrm>
              <a:off x="2598537" y="3003550"/>
              <a:ext cx="52138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式两边同除以  并令      取极限得      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CB0ACB5-1198-45CC-A0BE-0F09836BDB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7029064"/>
                </p:ext>
              </p:extLst>
            </p:nvPr>
          </p:nvGraphicFramePr>
          <p:xfrm>
            <a:off x="2071688" y="3092450"/>
            <a:ext cx="533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713" name="Equation" r:id="rId11" imgW="533160" imgH="342720" progId="Equation.DSMT4">
                    <p:embed/>
                  </p:oleObj>
                </mc:Choice>
                <mc:Fallback>
                  <p:oleObj name="Equation" r:id="rId11" imgW="53316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59050555-28BE-433D-9902-5D34B163D7A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71688" y="3092450"/>
                          <a:ext cx="533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9E00E7A2-6F04-412E-A838-1989F7B0CD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4445491"/>
                </p:ext>
              </p:extLst>
            </p:nvPr>
          </p:nvGraphicFramePr>
          <p:xfrm>
            <a:off x="4544271" y="316230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714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44271" y="3162300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20422F9-7C2B-499B-94ED-4F4B5AA28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084768"/>
              </p:ext>
            </p:extLst>
          </p:nvPr>
        </p:nvGraphicFramePr>
        <p:xfrm>
          <a:off x="6214851" y="1912548"/>
          <a:ext cx="128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5" name="Equation" r:id="rId15" imgW="1282680" imgH="380880" progId="Equation.DSMT4">
                  <p:embed/>
                </p:oleObj>
              </mc:Choice>
              <mc:Fallback>
                <p:oleObj name="Equation" r:id="rId15" imgW="12826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14851" y="1912548"/>
                        <a:ext cx="1282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BC7B0441-881F-42A3-B626-48CF23352FA1}"/>
              </a:ext>
            </a:extLst>
          </p:cNvPr>
          <p:cNvSpPr/>
          <p:nvPr/>
        </p:nvSpPr>
        <p:spPr>
          <a:xfrm>
            <a:off x="899592" y="2713002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同理可得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83306A6-CDD8-43C7-A408-8E607B410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972762"/>
              </p:ext>
            </p:extLst>
          </p:nvPr>
        </p:nvGraphicFramePr>
        <p:xfrm>
          <a:off x="2348615" y="3022649"/>
          <a:ext cx="1524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6" name="Equation" r:id="rId17" imgW="1523880" imgH="774360" progId="Equation.DSMT4">
                  <p:embed/>
                </p:oleObj>
              </mc:Choice>
              <mc:Fallback>
                <p:oleObj name="Equation" r:id="rId17" imgW="15238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48615" y="3022649"/>
                        <a:ext cx="1524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9FB4ABC-4888-4055-B666-557D8BA46E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245257"/>
              </p:ext>
            </p:extLst>
          </p:nvPr>
        </p:nvGraphicFramePr>
        <p:xfrm>
          <a:off x="4389438" y="3238500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7" name="Equation" r:id="rId19" imgW="2031840" imgH="342720" progId="Equation.DSMT4">
                  <p:embed/>
                </p:oleObj>
              </mc:Choice>
              <mc:Fallback>
                <p:oleObj name="Equation" r:id="rId19" imgW="20318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9FC3473-4929-4A15-AA78-D68883D8C7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89438" y="3238500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1CBFFDCD-CCDB-4208-A38F-62213E6B1D72}"/>
              </a:ext>
            </a:extLst>
          </p:cNvPr>
          <p:cNvSpPr/>
          <p:nvPr/>
        </p:nvSpPr>
        <p:spPr>
          <a:xfrm>
            <a:off x="899592" y="3939902"/>
            <a:ext cx="4032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从而可得泰勒公式的唯一性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2449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30275AF-FE38-4D07-A793-38B76FE75742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320185"/>
            <a:ext cx="8633520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1 </a:t>
            </a:r>
            <a:r>
              <a:rPr lang="zh-CN" altLang="en-US" sz="2400" b="1" dirty="0">
                <a:latin typeface="+mj-ea"/>
              </a:rPr>
              <a:t>按      的幂展开多项式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9135416-58E7-403A-A09F-0794B8E0C1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511019"/>
              </p:ext>
            </p:extLst>
          </p:nvPr>
        </p:nvGraphicFramePr>
        <p:xfrm>
          <a:off x="1810390" y="425562"/>
          <a:ext cx="825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74" name="Equation" r:id="rId3" imgW="825480" imgH="342720" progId="Equation.DSMT4">
                  <p:embed/>
                </p:oleObj>
              </mc:Choice>
              <mc:Fallback>
                <p:oleObj name="Equation" r:id="rId3" imgW="8254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9135416-58E7-403A-A09F-0794B8E0C1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0390" y="425562"/>
                        <a:ext cx="825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EED5DF4-2548-476C-9ACF-B0D84D2E8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942514"/>
              </p:ext>
            </p:extLst>
          </p:nvPr>
        </p:nvGraphicFramePr>
        <p:xfrm>
          <a:off x="4854833" y="352548"/>
          <a:ext cx="350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75" name="Equation" r:id="rId5" imgW="3504960" imgH="406080" progId="Equation.DSMT4">
                  <p:embed/>
                </p:oleObj>
              </mc:Choice>
              <mc:Fallback>
                <p:oleObj name="Equation" r:id="rId5" imgW="350496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EED5DF4-2548-476C-9ACF-B0D84D2E8C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4833" y="352548"/>
                        <a:ext cx="3505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A888C383-36AA-44A1-927F-0D561D5E8191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1131404"/>
            <a:ext cx="708681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7F43713-1396-4A06-899E-98F7CFA096FE}"/>
              </a:ext>
            </a:extLst>
          </p:cNvPr>
          <p:cNvGrpSpPr/>
          <p:nvPr/>
        </p:nvGrpSpPr>
        <p:grpSpPr>
          <a:xfrm>
            <a:off x="1325478" y="1157719"/>
            <a:ext cx="7454041" cy="420891"/>
            <a:chOff x="1562255" y="1635646"/>
            <a:chExt cx="7454041" cy="420891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D88DB47-25C6-42BF-9074-3164F409458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62255" y="1713637"/>
            <a:ext cx="1473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76" name="Equation" r:id="rId7" imgW="1473120" imgH="342720" progId="Equation.DSMT4">
                    <p:embed/>
                  </p:oleObj>
                </mc:Choice>
                <mc:Fallback>
                  <p:oleObj name="Equation" r:id="rId7" imgW="147312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4D88DB47-25C6-42BF-9074-3164F409458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62255" y="1713637"/>
                          <a:ext cx="1473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F21BC42-324F-44B6-841A-4D962F08993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029566" y="1696242"/>
            <a:ext cx="1346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77" name="Equation" r:id="rId9" imgW="1346040" imgH="355320" progId="Equation.DSMT4">
                    <p:embed/>
                  </p:oleObj>
                </mc:Choice>
                <mc:Fallback>
                  <p:oleObj name="Equation" r:id="rId9" imgW="1346040" imgH="3553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0F21BC42-324F-44B6-841A-4D962F08993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029566" y="1696242"/>
                          <a:ext cx="1346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1A61EBAD-2828-4B8B-B715-BCFB198BF18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369877" y="1689892"/>
            <a:ext cx="1397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78" name="Equation" r:id="rId11" imgW="1396800" imgH="355320" progId="Equation.DSMT4">
                    <p:embed/>
                  </p:oleObj>
                </mc:Choice>
                <mc:Fallback>
                  <p:oleObj name="Equation" r:id="rId11" imgW="139680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1A61EBAD-2828-4B8B-B715-BCFB198BF18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69877" y="1689892"/>
                          <a:ext cx="1397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99D80DC3-ECEC-467F-85D7-F7D32BD7780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28753" y="1696242"/>
            <a:ext cx="1435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79" name="Equation" r:id="rId13" imgW="1434960" imgH="355320" progId="Equation.DSMT4">
                    <p:embed/>
                  </p:oleObj>
                </mc:Choice>
                <mc:Fallback>
                  <p:oleObj name="Equation" r:id="rId13" imgW="1434960" imgH="3553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99D80DC3-ECEC-467F-85D7-F7D32BD7780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928753" y="1696242"/>
                          <a:ext cx="1435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1AFC478-A3FA-4D3C-89CC-F0A96B06EA5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454196" y="1635646"/>
            <a:ext cx="1562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80" name="Equation" r:id="rId15" imgW="1562040" imgH="406080" progId="Equation.DSMT4">
                    <p:embed/>
                  </p:oleObj>
                </mc:Choice>
                <mc:Fallback>
                  <p:oleObj name="Equation" r:id="rId15" imgW="1562040" imgH="40608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1AFC478-A3FA-4D3C-89CC-F0A96B06EA5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454196" y="1635646"/>
                          <a:ext cx="1562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739530D-5828-4A8E-A2B7-89AD539B24A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93328" y="1896946"/>
          <a:ext cx="345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81" name="Equation" r:id="rId17" imgW="3454200" imgH="406080" progId="Equation.DSMT4">
                  <p:embed/>
                </p:oleObj>
              </mc:Choice>
              <mc:Fallback>
                <p:oleObj name="Equation" r:id="rId17" imgW="345420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739530D-5828-4A8E-A2B7-89AD539B24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3328" y="1896946"/>
                        <a:ext cx="3454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47A0CF18-A05F-4685-A410-6EF0DC397F7D}"/>
              </a:ext>
            </a:extLst>
          </p:cNvPr>
          <p:cNvGrpSpPr/>
          <p:nvPr/>
        </p:nvGrpSpPr>
        <p:grpSpPr>
          <a:xfrm>
            <a:off x="1547664" y="2302565"/>
            <a:ext cx="6321574" cy="1432823"/>
            <a:chOff x="2100572" y="2792328"/>
            <a:chExt cx="6321574" cy="1432823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BD0E2BC-72F1-4875-A605-9AB88F810AC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00572" y="2792328"/>
            <a:ext cx="4495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82" name="Equation" r:id="rId19" imgW="4495680" imgH="736560" progId="Equation.DSMT4">
                    <p:embed/>
                  </p:oleObj>
                </mc:Choice>
                <mc:Fallback>
                  <p:oleObj name="Equation" r:id="rId19" imgW="4495680" imgH="73656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CBD0E2BC-72F1-4875-A605-9AB88F810A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00572" y="2792328"/>
                          <a:ext cx="44958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C0B056D-FF46-467B-99D2-B1B5412B9E3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370846" y="3450451"/>
            <a:ext cx="40513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83" name="Equation" r:id="rId21" imgW="4051080" imgH="774360" progId="Equation.DSMT4">
                    <p:embed/>
                  </p:oleObj>
                </mc:Choice>
                <mc:Fallback>
                  <p:oleObj name="Equation" r:id="rId21" imgW="4051080" imgH="7743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FC0B056D-FF46-467B-99D2-B1B5412B9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370846" y="3450451"/>
                          <a:ext cx="40513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E39981E-A0FF-4D57-B89D-8DEA37F0931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2300" y="3985781"/>
          <a:ext cx="789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84" name="Equation" r:id="rId23" imgW="7899120" imgH="406080" progId="Equation.DSMT4">
                  <p:embed/>
                </p:oleObj>
              </mc:Choice>
              <mc:Fallback>
                <p:oleObj name="Equation" r:id="rId23" imgW="7899120" imgH="4060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E39981E-A0FF-4D57-B89D-8DEA37F093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2300" y="3985781"/>
                        <a:ext cx="7899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C70A85B-86ED-4C4B-ACCD-770B9AD5A2F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20272" y="1879777"/>
          <a:ext cx="1638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85" name="Equation" r:id="rId25" imgW="1638000" imgH="774360" progId="Equation.DSMT4">
                  <p:embed/>
                </p:oleObj>
              </mc:Choice>
              <mc:Fallback>
                <p:oleObj name="Equation" r:id="rId25" imgW="1638000" imgH="7743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EC70A85B-86ED-4C4B-ACCD-770B9AD5A2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1879777"/>
                        <a:ext cx="1638300" cy="7747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094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5895237-3224-4FB0-A84D-D0B8744B8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672" y="2067694"/>
            <a:ext cx="5504656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几个初等函数的麦克劳林公式</a:t>
            </a:r>
            <a:endParaRPr kumimoji="1"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195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0839279-3F0B-4713-88E2-B3C4C32270A3}"/>
              </a:ext>
            </a:extLst>
          </p:cNvPr>
          <p:cNvGrpSpPr/>
          <p:nvPr/>
        </p:nvGrpSpPr>
        <p:grpSpPr>
          <a:xfrm>
            <a:off x="882894" y="276012"/>
            <a:ext cx="7488832" cy="461665"/>
            <a:chOff x="755576" y="1203598"/>
            <a:chExt cx="7488832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F50B5BE-44E2-4A8D-AD14-4C3460F1964E}"/>
                </a:ext>
              </a:extLst>
            </p:cNvPr>
            <p:cNvSpPr/>
            <p:nvPr/>
          </p:nvSpPr>
          <p:spPr>
            <a:xfrm>
              <a:off x="755576" y="1203598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写出函数        的带有拉格朗日余项的  阶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7E58AF6-E1F7-4840-8BA5-D52EB35B0B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1359977"/>
                </p:ext>
              </p:extLst>
            </p:nvPr>
          </p:nvGraphicFramePr>
          <p:xfrm>
            <a:off x="2899544" y="1231230"/>
            <a:ext cx="1168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80" name="Equation" r:id="rId3" imgW="1168200" imgH="406080" progId="Equation.DSMT4">
                    <p:embed/>
                  </p:oleObj>
                </mc:Choice>
                <mc:Fallback>
                  <p:oleObj name="Equation" r:id="rId3" imgW="1168200" imgH="40608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99544" y="1231230"/>
                          <a:ext cx="11684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C08BF0A-BBA4-44B3-B7E0-3E11629BDA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358898"/>
                </p:ext>
              </p:extLst>
            </p:nvPr>
          </p:nvGraphicFramePr>
          <p:xfrm>
            <a:off x="7189812" y="133283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81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189812" y="1332830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CB314DE7-B55F-4D7B-A5EE-0C1D5DE93C3C}"/>
              </a:ext>
            </a:extLst>
          </p:cNvPr>
          <p:cNvSpPr/>
          <p:nvPr/>
        </p:nvSpPr>
        <p:spPr>
          <a:xfrm>
            <a:off x="234822" y="834757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麦克劳林公式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BB6C2D6-044B-4A05-8380-CFBD1F1C83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494496"/>
              </p:ext>
            </p:extLst>
          </p:nvPr>
        </p:nvGraphicFramePr>
        <p:xfrm>
          <a:off x="1484313" y="3500577"/>
          <a:ext cx="6032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2" name="Equation" r:id="rId7" imgW="6032160" imgH="825480" progId="Equation.DSMT4">
                  <p:embed/>
                </p:oleObj>
              </mc:Choice>
              <mc:Fallback>
                <p:oleObj name="Equation" r:id="rId7" imgW="6032160" imgH="82548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84313" y="3500577"/>
                        <a:ext cx="6032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F384B3A1-55F4-479E-9B77-B4605F970B5C}"/>
              </a:ext>
            </a:extLst>
          </p:cNvPr>
          <p:cNvGrpSpPr/>
          <p:nvPr/>
        </p:nvGrpSpPr>
        <p:grpSpPr>
          <a:xfrm>
            <a:off x="756147" y="1598635"/>
            <a:ext cx="7488832" cy="461665"/>
            <a:chOff x="603176" y="2154392"/>
            <a:chExt cx="7488832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3B25A42-5F16-4CCE-BD29-4F776E84B228}"/>
                </a:ext>
              </a:extLst>
            </p:cNvPr>
            <p:cNvSpPr/>
            <p:nvPr/>
          </p:nvSpPr>
          <p:spPr>
            <a:xfrm>
              <a:off x="603176" y="2154392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r>
                <a:rPr kumimoji="1" lang="zh-CN" altLang="en-US" sz="2400" b="1" dirty="0">
                  <a:latin typeface="+mn-ea"/>
                </a:rPr>
                <a:t>  因为                           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32EB5252-4F83-409B-9779-22B22FCD40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7107163"/>
                </p:ext>
              </p:extLst>
            </p:nvPr>
          </p:nvGraphicFramePr>
          <p:xfrm>
            <a:off x="2008145" y="2172593"/>
            <a:ext cx="5295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83" name="Equation" r:id="rId9" imgW="5295600" imgH="406080" progId="Equation.DSMT4">
                    <p:embed/>
                  </p:oleObj>
                </mc:Choice>
                <mc:Fallback>
                  <p:oleObj name="Equation" r:id="rId9" imgW="5295600" imgH="406080" progId="Equation.DSMT4">
                    <p:embed/>
                    <p:pic>
                      <p:nvPicPr>
                        <p:cNvPr id="14" name="对象 1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08145" y="2172593"/>
                          <a:ext cx="5295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F85F8BC-7315-4C7E-99F8-6208C40BE003}"/>
              </a:ext>
            </a:extLst>
          </p:cNvPr>
          <p:cNvGrpSpPr/>
          <p:nvPr/>
        </p:nvGrpSpPr>
        <p:grpSpPr>
          <a:xfrm>
            <a:off x="108075" y="2159753"/>
            <a:ext cx="8280921" cy="461665"/>
            <a:chOff x="899592" y="2859435"/>
            <a:chExt cx="7650885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379B290-8049-4412-A99C-35E939C265B6}"/>
                </a:ext>
              </a:extLst>
            </p:cNvPr>
            <p:cNvSpPr/>
            <p:nvPr/>
          </p:nvSpPr>
          <p:spPr>
            <a:xfrm>
              <a:off x="899592" y="2859435"/>
              <a:ext cx="73448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所以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789853B-CFAF-435B-87C0-182C79B388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9179082"/>
                </p:ext>
              </p:extLst>
            </p:nvPr>
          </p:nvGraphicFramePr>
          <p:xfrm>
            <a:off x="1615461" y="2869528"/>
            <a:ext cx="6935016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84" name="Equation" r:id="rId11" imgW="6933960" imgH="406080" progId="Equation.DSMT4">
                    <p:embed/>
                  </p:oleObj>
                </mc:Choice>
                <mc:Fallback>
                  <p:oleObj name="Equation" r:id="rId11" imgW="6933960" imgH="40608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5461" y="2869528"/>
                          <a:ext cx="6935016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DF20244-09BC-4C3C-A480-0E8164B84B8E}"/>
              </a:ext>
            </a:extLst>
          </p:cNvPr>
          <p:cNvSpPr/>
          <p:nvPr/>
        </p:nvSpPr>
        <p:spPr>
          <a:xfrm>
            <a:off x="108075" y="2830165"/>
            <a:ext cx="2020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代入公式</a:t>
            </a:r>
            <a:r>
              <a:rPr kumimoji="1" lang="en-US" altLang="zh-CN" sz="2400" b="1" dirty="0">
                <a:latin typeface="+mn-ea"/>
              </a:rPr>
              <a:t>,</a:t>
            </a:r>
            <a:r>
              <a:rPr kumimoji="1" lang="zh-CN" altLang="en-US" sz="2400" b="1" dirty="0">
                <a:latin typeface="+mn-ea"/>
              </a:rPr>
              <a:t>得                          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7F33498-0308-409C-89BE-85318C2CA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783140"/>
              </p:ext>
            </p:extLst>
          </p:nvPr>
        </p:nvGraphicFramePr>
        <p:xfrm>
          <a:off x="7031848" y="915403"/>
          <a:ext cx="1638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5" name="Equation" r:id="rId13" imgW="1638000" imgH="774360" progId="Equation.DSMT4">
                  <p:embed/>
                </p:oleObj>
              </mc:Choice>
              <mc:Fallback>
                <p:oleObj name="Equation" r:id="rId13" imgW="1638000" imgH="7743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E1A86483-5E13-49D8-AB71-0C97DBCFFA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1848" y="915403"/>
                        <a:ext cx="1638300" cy="7747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323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">
            <a:extLst>
              <a:ext uri="{FF2B5EF4-FFF2-40B4-BE49-F238E27FC236}">
                <a16:creationId xmlns:a16="http://schemas.microsoft.com/office/drawing/2014/main" id="{ADFB68A0-31A3-4D0F-95D6-42813BD9AB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1018" y="1808063"/>
            <a:ext cx="2955925" cy="2955925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57C65B-030E-4901-BAA5-024D81E94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005" y="825401"/>
            <a:ext cx="75403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i="1" dirty="0">
                <a:solidFill>
                  <a:srgbClr val="FF5050"/>
                </a:solidFill>
                <a:latin typeface="Times New Roman" panose="02020603050405020304" pitchFamily="18" charset="0"/>
              </a:rPr>
              <a:t>y=</a:t>
            </a:r>
            <a:r>
              <a:rPr lang="en-US" altLang="zh-CN" sz="2400" dirty="0">
                <a:solidFill>
                  <a:srgbClr val="FF505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i="1" baseline="30000" dirty="0">
                <a:solidFill>
                  <a:srgbClr val="FF5050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115647-C730-4246-A65A-6E38219A4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930" y="4102001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–1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6EA38D-8D22-4E66-AF6B-253399089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493" y="1812826"/>
            <a:ext cx="101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i="1">
                <a:solidFill>
                  <a:srgbClr val="3333FF"/>
                </a:solidFill>
                <a:latin typeface="Times New Roman" panose="02020603050405020304" pitchFamily="18" charset="0"/>
              </a:rPr>
              <a:t>y=</a:t>
            </a:r>
            <a:r>
              <a:rPr lang="en-US" altLang="zh-CN" sz="240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i="1">
                <a:solidFill>
                  <a:srgbClr val="3333FF"/>
                </a:solidFill>
                <a:latin typeface="Times New Roman" panose="02020603050405020304" pitchFamily="18" charset="0"/>
              </a:rPr>
              <a:t>+x</a:t>
            </a:r>
            <a:endParaRPr lang="en-US" altLang="zh-CN" sz="2400" i="1" baseline="30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2912FBF-07EC-447B-BD06-534AE8A86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7108704"/>
              </p:ext>
            </p:extLst>
          </p:nvPr>
        </p:nvGraphicFramePr>
        <p:xfrm>
          <a:off x="5655668" y="1033363"/>
          <a:ext cx="16383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40" r:id="rId3" imgW="1802618" imgH="672808" progId="Equation.3">
                  <p:embed/>
                </p:oleObj>
              </mc:Choice>
              <mc:Fallback>
                <p:oleObj r:id="rId3" imgW="1802618" imgH="672808" progId="Equation.3">
                  <p:embed/>
                  <p:pic>
                    <p:nvPicPr>
                      <p:cNvPr id="154641" name="对象 154640">
                        <a:extLst>
                          <a:ext uri="{FF2B5EF4-FFF2-40B4-BE49-F238E27FC236}">
                            <a16:creationId xmlns:a16="http://schemas.microsoft.com/office/drawing/2014/main" id="{54E35B24-9D91-46B4-B7BE-88BAA237F6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5668" y="1033363"/>
                        <a:ext cx="16383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直接连接符 6">
            <a:extLst>
              <a:ext uri="{FF2B5EF4-FFF2-40B4-BE49-F238E27FC236}">
                <a16:creationId xmlns:a16="http://schemas.microsoft.com/office/drawing/2014/main" id="{963435B9-629E-4B3A-898E-223A51073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9030" y="3657501"/>
            <a:ext cx="10144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A0C8BAC-C8AB-4376-A928-C057D110D126}"/>
              </a:ext>
            </a:extLst>
          </p:cNvPr>
          <p:cNvGrpSpPr>
            <a:grpSpLocks/>
          </p:cNvGrpSpPr>
          <p:nvPr/>
        </p:nvGrpSpPr>
        <p:grpSpPr bwMode="auto">
          <a:xfrm>
            <a:off x="1691680" y="555526"/>
            <a:ext cx="5359400" cy="4262437"/>
            <a:chOff x="1382" y="1076"/>
            <a:chExt cx="3376" cy="2685"/>
          </a:xfrm>
        </p:grpSpPr>
        <p:sp>
          <p:nvSpPr>
            <p:cNvPr id="9" name="直接连接符 154644">
              <a:extLst>
                <a:ext uri="{FF2B5EF4-FFF2-40B4-BE49-F238E27FC236}">
                  <a16:creationId xmlns:a16="http://schemas.microsoft.com/office/drawing/2014/main" id="{A435109F-BFC4-468B-BEE8-D3079FAFA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2" y="3301"/>
              <a:ext cx="33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直接连接符 154645">
              <a:extLst>
                <a:ext uri="{FF2B5EF4-FFF2-40B4-BE49-F238E27FC236}">
                  <a16:creationId xmlns:a16="http://schemas.microsoft.com/office/drawing/2014/main" id="{CC0F4CA3-2D51-4C05-A391-69E05AE14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2689"/>
              <a:ext cx="30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文本框 154646">
              <a:extLst>
                <a:ext uri="{FF2B5EF4-FFF2-40B4-BE49-F238E27FC236}">
                  <a16:creationId xmlns:a16="http://schemas.microsoft.com/office/drawing/2014/main" id="{1BCCCE36-C557-4C5A-B947-0EEDFBD49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" y="2477"/>
              <a:ext cx="2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矩形 154647">
              <a:extLst>
                <a:ext uri="{FF2B5EF4-FFF2-40B4-BE49-F238E27FC236}">
                  <a16:creationId xmlns:a16="http://schemas.microsoft.com/office/drawing/2014/main" id="{814020F6-E047-4F58-93C2-7923D097F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3286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" name="直接连接符 154648">
              <a:extLst>
                <a:ext uri="{FF2B5EF4-FFF2-40B4-BE49-F238E27FC236}">
                  <a16:creationId xmlns:a16="http://schemas.microsoft.com/office/drawing/2014/main" id="{76C8A64F-BE76-4029-B7C3-556B87221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7" y="1132"/>
              <a:ext cx="0" cy="26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文本框 154649">
              <a:extLst>
                <a:ext uri="{FF2B5EF4-FFF2-40B4-BE49-F238E27FC236}">
                  <a16:creationId xmlns:a16="http://schemas.microsoft.com/office/drawing/2014/main" id="{CBC8F024-8257-44EC-A511-1E4BF66C2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4" y="3263"/>
              <a:ext cx="2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" name="矩形 154650">
              <a:extLst>
                <a:ext uri="{FF2B5EF4-FFF2-40B4-BE49-F238E27FC236}">
                  <a16:creationId xmlns:a16="http://schemas.microsoft.com/office/drawing/2014/main" id="{22C7A311-22D8-42B4-9E0B-67DACBC6B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1076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9BFD8E-B655-4AF0-9508-412342A54E26}"/>
              </a:ext>
            </a:extLst>
          </p:cNvPr>
          <p:cNvGrpSpPr>
            <a:grpSpLocks/>
          </p:cNvGrpSpPr>
          <p:nvPr/>
        </p:nvGrpSpPr>
        <p:grpSpPr bwMode="auto">
          <a:xfrm>
            <a:off x="1183680" y="1398488"/>
            <a:ext cx="4445000" cy="2247900"/>
            <a:chOff x="1062" y="1607"/>
            <a:chExt cx="2800" cy="1416"/>
          </a:xfrm>
        </p:grpSpPr>
        <p:sp>
          <p:nvSpPr>
            <p:cNvPr id="17" name="任意多边形 154652">
              <a:extLst>
                <a:ext uri="{FF2B5EF4-FFF2-40B4-BE49-F238E27FC236}">
                  <a16:creationId xmlns:a16="http://schemas.microsoft.com/office/drawing/2014/main" id="{43FD0A36-A332-45E3-8992-6C6E524BD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1607"/>
              <a:ext cx="1433" cy="1416"/>
            </a:xfrm>
            <a:custGeom>
              <a:avLst/>
              <a:gdLst>
                <a:gd name="T0" fmla="*/ 906 w 906"/>
                <a:gd name="T1" fmla="*/ 0 h 936"/>
                <a:gd name="T2" fmla="*/ 660 w 906"/>
                <a:gd name="T3" fmla="*/ 426 h 936"/>
                <a:gd name="T4" fmla="*/ 400 w 906"/>
                <a:gd name="T5" fmla="*/ 717 h 936"/>
                <a:gd name="T6" fmla="*/ 234 w 906"/>
                <a:gd name="T7" fmla="*/ 858 h 936"/>
                <a:gd name="T8" fmla="*/ 132 w 906"/>
                <a:gd name="T9" fmla="*/ 912 h 936"/>
                <a:gd name="T10" fmla="*/ 0 w 906"/>
                <a:gd name="T11" fmla="*/ 936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6" h="936">
                  <a:moveTo>
                    <a:pt x="906" y="0"/>
                  </a:moveTo>
                  <a:cubicBezTo>
                    <a:pt x="865" y="71"/>
                    <a:pt x="744" y="307"/>
                    <a:pt x="660" y="426"/>
                  </a:cubicBezTo>
                  <a:cubicBezTo>
                    <a:pt x="576" y="545"/>
                    <a:pt x="471" y="645"/>
                    <a:pt x="400" y="717"/>
                  </a:cubicBezTo>
                  <a:cubicBezTo>
                    <a:pt x="329" y="789"/>
                    <a:pt x="279" y="826"/>
                    <a:pt x="234" y="858"/>
                  </a:cubicBezTo>
                  <a:cubicBezTo>
                    <a:pt x="189" y="890"/>
                    <a:pt x="171" y="899"/>
                    <a:pt x="132" y="912"/>
                  </a:cubicBezTo>
                  <a:cubicBezTo>
                    <a:pt x="93" y="925"/>
                    <a:pt x="27" y="931"/>
                    <a:pt x="0" y="93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任意多边形 154653">
              <a:extLst>
                <a:ext uri="{FF2B5EF4-FFF2-40B4-BE49-F238E27FC236}">
                  <a16:creationId xmlns:a16="http://schemas.microsoft.com/office/drawing/2014/main" id="{11E03E03-2EDC-42A5-9660-DB8058789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1616"/>
              <a:ext cx="1376" cy="1407"/>
            </a:xfrm>
            <a:custGeom>
              <a:avLst/>
              <a:gdLst>
                <a:gd name="T0" fmla="*/ 0 w 870"/>
                <a:gd name="T1" fmla="*/ 0 h 930"/>
                <a:gd name="T2" fmla="*/ 222 w 870"/>
                <a:gd name="T3" fmla="*/ 408 h 930"/>
                <a:gd name="T4" fmla="*/ 470 w 870"/>
                <a:gd name="T5" fmla="*/ 711 h 930"/>
                <a:gd name="T6" fmla="*/ 636 w 870"/>
                <a:gd name="T7" fmla="*/ 852 h 930"/>
                <a:gd name="T8" fmla="*/ 738 w 870"/>
                <a:gd name="T9" fmla="*/ 906 h 930"/>
                <a:gd name="T10" fmla="*/ 870 w 870"/>
                <a:gd name="T11" fmla="*/ 93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0" h="930">
                  <a:moveTo>
                    <a:pt x="0" y="0"/>
                  </a:moveTo>
                  <a:cubicBezTo>
                    <a:pt x="37" y="68"/>
                    <a:pt x="144" y="290"/>
                    <a:pt x="222" y="408"/>
                  </a:cubicBezTo>
                  <a:cubicBezTo>
                    <a:pt x="300" y="526"/>
                    <a:pt x="401" y="637"/>
                    <a:pt x="470" y="711"/>
                  </a:cubicBezTo>
                  <a:cubicBezTo>
                    <a:pt x="539" y="785"/>
                    <a:pt x="591" y="820"/>
                    <a:pt x="636" y="852"/>
                  </a:cubicBezTo>
                  <a:cubicBezTo>
                    <a:pt x="681" y="884"/>
                    <a:pt x="699" y="893"/>
                    <a:pt x="738" y="906"/>
                  </a:cubicBezTo>
                  <a:cubicBezTo>
                    <a:pt x="777" y="919"/>
                    <a:pt x="843" y="925"/>
                    <a:pt x="870" y="93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9" name="任意多边形 154654">
            <a:extLst>
              <a:ext uri="{FF2B5EF4-FFF2-40B4-BE49-F238E27FC236}">
                <a16:creationId xmlns:a16="http://schemas.microsoft.com/office/drawing/2014/main" id="{DC7A18DF-24DD-4275-8DB9-BE7E24C23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618" y="1239738"/>
            <a:ext cx="3128962" cy="2484438"/>
          </a:xfrm>
          <a:custGeom>
            <a:avLst/>
            <a:gdLst>
              <a:gd name="T0" fmla="*/ 0 w 1971"/>
              <a:gd name="T1" fmla="*/ 1565 h 1565"/>
              <a:gd name="T2" fmla="*/ 756 w 1971"/>
              <a:gd name="T3" fmla="*/ 1448 h 1565"/>
              <a:gd name="T4" fmla="*/ 1362 w 1971"/>
              <a:gd name="T5" fmla="*/ 1182 h 1565"/>
              <a:gd name="T6" fmla="*/ 1661 w 1971"/>
              <a:gd name="T7" fmla="*/ 803 h 1565"/>
              <a:gd name="T8" fmla="*/ 1838 w 1971"/>
              <a:gd name="T9" fmla="*/ 445 h 1565"/>
              <a:gd name="T10" fmla="*/ 1971 w 1971"/>
              <a:gd name="T11" fmla="*/ 0 h 1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71" h="1565">
                <a:moveTo>
                  <a:pt x="0" y="1565"/>
                </a:moveTo>
                <a:cubicBezTo>
                  <a:pt x="128" y="1546"/>
                  <a:pt x="529" y="1512"/>
                  <a:pt x="756" y="1448"/>
                </a:cubicBezTo>
                <a:cubicBezTo>
                  <a:pt x="983" y="1384"/>
                  <a:pt x="1211" y="1289"/>
                  <a:pt x="1362" y="1182"/>
                </a:cubicBezTo>
                <a:cubicBezTo>
                  <a:pt x="1513" y="1075"/>
                  <a:pt x="1582" y="926"/>
                  <a:pt x="1661" y="803"/>
                </a:cubicBezTo>
                <a:cubicBezTo>
                  <a:pt x="1740" y="680"/>
                  <a:pt x="1786" y="579"/>
                  <a:pt x="1838" y="445"/>
                </a:cubicBezTo>
                <a:cubicBezTo>
                  <a:pt x="1890" y="311"/>
                  <a:pt x="1944" y="92"/>
                  <a:pt x="1971" y="0"/>
                </a:cubicBezTo>
              </a:path>
            </a:pathLst>
          </a:custGeom>
          <a:noFill/>
          <a:ln w="2857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F726FA1-5FBA-4693-BAB7-CEB59D83BC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7557341"/>
              </p:ext>
            </p:extLst>
          </p:nvPr>
        </p:nvGraphicFramePr>
        <p:xfrm>
          <a:off x="4423768" y="3300313"/>
          <a:ext cx="2000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41" r:id="rId5" imgW="215619" imgH="672225" progId="Equation.3">
                  <p:embed/>
                </p:oleObj>
              </mc:Choice>
              <mc:Fallback>
                <p:oleObj r:id="rId5" imgW="215619" imgH="672225" progId="Equation.3">
                  <p:embed/>
                  <p:pic>
                    <p:nvPicPr>
                      <p:cNvPr id="154656" name="对象 154655">
                        <a:extLst>
                          <a:ext uri="{FF2B5EF4-FFF2-40B4-BE49-F238E27FC236}">
                            <a16:creationId xmlns:a16="http://schemas.microsoft.com/office/drawing/2014/main" id="{4B3ADA8A-C30B-4C48-890C-532C13D1F4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3768" y="3300313"/>
                        <a:ext cx="2000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898F848B-D598-4FE6-8E18-9B3A66899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0618" y="3657501"/>
            <a:ext cx="0" cy="3984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C671A68-A5CE-470F-BD93-EF757A999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293" y="3586063"/>
            <a:ext cx="117475" cy="112713"/>
          </a:xfrm>
          <a:prstGeom prst="ellipse">
            <a:avLst/>
          </a:prstGeom>
          <a:solidFill>
            <a:srgbClr val="FF5050"/>
          </a:solidFill>
          <a:ln w="9525">
            <a:solidFill>
              <a:srgbClr val="FF505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75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8D3BBF4-4811-4521-9EB0-8B45893A4A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827285"/>
              </p:ext>
            </p:extLst>
          </p:nvPr>
        </p:nvGraphicFramePr>
        <p:xfrm>
          <a:off x="658038" y="420743"/>
          <a:ext cx="3860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37" name="Equation" r:id="rId3" imgW="3860640" imgH="774360" progId="Equation.DSMT4">
                  <p:embed/>
                </p:oleObj>
              </mc:Choice>
              <mc:Fallback>
                <p:oleObj name="Equation" r:id="rId3" imgW="3860640" imgH="7743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8038" y="420743"/>
                        <a:ext cx="3860800" cy="7747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202ADEA-54E4-43F7-A196-0679B8512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540234"/>
              </p:ext>
            </p:extLst>
          </p:nvPr>
        </p:nvGraphicFramePr>
        <p:xfrm>
          <a:off x="658038" y="1347614"/>
          <a:ext cx="5080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38" name="Equation" r:id="rId5" imgW="5079960" imgH="774360" progId="Equation.DSMT4">
                  <p:embed/>
                </p:oleObj>
              </mc:Choice>
              <mc:Fallback>
                <p:oleObj name="Equation" r:id="rId5" imgW="5079960" imgH="7743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8D3BBF4-4811-4521-9EB0-8B45893A4A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8038" y="1347614"/>
                        <a:ext cx="5080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BC0D0C5-4A85-4A89-906C-48E2E9AE9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238009"/>
              </p:ext>
            </p:extLst>
          </p:nvPr>
        </p:nvGraphicFramePr>
        <p:xfrm>
          <a:off x="755576" y="3147814"/>
          <a:ext cx="4279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39" name="Equation" r:id="rId7" imgW="4279680" imgH="774360" progId="Equation.DSMT4">
                  <p:embed/>
                </p:oleObj>
              </mc:Choice>
              <mc:Fallback>
                <p:oleObj name="Equation" r:id="rId7" imgW="427968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202ADEA-54E4-43F7-A196-0679B8512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576" y="3147814"/>
                        <a:ext cx="4279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9014A1C-398D-4BD8-949F-AC7AFAB14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736146"/>
              </p:ext>
            </p:extLst>
          </p:nvPr>
        </p:nvGraphicFramePr>
        <p:xfrm>
          <a:off x="1127938" y="2122314"/>
          <a:ext cx="4140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40" name="Equation" r:id="rId9" imgW="4140000" imgH="774360" progId="Equation.DSMT4">
                  <p:embed/>
                </p:oleObj>
              </mc:Choice>
              <mc:Fallback>
                <p:oleObj name="Equation" r:id="rId9" imgW="414000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202ADEA-54E4-43F7-A196-0679B8512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27938" y="2122314"/>
                        <a:ext cx="4140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92CA00B-5743-473B-83B6-76AF386C6427}"/>
              </a:ext>
            </a:extLst>
          </p:cNvPr>
          <p:cNvSpPr/>
          <p:nvPr/>
        </p:nvSpPr>
        <p:spPr>
          <a:xfrm>
            <a:off x="6084168" y="2110085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间接写出麦克劳林公式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41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B3B69C9-FA74-4FFC-B342-E016DFCA137D}"/>
              </a:ext>
            </a:extLst>
          </p:cNvPr>
          <p:cNvGrpSpPr/>
          <p:nvPr/>
        </p:nvGrpSpPr>
        <p:grpSpPr>
          <a:xfrm>
            <a:off x="611560" y="980342"/>
            <a:ext cx="4968552" cy="723900"/>
            <a:chOff x="611560" y="980342"/>
            <a:chExt cx="4968552" cy="7239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C8459FF-EB36-4836-973F-11DFFE63FCAB}"/>
                </a:ext>
              </a:extLst>
            </p:cNvPr>
            <p:cNvSpPr/>
            <p:nvPr/>
          </p:nvSpPr>
          <p:spPr>
            <a:xfrm>
              <a:off x="611560" y="1118648"/>
              <a:ext cx="49685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r>
                <a:rPr kumimoji="1" lang="zh-CN" altLang="en-US" sz="2400" b="1" dirty="0">
                  <a:latin typeface="+mn-ea"/>
                </a:rPr>
                <a:t>  因为                  所以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28821BB-0865-4731-8E83-92A5C40769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9779731"/>
                </p:ext>
              </p:extLst>
            </p:nvPr>
          </p:nvGraphicFramePr>
          <p:xfrm>
            <a:off x="2059645" y="980342"/>
            <a:ext cx="2984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279" name="Equation" r:id="rId3" imgW="2984400" imgH="723600" progId="Equation.DSMT4">
                    <p:embed/>
                  </p:oleObj>
                </mc:Choice>
                <mc:Fallback>
                  <p:oleObj name="Equation" r:id="rId3" imgW="2984400" imgH="723600" progId="Equation.DSMT4">
                    <p:embed/>
                    <p:pic>
                      <p:nvPicPr>
                        <p:cNvPr id="14" name="对象 1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59645" y="980342"/>
                          <a:ext cx="29845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1D723F3-E1D5-4C90-BA7D-0700F18F1A89}"/>
              </a:ext>
            </a:extLst>
          </p:cNvPr>
          <p:cNvGrpSpPr/>
          <p:nvPr/>
        </p:nvGrpSpPr>
        <p:grpSpPr>
          <a:xfrm>
            <a:off x="611560" y="265700"/>
            <a:ext cx="8280920" cy="461665"/>
            <a:chOff x="755576" y="555526"/>
            <a:chExt cx="8280920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CF90C7D-13BE-4F10-9D1F-521379B54716}"/>
                </a:ext>
              </a:extLst>
            </p:cNvPr>
            <p:cNvSpPr/>
            <p:nvPr/>
          </p:nvSpPr>
          <p:spPr>
            <a:xfrm>
              <a:off x="755576" y="555526"/>
              <a:ext cx="8280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求          的带有拉格朗日余项的  阶麦克劳林公式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8220521-CA60-4CAE-B0DD-0547A2CBA6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3550605"/>
                </p:ext>
              </p:extLst>
            </p:nvPr>
          </p:nvGraphicFramePr>
          <p:xfrm>
            <a:off x="1785716" y="635004"/>
            <a:ext cx="1500188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280" name="Equation" r:id="rId5" imgW="1485720" imgH="342720" progId="Equation.DSMT4">
                    <p:embed/>
                  </p:oleObj>
                </mc:Choice>
                <mc:Fallback>
                  <p:oleObj name="Equation" r:id="rId5" imgW="148572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85716" y="635004"/>
                          <a:ext cx="1500188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122CC14B-51EF-4636-942F-8A3ACB8C14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979255"/>
                </p:ext>
              </p:extLst>
            </p:nvPr>
          </p:nvGraphicFramePr>
          <p:xfrm>
            <a:off x="6415988" y="704854"/>
            <a:ext cx="192332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281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15988" y="704854"/>
                          <a:ext cx="192332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CC9E284-8A21-44A0-9A05-B4BDE8F8BB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299029"/>
              </p:ext>
            </p:extLst>
          </p:nvPr>
        </p:nvGraphicFramePr>
        <p:xfrm>
          <a:off x="530225" y="2617788"/>
          <a:ext cx="8128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82" name="Equation" r:id="rId9" imgW="8127720" imgH="825480" progId="Equation.DSMT4">
                  <p:embed/>
                </p:oleObj>
              </mc:Choice>
              <mc:Fallback>
                <p:oleObj name="Equation" r:id="rId9" imgW="8127720" imgH="82548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0225" y="2617788"/>
                        <a:ext cx="8128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4C18703-9556-4B0A-ACA3-65413A77FC8A}"/>
              </a:ext>
            </a:extLst>
          </p:cNvPr>
          <p:cNvSpPr/>
          <p:nvPr/>
        </p:nvSpPr>
        <p:spPr>
          <a:xfrm>
            <a:off x="174988" y="2254101"/>
            <a:ext cx="2020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代入公式</a:t>
            </a:r>
            <a:r>
              <a:rPr kumimoji="1" lang="en-US" altLang="zh-CN" sz="2400" b="1" dirty="0">
                <a:latin typeface="+mn-ea"/>
              </a:rPr>
              <a:t>,</a:t>
            </a:r>
            <a:r>
              <a:rPr kumimoji="1" lang="zh-CN" altLang="en-US" sz="2400" b="1" dirty="0">
                <a:latin typeface="+mn-ea"/>
              </a:rPr>
              <a:t>得                          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2A69EB2-7634-485B-991A-249E8176B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203432"/>
              </p:ext>
            </p:extLst>
          </p:nvPr>
        </p:nvGraphicFramePr>
        <p:xfrm>
          <a:off x="1185362" y="3546475"/>
          <a:ext cx="6527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83" name="Equation" r:id="rId11" imgW="6527520" imgH="1218960" progId="Equation.DSMT4">
                  <p:embed/>
                </p:oleObj>
              </mc:Choice>
              <mc:Fallback>
                <p:oleObj name="Equation" r:id="rId11" imgW="6527520" imgH="121896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85362" y="3546475"/>
                        <a:ext cx="65278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9DE6259-8A6F-482E-BC98-72A1753003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623063"/>
              </p:ext>
            </p:extLst>
          </p:nvPr>
        </p:nvGraphicFramePr>
        <p:xfrm>
          <a:off x="6542608" y="1770371"/>
          <a:ext cx="170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84" name="Equation" r:id="rId13" imgW="1701720" imgH="406080" progId="Equation.DSMT4">
                  <p:embed/>
                </p:oleObj>
              </mc:Choice>
              <mc:Fallback>
                <p:oleObj name="Equation" r:id="rId13" imgW="1701720" imgH="40608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608" y="1770371"/>
                        <a:ext cx="1701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8CF1AE6-F573-4BE9-B94D-667D754301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169185"/>
              </p:ext>
            </p:extLst>
          </p:nvPr>
        </p:nvGraphicFramePr>
        <p:xfrm>
          <a:off x="1187624" y="1802121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85" name="Equation" r:id="rId15" imgW="1143000" imgH="342720" progId="Equation.DSMT4">
                  <p:embed/>
                </p:oleObj>
              </mc:Choice>
              <mc:Fallback>
                <p:oleObj name="Equation" r:id="rId15" imgW="1143000" imgH="34272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87624" y="1802121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C00D97D-BDEF-4EEB-9609-0C1C4C079A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688675"/>
              </p:ext>
            </p:extLst>
          </p:nvPr>
        </p:nvGraphicFramePr>
        <p:xfrm>
          <a:off x="2396195" y="1795771"/>
          <a:ext cx="1155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86" name="Equation" r:id="rId17" imgW="1155600" imgH="355320" progId="Equation.DSMT4">
                  <p:embed/>
                </p:oleObj>
              </mc:Choice>
              <mc:Fallback>
                <p:oleObj name="Equation" r:id="rId17" imgW="1155600" imgH="35532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96195" y="1795771"/>
                        <a:ext cx="1155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BE47FB0-E903-4153-B212-72831543C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980272"/>
              </p:ext>
            </p:extLst>
          </p:nvPr>
        </p:nvGraphicFramePr>
        <p:xfrm>
          <a:off x="3617466" y="1795771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87" name="Equation" r:id="rId19" imgW="1244520" imgH="355320" progId="Equation.DSMT4">
                  <p:embed/>
                </p:oleObj>
              </mc:Choice>
              <mc:Fallback>
                <p:oleObj name="Equation" r:id="rId19" imgW="1244520" imgH="35532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17466" y="1795771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6BC58BA-8803-459D-BCB1-446820FE0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94557"/>
              </p:ext>
            </p:extLst>
          </p:nvPr>
        </p:nvGraphicFramePr>
        <p:xfrm>
          <a:off x="4927637" y="1770371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88" name="Equation" r:id="rId21" imgW="1549080" imgH="406080" progId="Equation.DSMT4">
                  <p:embed/>
                </p:oleObj>
              </mc:Choice>
              <mc:Fallback>
                <p:oleObj name="Equation" r:id="rId21" imgW="1549080" imgH="40608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27637" y="1770371"/>
                        <a:ext cx="1549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9F7A09E-E521-45A3-BAD3-B62C162E1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460990"/>
              </p:ext>
            </p:extLst>
          </p:nvPr>
        </p:nvGraphicFramePr>
        <p:xfrm>
          <a:off x="5946502" y="3198394"/>
          <a:ext cx="11922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89" name="Equation" r:id="rId23" imgW="1180800" imgH="330120" progId="Equation.DSMT4">
                  <p:embed/>
                </p:oleObj>
              </mc:Choice>
              <mc:Fallback>
                <p:oleObj name="Equation" r:id="rId23" imgW="1180800" imgH="3301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983BF051-FEBA-4CC6-A2F6-E6F9C0CB6F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946502" y="3198394"/>
                        <a:ext cx="1192212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11EEC8F6-22F2-4CBB-A3EB-23B0DCE06B03}"/>
              </a:ext>
            </a:extLst>
          </p:cNvPr>
          <p:cNvGrpSpPr/>
          <p:nvPr/>
        </p:nvGrpSpPr>
        <p:grpSpPr>
          <a:xfrm>
            <a:off x="5688681" y="2341046"/>
            <a:ext cx="1244600" cy="384581"/>
            <a:chOff x="5688681" y="2341046"/>
            <a:chExt cx="1244600" cy="384581"/>
          </a:xfrm>
        </p:grpSpPr>
        <p:sp>
          <p:nvSpPr>
            <p:cNvPr id="19" name="对话气泡: 矩形 18">
              <a:extLst>
                <a:ext uri="{FF2B5EF4-FFF2-40B4-BE49-F238E27FC236}">
                  <a16:creationId xmlns:a16="http://schemas.microsoft.com/office/drawing/2014/main" id="{1560C905-2FFD-4546-B598-57D955C69FC4}"/>
                </a:ext>
              </a:extLst>
            </p:cNvPr>
            <p:cNvSpPr/>
            <p:nvPr/>
          </p:nvSpPr>
          <p:spPr>
            <a:xfrm>
              <a:off x="5767916" y="2376253"/>
              <a:ext cx="1008112" cy="349374"/>
            </a:xfrm>
            <a:prstGeom prst="wedgeRectCallout">
              <a:avLst>
                <a:gd name="adj1" fmla="val -40841"/>
                <a:gd name="adj2" fmla="val 100989"/>
              </a:avLst>
            </a:prstGeom>
            <a:noFill/>
            <a:ln w="15875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4841BDD-CA9C-4072-93B7-DF51C7E36F64}"/>
                </a:ext>
              </a:extLst>
            </p:cNvPr>
            <p:cNvSpPr/>
            <p:nvPr/>
          </p:nvSpPr>
          <p:spPr>
            <a:xfrm>
              <a:off x="5688681" y="2341046"/>
              <a:ext cx="12446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b="1" dirty="0">
                  <a:solidFill>
                    <a:srgbClr val="0064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略掉不写</a:t>
              </a:r>
              <a:endParaRPr lang="zh-CN" altLang="en-US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911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4FDE447-452B-494A-9CAF-93FFE7385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833790"/>
              </p:ext>
            </p:extLst>
          </p:nvPr>
        </p:nvGraphicFramePr>
        <p:xfrm>
          <a:off x="1449437" y="588476"/>
          <a:ext cx="15001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98" name="Equation" r:id="rId3" imgW="1485720" imgH="342720" progId="Equation.DSMT4">
                  <p:embed/>
                </p:oleObj>
              </mc:Choice>
              <mc:Fallback>
                <p:oleObj name="Equation" r:id="rId3" imgW="1485720" imgH="34272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9437" y="588476"/>
                        <a:ext cx="1500188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ADD22F2-B56F-4D53-868D-F092EDAE0EC9}"/>
              </a:ext>
            </a:extLst>
          </p:cNvPr>
          <p:cNvSpPr/>
          <p:nvPr/>
        </p:nvSpPr>
        <p:spPr>
          <a:xfrm>
            <a:off x="611560" y="52909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例如</a:t>
            </a:r>
            <a:endParaRPr lang="zh-CN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901BD6-8798-4EF2-AC25-CAABDCF0BD6D}"/>
              </a:ext>
            </a:extLst>
          </p:cNvPr>
          <p:cNvSpPr/>
          <p:nvPr/>
        </p:nvSpPr>
        <p:spPr>
          <a:xfrm>
            <a:off x="2915816" y="503624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的  阶麦克劳林公式为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61F5644-B5E1-43D9-99D8-0655D940F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780724"/>
              </p:ext>
            </p:extLst>
          </p:nvPr>
        </p:nvGraphicFramePr>
        <p:xfrm>
          <a:off x="3406775" y="61595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99" name="Equation" r:id="rId5" imgW="190440" imgH="279360" progId="Equation.DSMT4">
                  <p:embed/>
                </p:oleObj>
              </mc:Choice>
              <mc:Fallback>
                <p:oleObj name="Equation" r:id="rId5" imgW="190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06775" y="615950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A1A1BF0-60A2-4F6F-963F-072B4074D6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256878"/>
              </p:ext>
            </p:extLst>
          </p:nvPr>
        </p:nvGraphicFramePr>
        <p:xfrm>
          <a:off x="1547371" y="1484422"/>
          <a:ext cx="3644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00" name="Equation" r:id="rId7" imgW="3644640" imgH="774360" progId="Equation.DSMT4">
                  <p:embed/>
                </p:oleObj>
              </mc:Choice>
              <mc:Fallback>
                <p:oleObj name="Equation" r:id="rId7" imgW="36446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371" y="1484422"/>
                        <a:ext cx="3644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E8DDEB8B-60F1-49F2-80B8-6871CE50BD11}"/>
              </a:ext>
            </a:extLst>
          </p:cNvPr>
          <p:cNvSpPr/>
          <p:nvPr/>
        </p:nvSpPr>
        <p:spPr>
          <a:xfrm>
            <a:off x="5220072" y="1649552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佩亚诺型余项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AEF2907-8924-43CB-94A8-AF531C8D8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148617"/>
              </p:ext>
            </p:extLst>
          </p:nvPr>
        </p:nvGraphicFramePr>
        <p:xfrm>
          <a:off x="1673480" y="2738721"/>
          <a:ext cx="5981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01" name="Equation" r:id="rId9" imgW="5981400" imgH="1066680" progId="Equation.DSMT4">
                  <p:embed/>
                </p:oleObj>
              </mc:Choice>
              <mc:Fallback>
                <p:oleObj name="Equation" r:id="rId9" imgW="5981400" imgH="10666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A1A1BF0-60A2-4F6F-963F-072B4074D6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3480" y="2738721"/>
                        <a:ext cx="5981700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E35ADA7C-41EB-4B6E-8EED-EF3C620E9551}"/>
              </a:ext>
            </a:extLst>
          </p:cNvPr>
          <p:cNvSpPr/>
          <p:nvPr/>
        </p:nvSpPr>
        <p:spPr>
          <a:xfrm>
            <a:off x="5951197" y="357018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拉格朗日型余项</a:t>
            </a:r>
          </a:p>
        </p:txBody>
      </p:sp>
    </p:spTree>
    <p:extLst>
      <p:ext uri="{BB962C8B-B14F-4D97-AF65-F5344CB8AC3E}">
        <p14:creationId xmlns:p14="http://schemas.microsoft.com/office/powerpoint/2010/main" val="422309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7EFF06D-0076-4E4D-A8AD-70BC14A375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806256"/>
              </p:ext>
            </p:extLst>
          </p:nvPr>
        </p:nvGraphicFramePr>
        <p:xfrm>
          <a:off x="1521445" y="1072426"/>
          <a:ext cx="15001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22" name="Equation" r:id="rId3" imgW="1485720" imgH="342720" progId="Equation.DSMT4">
                  <p:embed/>
                </p:oleObj>
              </mc:Choice>
              <mc:Fallback>
                <p:oleObj name="Equation" r:id="rId3" imgW="148572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12077A1-2F7F-460C-941F-5687EAE594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1445" y="1072426"/>
                        <a:ext cx="1500188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7DFB22D-54F8-431C-A93D-AC48E949AB86}"/>
              </a:ext>
            </a:extLst>
          </p:cNvPr>
          <p:cNvSpPr/>
          <p:nvPr/>
        </p:nvSpPr>
        <p:spPr>
          <a:xfrm>
            <a:off x="2987824" y="987574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的  阶麦克劳林公式为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EBC9A02-F7F0-42C0-926F-9A5564AABA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403179"/>
              </p:ext>
            </p:extLst>
          </p:nvPr>
        </p:nvGraphicFramePr>
        <p:xfrm>
          <a:off x="3484475" y="1099925"/>
          <a:ext cx="177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23" name="Equation" r:id="rId5" imgW="177480" imgH="279360" progId="Equation.DSMT4">
                  <p:embed/>
                </p:oleObj>
              </mc:Choice>
              <mc:Fallback>
                <p:oleObj name="Equation" r:id="rId5" imgW="177480" imgH="279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FE24C17-4874-4763-8847-1ABF320EBC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84475" y="1099925"/>
                        <a:ext cx="177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70988BA-D1FC-4F92-A14E-0446CF3C4D38}"/>
              </a:ext>
            </a:extLst>
          </p:cNvPr>
          <p:cNvSpPr/>
          <p:nvPr/>
        </p:nvSpPr>
        <p:spPr>
          <a:xfrm>
            <a:off x="545850" y="101738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例如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E490E53-DCDB-4977-882F-D10D6D3002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447172"/>
              </p:ext>
            </p:extLst>
          </p:nvPr>
        </p:nvGraphicFramePr>
        <p:xfrm>
          <a:off x="1530219" y="2017610"/>
          <a:ext cx="3213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24" name="Equation" r:id="rId7" imgW="3213000" imgH="774360" progId="Equation.DSMT4">
                  <p:embed/>
                </p:oleObj>
              </mc:Choice>
              <mc:Fallback>
                <p:oleObj name="Equation" r:id="rId7" imgW="3213000" imgH="774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0155841-2AFD-4E58-8934-40DB11D2BD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30219" y="2017610"/>
                        <a:ext cx="3213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27518DE-73B0-494E-B144-1282BC6DE351}"/>
              </a:ext>
            </a:extLst>
          </p:cNvPr>
          <p:cNvSpPr/>
          <p:nvPr/>
        </p:nvSpPr>
        <p:spPr>
          <a:xfrm>
            <a:off x="5862906" y="319497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拉格朗日型余项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C54EA7-844A-449A-9A3C-A28FE4D59253}"/>
              </a:ext>
            </a:extLst>
          </p:cNvPr>
          <p:cNvSpPr/>
          <p:nvPr/>
        </p:nvSpPr>
        <p:spPr>
          <a:xfrm>
            <a:off x="4775521" y="2169277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佩亚诺型余项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77718A7-CB81-4CFD-B058-E4909F7C04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171222"/>
              </p:ext>
            </p:extLst>
          </p:nvPr>
        </p:nvGraphicFramePr>
        <p:xfrm>
          <a:off x="1521445" y="3077186"/>
          <a:ext cx="560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25" name="Equation" r:id="rId9" imgW="5600520" imgH="1066680" progId="Equation.DSMT4">
                  <p:embed/>
                </p:oleObj>
              </mc:Choice>
              <mc:Fallback>
                <p:oleObj name="Equation" r:id="rId9" imgW="5600520" imgH="10666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1DE74152-A9DA-4622-A72B-BA0EC70C78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21445" y="3077186"/>
                        <a:ext cx="5600700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007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>
            <a:extLst>
              <a:ext uri="{FF2B5EF4-FFF2-40B4-BE49-F238E27FC236}">
                <a16:creationId xmlns:a16="http://schemas.microsoft.com/office/drawing/2014/main" id="{C054867C-1516-48CA-9EE8-72E0B8963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843558"/>
            <a:ext cx="5791200" cy="27551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9250" dir="2132261" algn="ctr" rotWithShape="0">
                    <a:schemeClr val="tx1"/>
                  </a:outerShdw>
                </a:effectLst>
              </a14:hiddenEffects>
            </a:ext>
          </a:extLst>
        </p:spPr>
      </p:pic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4EDB5830-3B23-472A-9602-964ADA4CBD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8600" y="1885950"/>
          <a:ext cx="8890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8" name="公式" r:id="rId4" imgW="888840" imgH="330120" progId="Equation.3">
                  <p:embed/>
                </p:oleObj>
              </mc:Choice>
              <mc:Fallback>
                <p:oleObj name="公式" r:id="rId4" imgW="888840" imgH="330120" progId="Equation.3">
                  <p:embed/>
                  <p:pic>
                    <p:nvPicPr>
                      <p:cNvPr id="532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1885950"/>
                        <a:ext cx="88900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BC2B4700-3145-42C6-99F3-DE03092047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6800" y="2896791"/>
          <a:ext cx="1397000" cy="303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9" name="公式" r:id="rId6" imgW="1396800" imgH="406080" progId="Equation.3">
                  <p:embed/>
                </p:oleObj>
              </mc:Choice>
              <mc:Fallback>
                <p:oleObj name="公式" r:id="rId6" imgW="1396800" imgH="406080" progId="Equation.3">
                  <p:embed/>
                  <p:pic>
                    <p:nvPicPr>
                      <p:cNvPr id="532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2896791"/>
                        <a:ext cx="1397000" cy="303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F16329B-3160-4879-B37E-A4429440767B}"/>
              </a:ext>
            </a:extLst>
          </p:cNvPr>
          <p:cNvCxnSpPr/>
          <p:nvPr/>
        </p:nvCxnSpPr>
        <p:spPr>
          <a:xfrm flipV="1">
            <a:off x="4201912" y="1131590"/>
            <a:ext cx="0" cy="2526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3BBA710-1127-4AE1-B887-ACC2DCFFAC14}"/>
              </a:ext>
            </a:extLst>
          </p:cNvPr>
          <p:cNvCxnSpPr/>
          <p:nvPr/>
        </p:nvCxnSpPr>
        <p:spPr>
          <a:xfrm>
            <a:off x="1547664" y="2375822"/>
            <a:ext cx="518457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4264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403648" y="915566"/>
            <a:ext cx="5791200" cy="2755107"/>
            <a:chOff x="1905000" y="1657350"/>
            <a:chExt cx="5791200" cy="2755107"/>
          </a:xfrm>
        </p:grpSpPr>
        <p:pic>
          <p:nvPicPr>
            <p:cNvPr id="2" name="Picture 9">
              <a:extLst>
                <a:ext uri="{FF2B5EF4-FFF2-40B4-BE49-F238E27FC236}">
                  <a16:creationId xmlns:a16="http://schemas.microsoft.com/office/drawing/2014/main" id="{410AC072-89EF-4AF9-B163-A55F01269F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1657350"/>
              <a:ext cx="5791200" cy="2749154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aphicFrame>
          <p:nvGraphicFramePr>
            <p:cNvPr id="3" name="Object 10">
              <a:extLst>
                <a:ext uri="{FF2B5EF4-FFF2-40B4-BE49-F238E27FC236}">
                  <a16:creationId xmlns:a16="http://schemas.microsoft.com/office/drawing/2014/main" id="{FB39A639-54A1-457E-BD5D-2535DAF531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1169166"/>
                </p:ext>
              </p:extLst>
            </p:nvPr>
          </p:nvGraphicFramePr>
          <p:xfrm>
            <a:off x="5181600" y="1828800"/>
            <a:ext cx="8890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050" name="公式" r:id="rId4" imgW="888840" imgH="330120" progId="Equation.3">
                    <p:embed/>
                  </p:oleObj>
                </mc:Choice>
                <mc:Fallback>
                  <p:oleObj name="公式" r:id="rId4" imgW="888840" imgH="330120" progId="Equation.3">
                    <p:embed/>
                    <p:pic>
                      <p:nvPicPr>
                        <p:cNvPr id="54282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600" y="1828800"/>
                          <a:ext cx="8890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11">
              <a:extLst>
                <a:ext uri="{FF2B5EF4-FFF2-40B4-BE49-F238E27FC236}">
                  <a16:creationId xmlns:a16="http://schemas.microsoft.com/office/drawing/2014/main" id="{0697A5B3-353A-4335-B2C4-C94668A4C2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1572207"/>
                </p:ext>
              </p:extLst>
            </p:nvPr>
          </p:nvGraphicFramePr>
          <p:xfrm>
            <a:off x="6019800" y="2839641"/>
            <a:ext cx="1397000" cy="303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051" name="公式" r:id="rId6" imgW="1396800" imgH="406080" progId="Equation.3">
                    <p:embed/>
                  </p:oleObj>
                </mc:Choice>
                <mc:Fallback>
                  <p:oleObj name="公式" r:id="rId6" imgW="1396800" imgH="406080" progId="Equation.3">
                    <p:embed/>
                    <p:pic>
                      <p:nvPicPr>
                        <p:cNvPr id="54283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9800" y="2839641"/>
                          <a:ext cx="1397000" cy="3036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12">
              <a:extLst>
                <a:ext uri="{FF2B5EF4-FFF2-40B4-BE49-F238E27FC236}">
                  <a16:creationId xmlns:a16="http://schemas.microsoft.com/office/drawing/2014/main" id="{ED6DA109-04AD-49EA-94FA-C9CBFC5561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1262999"/>
                </p:ext>
              </p:extLst>
            </p:nvPr>
          </p:nvGraphicFramePr>
          <p:xfrm>
            <a:off x="6096001" y="3714751"/>
            <a:ext cx="1425575" cy="575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052" name="公式" r:id="rId8" imgW="1650960" imgH="888840" progId="Equation.3">
                    <p:embed/>
                  </p:oleObj>
                </mc:Choice>
                <mc:Fallback>
                  <p:oleObj name="公式" r:id="rId8" imgW="1650960" imgH="888840" progId="Equation.3">
                    <p:embed/>
                    <p:pic>
                      <p:nvPicPr>
                        <p:cNvPr id="5428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1" y="3714751"/>
                          <a:ext cx="1425575" cy="5750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BA11EA8A-40CC-40F3-8492-14BA0815FD1A}"/>
                </a:ext>
              </a:extLst>
            </p:cNvPr>
            <p:cNvCxnSpPr/>
            <p:nvPr/>
          </p:nvCxnSpPr>
          <p:spPr>
            <a:xfrm flipV="1">
              <a:off x="4702064" y="1885950"/>
              <a:ext cx="0" cy="25265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2EE834E6-20C5-488A-97ED-8D2A362B55A1}"/>
                </a:ext>
              </a:extLst>
            </p:cNvPr>
            <p:cNvCxnSpPr/>
            <p:nvPr/>
          </p:nvCxnSpPr>
          <p:spPr>
            <a:xfrm>
              <a:off x="2123728" y="3200400"/>
              <a:ext cx="51845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84027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5966B6B8-682A-4089-889C-436CDF21E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104" y="915566"/>
            <a:ext cx="5791200" cy="27551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99190" dir="2388334" algn="ctr" rotWithShape="0">
                    <a:schemeClr val="tx1"/>
                  </a:outerShdw>
                </a:effectLst>
              </a14:hiddenEffects>
            </a:ext>
          </a:extLst>
        </p:spPr>
      </p:pic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B914FB21-B3CA-43B3-8475-C2B7F6ED35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867422"/>
              </p:ext>
            </p:extLst>
          </p:nvPr>
        </p:nvGraphicFramePr>
        <p:xfrm>
          <a:off x="4793704" y="1087016"/>
          <a:ext cx="8890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09" name="公式" r:id="rId4" imgW="888840" imgH="330120" progId="Equation.3">
                  <p:embed/>
                </p:oleObj>
              </mc:Choice>
              <mc:Fallback>
                <p:oleObj name="公式" r:id="rId4" imgW="888840" imgH="330120" progId="Equation.3">
                  <p:embed/>
                  <p:pic>
                    <p:nvPicPr>
                      <p:cNvPr id="563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704" y="1087016"/>
                        <a:ext cx="88900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B18EFCFF-AB9A-4B99-9D77-894503A0BD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691102"/>
              </p:ext>
            </p:extLst>
          </p:nvPr>
        </p:nvGraphicFramePr>
        <p:xfrm>
          <a:off x="5911304" y="2114526"/>
          <a:ext cx="1320800" cy="28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10" name="公式" r:id="rId6" imgW="1396800" imgH="406080" progId="Equation.3">
                  <p:embed/>
                </p:oleObj>
              </mc:Choice>
              <mc:Fallback>
                <p:oleObj name="公式" r:id="rId6" imgW="1396800" imgH="406080" progId="Equation.3">
                  <p:embed/>
                  <p:pic>
                    <p:nvPicPr>
                      <p:cNvPr id="563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1304" y="2114526"/>
                        <a:ext cx="1320800" cy="286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B877D116-B7AB-42D1-90C2-8D995F142C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347162"/>
              </p:ext>
            </p:extLst>
          </p:nvPr>
        </p:nvGraphicFramePr>
        <p:xfrm>
          <a:off x="4031704" y="2972966"/>
          <a:ext cx="14478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11" name="公式" r:id="rId8" imgW="1676160" imgH="927000" progId="Equation.3">
                  <p:embed/>
                </p:oleObj>
              </mc:Choice>
              <mc:Fallback>
                <p:oleObj name="公式" r:id="rId8" imgW="1676160" imgH="927000" progId="Equation.3">
                  <p:embed/>
                  <p:pic>
                    <p:nvPicPr>
                      <p:cNvPr id="563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704" y="2972966"/>
                        <a:ext cx="14478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261D29AC-1EAA-4AF6-818F-A512914A3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572628"/>
              </p:ext>
            </p:extLst>
          </p:nvPr>
        </p:nvGraphicFramePr>
        <p:xfrm>
          <a:off x="1364704" y="3072978"/>
          <a:ext cx="20574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12" name="公式" r:id="rId10" imgW="2463480" imgH="927000" progId="Equation.3">
                  <p:embed/>
                </p:oleObj>
              </mc:Choice>
              <mc:Fallback>
                <p:oleObj name="公式" r:id="rId10" imgW="2463480" imgH="927000" progId="Equation.3">
                  <p:embed/>
                  <p:pic>
                    <p:nvPicPr>
                      <p:cNvPr id="563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4704" y="3072978"/>
                        <a:ext cx="20574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497B3924-0A58-4FD1-AEF2-0F919CD10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739731"/>
              </p:ext>
            </p:extLst>
          </p:nvPr>
        </p:nvGraphicFramePr>
        <p:xfrm>
          <a:off x="1364705" y="1372766"/>
          <a:ext cx="2486025" cy="532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13" name="公式" r:id="rId12" imgW="3251160" imgH="927000" progId="Equation.3">
                  <p:embed/>
                </p:oleObj>
              </mc:Choice>
              <mc:Fallback>
                <p:oleObj name="公式" r:id="rId12" imgW="3251160" imgH="927000" progId="Equation.3">
                  <p:embed/>
                  <p:pic>
                    <p:nvPicPr>
                      <p:cNvPr id="5633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4705" y="1372766"/>
                        <a:ext cx="2486025" cy="532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0D3F3D1-A310-44B5-840F-410CFE398C2D}"/>
              </a:ext>
            </a:extLst>
          </p:cNvPr>
          <p:cNvCxnSpPr/>
          <p:nvPr/>
        </p:nvCxnSpPr>
        <p:spPr>
          <a:xfrm flipV="1">
            <a:off x="4316400" y="1135976"/>
            <a:ext cx="0" cy="2526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A1B8737-D585-41FA-BC23-99764C2ECA24}"/>
              </a:ext>
            </a:extLst>
          </p:cNvPr>
          <p:cNvCxnSpPr/>
          <p:nvPr/>
        </p:nvCxnSpPr>
        <p:spPr>
          <a:xfrm>
            <a:off x="1745880" y="2450426"/>
            <a:ext cx="518457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5592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80F90F1F-4DF0-4105-9FEA-697B75C95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44351"/>
            <a:ext cx="5867400" cy="2751535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chemeClr val="tx1"/>
                  </a:outerShdw>
                </a:effectLst>
              </a14:hiddenEffects>
            </a:ext>
          </a:extLst>
        </p:spPr>
      </p:pic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BA9873E5-9838-4C3F-9159-CC5FF178D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645968"/>
              </p:ext>
            </p:extLst>
          </p:nvPr>
        </p:nvGraphicFramePr>
        <p:xfrm>
          <a:off x="5526832" y="2073051"/>
          <a:ext cx="1320800" cy="286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76" name="公式" r:id="rId4" imgW="1396800" imgH="406080" progId="Equation.3">
                  <p:embed/>
                </p:oleObj>
              </mc:Choice>
              <mc:Fallback>
                <p:oleObj name="公式" r:id="rId4" imgW="1396800" imgH="406080" progId="Equation.3">
                  <p:embed/>
                  <p:pic>
                    <p:nvPicPr>
                      <p:cNvPr id="573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6832" y="2073051"/>
                        <a:ext cx="1320800" cy="286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D8490659-1DBC-4E0C-A148-39D3FB41F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185023"/>
              </p:ext>
            </p:extLst>
          </p:nvPr>
        </p:nvGraphicFramePr>
        <p:xfrm>
          <a:off x="1488232" y="1312242"/>
          <a:ext cx="3748088" cy="532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77" name="公式" r:id="rId6" imgW="4902120" imgH="927000" progId="Equation.3">
                  <p:embed/>
                </p:oleObj>
              </mc:Choice>
              <mc:Fallback>
                <p:oleObj name="公式" r:id="rId6" imgW="4902120" imgH="927000" progId="Equation.3">
                  <p:embed/>
                  <p:pic>
                    <p:nvPicPr>
                      <p:cNvPr id="573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232" y="1312242"/>
                        <a:ext cx="3748088" cy="532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1A96655-DF0E-411C-9A61-6C895EF38481}"/>
              </a:ext>
            </a:extLst>
          </p:cNvPr>
          <p:cNvCxnSpPr/>
          <p:nvPr/>
        </p:nvCxnSpPr>
        <p:spPr>
          <a:xfrm flipV="1">
            <a:off x="4094936" y="1258279"/>
            <a:ext cx="0" cy="2526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D5F9951-DC3C-4C07-8DE0-5116F80C332C}"/>
              </a:ext>
            </a:extLst>
          </p:cNvPr>
          <p:cNvCxnSpPr/>
          <p:nvPr/>
        </p:nvCxnSpPr>
        <p:spPr>
          <a:xfrm>
            <a:off x="1524416" y="2615853"/>
            <a:ext cx="518457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327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20536" y="339502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常用初等函数的麦克劳林公式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508902"/>
              </p:ext>
            </p:extLst>
          </p:nvPr>
        </p:nvGraphicFramePr>
        <p:xfrm>
          <a:off x="906463" y="3533775"/>
          <a:ext cx="62484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24" name="Equation" r:id="rId3" imgW="6248160" imgH="1130040" progId="Equation.DSMT4">
                  <p:embed/>
                </p:oleObj>
              </mc:Choice>
              <mc:Fallback>
                <p:oleObj name="Equation" r:id="rId3" imgW="6248160" imgH="113004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3533775"/>
                        <a:ext cx="62484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827584" y="1347614"/>
            <a:ext cx="6264696" cy="871711"/>
            <a:chOff x="827584" y="1347614"/>
            <a:chExt cx="6264696" cy="871711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0968629"/>
                </p:ext>
              </p:extLst>
            </p:nvPr>
          </p:nvGraphicFramePr>
          <p:xfrm>
            <a:off x="998538" y="1393825"/>
            <a:ext cx="59182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825" name="Equation" r:id="rId5" imgW="5918040" imgH="825480" progId="Equation.DSMT4">
                    <p:embed/>
                  </p:oleObj>
                </mc:Choice>
                <mc:Fallback>
                  <p:oleObj name="Equation" r:id="rId5" imgW="5918040" imgH="825480" progId="Equation.DSMT4">
                    <p:embed/>
                    <p:pic>
                      <p:nvPicPr>
                        <p:cNvPr id="0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538" y="1393825"/>
                          <a:ext cx="5918200" cy="825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/>
            <p:nvPr/>
          </p:nvSpPr>
          <p:spPr>
            <a:xfrm>
              <a:off x="827584" y="1347614"/>
              <a:ext cx="6264696" cy="8640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27584" y="2427734"/>
            <a:ext cx="6264696" cy="864096"/>
            <a:chOff x="827584" y="2427734"/>
            <a:chExt cx="6408712" cy="864096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4238059"/>
                </p:ext>
              </p:extLst>
            </p:nvPr>
          </p:nvGraphicFramePr>
          <p:xfrm>
            <a:off x="989013" y="2461270"/>
            <a:ext cx="60833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826" name="Equation" r:id="rId7" imgW="6083280" imgH="825480" progId="Equation.DSMT4">
                    <p:embed/>
                  </p:oleObj>
                </mc:Choice>
                <mc:Fallback>
                  <p:oleObj name="Equation" r:id="rId7" imgW="6083280" imgH="825480" progId="Equation.DSMT4">
                    <p:embed/>
                    <p:pic>
                      <p:nvPicPr>
                        <p:cNvPr id="0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9013" y="2461270"/>
                          <a:ext cx="6083300" cy="825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/>
            <p:nvPr/>
          </p:nvSpPr>
          <p:spPr>
            <a:xfrm>
              <a:off x="827584" y="2427734"/>
              <a:ext cx="6408712" cy="8640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145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7584" y="555526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常用初等函数的麦克劳林公式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830893"/>
              </p:ext>
            </p:extLst>
          </p:nvPr>
        </p:nvGraphicFramePr>
        <p:xfrm>
          <a:off x="342900" y="3651250"/>
          <a:ext cx="8572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41" name="Equation" r:id="rId3" imgW="8572320" imgH="825480" progId="Equation.DSMT4">
                  <p:embed/>
                </p:oleObj>
              </mc:Choice>
              <mc:Fallback>
                <p:oleObj name="Equation" r:id="rId3" imgW="857232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3651250"/>
                        <a:ext cx="8572500" cy="825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beve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303227"/>
              </p:ext>
            </p:extLst>
          </p:nvPr>
        </p:nvGraphicFramePr>
        <p:xfrm>
          <a:off x="633413" y="2538413"/>
          <a:ext cx="6261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42" name="Equation" r:id="rId5" imgW="6260760" imgH="787320" progId="Equation.DSMT4">
                  <p:embed/>
                </p:oleObj>
              </mc:Choice>
              <mc:Fallback>
                <p:oleObj name="Equation" r:id="rId5" imgW="62607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2538413"/>
                        <a:ext cx="62611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827584" y="1161207"/>
            <a:ext cx="6840760" cy="1050503"/>
            <a:chOff x="827584" y="1161207"/>
            <a:chExt cx="6840760" cy="1050503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8074119"/>
                </p:ext>
              </p:extLst>
            </p:nvPr>
          </p:nvGraphicFramePr>
          <p:xfrm>
            <a:off x="1657350" y="1339850"/>
            <a:ext cx="57912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843" name="Equation" r:id="rId7" imgW="5790960" imgH="825480" progId="Equation.DSMT4">
                    <p:embed/>
                  </p:oleObj>
                </mc:Choice>
                <mc:Fallback>
                  <p:oleObj name="Equation" r:id="rId7" imgW="5790960" imgH="825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7350" y="1339850"/>
                          <a:ext cx="5791200" cy="825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>
            <a:xfrm>
              <a:off x="827584" y="1161207"/>
              <a:ext cx="6840760" cy="105050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339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47218C-6138-48CB-9D87-299C9B6A8A92}"/>
              </a:ext>
            </a:extLst>
          </p:cNvPr>
          <p:cNvSpPr/>
          <p:nvPr/>
        </p:nvSpPr>
        <p:spPr>
          <a:xfrm>
            <a:off x="827584" y="555526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常用初等函数的麦克劳林公式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8170692-F6B9-4617-9121-541B71CE5D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023873"/>
              </p:ext>
            </p:extLst>
          </p:nvPr>
        </p:nvGraphicFramePr>
        <p:xfrm>
          <a:off x="611560" y="1275606"/>
          <a:ext cx="8343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26" name="Equation" r:id="rId3" imgW="8343720" imgH="799920" progId="Equation.DSMT4">
                  <p:embed/>
                </p:oleObj>
              </mc:Choice>
              <mc:Fallback>
                <p:oleObj name="Equation" r:id="rId3" imgW="834372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1275606"/>
                        <a:ext cx="8343900" cy="8001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F1460A0-9473-41FB-990A-8B4838A520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768322"/>
              </p:ext>
            </p:extLst>
          </p:nvPr>
        </p:nvGraphicFramePr>
        <p:xfrm>
          <a:off x="625007" y="2667745"/>
          <a:ext cx="5245101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27" name="Equation" r:id="rId5" imgW="5244840" imgH="799920" progId="Equation.DSMT4">
                  <p:embed/>
                </p:oleObj>
              </mc:Choice>
              <mc:Fallback>
                <p:oleObj name="Equation" r:id="rId5" imgW="524484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5007" y="2667745"/>
                        <a:ext cx="5245101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562937B-F566-4AB9-A108-518E85D7A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496320"/>
              </p:ext>
            </p:extLst>
          </p:nvPr>
        </p:nvGraphicFramePr>
        <p:xfrm>
          <a:off x="6372200" y="3012461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28" name="Equation" r:id="rId7" imgW="1320480" imgH="342720" progId="Equation.DSMT4">
                  <p:embed/>
                </p:oleObj>
              </mc:Choice>
              <mc:Fallback>
                <p:oleObj name="Equation" r:id="rId7" imgW="1320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2200" y="3012461"/>
                        <a:ext cx="1320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71428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6DD6BE-619C-4431-B227-566102C54B24}"/>
              </a:ext>
            </a:extLst>
          </p:cNvPr>
          <p:cNvSpPr/>
          <p:nvPr/>
        </p:nvSpPr>
        <p:spPr>
          <a:xfrm>
            <a:off x="129035" y="712329"/>
            <a:ext cx="2660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 三阶泰勒公式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00A2856-DDD9-4FFB-BE0F-5036C6BC3A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444741"/>
              </p:ext>
            </p:extLst>
          </p:nvPr>
        </p:nvGraphicFramePr>
        <p:xfrm>
          <a:off x="611560" y="2269877"/>
          <a:ext cx="2654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2" name="Equation" r:id="rId3" imgW="2654280" imgH="812520" progId="Equation.DSMT4">
                  <p:embed/>
                </p:oleObj>
              </mc:Choice>
              <mc:Fallback>
                <p:oleObj name="Equation" r:id="rId3" imgW="2654280" imgH="81252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2269877"/>
                        <a:ext cx="2654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4D9863F-C0AB-48B4-9F2A-4A9686DC6B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319947"/>
              </p:ext>
            </p:extLst>
          </p:nvPr>
        </p:nvGraphicFramePr>
        <p:xfrm>
          <a:off x="3347864" y="2307977"/>
          <a:ext cx="237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3" name="Equation" r:id="rId5" imgW="2374560" imgH="736560" progId="Equation.DSMT4">
                  <p:embed/>
                </p:oleObj>
              </mc:Choice>
              <mc:Fallback>
                <p:oleObj name="Equation" r:id="rId5" imgW="2374560" imgH="73656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7864" y="2307977"/>
                        <a:ext cx="2374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8B0F3E8-F90E-48AE-A825-F0E8A9FB4B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220679"/>
              </p:ext>
            </p:extLst>
          </p:nvPr>
        </p:nvGraphicFramePr>
        <p:xfrm>
          <a:off x="1287463" y="2989932"/>
          <a:ext cx="6362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4" name="Equation" r:id="rId7" imgW="6362640" imgH="876240" progId="Equation.DSMT4">
                  <p:embed/>
                </p:oleObj>
              </mc:Choice>
              <mc:Fallback>
                <p:oleObj name="Equation" r:id="rId7" imgW="6362640" imgH="8762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87463" y="2989932"/>
                        <a:ext cx="63627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A6FA76E-AD4E-456F-B40D-B287690447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677441"/>
              </p:ext>
            </p:extLst>
          </p:nvPr>
        </p:nvGraphicFramePr>
        <p:xfrm>
          <a:off x="1281113" y="3923382"/>
          <a:ext cx="7200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5" name="Equation" r:id="rId9" imgW="7200720" imgH="736560" progId="Equation.DSMT4">
                  <p:embed/>
                </p:oleObj>
              </mc:Choice>
              <mc:Fallback>
                <p:oleObj name="Equation" r:id="rId9" imgW="7200720" imgH="73656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3923382"/>
                        <a:ext cx="7200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57342721-CE34-4074-8590-25300A9F3027}"/>
              </a:ext>
            </a:extLst>
          </p:cNvPr>
          <p:cNvGrpSpPr/>
          <p:nvPr/>
        </p:nvGrpSpPr>
        <p:grpSpPr>
          <a:xfrm>
            <a:off x="705099" y="223194"/>
            <a:ext cx="8352928" cy="461665"/>
            <a:chOff x="395536" y="669925"/>
            <a:chExt cx="8352928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1BFD11C-CC6D-4B99-AD06-41A42D26D77B}"/>
                </a:ext>
              </a:extLst>
            </p:cNvPr>
            <p:cNvSpPr/>
            <p:nvPr/>
          </p:nvSpPr>
          <p:spPr>
            <a:xfrm>
              <a:off x="395536" y="669925"/>
              <a:ext cx="83529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求出函数         在点    处的带有佩亚诺余项的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1E6DB173-7578-4F0C-86E6-D6E2910F77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55060"/>
                </p:ext>
              </p:extLst>
            </p:nvPr>
          </p:nvGraphicFramePr>
          <p:xfrm>
            <a:off x="2480320" y="729307"/>
            <a:ext cx="1371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26" name="Equation" r:id="rId11" imgW="1358640" imgH="342720" progId="Equation.DSMT4">
                    <p:embed/>
                  </p:oleObj>
                </mc:Choice>
                <mc:Fallback>
                  <p:oleObj name="Equation" r:id="rId11" imgW="1358640" imgH="342720" progId="Equation.DSMT4">
                    <p:embed/>
                    <p:pic>
                      <p:nvPicPr>
                        <p:cNvPr id="26" name="对象 2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80320" y="729307"/>
                          <a:ext cx="1371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8795E7DA-EAD0-42E9-BACC-E34E13237F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7715018"/>
                </p:ext>
              </p:extLst>
            </p:nvPr>
          </p:nvGraphicFramePr>
          <p:xfrm>
            <a:off x="4479896" y="761057"/>
            <a:ext cx="635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27" name="Equation" r:id="rId13" imgW="634680" imgH="279360" progId="Equation.DSMT4">
                    <p:embed/>
                  </p:oleObj>
                </mc:Choice>
                <mc:Fallback>
                  <p:oleObj name="Equation" r:id="rId13" imgW="634680" imgH="279360" progId="Equation.DSMT4">
                    <p:embed/>
                    <p:pic>
                      <p:nvPicPr>
                        <p:cNvPr id="27" name="对象 2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79896" y="761057"/>
                          <a:ext cx="635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B80005B-B129-44AC-9413-43A469C013DD}"/>
              </a:ext>
            </a:extLst>
          </p:cNvPr>
          <p:cNvGrpSpPr/>
          <p:nvPr/>
        </p:nvGrpSpPr>
        <p:grpSpPr>
          <a:xfrm>
            <a:off x="899592" y="1419225"/>
            <a:ext cx="7848872" cy="774700"/>
            <a:chOff x="899592" y="1377106"/>
            <a:chExt cx="7848872" cy="7747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B1D18C6-BCBF-4D35-A580-EDE6D527FC7C}"/>
                </a:ext>
              </a:extLst>
            </p:cNvPr>
            <p:cNvSpPr/>
            <p:nvPr/>
          </p:nvSpPr>
          <p:spPr>
            <a:xfrm>
              <a:off x="899592" y="1534021"/>
              <a:ext cx="78488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r>
                <a:rPr kumimoji="1" lang="zh-CN" altLang="en-US" sz="2400" b="1" dirty="0">
                  <a:latin typeface="+mn-ea"/>
                </a:rPr>
                <a:t>  由                                     ，得 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A87EF37-1671-44BF-A317-94E478446F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8242650"/>
                </p:ext>
              </p:extLst>
            </p:nvPr>
          </p:nvGraphicFramePr>
          <p:xfrm>
            <a:off x="1985963" y="1377106"/>
            <a:ext cx="56515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28" name="Equation" r:id="rId15" imgW="5651280" imgH="774360" progId="Equation.DSMT4">
                    <p:embed/>
                  </p:oleObj>
                </mc:Choice>
                <mc:Fallback>
                  <p:oleObj name="Equation" r:id="rId15" imgW="5651280" imgH="774360" progId="Equation.DSMT4">
                    <p:embed/>
                    <p:pic>
                      <p:nvPicPr>
                        <p:cNvPr id="3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5963" y="1377106"/>
                          <a:ext cx="5651500" cy="774700"/>
                        </a:xfrm>
                        <a:prstGeom prst="rect">
                          <a:avLst/>
                        </a:prstGeom>
                        <a:noFill/>
                        <a:ln w="6350">
                          <a:solidFill>
                            <a:srgbClr val="FF0000"/>
                          </a:solidFill>
                          <a:bevel/>
                          <a:headEnd/>
                          <a:tailEnd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4508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4F41B6-BF64-448B-9237-D4C2A46E474C}"/>
              </a:ext>
            </a:extLst>
          </p:cNvPr>
          <p:cNvSpPr/>
          <p:nvPr/>
        </p:nvSpPr>
        <p:spPr>
          <a:xfrm>
            <a:off x="827584" y="555526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计算函数      的麦克劳林公式中  的系数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4077F42-1469-44BE-B949-3E7C315672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048568"/>
              </p:ext>
            </p:extLst>
          </p:nvPr>
        </p:nvGraphicFramePr>
        <p:xfrm>
          <a:off x="2771800" y="555526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94" name="Equation" r:id="rId3" imgW="774360" imgH="406080" progId="Equation.DSMT4">
                  <p:embed/>
                </p:oleObj>
              </mc:Choice>
              <mc:Fallback>
                <p:oleObj name="Equation" r:id="rId3" imgW="774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555526"/>
                        <a:ext cx="774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BFB7CBA-EB97-4886-8C35-01B5536F2C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440179"/>
              </p:ext>
            </p:extLst>
          </p:nvPr>
        </p:nvGraphicFramePr>
        <p:xfrm>
          <a:off x="6156176" y="555526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95" name="Equation" r:id="rId5" imgW="304560" imgH="342720" progId="Equation.DSMT4">
                  <p:embed/>
                </p:oleObj>
              </mc:Choice>
              <mc:Fallback>
                <p:oleObj name="Equation" r:id="rId5" imgW="304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56176" y="555526"/>
                        <a:ext cx="30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1CD6F8F-BE5A-4834-BC2A-47AAD6BD8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85" y="1288107"/>
            <a:ext cx="831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F644C54-3839-4C36-B243-52B385F8BD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50551"/>
              </p:ext>
            </p:extLst>
          </p:nvPr>
        </p:nvGraphicFramePr>
        <p:xfrm>
          <a:off x="1475656" y="1131590"/>
          <a:ext cx="3606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96" name="Equation" r:id="rId7" imgW="3606480" imgH="774360" progId="Equation.DSMT4">
                  <p:embed/>
                </p:oleObj>
              </mc:Choice>
              <mc:Fallback>
                <p:oleObj name="Equation" r:id="rId7" imgW="36064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5656" y="1131590"/>
                        <a:ext cx="3606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5A347F1-9D86-4748-A2DB-45897A5C0B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683396"/>
              </p:ext>
            </p:extLst>
          </p:nvPr>
        </p:nvGraphicFramePr>
        <p:xfrm>
          <a:off x="1262110" y="2233426"/>
          <a:ext cx="161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97" name="Equation" r:id="rId9" imgW="1612800" imgH="406080" progId="Equation.DSMT4">
                  <p:embed/>
                </p:oleObj>
              </mc:Choice>
              <mc:Fallback>
                <p:oleObj name="Equation" r:id="rId9" imgW="161280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4077F42-1469-44BE-B949-3E7C315672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62110" y="2233426"/>
                        <a:ext cx="1612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9E7DF4C-4886-4B94-AE13-471A8AA9AE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465244"/>
              </p:ext>
            </p:extLst>
          </p:nvPr>
        </p:nvGraphicFramePr>
        <p:xfrm>
          <a:off x="2142406" y="2671076"/>
          <a:ext cx="588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98" name="Equation" r:id="rId11" imgW="5879880" imgH="736560" progId="Equation.DSMT4">
                  <p:embed/>
                </p:oleObj>
              </mc:Choice>
              <mc:Fallback>
                <p:oleObj name="Equation" r:id="rId11" imgW="5879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42406" y="2671076"/>
                        <a:ext cx="588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84C25C24-8F75-4F53-A270-B028645B6A56}"/>
              </a:ext>
            </a:extLst>
          </p:cNvPr>
          <p:cNvGrpSpPr/>
          <p:nvPr/>
        </p:nvGrpSpPr>
        <p:grpSpPr>
          <a:xfrm>
            <a:off x="846185" y="3560175"/>
            <a:ext cx="2996731" cy="774700"/>
            <a:chOff x="846185" y="3560175"/>
            <a:chExt cx="2996731" cy="774700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3A84942-BE9D-4A21-B4DF-D6025E1A1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185" y="3710797"/>
              <a:ext cx="23429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故     的系数为</a:t>
              </a:r>
              <a:endPara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B35517EF-8C8B-4A25-9610-E1E03F9E59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4689227"/>
                </p:ext>
              </p:extLst>
            </p:nvPr>
          </p:nvGraphicFramePr>
          <p:xfrm>
            <a:off x="1308557" y="3738636"/>
            <a:ext cx="304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099" name="Equation" r:id="rId13" imgW="304560" imgH="342720" progId="Equation.DSMT4">
                    <p:embed/>
                  </p:oleObj>
                </mc:Choice>
                <mc:Fallback>
                  <p:oleObj name="Equation" r:id="rId13" imgW="30456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FBFB7CBA-EB97-4886-8C35-01B5536F2C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08557" y="3738636"/>
                          <a:ext cx="304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C1D1EAA-26CD-480F-B95E-65AE7DCDC0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0731622"/>
                </p:ext>
              </p:extLst>
            </p:nvPr>
          </p:nvGraphicFramePr>
          <p:xfrm>
            <a:off x="2915816" y="3560175"/>
            <a:ext cx="9271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100" name="Equation" r:id="rId14" imgW="927000" imgH="774360" progId="Equation.DSMT4">
                    <p:embed/>
                  </p:oleObj>
                </mc:Choice>
                <mc:Fallback>
                  <p:oleObj name="Equation" r:id="rId14" imgW="92700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915816" y="3560175"/>
                          <a:ext cx="9271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7817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85445B1-50E1-4B15-9764-E14D0BC29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1923678"/>
            <a:ext cx="388843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泰勒公式的应用</a:t>
            </a:r>
            <a:endParaRPr kumimoji="1" lang="zh-CN" altLang="en-US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02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A86098C-A04D-4D25-9975-FBD5E6F30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923678"/>
            <a:ext cx="4038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在近似计算中的应用 </a:t>
            </a:r>
          </a:p>
        </p:txBody>
      </p:sp>
    </p:spTree>
    <p:extLst>
      <p:ext uri="{BB962C8B-B14F-4D97-AF65-F5344CB8AC3E}">
        <p14:creationId xmlns:p14="http://schemas.microsoft.com/office/powerpoint/2010/main" val="3869386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F47E057-1484-46BA-8CC7-C598A7B2DCBF}"/>
              </a:ext>
            </a:extLst>
          </p:cNvPr>
          <p:cNvGrpSpPr>
            <a:grpSpLocks/>
          </p:cNvGrpSpPr>
          <p:nvPr/>
        </p:nvGrpSpPr>
        <p:grpSpPr bwMode="auto">
          <a:xfrm>
            <a:off x="1043608" y="555526"/>
            <a:ext cx="6078538" cy="838200"/>
            <a:chOff x="793" y="2419"/>
            <a:chExt cx="3829" cy="528"/>
          </a:xfrm>
        </p:grpSpPr>
        <p:graphicFrame>
          <p:nvGraphicFramePr>
            <p:cNvPr id="6" name="对象 173069">
              <a:extLst>
                <a:ext uri="{FF2B5EF4-FFF2-40B4-BE49-F238E27FC236}">
                  <a16:creationId xmlns:a16="http://schemas.microsoft.com/office/drawing/2014/main" id="{81E89E0E-8C54-4381-B854-564CFA9056F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36418751"/>
                </p:ext>
              </p:extLst>
            </p:nvPr>
          </p:nvGraphicFramePr>
          <p:xfrm>
            <a:off x="793" y="2567"/>
            <a:ext cx="549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935" name="Equation" r:id="rId3" imgW="863280" imgH="342720" progId="Equation.DSMT4">
                    <p:embed/>
                  </p:oleObj>
                </mc:Choice>
                <mc:Fallback>
                  <p:oleObj name="Equation" r:id="rId3" imgW="863280" imgH="342720" progId="Equation.DSMT4">
                    <p:embed/>
                    <p:pic>
                      <p:nvPicPr>
                        <p:cNvPr id="23573" name="对象 173069">
                          <a:extLst>
                            <a:ext uri="{FF2B5EF4-FFF2-40B4-BE49-F238E27FC236}">
                              <a16:creationId xmlns:a16="http://schemas.microsoft.com/office/drawing/2014/main" id="{3946BFCA-2011-41CD-B3AC-5E4EA1C8CAA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2567"/>
                          <a:ext cx="549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173070">
              <a:extLst>
                <a:ext uri="{FF2B5EF4-FFF2-40B4-BE49-F238E27FC236}">
                  <a16:creationId xmlns:a16="http://schemas.microsoft.com/office/drawing/2014/main" id="{A070ADC5-BB66-4971-8C95-C2AB35EEF43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09142750"/>
                </p:ext>
              </p:extLst>
            </p:nvPr>
          </p:nvGraphicFramePr>
          <p:xfrm>
            <a:off x="1362" y="2575"/>
            <a:ext cx="38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936" name="Equation" r:id="rId5" imgW="609480" imgH="342720" progId="Equation.DSMT4">
                    <p:embed/>
                  </p:oleObj>
                </mc:Choice>
                <mc:Fallback>
                  <p:oleObj name="Equation" r:id="rId5" imgW="609480" imgH="342720" progId="Equation.DSMT4">
                    <p:embed/>
                    <p:pic>
                      <p:nvPicPr>
                        <p:cNvPr id="23574" name="对象 173070">
                          <a:extLst>
                            <a:ext uri="{FF2B5EF4-FFF2-40B4-BE49-F238E27FC236}">
                              <a16:creationId xmlns:a16="http://schemas.microsoft.com/office/drawing/2014/main" id="{A81239B2-40E3-44FF-84F2-BF7938F7332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2" y="2575"/>
                          <a:ext cx="384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173071">
              <a:extLst>
                <a:ext uri="{FF2B5EF4-FFF2-40B4-BE49-F238E27FC236}">
                  <a16:creationId xmlns:a16="http://schemas.microsoft.com/office/drawing/2014/main" id="{42FD6068-190C-49AA-B089-93B9377EFEE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47303923"/>
                </p:ext>
              </p:extLst>
            </p:nvPr>
          </p:nvGraphicFramePr>
          <p:xfrm>
            <a:off x="1835" y="2562"/>
            <a:ext cx="651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937" name="Equation" r:id="rId7" imgW="1028520" imgH="355320" progId="Equation.DSMT4">
                    <p:embed/>
                  </p:oleObj>
                </mc:Choice>
                <mc:Fallback>
                  <p:oleObj name="Equation" r:id="rId7" imgW="1028520" imgH="355320" progId="Equation.DSMT4">
                    <p:embed/>
                    <p:pic>
                      <p:nvPicPr>
                        <p:cNvPr id="23575" name="对象 173071">
                          <a:extLst>
                            <a:ext uri="{FF2B5EF4-FFF2-40B4-BE49-F238E27FC236}">
                              <a16:creationId xmlns:a16="http://schemas.microsoft.com/office/drawing/2014/main" id="{A253F24F-B22E-4DCB-81B9-53CC2AF9336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" y="2562"/>
                          <a:ext cx="651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173072">
              <a:extLst>
                <a:ext uri="{FF2B5EF4-FFF2-40B4-BE49-F238E27FC236}">
                  <a16:creationId xmlns:a16="http://schemas.microsoft.com/office/drawing/2014/main" id="{224BCB46-5AE7-46EE-A438-CA29E48E665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04613193"/>
                </p:ext>
              </p:extLst>
            </p:nvPr>
          </p:nvGraphicFramePr>
          <p:xfrm>
            <a:off x="3329" y="2606"/>
            <a:ext cx="32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938" name="Equation" r:id="rId9" imgW="507960" imgH="215640" progId="Equation.DSMT4">
                    <p:embed/>
                  </p:oleObj>
                </mc:Choice>
                <mc:Fallback>
                  <p:oleObj name="Equation" r:id="rId9" imgW="507960" imgH="215640" progId="Equation.DSMT4">
                    <p:embed/>
                    <p:pic>
                      <p:nvPicPr>
                        <p:cNvPr id="23576" name="对象 173072">
                          <a:extLst>
                            <a:ext uri="{FF2B5EF4-FFF2-40B4-BE49-F238E27FC236}">
                              <a16:creationId xmlns:a16="http://schemas.microsoft.com/office/drawing/2014/main" id="{E9E3661B-1578-4747-9577-EAD6B3345AE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9" y="2606"/>
                          <a:ext cx="32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173073">
              <a:extLst>
                <a:ext uri="{FF2B5EF4-FFF2-40B4-BE49-F238E27FC236}">
                  <a16:creationId xmlns:a16="http://schemas.microsoft.com/office/drawing/2014/main" id="{A26DFDE7-748C-4D96-B68F-743B47E4BE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6459267"/>
                </p:ext>
              </p:extLst>
            </p:nvPr>
          </p:nvGraphicFramePr>
          <p:xfrm>
            <a:off x="2544" y="2424"/>
            <a:ext cx="800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939" name="Equation" r:id="rId11" imgW="1269720" imgH="799920" progId="Equation.DSMT4">
                    <p:embed/>
                  </p:oleObj>
                </mc:Choice>
                <mc:Fallback>
                  <p:oleObj name="Equation" r:id="rId11" imgW="1269720" imgH="799920" progId="Equation.DSMT4">
                    <p:embed/>
                    <p:pic>
                      <p:nvPicPr>
                        <p:cNvPr id="23577" name="对象 173073">
                          <a:extLst>
                            <a:ext uri="{FF2B5EF4-FFF2-40B4-BE49-F238E27FC236}">
                              <a16:creationId xmlns:a16="http://schemas.microsoft.com/office/drawing/2014/main" id="{A51F2AE1-582A-4710-A9FF-40C39FAE6ED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424"/>
                          <a:ext cx="800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73074">
              <a:extLst>
                <a:ext uri="{FF2B5EF4-FFF2-40B4-BE49-F238E27FC236}">
                  <a16:creationId xmlns:a16="http://schemas.microsoft.com/office/drawing/2014/main" id="{2152996A-8A29-4D33-A537-F54AB563973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78806039"/>
                </p:ext>
              </p:extLst>
            </p:nvPr>
          </p:nvGraphicFramePr>
          <p:xfrm>
            <a:off x="3662" y="2419"/>
            <a:ext cx="96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940" name="Equation" r:id="rId13" imgW="1523880" imgH="838080" progId="Equation.DSMT4">
                    <p:embed/>
                  </p:oleObj>
                </mc:Choice>
                <mc:Fallback>
                  <p:oleObj name="Equation" r:id="rId13" imgW="1523880" imgH="838080" progId="Equation.DSMT4">
                    <p:embed/>
                    <p:pic>
                      <p:nvPicPr>
                        <p:cNvPr id="23578" name="对象 173074">
                          <a:extLst>
                            <a:ext uri="{FF2B5EF4-FFF2-40B4-BE49-F238E27FC236}">
                              <a16:creationId xmlns:a16="http://schemas.microsoft.com/office/drawing/2014/main" id="{34F7A519-81A6-479B-BB53-3D94DA324EB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2" y="2419"/>
                          <a:ext cx="960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A8E2DA96-BE0D-476F-8241-01AA25BD0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517" y="1476416"/>
            <a:ext cx="1217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误差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6206C82-066D-4D4B-B1CF-D8031DDF30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6224357"/>
              </p:ext>
            </p:extLst>
          </p:nvPr>
        </p:nvGraphicFramePr>
        <p:xfrm>
          <a:off x="1961828" y="1269218"/>
          <a:ext cx="2892425" cy="799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41" name="Equation" r:id="rId15" imgW="2882880" imgH="799920" progId="Equation.DSMT4">
                  <p:embed/>
                </p:oleObj>
              </mc:Choice>
              <mc:Fallback>
                <p:oleObj name="Equation" r:id="rId15" imgW="2882880" imgH="799920" progId="Equation.DSMT4">
                  <p:embed/>
                  <p:pic>
                    <p:nvPicPr>
                      <p:cNvPr id="173061" name="对象 173060">
                        <a:extLst>
                          <a:ext uri="{FF2B5EF4-FFF2-40B4-BE49-F238E27FC236}">
                            <a16:creationId xmlns:a16="http://schemas.microsoft.com/office/drawing/2014/main" id="{F931F7E1-2171-45C3-9D21-E06EC17CA2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828" y="1269218"/>
                        <a:ext cx="2892425" cy="799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CDAEBB6D-8B9C-4860-BDEC-D0A28B9005D5}"/>
              </a:ext>
            </a:extLst>
          </p:cNvPr>
          <p:cNvGrpSpPr/>
          <p:nvPr/>
        </p:nvGrpSpPr>
        <p:grpSpPr>
          <a:xfrm>
            <a:off x="915517" y="2075274"/>
            <a:ext cx="7391400" cy="527060"/>
            <a:chOff x="633264" y="2349813"/>
            <a:chExt cx="7391400" cy="52706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783FFFA-1BD0-4D42-A7D5-E375EB742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264" y="2397746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M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为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8C5A0983-2F5C-4722-8331-97C50E4720D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47945195"/>
                </p:ext>
              </p:extLst>
            </p:nvPr>
          </p:nvGraphicFramePr>
          <p:xfrm>
            <a:off x="1659368" y="2349813"/>
            <a:ext cx="11938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942" name="Equation" r:id="rId17" imgW="1193760" imgH="507960" progId="Equation.DSMT4">
                    <p:embed/>
                  </p:oleObj>
                </mc:Choice>
                <mc:Fallback>
                  <p:oleObj name="Equation" r:id="rId17" imgW="1193760" imgH="507960" progId="Equation.DSMT4">
                    <p:embed/>
                    <p:pic>
                      <p:nvPicPr>
                        <p:cNvPr id="173063" name="对象 173062">
                          <a:extLst>
                            <a:ext uri="{FF2B5EF4-FFF2-40B4-BE49-F238E27FC236}">
                              <a16:creationId xmlns:a16="http://schemas.microsoft.com/office/drawing/2014/main" id="{E6E9E0C4-9314-4057-89A8-B849930627E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9368" y="2349813"/>
                          <a:ext cx="11938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FBE311E-EE1C-4076-B2E9-A271576E7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5464" y="2415208"/>
              <a:ext cx="502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在包含 </a:t>
              </a:r>
              <a:r>
                <a:rPr lang="en-US" altLang="zh-CN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0 , 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x</a:t>
              </a:r>
              <a:r>
                <a:rPr lang="en-US" altLang="zh-CN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的某区间上的上界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A7BE7919-D67F-4A15-978C-C43CFBE65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085" y="2543769"/>
            <a:ext cx="30495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需解问题的类型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60AD89-FE9D-45D5-9A83-D59409870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365" y="3060852"/>
            <a:ext cx="67294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已知 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和误差限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要求确定项数 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;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398CC83-FA8B-4E4A-A2AD-BDA8CD31A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365" y="3522517"/>
            <a:ext cx="72485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2)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已知项数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 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计算近似值并估计误差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CE3519-AF31-4D09-99AA-2FB2EF9FC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249" y="4039532"/>
            <a:ext cx="81295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3)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已知项数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和误差限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确定公式中 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的适用范围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484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  <p:bldP spid="19" grpId="0"/>
      <p:bldP spid="2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74082">
            <a:extLst>
              <a:ext uri="{FF2B5EF4-FFF2-40B4-BE49-F238E27FC236}">
                <a16:creationId xmlns:a16="http://schemas.microsoft.com/office/drawing/2014/main" id="{DFDFB9BF-9062-480B-A439-39995C16D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62248"/>
            <a:ext cx="663148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计算无理数 </a:t>
            </a:r>
            <a:r>
              <a:rPr kumimoji="0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的近似值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使误差不超过</a:t>
            </a:r>
          </a:p>
        </p:txBody>
      </p:sp>
      <p:graphicFrame>
        <p:nvGraphicFramePr>
          <p:cNvPr id="3" name="对象 174083">
            <a:extLst>
              <a:ext uri="{FF2B5EF4-FFF2-40B4-BE49-F238E27FC236}">
                <a16:creationId xmlns:a16="http://schemas.microsoft.com/office/drawing/2014/main" id="{0224E4FE-83F1-46ED-8F37-F4808EDD12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4881335"/>
              </p:ext>
            </p:extLst>
          </p:nvPr>
        </p:nvGraphicFramePr>
        <p:xfrm>
          <a:off x="6246415" y="395598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309" name="Equation" r:id="rId3" imgW="558720" imgH="342720" progId="Equation.DSMT4">
                  <p:embed/>
                </p:oleObj>
              </mc:Choice>
              <mc:Fallback>
                <p:oleObj name="Equation" r:id="rId3" imgW="558720" imgH="342720" progId="Equation.DSMT4">
                  <p:embed/>
                  <p:pic>
                    <p:nvPicPr>
                      <p:cNvPr id="24580" name="对象 174083">
                        <a:extLst>
                          <a:ext uri="{FF2B5EF4-FFF2-40B4-BE49-F238E27FC236}">
                            <a16:creationId xmlns:a16="http://schemas.microsoft.com/office/drawing/2014/main" id="{CF1E14E5-2203-408C-894B-42AF1D3AB9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415" y="395598"/>
                        <a:ext cx="558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D0C0A37-5648-49AF-A4CC-6BC6680CF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44" y="869198"/>
            <a:ext cx="831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021BCD0-CA0B-414A-A779-4B26C064D5DB}"/>
              </a:ext>
            </a:extLst>
          </p:cNvPr>
          <p:cNvGrpSpPr/>
          <p:nvPr/>
        </p:nvGrpSpPr>
        <p:grpSpPr>
          <a:xfrm>
            <a:off x="961255" y="858961"/>
            <a:ext cx="3830471" cy="490036"/>
            <a:chOff x="961255" y="858961"/>
            <a:chExt cx="3830471" cy="49003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8FD8524-421A-4728-BEB2-C2BE8CC45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1255" y="887332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已知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BA252803-C8B3-40DA-9459-F7B60185AD5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24761885"/>
                </p:ext>
              </p:extLst>
            </p:nvPr>
          </p:nvGraphicFramePr>
          <p:xfrm>
            <a:off x="1726409" y="887332"/>
            <a:ext cx="287338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10" name="Equation" r:id="rId5" imgW="279360" imgH="342720" progId="Equation.DSMT4">
                    <p:embed/>
                  </p:oleObj>
                </mc:Choice>
                <mc:Fallback>
                  <p:oleObj name="Equation" r:id="rId5" imgW="279360" imgH="342720" progId="Equation.DSMT4">
                    <p:embed/>
                    <p:pic>
                      <p:nvPicPr>
                        <p:cNvPr id="174086" name="对象 174085">
                          <a:extLst>
                            <a:ext uri="{FF2B5EF4-FFF2-40B4-BE49-F238E27FC236}">
                              <a16:creationId xmlns:a16="http://schemas.microsoft.com/office/drawing/2014/main" id="{C085D397-15E5-40C8-AF7F-23C72857561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6409" y="887332"/>
                          <a:ext cx="287338" cy="354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EE9BFD2-40C7-4FAB-8591-D71D11340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6740" y="858961"/>
              <a:ext cx="276498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的麦克劳林公式为</a:t>
              </a:r>
            </a:p>
          </p:txBody>
        </p: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8F308B0-98F3-4F73-9162-A4883980FA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923178"/>
              </p:ext>
            </p:extLst>
          </p:nvPr>
        </p:nvGraphicFramePr>
        <p:xfrm>
          <a:off x="1380051" y="1303362"/>
          <a:ext cx="5092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311" name="Equation" r:id="rId7" imgW="5092560" imgH="838080" progId="Equation.DSMT4">
                  <p:embed/>
                </p:oleObj>
              </mc:Choice>
              <mc:Fallback>
                <p:oleObj name="Equation" r:id="rId7" imgW="50925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80051" y="1303362"/>
                        <a:ext cx="50927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A2CA4F7-732B-4093-BB9C-785864485F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396115"/>
              </p:ext>
            </p:extLst>
          </p:nvPr>
        </p:nvGraphicFramePr>
        <p:xfrm>
          <a:off x="6716432" y="1639540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312" name="Equation" r:id="rId9" imgW="1320480" imgH="342720" progId="Equation.DSMT4">
                  <p:embed/>
                </p:oleObj>
              </mc:Choice>
              <mc:Fallback>
                <p:oleObj name="Equation" r:id="rId9" imgW="1320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16432" y="1639540"/>
                        <a:ext cx="1320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459DD206-40A6-405E-BC32-6570A7422CC3}"/>
              </a:ext>
            </a:extLst>
          </p:cNvPr>
          <p:cNvGrpSpPr/>
          <p:nvPr/>
        </p:nvGrpSpPr>
        <p:grpSpPr>
          <a:xfrm>
            <a:off x="511344" y="2157523"/>
            <a:ext cx="7214104" cy="838200"/>
            <a:chOff x="511344" y="2157523"/>
            <a:chExt cx="7214104" cy="83820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C79216F-AC8D-4672-98AC-16999E839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344" y="2328600"/>
              <a:ext cx="23860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令 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x</a:t>
              </a:r>
              <a:r>
                <a:rPr lang="en-US" altLang="zh-CN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= 1 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得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CDEF431-BE53-4717-9354-FFC0D38FA7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4840869"/>
                </p:ext>
              </p:extLst>
            </p:nvPr>
          </p:nvGraphicFramePr>
          <p:xfrm>
            <a:off x="2340648" y="2157523"/>
            <a:ext cx="5384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13" name="Equation" r:id="rId11" imgW="5384520" imgH="838080" progId="Equation.DSMT4">
                    <p:embed/>
                  </p:oleObj>
                </mc:Choice>
                <mc:Fallback>
                  <p:oleObj name="Equation" r:id="rId11" imgW="5384520" imgH="838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40648" y="2157523"/>
                          <a:ext cx="53848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BF8F4A1-ECE4-41E1-AEF9-8B681AC5AC48}"/>
              </a:ext>
            </a:extLst>
          </p:cNvPr>
          <p:cNvGrpSpPr/>
          <p:nvPr/>
        </p:nvGrpSpPr>
        <p:grpSpPr>
          <a:xfrm>
            <a:off x="618051" y="3159871"/>
            <a:ext cx="2549356" cy="461665"/>
            <a:chOff x="618051" y="3159871"/>
            <a:chExt cx="2549356" cy="461665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91F98D2-04CE-4162-8804-70041BB40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051" y="3159871"/>
              <a:ext cx="1524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由于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A6C8F49-ADC6-4E45-A4C3-233666B3DC1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94698329"/>
                </p:ext>
              </p:extLst>
            </p:nvPr>
          </p:nvGraphicFramePr>
          <p:xfrm>
            <a:off x="1430682" y="3170958"/>
            <a:ext cx="1736725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14" name="Equation" r:id="rId13" imgW="1726920" imgH="406080" progId="Equation.DSMT4">
                    <p:embed/>
                  </p:oleObj>
                </mc:Choice>
                <mc:Fallback>
                  <p:oleObj name="Equation" r:id="rId13" imgW="1726920" imgH="406080" progId="Equation.DSMT4">
                    <p:embed/>
                    <p:pic>
                      <p:nvPicPr>
                        <p:cNvPr id="174095" name="对象 174094">
                          <a:extLst>
                            <a:ext uri="{FF2B5EF4-FFF2-40B4-BE49-F238E27FC236}">
                              <a16:creationId xmlns:a16="http://schemas.microsoft.com/office/drawing/2014/main" id="{0947032D-EAC1-4DD5-9048-2E8C0B26B57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0682" y="3170958"/>
                          <a:ext cx="1736725" cy="411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EA52C54-6417-441F-AA84-32F418E887FD}"/>
              </a:ext>
            </a:extLst>
          </p:cNvPr>
          <p:cNvGrpSpPr/>
          <p:nvPr/>
        </p:nvGrpSpPr>
        <p:grpSpPr>
          <a:xfrm>
            <a:off x="3107884" y="3031347"/>
            <a:ext cx="3334705" cy="725487"/>
            <a:chOff x="3198576" y="3057897"/>
            <a:chExt cx="3334705" cy="725487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F235FA0-31E1-4EBF-9494-E1C27EF6A8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576" y="3145706"/>
              <a:ext cx="175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欲使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6B53B83-91DD-4E11-8235-69A015190A8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85195459"/>
                </p:ext>
              </p:extLst>
            </p:nvPr>
          </p:nvGraphicFramePr>
          <p:xfrm>
            <a:off x="4017093" y="3057897"/>
            <a:ext cx="2516188" cy="725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315" name="Equation" r:id="rId15" imgW="2577960" imgH="736560" progId="Equation.DSMT4">
                    <p:embed/>
                  </p:oleObj>
                </mc:Choice>
                <mc:Fallback>
                  <p:oleObj name="Equation" r:id="rId15" imgW="2577960" imgH="736560" progId="Equation.DSMT4">
                    <p:embed/>
                    <p:pic>
                      <p:nvPicPr>
                        <p:cNvPr id="174098" name="对象 174097">
                          <a:extLst>
                            <a:ext uri="{FF2B5EF4-FFF2-40B4-BE49-F238E27FC236}">
                              <a16:creationId xmlns:a16="http://schemas.microsoft.com/office/drawing/2014/main" id="{14FB202C-A585-45C9-9D8C-B6FB46DD16E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7093" y="3057897"/>
                          <a:ext cx="2516188" cy="725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B8AF49E0-A276-4657-AF07-8048942CD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756056"/>
            <a:ext cx="5291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由计算可知当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 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9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时上式成立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08AEB0-11A5-462D-9834-0293BA250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9638" y="3756056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因此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4E4D617-931E-4F7F-AA90-E70E28C727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7798074"/>
              </p:ext>
            </p:extLst>
          </p:nvPr>
        </p:nvGraphicFramePr>
        <p:xfrm>
          <a:off x="2483768" y="4099789"/>
          <a:ext cx="262096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316" name="Equation" r:id="rId17" imgW="2616120" imgH="799920" progId="Equation.DSMT4">
                  <p:embed/>
                </p:oleObj>
              </mc:Choice>
              <mc:Fallback>
                <p:oleObj name="Equation" r:id="rId17" imgW="2616120" imgH="799920" progId="Equation.DSMT4">
                  <p:embed/>
                  <p:pic>
                    <p:nvPicPr>
                      <p:cNvPr id="174103" name="对象 174102">
                        <a:extLst>
                          <a:ext uri="{FF2B5EF4-FFF2-40B4-BE49-F238E27FC236}">
                            <a16:creationId xmlns:a16="http://schemas.microsoft.com/office/drawing/2014/main" id="{0AE0FE17-8D16-4A0F-AED3-4C5725ABEC2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099789"/>
                        <a:ext cx="2620962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94F170D-03CF-4442-B39D-EEFD8C3A10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2160720"/>
              </p:ext>
            </p:extLst>
          </p:nvPr>
        </p:nvGraphicFramePr>
        <p:xfrm>
          <a:off x="5104730" y="4322620"/>
          <a:ext cx="1497012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317" name="Equation" r:id="rId19" imgW="1485720" imgH="279360" progId="Equation.DSMT4">
                  <p:embed/>
                </p:oleObj>
              </mc:Choice>
              <mc:Fallback>
                <p:oleObj name="Equation" r:id="rId19" imgW="1485720" imgH="279360" progId="Equation.DSMT4">
                  <p:embed/>
                  <p:pic>
                    <p:nvPicPr>
                      <p:cNvPr id="174104" name="对象 174103">
                        <a:extLst>
                          <a:ext uri="{FF2B5EF4-FFF2-40B4-BE49-F238E27FC236}">
                            <a16:creationId xmlns:a16="http://schemas.microsoft.com/office/drawing/2014/main" id="{62F01AEA-5C17-419E-B64B-EA26CF5327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730" y="4322620"/>
                        <a:ext cx="1497012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258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1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77153">
            <a:extLst>
              <a:ext uri="{FF2B5EF4-FFF2-40B4-BE49-F238E27FC236}">
                <a16:creationId xmlns:a16="http://schemas.microsoft.com/office/drawing/2014/main" id="{4195C7E0-740E-45C8-944F-01DDDFDAB806}"/>
              </a:ext>
            </a:extLst>
          </p:cNvPr>
          <p:cNvSpPr txBox="1">
            <a:spLocks noChangeArrowheads="1"/>
          </p:cNvSpPr>
          <p:nvPr/>
        </p:nvSpPr>
        <p:spPr>
          <a:xfrm>
            <a:off x="2411760" y="2139702"/>
            <a:ext cx="3600400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利用泰勒公式求极限</a:t>
            </a:r>
          </a:p>
        </p:txBody>
      </p:sp>
    </p:spTree>
    <p:extLst>
      <p:ext uri="{BB962C8B-B14F-4D97-AF65-F5344CB8AC3E}">
        <p14:creationId xmlns:p14="http://schemas.microsoft.com/office/powerpoint/2010/main" val="41460569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9FCF7E72-C615-4FBF-BBBB-AE830D4FB9D8}"/>
              </a:ext>
            </a:extLst>
          </p:cNvPr>
          <p:cNvGrpSpPr/>
          <p:nvPr/>
        </p:nvGrpSpPr>
        <p:grpSpPr>
          <a:xfrm>
            <a:off x="770516" y="371820"/>
            <a:ext cx="3121000" cy="503883"/>
            <a:chOff x="539552" y="1074439"/>
            <a:chExt cx="3121000" cy="50388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FB6F001-54FC-459F-8668-78739EFC1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1074439"/>
              <a:ext cx="831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设</a:t>
              </a:r>
              <a:endPara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D07BA3E2-210B-4F4C-8D33-BA6794ECB4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1844861"/>
                </p:ext>
              </p:extLst>
            </p:nvPr>
          </p:nvGraphicFramePr>
          <p:xfrm>
            <a:off x="1018952" y="1146522"/>
            <a:ext cx="2641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94" name="Equation" r:id="rId3" imgW="2641320" imgH="431640" progId="Equation.DSMT4">
                    <p:embed/>
                  </p:oleObj>
                </mc:Choice>
                <mc:Fallback>
                  <p:oleObj name="Equation" r:id="rId3" imgW="264132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18952" y="1146522"/>
                          <a:ext cx="26416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0E32FCD-9E49-43FD-8F47-0B2E369BA618}"/>
              </a:ext>
            </a:extLst>
          </p:cNvPr>
          <p:cNvGrpSpPr/>
          <p:nvPr/>
        </p:nvGrpSpPr>
        <p:grpSpPr>
          <a:xfrm>
            <a:off x="4014320" y="328458"/>
            <a:ext cx="4551073" cy="461665"/>
            <a:chOff x="3693335" y="1074438"/>
            <a:chExt cx="4551073" cy="461665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8CE8542-5118-4713-A2B0-5C437DAA94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5907116"/>
                </p:ext>
              </p:extLst>
            </p:nvPr>
          </p:nvGraphicFramePr>
          <p:xfrm>
            <a:off x="3693335" y="1146522"/>
            <a:ext cx="5715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95" name="Equation" r:id="rId5" imgW="571320" imgH="317160" progId="Equation.DSMT4">
                    <p:embed/>
                  </p:oleObj>
                </mc:Choice>
                <mc:Fallback>
                  <p:oleObj name="Equation" r:id="rId5" imgW="571320" imgH="3171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93335" y="1146522"/>
                          <a:ext cx="571500" cy="317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1F665F5-5D16-4736-89FF-8A1974392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74" y="1074438"/>
              <a:ext cx="40883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和        有   阶泰勒公式   </a:t>
              </a:r>
              <a:endPara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CF9FE383-9A83-485E-AF87-F39D8C028A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5962355"/>
                </p:ext>
              </p:extLst>
            </p:nvPr>
          </p:nvGraphicFramePr>
          <p:xfrm>
            <a:off x="4572000" y="1117800"/>
            <a:ext cx="5588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96" name="Equation" r:id="rId7" imgW="558720" imgH="317160" progId="Equation.DSMT4">
                    <p:embed/>
                  </p:oleObj>
                </mc:Choice>
                <mc:Fallback>
                  <p:oleObj name="Equation" r:id="rId7" imgW="558720" imgH="3171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572000" y="1117800"/>
                          <a:ext cx="558800" cy="317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CA1E7C54-AAD3-42FC-B0BE-39AC5265C1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9401842"/>
                </p:ext>
              </p:extLst>
            </p:nvPr>
          </p:nvGraphicFramePr>
          <p:xfrm>
            <a:off x="5504639" y="121002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197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504639" y="1210020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52BC46C-5329-446C-8F24-26020C32AC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826454"/>
              </p:ext>
            </p:extLst>
          </p:nvPr>
        </p:nvGraphicFramePr>
        <p:xfrm>
          <a:off x="1527383" y="1051517"/>
          <a:ext cx="4267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98" name="Equation" r:id="rId11" imgW="4267080" imgH="672840" progId="Equation.DSMT4">
                  <p:embed/>
                </p:oleObj>
              </mc:Choice>
              <mc:Fallback>
                <p:oleObj name="Equation" r:id="rId11" imgW="426708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27383" y="1051517"/>
                        <a:ext cx="42672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6DAB179-97F2-4D92-88EF-31384F298F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985493"/>
              </p:ext>
            </p:extLst>
          </p:nvPr>
        </p:nvGraphicFramePr>
        <p:xfrm>
          <a:off x="1527383" y="1898650"/>
          <a:ext cx="4394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99" name="Equation" r:id="rId13" imgW="4394160" imgH="672840" progId="Equation.DSMT4">
                  <p:embed/>
                </p:oleObj>
              </mc:Choice>
              <mc:Fallback>
                <p:oleObj name="Equation" r:id="rId13" imgW="4394160" imgH="6728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52BC46C-5329-446C-8F24-26020C32AC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27383" y="1898650"/>
                        <a:ext cx="43942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1E28379-B221-4E0F-85FD-853EED9F9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445685"/>
              </p:ext>
            </p:extLst>
          </p:nvPr>
        </p:nvGraphicFramePr>
        <p:xfrm>
          <a:off x="7392516" y="1428360"/>
          <a:ext cx="1308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200" name="Equation" r:id="rId15" imgW="1307880" imgH="825480" progId="Equation.DSMT4">
                  <p:embed/>
                </p:oleObj>
              </mc:Choice>
              <mc:Fallback>
                <p:oleObj name="Equation" r:id="rId15" imgW="130788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92516" y="1428360"/>
                        <a:ext cx="13081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F48878FA-6C01-4910-BC8F-410216CED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857" y="1610277"/>
            <a:ext cx="831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且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C4C758-69B4-416F-AA3B-F9B509B21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666" y="3482388"/>
            <a:ext cx="831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9D1D1A0-7F1B-4C06-BB25-DFBDDA146F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67709"/>
              </p:ext>
            </p:extLst>
          </p:nvPr>
        </p:nvGraphicFramePr>
        <p:xfrm>
          <a:off x="2240516" y="2678171"/>
          <a:ext cx="33020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201" name="Equation" r:id="rId17" imgW="3301920" imgH="2070000" progId="Equation.DSMT4">
                  <p:embed/>
                </p:oleObj>
              </mc:Choice>
              <mc:Fallback>
                <p:oleObj name="Equation" r:id="rId17" imgW="3301920" imgH="2070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40516" y="2678171"/>
                        <a:ext cx="3302000" cy="207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989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B63EB24-D11B-4857-A6B7-07F95DAE209F}"/>
              </a:ext>
            </a:extLst>
          </p:cNvPr>
          <p:cNvGrpSpPr/>
          <p:nvPr/>
        </p:nvGrpSpPr>
        <p:grpSpPr>
          <a:xfrm>
            <a:off x="755576" y="123478"/>
            <a:ext cx="3923804" cy="812800"/>
            <a:chOff x="683568" y="504825"/>
            <a:chExt cx="3923804" cy="8128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2521792-A568-4E42-AF85-D2A4DDFCD512}"/>
                </a:ext>
              </a:extLst>
            </p:cNvPr>
            <p:cNvSpPr/>
            <p:nvPr/>
          </p:nvSpPr>
          <p:spPr>
            <a:xfrm>
              <a:off x="683568" y="680304"/>
              <a:ext cx="16561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计算                 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4FDA02DC-82D3-4E19-B18E-A77084D9DE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1589976"/>
                </p:ext>
              </p:extLst>
            </p:nvPr>
          </p:nvGraphicFramePr>
          <p:xfrm>
            <a:off x="2157859" y="504825"/>
            <a:ext cx="2449513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18" name="Equation" r:id="rId3" imgW="2425680" imgH="812520" progId="Equation.DSMT4">
                    <p:embed/>
                  </p:oleObj>
                </mc:Choice>
                <mc:Fallback>
                  <p:oleObj name="Equation" r:id="rId3" imgW="2425680" imgH="8125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57859" y="504825"/>
                          <a:ext cx="2449513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ADD39AE-BF4B-4254-9AE1-FE728F895414}"/>
              </a:ext>
            </a:extLst>
          </p:cNvPr>
          <p:cNvGrpSpPr/>
          <p:nvPr/>
        </p:nvGrpSpPr>
        <p:grpSpPr>
          <a:xfrm>
            <a:off x="755576" y="1008658"/>
            <a:ext cx="7128792" cy="461665"/>
            <a:chOff x="755576" y="1347614"/>
            <a:chExt cx="7128792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90D05A9-03CB-4C48-BBC4-22BECF6CC903}"/>
                </a:ext>
              </a:extLst>
            </p:cNvPr>
            <p:cNvSpPr/>
            <p:nvPr/>
          </p:nvSpPr>
          <p:spPr>
            <a:xfrm>
              <a:off x="755576" y="1347614"/>
              <a:ext cx="71287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分析</a:t>
              </a:r>
              <a:r>
                <a:rPr kumimoji="1" lang="zh-CN" altLang="en-US" sz="2400" b="1" dirty="0">
                  <a:latin typeface="+mn-ea"/>
                </a:rPr>
                <a:t>  由于分母是  ，将分子中       分别用带有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966CE1F-08BF-4817-AD46-8CBBB07900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322360"/>
                </p:ext>
              </p:extLst>
            </p:nvPr>
          </p:nvGraphicFramePr>
          <p:xfrm>
            <a:off x="3347864" y="1364754"/>
            <a:ext cx="29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19" name="Equation" r:id="rId5" imgW="291960" imgH="342720" progId="Equation.DSMT4">
                    <p:embed/>
                  </p:oleObj>
                </mc:Choice>
                <mc:Fallback>
                  <p:oleObj name="Equation" r:id="rId5" imgW="291960" imgH="34272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47864" y="1364754"/>
                          <a:ext cx="292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CADAFF3-CA2D-49B1-816F-53E0539628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2776102"/>
                </p:ext>
              </p:extLst>
            </p:nvPr>
          </p:nvGraphicFramePr>
          <p:xfrm>
            <a:off x="5141342" y="1348259"/>
            <a:ext cx="11049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20" name="Equation" r:id="rId7" imgW="1104840" imgH="431640" progId="Equation.DSMT4">
                    <p:embed/>
                  </p:oleObj>
                </mc:Choice>
                <mc:Fallback>
                  <p:oleObj name="Equation" r:id="rId7" imgW="1104840" imgH="43164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41342" y="1348259"/>
                          <a:ext cx="11049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09813A7-68D9-4FB7-8465-7C0D3E62F9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796672"/>
              </p:ext>
            </p:extLst>
          </p:nvPr>
        </p:nvGraphicFramePr>
        <p:xfrm>
          <a:off x="2699322" y="2190403"/>
          <a:ext cx="2971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1" name="Equation" r:id="rId9" imgW="2946240" imgH="774360" progId="Equation.DSMT4">
                  <p:embed/>
                </p:oleObj>
              </mc:Choice>
              <mc:Fallback>
                <p:oleObj name="Equation" r:id="rId9" imgW="2946240" imgH="77436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99322" y="2190403"/>
                        <a:ext cx="2971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4F5E47E-864B-445B-B1FB-825234F37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129291"/>
              </p:ext>
            </p:extLst>
          </p:nvPr>
        </p:nvGraphicFramePr>
        <p:xfrm>
          <a:off x="2593329" y="2890402"/>
          <a:ext cx="3225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2" name="Equation" r:id="rId11" imgW="3225600" imgH="774360" progId="Equation.DSMT4">
                  <p:embed/>
                </p:oleObj>
              </mc:Choice>
              <mc:Fallback>
                <p:oleObj name="Equation" r:id="rId11" imgW="3225600" imgH="77436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93329" y="2890402"/>
                        <a:ext cx="3225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8F17275F-B948-46C9-8F44-870B2DFD8A53}"/>
              </a:ext>
            </a:extLst>
          </p:cNvPr>
          <p:cNvSpPr/>
          <p:nvPr/>
        </p:nvSpPr>
        <p:spPr>
          <a:xfrm>
            <a:off x="107504" y="1656730"/>
            <a:ext cx="5753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佩亚诺余项的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四阶</a:t>
            </a:r>
            <a:r>
              <a:rPr kumimoji="1" lang="zh-CN" altLang="en-US" sz="2400" b="1" dirty="0">
                <a:latin typeface="+mn-ea"/>
              </a:rPr>
              <a:t>麦克劳林公式表示，即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319F832-D9DB-4591-BAC8-7B5DDDF342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073336"/>
              </p:ext>
            </p:extLst>
          </p:nvPr>
        </p:nvGraphicFramePr>
        <p:xfrm>
          <a:off x="2258238" y="3740991"/>
          <a:ext cx="3962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3" name="Equation" r:id="rId13" imgW="3962160" imgH="774360" progId="Equation.DSMT4">
                  <p:embed/>
                </p:oleObj>
              </mc:Choice>
              <mc:Fallback>
                <p:oleObj name="Equation" r:id="rId13" imgW="3962160" imgH="77436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8238" y="3740991"/>
                        <a:ext cx="3962400" cy="7747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64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078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720143" y="95250"/>
            <a:ext cx="7560840" cy="812800"/>
            <a:chOff x="1043608" y="1041401"/>
            <a:chExt cx="7488832" cy="812800"/>
          </a:xfrm>
        </p:grpSpPr>
        <p:sp>
          <p:nvSpPr>
            <p:cNvPr id="2" name="矩形 1"/>
            <p:cNvSpPr/>
            <p:nvPr/>
          </p:nvSpPr>
          <p:spPr>
            <a:xfrm>
              <a:off x="1043608" y="1203598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计算                 </a:t>
              </a:r>
              <a:endParaRPr lang="zh-CN" altLang="en-US" sz="2400" dirty="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1695429"/>
                </p:ext>
              </p:extLst>
            </p:nvPr>
          </p:nvGraphicFramePr>
          <p:xfrm>
            <a:off x="2445176" y="1041401"/>
            <a:ext cx="2401025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63" name="Equation" r:id="rId3" imgW="2400120" imgH="812520" progId="Equation.DSMT4">
                    <p:embed/>
                  </p:oleObj>
                </mc:Choice>
                <mc:Fallback>
                  <p:oleObj name="Equation" r:id="rId3" imgW="240012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45176" y="1041401"/>
                          <a:ext cx="2401025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/>
          <p:cNvSpPr/>
          <p:nvPr/>
        </p:nvSpPr>
        <p:spPr>
          <a:xfrm>
            <a:off x="827584" y="1512565"/>
            <a:ext cx="504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08583"/>
              </p:ext>
            </p:extLst>
          </p:nvPr>
        </p:nvGraphicFramePr>
        <p:xfrm>
          <a:off x="1573213" y="1326902"/>
          <a:ext cx="23717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64" name="Equation" r:id="rId5" imgW="2349360" imgH="812520" progId="Equation.DSMT4">
                  <p:embed/>
                </p:oleObj>
              </mc:Choice>
              <mc:Fallback>
                <p:oleObj name="Equation" r:id="rId5" imgW="2349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3213" y="1326902"/>
                        <a:ext cx="2371725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515822"/>
              </p:ext>
            </p:extLst>
          </p:nvPr>
        </p:nvGraphicFramePr>
        <p:xfrm>
          <a:off x="1398588" y="2211388"/>
          <a:ext cx="6702425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65" name="Equation" r:id="rId7" imgW="6642000" imgH="1244520" progId="Equation.DSMT4">
                  <p:embed/>
                </p:oleObj>
              </mc:Choice>
              <mc:Fallback>
                <p:oleObj name="Equation" r:id="rId7" imgW="664200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98588" y="2211388"/>
                        <a:ext cx="6702425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437401"/>
              </p:ext>
            </p:extLst>
          </p:nvPr>
        </p:nvGraphicFramePr>
        <p:xfrm>
          <a:off x="1439863" y="3541713"/>
          <a:ext cx="292258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66" name="Equation" r:id="rId9" imgW="2895480" imgH="1117440" progId="Equation.DSMT4">
                  <p:embed/>
                </p:oleObj>
              </mc:Choice>
              <mc:Fallback>
                <p:oleObj name="Equation" r:id="rId9" imgW="2895480" imgH="111744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3541713"/>
                        <a:ext cx="292258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>
            <a:cxnSpLocks/>
          </p:cNvCxnSpPr>
          <p:nvPr/>
        </p:nvCxnSpPr>
        <p:spPr>
          <a:xfrm>
            <a:off x="0" y="1131590"/>
            <a:ext cx="9144000" cy="0"/>
          </a:xfrm>
          <a:prstGeom prst="line">
            <a:avLst/>
          </a:prstGeom>
          <a:ln w="19050" cmpd="thickTh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8021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383602"/>
              </p:ext>
            </p:extLst>
          </p:nvPr>
        </p:nvGraphicFramePr>
        <p:xfrm>
          <a:off x="2123728" y="418058"/>
          <a:ext cx="21558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05" name="Equation" r:id="rId3" imgW="2133360" imgH="736560" progId="Equation.DSMT4">
                  <p:embed/>
                </p:oleObj>
              </mc:Choice>
              <mc:Fallback>
                <p:oleObj name="Equation" r:id="rId3" imgW="2133360" imgH="73656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18058"/>
                        <a:ext cx="21558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755576" y="555526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计算                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827584" y="1497781"/>
            <a:ext cx="504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734533"/>
              </p:ext>
            </p:extLst>
          </p:nvPr>
        </p:nvGraphicFramePr>
        <p:xfrm>
          <a:off x="1573213" y="1360488"/>
          <a:ext cx="21034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06" name="Equation" r:id="rId5" imgW="2082600" imgH="736560" progId="Equation.DSMT4">
                  <p:embed/>
                </p:oleObj>
              </mc:Choice>
              <mc:Fallback>
                <p:oleObj name="Equation" r:id="rId5" imgW="2082600" imgH="73656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1360488"/>
                        <a:ext cx="210343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697327"/>
              </p:ext>
            </p:extLst>
          </p:nvPr>
        </p:nvGraphicFramePr>
        <p:xfrm>
          <a:off x="3729038" y="1360488"/>
          <a:ext cx="17827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07" name="Equation" r:id="rId7" imgW="1765080" imgH="736560" progId="Equation.DSMT4">
                  <p:embed/>
                </p:oleObj>
              </mc:Choice>
              <mc:Fallback>
                <p:oleObj name="Equation" r:id="rId7" imgW="1765080" imgH="73656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038" y="1360488"/>
                        <a:ext cx="178276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505241"/>
              </p:ext>
            </p:extLst>
          </p:nvPr>
        </p:nvGraphicFramePr>
        <p:xfrm>
          <a:off x="5652120" y="1360313"/>
          <a:ext cx="17827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08" name="Equation" r:id="rId9" imgW="1765080" imgH="736560" progId="Equation.DSMT4">
                  <p:embed/>
                </p:oleObj>
              </mc:Choice>
              <mc:Fallback>
                <p:oleObj name="Equation" r:id="rId9" imgW="1765080" imgH="73656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1360313"/>
                        <a:ext cx="178276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5668"/>
              </p:ext>
            </p:extLst>
          </p:nvPr>
        </p:nvGraphicFramePr>
        <p:xfrm>
          <a:off x="1079612" y="2427734"/>
          <a:ext cx="300196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09" name="Equation" r:id="rId11" imgW="2971800" imgH="774360" progId="Equation.DSMT4">
                  <p:embed/>
                </p:oleObj>
              </mc:Choice>
              <mc:Fallback>
                <p:oleObj name="Equation" r:id="rId11" imgW="2971800" imgH="77436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612" y="2427734"/>
                        <a:ext cx="3001962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846916"/>
              </p:ext>
            </p:extLst>
          </p:nvPr>
        </p:nvGraphicFramePr>
        <p:xfrm>
          <a:off x="1052775" y="3363838"/>
          <a:ext cx="27082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10" name="Equation" r:id="rId13" imgW="2679480" imgH="774360" progId="Equation.DSMT4">
                  <p:embed/>
                </p:oleObj>
              </mc:Choice>
              <mc:Fallback>
                <p:oleObj name="Equation" r:id="rId13" imgW="2679480" imgH="77436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775" y="3363838"/>
                        <a:ext cx="270827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844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BBAEBB-2A9F-4391-B55B-752A4EEB2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41" y="467608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9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68559D-CEA8-498D-8030-0844FC7FC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865" y="432072"/>
            <a:ext cx="28083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用洛必塔法则不方便 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!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964493-2E10-48EA-99F9-7BD42397E2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877692"/>
              </p:ext>
            </p:extLst>
          </p:nvPr>
        </p:nvGraphicFramePr>
        <p:xfrm>
          <a:off x="510423" y="1867889"/>
          <a:ext cx="9903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5" name="Equation" r:id="rId3" imgW="990360" imgH="393480" progId="Equation.DSMT4">
                  <p:embed/>
                </p:oleObj>
              </mc:Choice>
              <mc:Fallback>
                <p:oleObj name="Equation" r:id="rId3" imgW="990360" imgH="393480" progId="Equation.DSMT4">
                  <p:embed/>
                  <p:pic>
                    <p:nvPicPr>
                      <p:cNvPr id="177160" name="对象 177159">
                        <a:extLst>
                          <a:ext uri="{FF2B5EF4-FFF2-40B4-BE49-F238E27FC236}">
                            <a16:creationId xmlns:a16="http://schemas.microsoft.com/office/drawing/2014/main" id="{2DBD83B8-14FC-4E98-827F-5129CAA6C6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23" y="1867889"/>
                        <a:ext cx="990360" cy="393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0674945-0A46-4485-AD8C-009995FA25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0218030"/>
              </p:ext>
            </p:extLst>
          </p:nvPr>
        </p:nvGraphicFramePr>
        <p:xfrm>
          <a:off x="1619672" y="1812793"/>
          <a:ext cx="1452562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6" name="Equation" r:id="rId5" imgW="1447560" imgH="469800" progId="Equation.DSMT4">
                  <p:embed/>
                </p:oleObj>
              </mc:Choice>
              <mc:Fallback>
                <p:oleObj name="Equation" r:id="rId5" imgW="1447560" imgH="469800" progId="Equation.DSMT4">
                  <p:embed/>
                  <p:pic>
                    <p:nvPicPr>
                      <p:cNvPr id="177162" name="对象 177161">
                        <a:extLst>
                          <a:ext uri="{FF2B5EF4-FFF2-40B4-BE49-F238E27FC236}">
                            <a16:creationId xmlns:a16="http://schemas.microsoft.com/office/drawing/2014/main" id="{782C5A64-1195-4892-BB57-C6FA3F4BD0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812793"/>
                        <a:ext cx="1452562" cy="46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19548C4A-7F92-41A0-BCB7-EC8B47799344}"/>
              </a:ext>
            </a:extLst>
          </p:cNvPr>
          <p:cNvGrpSpPr/>
          <p:nvPr/>
        </p:nvGrpSpPr>
        <p:grpSpPr>
          <a:xfrm>
            <a:off x="1005603" y="1210993"/>
            <a:ext cx="3998068" cy="461963"/>
            <a:chOff x="1005603" y="1210993"/>
            <a:chExt cx="3998068" cy="461963"/>
          </a:xfrm>
        </p:grpSpPr>
        <p:graphicFrame>
          <p:nvGraphicFramePr>
            <p:cNvPr id="11" name="对象 177170">
              <a:extLst>
                <a:ext uri="{FF2B5EF4-FFF2-40B4-BE49-F238E27FC236}">
                  <a16:creationId xmlns:a16="http://schemas.microsoft.com/office/drawing/2014/main" id="{AFB3C514-CE07-4E3D-9371-89FEE48FBE4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36763599"/>
                </p:ext>
              </p:extLst>
            </p:nvPr>
          </p:nvGraphicFramePr>
          <p:xfrm>
            <a:off x="4197350" y="1248732"/>
            <a:ext cx="29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027" name="Equation" r:id="rId7" imgW="291960" imgH="342720" progId="Equation.DSMT4">
                    <p:embed/>
                  </p:oleObj>
                </mc:Choice>
                <mc:Fallback>
                  <p:oleObj name="Equation" r:id="rId7" imgW="291960" imgH="342720" progId="Equation.DSMT4">
                    <p:embed/>
                    <p:pic>
                      <p:nvPicPr>
                        <p:cNvPr id="26677" name="对象 177170">
                          <a:extLst>
                            <a:ext uri="{FF2B5EF4-FFF2-40B4-BE49-F238E27FC236}">
                              <a16:creationId xmlns:a16="http://schemas.microsoft.com/office/drawing/2014/main" id="{06FC5354-4240-4D94-B80B-091F04622B8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7350" y="1248732"/>
                          <a:ext cx="292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文本框 177171">
              <a:extLst>
                <a:ext uri="{FF2B5EF4-FFF2-40B4-BE49-F238E27FC236}">
                  <a16:creationId xmlns:a16="http://schemas.microsoft.com/office/drawing/2014/main" id="{F423C239-FD8D-43F6-9F28-8EE0E113D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603" y="1210993"/>
              <a:ext cx="32781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用泰勒公式将分子展到</a:t>
              </a:r>
            </a:p>
          </p:txBody>
        </p:sp>
        <p:sp>
          <p:nvSpPr>
            <p:cNvPr id="13" name="文本框 177172">
              <a:extLst>
                <a:ext uri="{FF2B5EF4-FFF2-40B4-BE49-F238E27FC236}">
                  <a16:creationId xmlns:a16="http://schemas.microsoft.com/office/drawing/2014/main" id="{8AB31956-042A-473A-96D8-408122DEE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2171" y="1210993"/>
              <a:ext cx="5715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项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F536B8DF-17A4-4D52-9193-A3F75949DA6F}"/>
              </a:ext>
            </a:extLst>
          </p:cNvPr>
          <p:cNvSpPr/>
          <p:nvPr/>
        </p:nvSpPr>
        <p:spPr>
          <a:xfrm>
            <a:off x="609478" y="1226733"/>
            <a:ext cx="504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106C182-05C7-4AA1-B1A3-30198D832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76695"/>
              </p:ext>
            </p:extLst>
          </p:nvPr>
        </p:nvGraphicFramePr>
        <p:xfrm>
          <a:off x="3165326" y="1867889"/>
          <a:ext cx="480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8" name="Equation" r:id="rId9" imgW="4800600" imgH="457200" progId="Equation.DSMT4">
                  <p:embed/>
                </p:oleObj>
              </mc:Choice>
              <mc:Fallback>
                <p:oleObj name="Equation" r:id="rId9" imgW="48006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65326" y="1867889"/>
                        <a:ext cx="4800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F25C44D-061A-48EF-ABDC-1EC81F5F33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648511"/>
              </p:ext>
            </p:extLst>
          </p:nvPr>
        </p:nvGraphicFramePr>
        <p:xfrm>
          <a:off x="3155821" y="2412544"/>
          <a:ext cx="3124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29" name="Equation" r:id="rId11" imgW="3124080" imgH="419040" progId="Equation.DSMT4">
                  <p:embed/>
                </p:oleObj>
              </mc:Choice>
              <mc:Fallback>
                <p:oleObj name="Equation" r:id="rId11" imgW="31240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55821" y="2412544"/>
                        <a:ext cx="3124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EC4B529-078D-415C-BBD3-65E07277BA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12871"/>
              </p:ext>
            </p:extLst>
          </p:nvPr>
        </p:nvGraphicFramePr>
        <p:xfrm>
          <a:off x="609478" y="2976211"/>
          <a:ext cx="5575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30" name="Equation" r:id="rId13" imgW="5574960" imgH="469800" progId="Equation.DSMT4">
                  <p:embed/>
                </p:oleObj>
              </mc:Choice>
              <mc:Fallback>
                <p:oleObj name="Equation" r:id="rId13" imgW="55749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478" y="2976211"/>
                        <a:ext cx="5575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37D708D5-1659-4D7E-AEB6-38FAA22711A8}"/>
              </a:ext>
            </a:extLst>
          </p:cNvPr>
          <p:cNvSpPr/>
          <p:nvPr/>
        </p:nvSpPr>
        <p:spPr>
          <a:xfrm>
            <a:off x="683568" y="3856013"/>
            <a:ext cx="13799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原式</a:t>
            </a:r>
            <a:endParaRPr lang="zh-CN" altLang="en-US" sz="24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AFD9C30-B4F2-4E52-87E5-3E0621314D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73334"/>
              </p:ext>
            </p:extLst>
          </p:nvPr>
        </p:nvGraphicFramePr>
        <p:xfrm>
          <a:off x="1547664" y="3699495"/>
          <a:ext cx="3530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31" name="Equation" r:id="rId15" imgW="3530520" imgH="774360" progId="Equation.DSMT4">
                  <p:embed/>
                </p:oleObj>
              </mc:Choice>
              <mc:Fallback>
                <p:oleObj name="Equation" r:id="rId15" imgW="35305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47664" y="3699495"/>
                        <a:ext cx="3530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9BBAF6C-E8B8-4D69-85C4-6486969EF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037180"/>
              </p:ext>
            </p:extLst>
          </p:nvPr>
        </p:nvGraphicFramePr>
        <p:xfrm>
          <a:off x="1611772" y="286186"/>
          <a:ext cx="3225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32" name="Equation" r:id="rId17" imgW="3225600" imgH="799920" progId="Equation.DSMT4">
                  <p:embed/>
                </p:oleObj>
              </mc:Choice>
              <mc:Fallback>
                <p:oleObj name="Equation" r:id="rId17" imgW="32256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11772" y="286186"/>
                        <a:ext cx="32258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968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73334D-AE64-42F4-8FAF-EED207CD3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59" y="627534"/>
            <a:ext cx="1511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5BEB213-7571-4501-9DB9-200387F73B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22862"/>
              </p:ext>
            </p:extLst>
          </p:nvPr>
        </p:nvGraphicFramePr>
        <p:xfrm>
          <a:off x="1938144" y="370691"/>
          <a:ext cx="2641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9" name="Equation" r:id="rId3" imgW="2641320" imgH="850680" progId="Equation.DSMT4">
                  <p:embed/>
                </p:oleObj>
              </mc:Choice>
              <mc:Fallback>
                <p:oleObj name="Equation" r:id="rId3" imgW="264132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38144" y="370691"/>
                        <a:ext cx="26416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56EB1E4-DBBB-4A6E-BB02-0CE8C5DF6879}"/>
              </a:ext>
            </a:extLst>
          </p:cNvPr>
          <p:cNvSpPr/>
          <p:nvPr/>
        </p:nvSpPr>
        <p:spPr>
          <a:xfrm>
            <a:off x="659049" y="1515150"/>
            <a:ext cx="504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E765B0-89BE-438C-ACBB-898F402C67A1}"/>
              </a:ext>
            </a:extLst>
          </p:cNvPr>
          <p:cNvSpPr/>
          <p:nvPr/>
        </p:nvSpPr>
        <p:spPr>
          <a:xfrm>
            <a:off x="1163105" y="1544210"/>
            <a:ext cx="9903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原式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E19297B-18A1-4676-B33C-741027317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638635"/>
              </p:ext>
            </p:extLst>
          </p:nvPr>
        </p:nvGraphicFramePr>
        <p:xfrm>
          <a:off x="2010122" y="1273792"/>
          <a:ext cx="5689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0" name="Equation" r:id="rId5" imgW="5689440" imgH="876240" progId="Equation.DSMT4">
                  <p:embed/>
                </p:oleObj>
              </mc:Choice>
              <mc:Fallback>
                <p:oleObj name="Equation" r:id="rId5" imgW="568944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0122" y="1273792"/>
                        <a:ext cx="56896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98B4572-1D9F-4D71-8753-37C7C938C034}"/>
              </a:ext>
            </a:extLst>
          </p:cNvPr>
          <p:cNvSpPr/>
          <p:nvPr/>
        </p:nvSpPr>
        <p:spPr>
          <a:xfrm>
            <a:off x="659049" y="2497981"/>
            <a:ext cx="9903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因为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69A4E26-0297-48DB-8F1E-473C03DDD5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145363"/>
              </p:ext>
            </p:extLst>
          </p:nvPr>
        </p:nvGraphicFramePr>
        <p:xfrm>
          <a:off x="1797328" y="2261444"/>
          <a:ext cx="2336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1" name="Equation" r:id="rId7" imgW="2336760" imgH="774360" progId="Equation.DSMT4">
                  <p:embed/>
                </p:oleObj>
              </mc:Choice>
              <mc:Fallback>
                <p:oleObj name="Equation" r:id="rId7" imgW="23367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7328" y="2261444"/>
                        <a:ext cx="2336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8BF6734-AF20-447F-909B-107E082F14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309045"/>
              </p:ext>
            </p:extLst>
          </p:nvPr>
        </p:nvGraphicFramePr>
        <p:xfrm>
          <a:off x="4531003" y="2214962"/>
          <a:ext cx="3416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2" name="Equation" r:id="rId9" imgW="3416040" imgH="774360" progId="Equation.DSMT4">
                  <p:embed/>
                </p:oleObj>
              </mc:Choice>
              <mc:Fallback>
                <p:oleObj name="Equation" r:id="rId9" imgW="34160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31003" y="2214962"/>
                        <a:ext cx="3416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F0DB8C8-5A40-47F2-A884-6CAB6634DB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834876"/>
              </p:ext>
            </p:extLst>
          </p:nvPr>
        </p:nvGraphicFramePr>
        <p:xfrm>
          <a:off x="911077" y="3154097"/>
          <a:ext cx="7429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3" name="Equation" r:id="rId11" imgW="7429320" imgH="774360" progId="Equation.DSMT4">
                  <p:embed/>
                </p:oleObj>
              </mc:Choice>
              <mc:Fallback>
                <p:oleObj name="Equation" r:id="rId11" imgW="74293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1077" y="3154097"/>
                        <a:ext cx="7429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D79CB7F-2A0C-483B-80AD-E345CE73C7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831159"/>
              </p:ext>
            </p:extLst>
          </p:nvPr>
        </p:nvGraphicFramePr>
        <p:xfrm>
          <a:off x="890943" y="4040149"/>
          <a:ext cx="1803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4" name="Equation" r:id="rId13" imgW="1803240" imgH="774360" progId="Equation.DSMT4">
                  <p:embed/>
                </p:oleObj>
              </mc:Choice>
              <mc:Fallback>
                <p:oleObj name="Equation" r:id="rId13" imgW="18032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0943" y="4040149"/>
                        <a:ext cx="1803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C38C776C-3F70-420F-8C69-C34E2BD5B9C5}"/>
              </a:ext>
            </a:extLst>
          </p:cNvPr>
          <p:cNvSpPr/>
          <p:nvPr/>
        </p:nvSpPr>
        <p:spPr>
          <a:xfrm>
            <a:off x="3018263" y="4170614"/>
            <a:ext cx="1512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故原式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5FD75E0-BA32-4850-8424-2B9C0412F2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42941"/>
              </p:ext>
            </p:extLst>
          </p:nvPr>
        </p:nvGraphicFramePr>
        <p:xfrm>
          <a:off x="4092922" y="4017043"/>
          <a:ext cx="762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5" name="Equation" r:id="rId15" imgW="761760" imgH="774360" progId="Equation.DSMT4">
                  <p:embed/>
                </p:oleObj>
              </mc:Choice>
              <mc:Fallback>
                <p:oleObj name="Equation" r:id="rId15" imgW="7617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92922" y="4017043"/>
                        <a:ext cx="762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806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77153">
            <a:extLst>
              <a:ext uri="{FF2B5EF4-FFF2-40B4-BE49-F238E27FC236}">
                <a16:creationId xmlns:a16="http://schemas.microsoft.com/office/drawing/2014/main" id="{292F033F-E19A-4A5E-8A4B-452DFA499978}"/>
              </a:ext>
            </a:extLst>
          </p:cNvPr>
          <p:cNvSpPr txBox="1">
            <a:spLocks noChangeArrowheads="1"/>
          </p:cNvSpPr>
          <p:nvPr/>
        </p:nvSpPr>
        <p:spPr>
          <a:xfrm>
            <a:off x="2123728" y="2139702"/>
            <a:ext cx="3961011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利用泰勒公式比较无穷小</a:t>
            </a:r>
          </a:p>
        </p:txBody>
      </p:sp>
    </p:spTree>
    <p:extLst>
      <p:ext uri="{BB962C8B-B14F-4D97-AF65-F5344CB8AC3E}">
        <p14:creationId xmlns:p14="http://schemas.microsoft.com/office/powerpoint/2010/main" val="23781107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2494BE4-49C9-4BCB-9C73-B8E7B048A5C7}"/>
              </a:ext>
            </a:extLst>
          </p:cNvPr>
          <p:cNvSpPr txBox="1">
            <a:spLocks noChangeArrowheads="1"/>
          </p:cNvSpPr>
          <p:nvPr/>
        </p:nvSpPr>
        <p:spPr>
          <a:xfrm>
            <a:off x="683353" y="462421"/>
            <a:ext cx="8633520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试确定常数           的值，使                                             为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329E400-9F9C-4E16-B967-FE14AD0823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065315"/>
              </p:ext>
            </p:extLst>
          </p:nvPr>
        </p:nvGraphicFramePr>
        <p:xfrm>
          <a:off x="3030025" y="545873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0" name="Equation" r:id="rId3" imgW="723600" imgH="330120" progId="Equation.DSMT4">
                  <p:embed/>
                </p:oleObj>
              </mc:Choice>
              <mc:Fallback>
                <p:oleObj name="Equation" r:id="rId3" imgW="72360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329E400-9F9C-4E16-B967-FE14AD0823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0025" y="545873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6CB0244-BC56-4A26-81B8-EBA75538A8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297302"/>
              </p:ext>
            </p:extLst>
          </p:nvPr>
        </p:nvGraphicFramePr>
        <p:xfrm>
          <a:off x="5068616" y="547497"/>
          <a:ext cx="3365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1" name="Equation" r:id="rId5" imgW="3365280" imgH="342720" progId="Equation.DSMT4">
                  <p:embed/>
                </p:oleObj>
              </mc:Choice>
              <mc:Fallback>
                <p:oleObj name="Equation" r:id="rId5" imgW="33652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6CB0244-BC56-4A26-81B8-EBA75538A8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68616" y="547497"/>
                        <a:ext cx="3365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B8FBCDB5-16E1-421C-BE67-6456D28A9982}"/>
              </a:ext>
            </a:extLst>
          </p:cNvPr>
          <p:cNvSpPr txBox="1">
            <a:spLocks noChangeArrowheads="1"/>
          </p:cNvSpPr>
          <p:nvPr/>
        </p:nvSpPr>
        <p:spPr>
          <a:xfrm>
            <a:off x="100064" y="980267"/>
            <a:ext cx="5120008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            时关于   的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阶无穷小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7DE0BF0-1571-440E-93D9-8D416E2D99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55146"/>
              </p:ext>
            </p:extLst>
          </p:nvPr>
        </p:nvGraphicFramePr>
        <p:xfrm>
          <a:off x="580917" y="1025389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2" name="Equation" r:id="rId7" imgW="774360" imgH="279360" progId="Equation.DSMT4">
                  <p:embed/>
                </p:oleObj>
              </mc:Choice>
              <mc:Fallback>
                <p:oleObj name="Equation" r:id="rId7" imgW="77436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7DE0BF0-1571-440E-93D9-8D416E2D99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0917" y="1025389"/>
                        <a:ext cx="774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E4120FD-100C-4004-B813-0DC2335CA9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036114"/>
              </p:ext>
            </p:extLst>
          </p:nvPr>
        </p:nvGraphicFramePr>
        <p:xfrm>
          <a:off x="2339752" y="1153548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3" name="Equation" r:id="rId9" imgW="190440" imgH="203040" progId="Equation.DSMT4">
                  <p:embed/>
                </p:oleObj>
              </mc:Choice>
              <mc:Fallback>
                <p:oleObj name="Equation" r:id="rId9" imgW="190440" imgH="203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E4120FD-100C-4004-B813-0DC2335CA9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39752" y="1153548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58E176E3-45DB-421F-AAB7-8111822CA64C}"/>
              </a:ext>
            </a:extLst>
          </p:cNvPr>
          <p:cNvSpPr txBox="1">
            <a:spLocks noChangeArrowheads="1"/>
          </p:cNvSpPr>
          <p:nvPr/>
        </p:nvSpPr>
        <p:spPr>
          <a:xfrm>
            <a:off x="692502" y="1477369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20EB700-4517-4B02-AFC4-A5780A451378}"/>
              </a:ext>
            </a:extLst>
          </p:cNvPr>
          <p:cNvSpPr txBox="1">
            <a:spLocks noChangeArrowheads="1"/>
          </p:cNvSpPr>
          <p:nvPr/>
        </p:nvSpPr>
        <p:spPr>
          <a:xfrm>
            <a:off x="1203264" y="1498113"/>
            <a:ext cx="3557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利用泰勒公式得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3064A4D-4EE4-4AF3-9F6C-AC7462443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03729"/>
              </p:ext>
            </p:extLst>
          </p:nvPr>
        </p:nvGraphicFramePr>
        <p:xfrm>
          <a:off x="944571" y="2638225"/>
          <a:ext cx="736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4" name="Equation" r:id="rId11" imgW="7365960" imgH="888840" progId="Equation.DSMT4">
                  <p:embed/>
                </p:oleObj>
              </mc:Choice>
              <mc:Fallback>
                <p:oleObj name="Equation" r:id="rId11" imgW="736596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3064A4D-4EE4-4AF3-9F6C-AC74624439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4571" y="2638225"/>
                        <a:ext cx="7366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5A90334-2EEE-46FF-B84E-9A664E3E0B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302259"/>
              </p:ext>
            </p:extLst>
          </p:nvPr>
        </p:nvGraphicFramePr>
        <p:xfrm>
          <a:off x="439225" y="1927296"/>
          <a:ext cx="3314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5" name="Equation" r:id="rId13" imgW="3314520" imgH="723600" progId="Equation.DSMT4">
                  <p:embed/>
                </p:oleObj>
              </mc:Choice>
              <mc:Fallback>
                <p:oleObj name="Equation" r:id="rId13" imgW="3314520" imgH="723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5A90334-2EEE-46FF-B84E-9A664E3E0B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9225" y="1927296"/>
                        <a:ext cx="3314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DD0B090-5042-42EE-95E7-70A75820E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324364"/>
              </p:ext>
            </p:extLst>
          </p:nvPr>
        </p:nvGraphicFramePr>
        <p:xfrm>
          <a:off x="1040103" y="3718429"/>
          <a:ext cx="619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6" name="Equation" r:id="rId15" imgW="6197400" imgH="812520" progId="Equation.DSMT4">
                  <p:embed/>
                </p:oleObj>
              </mc:Choice>
              <mc:Fallback>
                <p:oleObj name="Equation" r:id="rId15" imgW="6197400" imgH="8125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DD0B090-5042-42EE-95E7-70A75820ED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40103" y="3718429"/>
                        <a:ext cx="6197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27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A2FA761-BFA0-4B1D-8F89-79B68885459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44779" y="483518"/>
          <a:ext cx="6858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26" name="Equation" r:id="rId3" imgW="6858000" imgH="812520" progId="Equation.DSMT4">
                  <p:embed/>
                </p:oleObj>
              </mc:Choice>
              <mc:Fallback>
                <p:oleObj name="Equation" r:id="rId3" imgW="6858000" imgH="812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A2FA761-BFA0-4B1D-8F89-79B6888545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4779" y="483518"/>
                        <a:ext cx="6858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DE04FD9-96F3-42E2-94B8-71FD2B1A611C}"/>
              </a:ext>
            </a:extLst>
          </p:cNvPr>
          <p:cNvSpPr txBox="1">
            <a:spLocks noChangeArrowheads="1"/>
          </p:cNvSpPr>
          <p:nvPr/>
        </p:nvSpPr>
        <p:spPr>
          <a:xfrm>
            <a:off x="816315" y="1368326"/>
            <a:ext cx="3557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由题意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CA85C10-199E-4288-9306-1938F7BB14B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39752" y="1131590"/>
          <a:ext cx="18288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27" name="Equation" r:id="rId5" imgW="1828800" imgH="2387520" progId="Equation.DSMT4">
                  <p:embed/>
                </p:oleObj>
              </mc:Choice>
              <mc:Fallback>
                <p:oleObj name="Equation" r:id="rId5" imgW="1828800" imgH="2387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CA85C10-199E-4288-9306-1938F7BB14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9752" y="1131590"/>
                        <a:ext cx="1828800" cy="238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9D6E93EA-ACE8-4E7A-8F04-8085DB1893F4}"/>
              </a:ext>
            </a:extLst>
          </p:cNvPr>
          <p:cNvSpPr txBox="1">
            <a:spLocks noChangeArrowheads="1"/>
          </p:cNvSpPr>
          <p:nvPr/>
        </p:nvSpPr>
        <p:spPr>
          <a:xfrm>
            <a:off x="814101" y="4024716"/>
            <a:ext cx="949587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解得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0064BE0-55A2-4931-B8D7-D8B5130EBD5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63688" y="3889639"/>
          <a:ext cx="80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28" name="Equation" r:id="rId7" imgW="799920" imgH="736560" progId="Equation.DSMT4">
                  <p:embed/>
                </p:oleObj>
              </mc:Choice>
              <mc:Fallback>
                <p:oleObj name="Equation" r:id="rId7" imgW="79992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0064BE0-55A2-4931-B8D7-D8B5130EB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688" y="3889639"/>
                        <a:ext cx="80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56B806D-8D79-4B42-BDB8-0CAAB66FC47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911475" y="3922713"/>
          <a:ext cx="95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29" name="Equation" r:id="rId9" imgW="952200" imgH="736560" progId="Equation.DSMT4">
                  <p:embed/>
                </p:oleObj>
              </mc:Choice>
              <mc:Fallback>
                <p:oleObj name="Equation" r:id="rId9" imgW="95220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56B806D-8D79-4B42-BDB8-0CAAB66FC4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1475" y="3922713"/>
                        <a:ext cx="95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514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EE150C4-386A-4371-A037-2EE768F1A802}"/>
              </a:ext>
            </a:extLst>
          </p:cNvPr>
          <p:cNvSpPr txBox="1">
            <a:spLocks noChangeArrowheads="1"/>
          </p:cNvSpPr>
          <p:nvPr/>
        </p:nvSpPr>
        <p:spPr>
          <a:xfrm>
            <a:off x="1123056" y="411510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设函数         在          的某邻域内有一阶连续导数，且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9EDC1AE-0E3A-458B-8CB8-3F905D145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65048"/>
              </p:ext>
            </p:extLst>
          </p:nvPr>
        </p:nvGraphicFramePr>
        <p:xfrm>
          <a:off x="2769488" y="49619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2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9EDC1AE-0E3A-458B-8CB8-3F905D145B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9488" y="49619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58D1A12-96FC-4053-9AE8-2B291FFAE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085568"/>
              </p:ext>
            </p:extLst>
          </p:nvPr>
        </p:nvGraphicFramePr>
        <p:xfrm>
          <a:off x="3800051" y="494938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27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58D1A12-96FC-4053-9AE8-2B291FFAE1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00051" y="494938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3D1FE55-8C88-4709-B991-29DDBA19EB4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5918" y="935981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28" name="Equation" r:id="rId7" imgW="1130040" imgH="342720" progId="Equation.DSMT4">
                  <p:embed/>
                </p:oleObj>
              </mc:Choice>
              <mc:Fallback>
                <p:oleObj name="Equation" r:id="rId7" imgW="113004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3D1FE55-8C88-4709-B991-29DDBA19EB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5918" y="935981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1ECB6A3B-CBAA-4813-BCFA-9C3667CC9973}"/>
              </a:ext>
            </a:extLst>
          </p:cNvPr>
          <p:cNvSpPr txBox="1">
            <a:spLocks noChangeArrowheads="1"/>
          </p:cNvSpPr>
          <p:nvPr/>
        </p:nvSpPr>
        <p:spPr>
          <a:xfrm>
            <a:off x="1555104" y="843558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若当            时，                                    是比     高阶的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54B93E4-1610-4908-8C08-F81C5966691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47894" y="920962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29" name="Equation" r:id="rId9" imgW="774360" imgH="279360" progId="Equation.DSMT4">
                  <p:embed/>
                </p:oleObj>
              </mc:Choice>
              <mc:Fallback>
                <p:oleObj name="Equation" r:id="rId9" imgW="7743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54B93E4-1610-4908-8C08-F81C59666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47894" y="920962"/>
                        <a:ext cx="774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807034C-E3A0-4134-BF16-4BF9BAD1B8F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36581" y="919368"/>
          <a:ext cx="266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30" name="Equation" r:id="rId11" imgW="2666880" imgH="342720" progId="Equation.DSMT4">
                  <p:embed/>
                </p:oleObj>
              </mc:Choice>
              <mc:Fallback>
                <p:oleObj name="Equation" r:id="rId11" imgW="26668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807034C-E3A0-4134-BF16-4BF9BAD1B8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6581" y="919368"/>
                        <a:ext cx="266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2E4E581-E4DC-4C7D-896B-21530FFA674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10523" y="1005831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31" name="Equation" r:id="rId13" imgW="190440" imgH="203040" progId="Equation.DSMT4">
                  <p:embed/>
                </p:oleObj>
              </mc:Choice>
              <mc:Fallback>
                <p:oleObj name="Equation" r:id="rId13" imgW="19044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2E4E581-E4DC-4C7D-896B-21530FFA6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10523" y="1005831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6E7436B6-0599-4B67-9C5D-BD8FB905A467}"/>
              </a:ext>
            </a:extLst>
          </p:cNvPr>
          <p:cNvSpPr txBox="1">
            <a:spLocks noChangeArrowheads="1"/>
          </p:cNvSpPr>
          <p:nvPr/>
        </p:nvSpPr>
        <p:spPr>
          <a:xfrm>
            <a:off x="435918" y="1330474"/>
            <a:ext cx="3848050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无穷小，试确定        的值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16F92E1-3CCD-495F-B418-5C8B6D5064C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35244" y="1382654"/>
          <a:ext cx="546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32" name="Equation" r:id="rId15" imgW="545760" imgH="330120" progId="Equation.DSMT4">
                  <p:embed/>
                </p:oleObj>
              </mc:Choice>
              <mc:Fallback>
                <p:oleObj name="Equation" r:id="rId15" imgW="545760" imgH="3301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16F92E1-3CCD-495F-B418-5C8B6D5064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35244" y="1382654"/>
                        <a:ext cx="546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E00B5DC0-469D-4E57-A811-9CA21345D668}"/>
              </a:ext>
            </a:extLst>
          </p:cNvPr>
          <p:cNvSpPr txBox="1">
            <a:spLocks noChangeArrowheads="1"/>
          </p:cNvSpPr>
          <p:nvPr/>
        </p:nvSpPr>
        <p:spPr>
          <a:xfrm>
            <a:off x="1131750" y="1856967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解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16B3052-19F0-4705-8280-B970DB7E150E}"/>
              </a:ext>
            </a:extLst>
          </p:cNvPr>
          <p:cNvSpPr txBox="1">
            <a:spLocks noChangeArrowheads="1"/>
          </p:cNvSpPr>
          <p:nvPr/>
        </p:nvSpPr>
        <p:spPr>
          <a:xfrm>
            <a:off x="1713148" y="1838289"/>
            <a:ext cx="3557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利用泰勒公式得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B538F55-D748-4F84-959E-2E66CCBE9E4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11960" y="1902240"/>
          <a:ext cx="3454401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33" name="Equation" r:id="rId17" imgW="3454200" imgH="355320" progId="Equation.DSMT4">
                  <p:embed/>
                </p:oleObj>
              </mc:Choice>
              <mc:Fallback>
                <p:oleObj name="Equation" r:id="rId17" imgW="345420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B538F55-D748-4F84-959E-2E66CCBE9E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11960" y="1902240"/>
                        <a:ext cx="3454401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8D07B91-2CF8-406F-8708-BBB6F397F50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23901" y="2439812"/>
          <a:ext cx="3911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34" name="Equation" r:id="rId19" imgW="3911400" imgH="355320" progId="Equation.DSMT4">
                  <p:embed/>
                </p:oleObj>
              </mc:Choice>
              <mc:Fallback>
                <p:oleObj name="Equation" r:id="rId19" imgW="3911400" imgH="355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8D07B91-2CF8-406F-8708-BBB6F397F5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23901" y="2439812"/>
                        <a:ext cx="3911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A4031F6-B099-4F43-A50C-41FE0E24C79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09713" y="3125788"/>
          <a:ext cx="5981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35" name="Equation" r:id="rId21" imgW="5981400" imgH="355320" progId="Equation.DSMT4">
                  <p:embed/>
                </p:oleObj>
              </mc:Choice>
              <mc:Fallback>
                <p:oleObj name="Equation" r:id="rId21" imgW="5981400" imgH="3553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EA4031F6-B099-4F43-A50C-41FE0E24C7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09713" y="3125788"/>
                        <a:ext cx="5981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BFB81A2-EA0B-4C7F-84DA-A635DE047BF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645025" y="3579813"/>
          <a:ext cx="3962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36" name="Equation" r:id="rId23" imgW="3962160" imgH="355320" progId="Equation.DSMT4">
                  <p:embed/>
                </p:oleObj>
              </mc:Choice>
              <mc:Fallback>
                <p:oleObj name="Equation" r:id="rId23" imgW="396216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ABFB81A2-EA0B-4C7F-84DA-A635DE047B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45025" y="3579813"/>
                        <a:ext cx="3962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A295501-7028-4946-85EF-8D6B27141AC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79131" y="4287242"/>
          <a:ext cx="4914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37" name="Equation" r:id="rId25" imgW="4914720" imgH="355320" progId="Equation.DSMT4">
                  <p:embed/>
                </p:oleObj>
              </mc:Choice>
              <mc:Fallback>
                <p:oleObj name="Equation" r:id="rId25" imgW="4914720" imgH="3553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A295501-7028-4946-85EF-8D6B27141A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79131" y="4287242"/>
                        <a:ext cx="4914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476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C0A1E19-0C49-4303-9A90-6C870315CB4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3568" y="555526"/>
          <a:ext cx="266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93" name="Equation" r:id="rId3" imgW="2666880" imgH="342720" progId="Equation.DSMT4">
                  <p:embed/>
                </p:oleObj>
              </mc:Choice>
              <mc:Fallback>
                <p:oleObj name="Equation" r:id="rId3" imgW="2666880" imgH="3427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C0A1E19-0C49-4303-9A90-6C870315CB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555526"/>
                        <a:ext cx="266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D818327-1D31-4560-98D3-48CA67A095C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19872" y="555526"/>
          <a:ext cx="4914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94" name="Equation" r:id="rId5" imgW="4914720" imgH="355320" progId="Equation.DSMT4">
                  <p:embed/>
                </p:oleObj>
              </mc:Choice>
              <mc:Fallback>
                <p:oleObj name="Equation" r:id="rId5" imgW="491472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D818327-1D31-4560-98D3-48CA67A095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9872" y="555526"/>
                        <a:ext cx="4914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816642A2-6CE7-4991-AAA4-B9E083588DB4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485608"/>
            <a:ext cx="3557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由题意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82E5EC4-A1B3-4475-B9C1-2AD5CB997CB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39752" y="1422108"/>
          <a:ext cx="1663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95" name="Equation" r:id="rId7" imgW="1663560" imgH="863280" progId="Equation.DSMT4">
                  <p:embed/>
                </p:oleObj>
              </mc:Choice>
              <mc:Fallback>
                <p:oleObj name="Equation" r:id="rId7" imgW="1663560" imgH="8632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82E5EC4-A1B3-4475-B9C1-2AD5CB997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9752" y="1422108"/>
                        <a:ext cx="16637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7E87D15B-7708-46EB-8869-781651A7EE1E}"/>
              </a:ext>
            </a:extLst>
          </p:cNvPr>
          <p:cNvSpPr txBox="1">
            <a:spLocks noChangeArrowheads="1"/>
          </p:cNvSpPr>
          <p:nvPr/>
        </p:nvSpPr>
        <p:spPr>
          <a:xfrm>
            <a:off x="806443" y="2809391"/>
            <a:ext cx="949587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解得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AD0C102-4B49-41C8-B96F-AA9DA5D155D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77802" y="2897302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96" name="Equation" r:id="rId9" imgW="723600" imgH="330120" progId="Equation.DSMT4">
                  <p:embed/>
                </p:oleObj>
              </mc:Choice>
              <mc:Fallback>
                <p:oleObj name="Equation" r:id="rId9" imgW="72360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AD0C102-4B49-41C8-B96F-AA9DA5D155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7802" y="2897302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66EAF3F-D913-4D5E-A7C8-BA5348B59A9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71602" y="2897302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97" name="Equation" r:id="rId11" imgW="876240" imgH="279360" progId="Equation.DSMT4">
                  <p:embed/>
                </p:oleObj>
              </mc:Choice>
              <mc:Fallback>
                <p:oleObj name="Equation" r:id="rId11" imgW="87624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66EAF3F-D913-4D5E-A7C8-BA5348B59A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71602" y="2897302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14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D93D32B-BC24-437C-9C1D-D5A0C9C8F001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339502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          时，求                                关于   的无穷的阶数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D4C60C9-B47E-4302-AF16-26F72434A82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23728" y="411510"/>
          <a:ext cx="711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1" name="Equation" r:id="rId3" imgW="711000" imgH="266400" progId="Equation.DSMT4">
                  <p:embed/>
                </p:oleObj>
              </mc:Choice>
              <mc:Fallback>
                <p:oleObj name="Equation" r:id="rId3" imgW="711000" imgH="266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D4C60C9-B47E-4302-AF16-26F72434A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411510"/>
                        <a:ext cx="7112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6D540D4-452D-4389-8044-312433F1044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83372" y="449610"/>
          <a:ext cx="2336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2" name="Equation" r:id="rId5" imgW="2336760" imgH="266400" progId="Equation.DSMT4">
                  <p:embed/>
                </p:oleObj>
              </mc:Choice>
              <mc:Fallback>
                <p:oleObj name="Equation" r:id="rId5" imgW="2336760" imgH="266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6D540D4-452D-4389-8044-312433F104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83372" y="449610"/>
                        <a:ext cx="2336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06DCED6-FF18-492D-A465-B93AEB8E51C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42472" y="487710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3" name="Equation" r:id="rId7" imgW="177480" imgH="190440" progId="Equation.DSMT4">
                  <p:embed/>
                </p:oleObj>
              </mc:Choice>
              <mc:Fallback>
                <p:oleObj name="Equation" r:id="rId7" imgW="177480" imgH="1904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06DCED6-FF18-492D-A465-B93AEB8E51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42472" y="487710"/>
                        <a:ext cx="177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FE2CAAD0-9400-493F-88C2-1D7E938645AC}"/>
              </a:ext>
            </a:extLst>
          </p:cNvPr>
          <p:cNvSpPr txBox="1">
            <a:spLocks noChangeArrowheads="1"/>
          </p:cNvSpPr>
          <p:nvPr/>
        </p:nvSpPr>
        <p:spPr>
          <a:xfrm>
            <a:off x="1016791" y="914110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A928435-AFBC-4F4D-AFBF-EDD9F6262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488559"/>
              </p:ext>
            </p:extLst>
          </p:nvPr>
        </p:nvGraphicFramePr>
        <p:xfrm>
          <a:off x="1665789" y="752954"/>
          <a:ext cx="2413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4" name="Equation" r:id="rId9" imgW="2412720" imgH="711000" progId="Equation.DSMT4">
                  <p:embed/>
                </p:oleObj>
              </mc:Choice>
              <mc:Fallback>
                <p:oleObj name="Equation" r:id="rId9" imgW="2412720" imgH="7110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A928435-AFBC-4F4D-AFBF-EDD9F6262C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65789" y="752954"/>
                        <a:ext cx="24130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ECFD92B-5F2C-4A40-A17A-AD4B1AF42D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112559"/>
              </p:ext>
            </p:extLst>
          </p:nvPr>
        </p:nvGraphicFramePr>
        <p:xfrm>
          <a:off x="1627689" y="1445866"/>
          <a:ext cx="4749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5" name="Equation" r:id="rId11" imgW="4749480" imgH="711000" progId="Equation.DSMT4">
                  <p:embed/>
                </p:oleObj>
              </mc:Choice>
              <mc:Fallback>
                <p:oleObj name="Equation" r:id="rId11" imgW="4749480" imgH="7110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ECFD92B-5F2C-4A40-A17A-AD4B1AF42D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27689" y="1445866"/>
                        <a:ext cx="4749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BA3F965-4D5F-4885-AD07-EB0373E7B8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167869"/>
              </p:ext>
            </p:extLst>
          </p:nvPr>
        </p:nvGraphicFramePr>
        <p:xfrm>
          <a:off x="1551489" y="2127999"/>
          <a:ext cx="4787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6" name="Equation" r:id="rId13" imgW="4787640" imgH="711000" progId="Equation.DSMT4">
                  <p:embed/>
                </p:oleObj>
              </mc:Choice>
              <mc:Fallback>
                <p:oleObj name="Equation" r:id="rId13" imgW="4787640" imgH="7110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BA3F965-4D5F-4885-AD07-EB0373E7B8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51489" y="2127999"/>
                        <a:ext cx="47879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F894E6A3-200B-4068-958E-80A1DD31EC5C}"/>
              </a:ext>
            </a:extLst>
          </p:cNvPr>
          <p:cNvSpPr txBox="1">
            <a:spLocks noChangeArrowheads="1"/>
          </p:cNvSpPr>
          <p:nvPr/>
        </p:nvSpPr>
        <p:spPr>
          <a:xfrm>
            <a:off x="1021868" y="2767068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故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04BF3C5-2F95-4C94-9D38-64EA3DE2E1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747683"/>
              </p:ext>
            </p:extLst>
          </p:nvPr>
        </p:nvGraphicFramePr>
        <p:xfrm>
          <a:off x="1627689" y="2845891"/>
          <a:ext cx="2336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7" name="Equation" r:id="rId15" imgW="2336760" imgH="266400" progId="Equation.DSMT4">
                  <p:embed/>
                </p:oleObj>
              </mc:Choice>
              <mc:Fallback>
                <p:oleObj name="Equation" r:id="rId15" imgW="2336760" imgH="266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04BF3C5-2F95-4C94-9D38-64EA3DE2E1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27689" y="2845891"/>
                        <a:ext cx="2336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952D87E-4743-48E7-9240-330F71FF1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410406"/>
              </p:ext>
            </p:extLst>
          </p:nvPr>
        </p:nvGraphicFramePr>
        <p:xfrm>
          <a:off x="1465923" y="3249744"/>
          <a:ext cx="6261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8" name="Equation" r:id="rId16" imgW="6260760" imgH="825480" progId="Equation.DSMT4">
                  <p:embed/>
                </p:oleObj>
              </mc:Choice>
              <mc:Fallback>
                <p:oleObj name="Equation" r:id="rId16" imgW="6260760" imgH="8254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952D87E-4743-48E7-9240-330F71FF1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65923" y="3249744"/>
                        <a:ext cx="62611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11281CC-5641-4E8E-A026-49935140C1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22618"/>
              </p:ext>
            </p:extLst>
          </p:nvPr>
        </p:nvGraphicFramePr>
        <p:xfrm>
          <a:off x="1437078" y="4281635"/>
          <a:ext cx="2933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9" name="Equation" r:id="rId18" imgW="2933640" imgH="368280" progId="Equation.DSMT4">
                  <p:embed/>
                </p:oleObj>
              </mc:Choice>
              <mc:Fallback>
                <p:oleObj name="Equation" r:id="rId18" imgW="2933640" imgH="368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11281CC-5641-4E8E-A026-49935140C1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37078" y="4281635"/>
                        <a:ext cx="2933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>
            <a:extLst>
              <a:ext uri="{FF2B5EF4-FFF2-40B4-BE49-F238E27FC236}">
                <a16:creationId xmlns:a16="http://schemas.microsoft.com/office/drawing/2014/main" id="{7F4FD399-BC34-4551-B787-A5248B758831}"/>
              </a:ext>
            </a:extLst>
          </p:cNvPr>
          <p:cNvSpPr txBox="1">
            <a:spLocks noChangeArrowheads="1"/>
          </p:cNvSpPr>
          <p:nvPr/>
        </p:nvSpPr>
        <p:spPr>
          <a:xfrm>
            <a:off x="4370778" y="4244849"/>
            <a:ext cx="2564456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所以为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+mj-ea"/>
              </a:rPr>
              <a:t>阶无穷小</a:t>
            </a:r>
            <a:r>
              <a:rPr lang="en-US" altLang="zh-CN" sz="2400" b="1" dirty="0">
                <a:latin typeface="+mj-ea"/>
              </a:rPr>
              <a:t>.</a:t>
            </a:r>
            <a:endParaRPr lang="zh-CN" altLang="en-US" sz="24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9936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77153">
            <a:extLst>
              <a:ext uri="{FF2B5EF4-FFF2-40B4-BE49-F238E27FC236}">
                <a16:creationId xmlns:a16="http://schemas.microsoft.com/office/drawing/2014/main" id="{C175393B-2248-4C36-A040-0694E2646DDC}"/>
              </a:ext>
            </a:extLst>
          </p:cNvPr>
          <p:cNvSpPr txBox="1">
            <a:spLocks noChangeArrowheads="1"/>
          </p:cNvSpPr>
          <p:nvPr/>
        </p:nvSpPr>
        <p:spPr>
          <a:xfrm>
            <a:off x="1907704" y="2067694"/>
            <a:ext cx="5760640" cy="4320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利用泰勒公式证明等式或不等式</a:t>
            </a:r>
          </a:p>
        </p:txBody>
      </p:sp>
    </p:spTree>
    <p:extLst>
      <p:ext uri="{BB962C8B-B14F-4D97-AF65-F5344CB8AC3E}">
        <p14:creationId xmlns:p14="http://schemas.microsoft.com/office/powerpoint/2010/main" val="227147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FB5E34B-6D0A-4E0A-8BB0-7240E7F27759}"/>
              </a:ext>
            </a:extLst>
          </p:cNvPr>
          <p:cNvGrpSpPr/>
          <p:nvPr/>
        </p:nvGrpSpPr>
        <p:grpSpPr>
          <a:xfrm>
            <a:off x="539552" y="549836"/>
            <a:ext cx="8280920" cy="461665"/>
            <a:chOff x="323528" y="549836"/>
            <a:chExt cx="8280920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DB5B356-9216-43D5-8216-33195DC94804}"/>
                </a:ext>
              </a:extLst>
            </p:cNvPr>
            <p:cNvSpPr/>
            <p:nvPr/>
          </p:nvSpPr>
          <p:spPr>
            <a:xfrm>
              <a:off x="323528" y="549836"/>
              <a:ext cx="8280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 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设函数    在闭区间     上具有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三阶连续导数</a:t>
              </a:r>
              <a:r>
                <a:rPr kumimoji="1" lang="zh-CN" altLang="en-US" sz="2400" b="1" dirty="0">
                  <a:latin typeface="+mn-ea"/>
                </a:rPr>
                <a:t>，且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C5422BA-BC20-47D8-A286-6D706FF83B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2897589"/>
                </p:ext>
              </p:extLst>
            </p:nvPr>
          </p:nvGraphicFramePr>
          <p:xfrm>
            <a:off x="2267744" y="621036"/>
            <a:ext cx="62865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78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67744" y="621036"/>
                          <a:ext cx="62865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7AAE4DD-4754-45B6-AFEE-5936D12A23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110991"/>
                </p:ext>
              </p:extLst>
            </p:nvPr>
          </p:nvGraphicFramePr>
          <p:xfrm>
            <a:off x="4143251" y="615950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79" name="Equation" r:id="rId5" imgW="711000" imgH="330120" progId="Equation.DSMT4">
                    <p:embed/>
                  </p:oleObj>
                </mc:Choice>
                <mc:Fallback>
                  <p:oleObj name="Equation" r:id="rId5" imgW="711000" imgH="33012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43251" y="615950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5FB916C-4B8E-4458-BE5C-C2A2D4F18346}"/>
              </a:ext>
            </a:extLst>
          </p:cNvPr>
          <p:cNvGrpSpPr/>
          <p:nvPr/>
        </p:nvGrpSpPr>
        <p:grpSpPr>
          <a:xfrm>
            <a:off x="360103" y="1059141"/>
            <a:ext cx="8280920" cy="461665"/>
            <a:chOff x="323528" y="1259272"/>
            <a:chExt cx="8280920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1647E7C-27A3-48B7-9CDB-0C45E9535C57}"/>
                </a:ext>
              </a:extLst>
            </p:cNvPr>
            <p:cNvSpPr/>
            <p:nvPr/>
          </p:nvSpPr>
          <p:spPr>
            <a:xfrm>
              <a:off x="323528" y="1259272"/>
              <a:ext cx="8280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+mn-ea"/>
                </a:rPr>
                <a:t>                       </a:t>
              </a:r>
              <a:r>
                <a:rPr kumimoji="1" lang="zh-CN" altLang="en-US" sz="2400" b="1" dirty="0">
                  <a:latin typeface="+mn-ea"/>
                </a:rPr>
                <a:t>，证明在开区间     内至少存在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D215851-31F5-446C-A07A-09E268EAA5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0681733"/>
                </p:ext>
              </p:extLst>
            </p:nvPr>
          </p:nvGraphicFramePr>
          <p:xfrm>
            <a:off x="1763688" y="1318654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0" name="Equation" r:id="rId7" imgW="1028520" imgH="342720" progId="Equation.DSMT4">
                    <p:embed/>
                  </p:oleObj>
                </mc:Choice>
                <mc:Fallback>
                  <p:oleObj name="Equation" r:id="rId7" imgW="1028520" imgH="34272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63688" y="1318654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F648144-B602-424C-94FE-1B41AF8061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0078374"/>
                </p:ext>
              </p:extLst>
            </p:nvPr>
          </p:nvGraphicFramePr>
          <p:xfrm>
            <a:off x="2881759" y="1312304"/>
            <a:ext cx="1130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1" name="Equation" r:id="rId9" imgW="1130040" imgH="355320" progId="Equation.DSMT4">
                    <p:embed/>
                  </p:oleObj>
                </mc:Choice>
                <mc:Fallback>
                  <p:oleObj name="Equation" r:id="rId9" imgW="1130040" imgH="35532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881759" y="1312304"/>
                          <a:ext cx="1130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094487D6-816C-4BE4-BB2A-E6A67BE647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931563"/>
                </p:ext>
              </p:extLst>
            </p:nvPr>
          </p:nvGraphicFramePr>
          <p:xfrm>
            <a:off x="395536" y="1318654"/>
            <a:ext cx="1282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2" name="Equation" r:id="rId11" imgW="1282680" imgH="342720" progId="Equation.DSMT4">
                    <p:embed/>
                  </p:oleObj>
                </mc:Choice>
                <mc:Fallback>
                  <p:oleObj name="Equation" r:id="rId11" imgW="1282680" imgH="342720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36" y="1318654"/>
                          <a:ext cx="1282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0BA770F-7CC5-48EE-9F1B-822E802EBA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8757003"/>
                </p:ext>
              </p:extLst>
            </p:nvPr>
          </p:nvGraphicFramePr>
          <p:xfrm>
            <a:off x="6126956" y="1328702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3" name="Equation" r:id="rId13" imgW="749160" imgH="342720" progId="Equation.DSMT4">
                    <p:embed/>
                  </p:oleObj>
                </mc:Choice>
                <mc:Fallback>
                  <p:oleObj name="Equation" r:id="rId13" imgW="749160" imgH="342720" progId="Equation.DSMT4">
                    <p:embed/>
                    <p:pic>
                      <p:nvPicPr>
                        <p:cNvPr id="13" name="对象 1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126956" y="1328702"/>
                          <a:ext cx="749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90E74E-5EDB-4685-B760-AEE68512BA16}"/>
              </a:ext>
            </a:extLst>
          </p:cNvPr>
          <p:cNvGrpSpPr/>
          <p:nvPr/>
        </p:nvGrpSpPr>
        <p:grpSpPr>
          <a:xfrm>
            <a:off x="431657" y="1635646"/>
            <a:ext cx="3491817" cy="461665"/>
            <a:chOff x="413590" y="1968379"/>
            <a:chExt cx="3491817" cy="461665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E03E45C-63A9-4C46-94A8-34227E9058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6085066"/>
                </p:ext>
              </p:extLst>
            </p:nvPr>
          </p:nvGraphicFramePr>
          <p:xfrm>
            <a:off x="2345837" y="2021412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4" name="Equation" r:id="rId15" imgW="1218960" imgH="355320" progId="Equation.DSMT4">
                    <p:embed/>
                  </p:oleObj>
                </mc:Choice>
                <mc:Fallback>
                  <p:oleObj name="Equation" r:id="rId15" imgW="1218960" imgH="355320" progId="Equation.DSMT4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345837" y="2021412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79B768E-EB09-432E-967A-88A4320F55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3495895"/>
                </p:ext>
              </p:extLst>
            </p:nvPr>
          </p:nvGraphicFramePr>
          <p:xfrm>
            <a:off x="1187624" y="2034440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5" name="Equation" r:id="rId17" imgW="203040" imgH="330120" progId="Equation.DSMT4">
                    <p:embed/>
                  </p:oleObj>
                </mc:Choice>
                <mc:Fallback>
                  <p:oleObj name="Equation" r:id="rId17" imgW="203040" imgH="33012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187624" y="2034440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9BB6C4B-5B11-4CD4-93B5-B023CF829CEC}"/>
                </a:ext>
              </a:extLst>
            </p:cNvPr>
            <p:cNvSpPr/>
            <p:nvPr/>
          </p:nvSpPr>
          <p:spPr>
            <a:xfrm>
              <a:off x="413590" y="1968379"/>
              <a:ext cx="34918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一点  ，使得       </a:t>
              </a:r>
              <a:r>
                <a:rPr kumimoji="1" lang="en-US" altLang="zh-CN" sz="2400" b="1" dirty="0">
                  <a:latin typeface="+mn-ea"/>
                </a:rPr>
                <a:t>  .</a:t>
              </a:r>
              <a:endParaRPr lang="zh-CN" altLang="en-US" sz="2400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4E6F33D-3CE6-4CD9-B63C-B0FF435CEAC6}"/>
              </a:ext>
            </a:extLst>
          </p:cNvPr>
          <p:cNvGrpSpPr/>
          <p:nvPr/>
        </p:nvGrpSpPr>
        <p:grpSpPr>
          <a:xfrm>
            <a:off x="971600" y="2181523"/>
            <a:ext cx="6984776" cy="461665"/>
            <a:chOff x="467544" y="2859783"/>
            <a:chExt cx="6984776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A32E633-526D-4D0C-912B-DC50E4BE20D9}"/>
                </a:ext>
              </a:extLst>
            </p:cNvPr>
            <p:cNvSpPr/>
            <p:nvPr/>
          </p:nvSpPr>
          <p:spPr>
            <a:xfrm>
              <a:off x="467544" y="2859783"/>
              <a:ext cx="69847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r>
                <a:rPr kumimoji="1" lang="zh-CN" altLang="en-US" sz="2400" b="1" dirty="0">
                  <a:latin typeface="+mn-ea"/>
                </a:rPr>
                <a:t>  将函数    在     处展开为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二阶泰勒公式</a:t>
              </a:r>
              <a:r>
                <a:rPr kumimoji="1" lang="zh-CN" altLang="en-US" sz="2400" b="1" dirty="0">
                  <a:latin typeface="+mn-ea"/>
                </a:rPr>
                <a:t>，</a:t>
              </a:r>
              <a:endParaRPr lang="zh-CN" altLang="en-US" sz="2400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CB985FE-C979-447D-B85C-8B36FB1440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1352345"/>
                </p:ext>
              </p:extLst>
            </p:nvPr>
          </p:nvGraphicFramePr>
          <p:xfrm>
            <a:off x="2051720" y="2919165"/>
            <a:ext cx="62865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6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21" name="对象 2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51720" y="2919165"/>
                          <a:ext cx="62865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D43F854F-01CF-4838-AA60-E63203533A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8824405"/>
                </p:ext>
              </p:extLst>
            </p:nvPr>
          </p:nvGraphicFramePr>
          <p:xfrm>
            <a:off x="3059832" y="295091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7" name="Equation" r:id="rId21" imgW="647640" imgH="279360" progId="Equation.DSMT4">
                    <p:embed/>
                  </p:oleObj>
                </mc:Choice>
                <mc:Fallback>
                  <p:oleObj name="Equation" r:id="rId21" imgW="647640" imgH="279360" progId="Equation.DSMT4">
                    <p:embed/>
                    <p:pic>
                      <p:nvPicPr>
                        <p:cNvPr id="22" name="对象 2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059832" y="2950915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2A2E315-B35C-45BD-A01D-A50C0E5A66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99840"/>
              </p:ext>
            </p:extLst>
          </p:nvPr>
        </p:nvGraphicFramePr>
        <p:xfrm>
          <a:off x="1979712" y="2890959"/>
          <a:ext cx="525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8" name="Equation" r:id="rId23" imgW="5257800" imgH="736560" progId="Equation.DSMT4">
                  <p:embed/>
                </p:oleObj>
              </mc:Choice>
              <mc:Fallback>
                <p:oleObj name="Equation" r:id="rId23" imgW="5257800" imgH="736560" progId="Equation.DSMT4">
                  <p:embed/>
                  <p:pic>
                    <p:nvPicPr>
                      <p:cNvPr id="30" name="对象 2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979712" y="2890959"/>
                        <a:ext cx="5257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6E191411-408E-435E-8B58-74DD6789151A}"/>
              </a:ext>
            </a:extLst>
          </p:cNvPr>
          <p:cNvGrpSpPr/>
          <p:nvPr/>
        </p:nvGrpSpPr>
        <p:grpSpPr>
          <a:xfrm>
            <a:off x="179512" y="3875329"/>
            <a:ext cx="2774255" cy="461665"/>
            <a:chOff x="539552" y="4371950"/>
            <a:chExt cx="2774255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5B25BC1-C7A0-4A60-80FF-351D974FDFAA}"/>
                </a:ext>
              </a:extLst>
            </p:cNvPr>
            <p:cNvSpPr/>
            <p:nvPr/>
          </p:nvSpPr>
          <p:spPr>
            <a:xfrm>
              <a:off x="539552" y="4371950"/>
              <a:ext cx="277425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介于  与  之间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E4BF5EA2-8966-44E8-8C8B-54F86E8EF5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8625250"/>
                </p:ext>
              </p:extLst>
            </p:nvPr>
          </p:nvGraphicFramePr>
          <p:xfrm>
            <a:off x="1645196" y="4463082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9" name="Equation" r:id="rId25" imgW="190440" imgH="279360" progId="Equation.DSMT4">
                    <p:embed/>
                  </p:oleObj>
                </mc:Choice>
                <mc:Fallback>
                  <p:oleObj name="Equation" r:id="rId25" imgW="190440" imgH="279360" progId="Equation.DSMT4">
                    <p:embed/>
                    <p:pic>
                      <p:nvPicPr>
                        <p:cNvPr id="23" name="对象 2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645196" y="4463082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3A66E582-0B59-4269-B647-5706D39DEB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8983157"/>
                </p:ext>
              </p:extLst>
            </p:nvPr>
          </p:nvGraphicFramePr>
          <p:xfrm>
            <a:off x="683568" y="4437682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90" name="Equation" r:id="rId27" imgW="203040" imgH="330120" progId="Equation.DSMT4">
                    <p:embed/>
                  </p:oleObj>
                </mc:Choice>
                <mc:Fallback>
                  <p:oleObj name="Equation" r:id="rId27" imgW="203040" imgH="330120" progId="Equation.DSMT4">
                    <p:embed/>
                    <p:pic>
                      <p:nvPicPr>
                        <p:cNvPr id="31" name="对象 30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83568" y="4437682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4EC7AE16-BBB6-44B3-AC94-89BAE653E2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2086631"/>
                </p:ext>
              </p:extLst>
            </p:nvPr>
          </p:nvGraphicFramePr>
          <p:xfrm>
            <a:off x="2267744" y="452879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91" name="Equation" r:id="rId29" imgW="190440" imgH="203040" progId="Equation.DSMT4">
                    <p:embed/>
                  </p:oleObj>
                </mc:Choice>
                <mc:Fallback>
                  <p:oleObj name="Equation" r:id="rId29" imgW="190440" imgH="203040" progId="Equation.DSMT4">
                    <p:embed/>
                    <p:pic>
                      <p:nvPicPr>
                        <p:cNvPr id="32" name="对象 31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267744" y="4528790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8273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6A1B95-03C5-4761-A78A-C7C1A9D65DD7}"/>
              </a:ext>
            </a:extLst>
          </p:cNvPr>
          <p:cNvSpPr/>
          <p:nvPr/>
        </p:nvSpPr>
        <p:spPr>
          <a:xfrm>
            <a:off x="251520" y="3069556"/>
            <a:ext cx="2020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两式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相减</a:t>
            </a:r>
            <a:r>
              <a:rPr kumimoji="1" lang="en-US" altLang="zh-CN" sz="2400" b="1" dirty="0">
                <a:latin typeface="+mn-ea"/>
              </a:rPr>
              <a:t>,</a:t>
            </a:r>
            <a:r>
              <a:rPr kumimoji="1" lang="zh-CN" altLang="en-US" sz="2400" b="1" dirty="0">
                <a:latin typeface="+mn-ea"/>
              </a:rPr>
              <a:t>得                          </a:t>
            </a:r>
            <a:endParaRPr lang="zh-CN" altLang="en-US" sz="2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019704-3D80-470B-B490-65E803C17A48}"/>
              </a:ext>
            </a:extLst>
          </p:cNvPr>
          <p:cNvGrpSpPr/>
          <p:nvPr/>
        </p:nvGrpSpPr>
        <p:grpSpPr>
          <a:xfrm>
            <a:off x="107504" y="597917"/>
            <a:ext cx="8280920" cy="461665"/>
            <a:chOff x="467544" y="555526"/>
            <a:chExt cx="8280920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CE8146C-9015-4DBE-81B0-77BF6E8D00A2}"/>
                </a:ext>
              </a:extLst>
            </p:cNvPr>
            <p:cNvSpPr/>
            <p:nvPr/>
          </p:nvSpPr>
          <p:spPr>
            <a:xfrm>
              <a:off x="467544" y="555526"/>
              <a:ext cx="8280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代入          ，得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97FD20D-EFCC-4FEE-AD56-44310DDFB6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7048753"/>
                </p:ext>
              </p:extLst>
            </p:nvPr>
          </p:nvGraphicFramePr>
          <p:xfrm>
            <a:off x="1331640" y="621258"/>
            <a:ext cx="1460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94" name="Equation" r:id="rId3" imgW="1460160" imgH="330120" progId="Equation.DSMT4">
                    <p:embed/>
                  </p:oleObj>
                </mc:Choice>
                <mc:Fallback>
                  <p:oleObj name="Equation" r:id="rId3" imgW="1460160" imgH="3301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4F4AC376-4EC9-478D-99C1-FC3E85D60DD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31640" y="621258"/>
                          <a:ext cx="1460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636CD9C-255A-4886-8AA5-6C1221ADF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958781"/>
              </p:ext>
            </p:extLst>
          </p:nvPr>
        </p:nvGraphicFramePr>
        <p:xfrm>
          <a:off x="1163638" y="1209675"/>
          <a:ext cx="674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5" name="Equation" r:id="rId5" imgW="6743520" imgH="736560" progId="Equation.DSMT4">
                  <p:embed/>
                </p:oleObj>
              </mc:Choice>
              <mc:Fallback>
                <p:oleObj name="Equation" r:id="rId5" imgW="6743520" imgH="7365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BE2495A8-D0A2-45C3-89BD-D567E32C74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3638" y="1209675"/>
                        <a:ext cx="6743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CD60D1D-53AC-47CD-B1AA-9D0BBAFBF8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770497"/>
              </p:ext>
            </p:extLst>
          </p:nvPr>
        </p:nvGraphicFramePr>
        <p:xfrm>
          <a:off x="1236663" y="2139950"/>
          <a:ext cx="636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6" name="Equation" r:id="rId7" imgW="6362640" imgH="736560" progId="Equation.DSMT4">
                  <p:embed/>
                </p:oleObj>
              </mc:Choice>
              <mc:Fallback>
                <p:oleObj name="Equation" r:id="rId7" imgW="6362640" imgH="7365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66503E8-AA73-467B-9CBE-D5DBDA30E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3" y="2139950"/>
                        <a:ext cx="6362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1AA72D-2F30-42A7-B66A-1E64457FBE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68415"/>
              </p:ext>
            </p:extLst>
          </p:nvPr>
        </p:nvGraphicFramePr>
        <p:xfrm>
          <a:off x="2805113" y="3706813"/>
          <a:ext cx="247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7" name="Equation" r:id="rId9" imgW="2476440" imgH="736560" progId="Equation.DSMT4">
                  <p:embed/>
                </p:oleObj>
              </mc:Choice>
              <mc:Fallback>
                <p:oleObj name="Equation" r:id="rId9" imgW="2476440" imgH="7365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9743A7E0-FEC0-4DE1-8BE7-B0549FFFC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3706813"/>
                        <a:ext cx="2476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椭圆 8">
            <a:extLst>
              <a:ext uri="{FF2B5EF4-FFF2-40B4-BE49-F238E27FC236}">
                <a16:creationId xmlns:a16="http://schemas.microsoft.com/office/drawing/2014/main" id="{28C15262-D962-41CC-A54B-405925D9EA11}"/>
              </a:ext>
            </a:extLst>
          </p:cNvPr>
          <p:cNvSpPr/>
          <p:nvPr/>
        </p:nvSpPr>
        <p:spPr>
          <a:xfrm>
            <a:off x="3481832" y="1337566"/>
            <a:ext cx="756084" cy="57606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0FFBFBA-8422-4096-987E-C2F7EE7EE9C1}"/>
              </a:ext>
            </a:extLst>
          </p:cNvPr>
          <p:cNvSpPr/>
          <p:nvPr/>
        </p:nvSpPr>
        <p:spPr>
          <a:xfrm>
            <a:off x="3275856" y="2253574"/>
            <a:ext cx="756084" cy="57606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71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23528" y="483518"/>
            <a:ext cx="5106169" cy="723900"/>
            <a:chOff x="467544" y="423863"/>
            <a:chExt cx="5106169" cy="723900"/>
          </a:xfrm>
        </p:grpSpPr>
        <p:sp>
          <p:nvSpPr>
            <p:cNvPr id="2" name="矩形 1"/>
            <p:cNvSpPr/>
            <p:nvPr/>
          </p:nvSpPr>
          <p:spPr>
            <a:xfrm>
              <a:off x="467544" y="554981"/>
              <a:ext cx="11521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即</a:t>
              </a:r>
              <a:endParaRPr lang="zh-CN" altLang="en-US" sz="2400" dirty="0"/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0203577"/>
                </p:ext>
              </p:extLst>
            </p:nvPr>
          </p:nvGraphicFramePr>
          <p:xfrm>
            <a:off x="2982913" y="423863"/>
            <a:ext cx="2590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80" name="Equation" r:id="rId3" imgW="2590560" imgH="723600" progId="Equation.DSMT4">
                    <p:embed/>
                  </p:oleObj>
                </mc:Choice>
                <mc:Fallback>
                  <p:oleObj name="Equation" r:id="rId3" imgW="2590560" imgH="723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2913" y="423863"/>
                          <a:ext cx="25908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95536" y="1321817"/>
            <a:ext cx="8357452" cy="461665"/>
            <a:chOff x="535028" y="2571750"/>
            <a:chExt cx="8357452" cy="461665"/>
          </a:xfrm>
        </p:grpSpPr>
        <p:sp>
          <p:nvSpPr>
            <p:cNvPr id="20" name="矩形 19"/>
            <p:cNvSpPr/>
            <p:nvPr/>
          </p:nvSpPr>
          <p:spPr>
            <a:xfrm>
              <a:off x="535028" y="2571750"/>
              <a:ext cx="83574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由已知函数    在闭区间     上具有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三阶连续导数</a:t>
              </a:r>
              <a:r>
                <a:rPr kumimoji="1" lang="zh-CN" altLang="en-US" sz="2400" b="1" dirty="0">
                  <a:latin typeface="+mn-ea"/>
                </a:rPr>
                <a:t>，则存在</a:t>
              </a:r>
              <a:endParaRPr lang="zh-CN" altLang="en-US" sz="2400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997450"/>
                </p:ext>
              </p:extLst>
            </p:nvPr>
          </p:nvGraphicFramePr>
          <p:xfrm>
            <a:off x="2195736" y="2631132"/>
            <a:ext cx="62865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81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95736" y="2631132"/>
                          <a:ext cx="62865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5746407"/>
                </p:ext>
              </p:extLst>
            </p:nvPr>
          </p:nvGraphicFramePr>
          <p:xfrm>
            <a:off x="4013687" y="2612083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82" name="Equation" r:id="rId7" imgW="825480" imgH="380880" progId="Equation.DSMT4">
                    <p:embed/>
                  </p:oleObj>
                </mc:Choice>
                <mc:Fallback>
                  <p:oleObj name="Equation" r:id="rId7" imgW="825480" imgH="380880" progId="Equation.DSMT4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3687" y="2612083"/>
                          <a:ext cx="8255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467544" y="1989272"/>
            <a:ext cx="6840760" cy="461665"/>
            <a:chOff x="467544" y="3291830"/>
            <a:chExt cx="6840760" cy="461665"/>
          </a:xfrm>
        </p:grpSpPr>
        <p:sp>
          <p:nvSpPr>
            <p:cNvPr id="4" name="矩形 3"/>
            <p:cNvSpPr/>
            <p:nvPr/>
          </p:nvSpPr>
          <p:spPr>
            <a:xfrm>
              <a:off x="467544" y="3291830"/>
              <a:ext cx="68407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则存在最大值  ，最小值  ，使得</a:t>
              </a:r>
              <a:endParaRPr lang="zh-CN" altLang="en-US" sz="2400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350821"/>
                </p:ext>
              </p:extLst>
            </p:nvPr>
          </p:nvGraphicFramePr>
          <p:xfrm>
            <a:off x="2411760" y="3389312"/>
            <a:ext cx="342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83" name="Equation" r:id="rId9" imgW="342720" imgH="266400" progId="Equation.DSMT4">
                    <p:embed/>
                  </p:oleObj>
                </mc:Choice>
                <mc:Fallback>
                  <p:oleObj name="Equation" r:id="rId9" imgW="34272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11760" y="3389312"/>
                          <a:ext cx="342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554495"/>
                </p:ext>
              </p:extLst>
            </p:nvPr>
          </p:nvGraphicFramePr>
          <p:xfrm>
            <a:off x="3995936" y="3421062"/>
            <a:ext cx="2667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84" name="Equation" r:id="rId11" imgW="266400" imgH="203040" progId="Equation.DSMT4">
                    <p:embed/>
                  </p:oleObj>
                </mc:Choice>
                <mc:Fallback>
                  <p:oleObj name="Equation" r:id="rId11" imgW="2664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95936" y="3421062"/>
                          <a:ext cx="2667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562668"/>
              </p:ext>
            </p:extLst>
          </p:nvPr>
        </p:nvGraphicFramePr>
        <p:xfrm>
          <a:off x="2780407" y="2674953"/>
          <a:ext cx="3759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85" name="Equation" r:id="rId13" imgW="3759120" imgH="723600" progId="Equation.DSMT4">
                  <p:embed/>
                </p:oleObj>
              </mc:Choice>
              <mc:Fallback>
                <p:oleObj name="Equation" r:id="rId13" imgW="3759120" imgH="723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407" y="2674953"/>
                        <a:ext cx="3759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323528" y="3622869"/>
            <a:ext cx="8640960" cy="461665"/>
            <a:chOff x="395536" y="3691057"/>
            <a:chExt cx="8640960" cy="461665"/>
          </a:xfrm>
        </p:grpSpPr>
        <p:sp>
          <p:nvSpPr>
            <p:cNvPr id="17" name="矩形 16"/>
            <p:cNvSpPr/>
            <p:nvPr/>
          </p:nvSpPr>
          <p:spPr>
            <a:xfrm>
              <a:off x="395536" y="3691057"/>
              <a:ext cx="86409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由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介值定理</a:t>
              </a:r>
              <a:r>
                <a:rPr kumimoji="1" lang="zh-CN" altLang="en-US" sz="2400" b="1" dirty="0">
                  <a:latin typeface="+mn-ea"/>
                </a:rPr>
                <a:t>，在区间             内至少存在一点  ，使得</a:t>
              </a:r>
              <a:endParaRPr lang="zh-CN" altLang="en-US" dirty="0"/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3205816"/>
                </p:ext>
              </p:extLst>
            </p:nvPr>
          </p:nvGraphicFramePr>
          <p:xfrm>
            <a:off x="3318570" y="3746500"/>
            <a:ext cx="1879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86" name="Equation" r:id="rId15" imgW="1879560" imgH="380880" progId="Equation.DSMT4">
                    <p:embed/>
                  </p:oleObj>
                </mc:Choice>
                <mc:Fallback>
                  <p:oleObj name="Equation" r:id="rId15" imgW="18795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8570" y="3746500"/>
                          <a:ext cx="1879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2620611"/>
                </p:ext>
              </p:extLst>
            </p:nvPr>
          </p:nvGraphicFramePr>
          <p:xfrm>
            <a:off x="7524328" y="3798395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87" name="Equation" r:id="rId17" imgW="203040" imgH="330120" progId="Equation.DSMT4">
                    <p:embed/>
                  </p:oleObj>
                </mc:Choice>
                <mc:Fallback>
                  <p:oleObj name="Equation" r:id="rId17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24328" y="3798395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969032"/>
              </p:ext>
            </p:extLst>
          </p:nvPr>
        </p:nvGraphicFramePr>
        <p:xfrm>
          <a:off x="3845620" y="4308550"/>
          <a:ext cx="1371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88" name="Equation" r:id="rId19" imgW="1371600" imgH="355320" progId="Equation.DSMT4">
                  <p:embed/>
                </p:oleObj>
              </mc:Choice>
              <mc:Fallback>
                <p:oleObj name="Equation" r:id="rId19" imgW="1371600" imgH="35532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620" y="4308550"/>
                        <a:ext cx="1371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179616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419F910-6A97-4718-8248-DFBF8E1C2EC5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303223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在            上二阶可微，且满足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B62A3FC-9664-4072-88BE-997607369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530373"/>
              </p:ext>
            </p:extLst>
          </p:nvPr>
        </p:nvGraphicFramePr>
        <p:xfrm>
          <a:off x="2682348" y="40127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0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B62A3FC-9664-4072-88BE-997607369C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82348" y="40127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C47DDC2-7B3D-4B61-86F3-20B811ADA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492915"/>
              </p:ext>
            </p:extLst>
          </p:nvPr>
        </p:nvGraphicFramePr>
        <p:xfrm>
          <a:off x="3704700" y="378790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07" name="Equation" r:id="rId5" imgW="888840" imgH="342720" progId="Equation.DSMT4">
                  <p:embed/>
                </p:oleObj>
              </mc:Choice>
              <mc:Fallback>
                <p:oleObj name="Equation" r:id="rId5" imgW="8888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C47DDC2-7B3D-4B61-86F3-20B811ADA7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4700" y="378790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36F8C46-3CBC-47CA-B654-28928F718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290645"/>
              </p:ext>
            </p:extLst>
          </p:nvPr>
        </p:nvGraphicFramePr>
        <p:xfrm>
          <a:off x="402840" y="904746"/>
          <a:ext cx="207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08" name="Equation" r:id="rId7" imgW="2070000" imgH="342720" progId="Equation.DSMT4">
                  <p:embed/>
                </p:oleObj>
              </mc:Choice>
              <mc:Fallback>
                <p:oleObj name="Equation" r:id="rId7" imgW="207000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36F8C46-3CBC-47CA-B654-28928F7188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2840" y="904746"/>
                        <a:ext cx="2070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602D1FB-781B-42EC-940C-C37E48250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622224"/>
              </p:ext>
            </p:extLst>
          </p:nvPr>
        </p:nvGraphicFramePr>
        <p:xfrm>
          <a:off x="2881126" y="852599"/>
          <a:ext cx="170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09" name="Equation" r:id="rId9" imgW="1701720" imgH="380880" progId="Equation.DSMT4">
                  <p:embed/>
                </p:oleObj>
              </mc:Choice>
              <mc:Fallback>
                <p:oleObj name="Equation" r:id="rId9" imgW="1701720" imgH="380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602D1FB-781B-42EC-940C-C37E482503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81126" y="852599"/>
                        <a:ext cx="1701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CBA4BEC-8116-4E04-A051-8026C2844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160776"/>
              </p:ext>
            </p:extLst>
          </p:nvPr>
        </p:nvGraphicFramePr>
        <p:xfrm>
          <a:off x="4895428" y="843558"/>
          <a:ext cx="2628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10" name="Equation" r:id="rId11" imgW="2628720" imgH="355320" progId="Equation.DSMT4">
                  <p:embed/>
                </p:oleObj>
              </mc:Choice>
              <mc:Fallback>
                <p:oleObj name="Equation" r:id="rId11" imgW="2628720" imgH="355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CBA4BEC-8116-4E04-A051-8026C2844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95428" y="843558"/>
                        <a:ext cx="2628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3B307297-CCBC-4FDA-AA4E-F194D9D84C7D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1284147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证：方程               在              内有唯一实根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F874FBA-ADE0-48CE-AB01-EE819FC50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000226"/>
              </p:ext>
            </p:extLst>
          </p:nvPr>
        </p:nvGraphicFramePr>
        <p:xfrm>
          <a:off x="2358734" y="1347614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11" name="Equation" r:id="rId13" imgW="1079280" imgH="342720" progId="Equation.DSMT4">
                  <p:embed/>
                </p:oleObj>
              </mc:Choice>
              <mc:Fallback>
                <p:oleObj name="Equation" r:id="rId13" imgW="1079280" imgH="3427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FF874FBA-ADE0-48CE-AB01-EE819FC506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58734" y="1347614"/>
                        <a:ext cx="1079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BA7410A-FBA5-4EB1-B229-5AD7FD44B17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80732" y="1347614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12" name="Equation" r:id="rId15" imgW="901440" imgH="342720" progId="Equation.DSMT4">
                  <p:embed/>
                </p:oleObj>
              </mc:Choice>
              <mc:Fallback>
                <p:oleObj name="Equation" r:id="rId15" imgW="90144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BA7410A-FBA5-4EB1-B229-5AD7FD44B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80732" y="1347614"/>
                        <a:ext cx="901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">
            <a:extLst>
              <a:ext uri="{FF2B5EF4-FFF2-40B4-BE49-F238E27FC236}">
                <a16:creationId xmlns:a16="http://schemas.microsoft.com/office/drawing/2014/main" id="{C6CA73CE-A084-46DD-835B-CCC9471FD4BE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1885670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证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D6E7ED0C-59A2-4FE1-9070-59237FF3039F}"/>
              </a:ext>
            </a:extLst>
          </p:cNvPr>
          <p:cNvSpPr txBox="1">
            <a:spLocks noChangeArrowheads="1"/>
          </p:cNvSpPr>
          <p:nvPr/>
        </p:nvSpPr>
        <p:spPr>
          <a:xfrm>
            <a:off x="1575337" y="1900340"/>
            <a:ext cx="129614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存在性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FC22685-21F9-4F7B-AFDD-AD49EE941FC8}"/>
              </a:ext>
            </a:extLst>
          </p:cNvPr>
          <p:cNvGrpSpPr/>
          <p:nvPr/>
        </p:nvGrpSpPr>
        <p:grpSpPr>
          <a:xfrm>
            <a:off x="2923474" y="1881813"/>
            <a:ext cx="6220526" cy="601523"/>
            <a:chOff x="2923474" y="1881813"/>
            <a:chExt cx="6220526" cy="601523"/>
          </a:xfrm>
        </p:grpSpPr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E309EC49-8EB8-46E0-97E8-F45FB4C088C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923474" y="1881813"/>
              <a:ext cx="6220526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将         在         处一阶泰勒展开，则          时，           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9FCB340-D397-4C17-939D-FB4DB965223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393550" y="197179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813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09FCB340-D397-4C17-939D-FB4DB96522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93550" y="197179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96E60D06-15B1-4450-AC39-5D800FB75D4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319196" y="2041645"/>
            <a:ext cx="660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814" name="Equation" r:id="rId19" imgW="660240" imgH="203040" progId="Equation.DSMT4">
                    <p:embed/>
                  </p:oleObj>
                </mc:Choice>
                <mc:Fallback>
                  <p:oleObj name="Equation" r:id="rId19" imgW="660240" imgH="20304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96E60D06-15B1-4450-AC39-5D800FB75D4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319196" y="2041645"/>
                          <a:ext cx="6604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7EF95803-7441-4E31-A843-ABA45059F53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799264" y="2001231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815" name="Equation" r:id="rId21" imgW="660240" imgH="215640" progId="Equation.DSMT4">
                    <p:embed/>
                  </p:oleObj>
                </mc:Choice>
                <mc:Fallback>
                  <p:oleObj name="Equation" r:id="rId21" imgW="660240" imgH="21564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7EF95803-7441-4E31-A843-ABA45059F5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799264" y="2001231"/>
                          <a:ext cx="6604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C8A0D67-662D-461E-8DF3-F3ADE22B51E1}"/>
              </a:ext>
            </a:extLst>
          </p:cNvPr>
          <p:cNvGrpSpPr/>
          <p:nvPr/>
        </p:nvGrpSpPr>
        <p:grpSpPr>
          <a:xfrm>
            <a:off x="1052821" y="2470670"/>
            <a:ext cx="7508467" cy="723900"/>
            <a:chOff x="1052821" y="2470670"/>
            <a:chExt cx="7508467" cy="723900"/>
          </a:xfrm>
        </p:grpSpPr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F12F94CF-6D29-41AB-A121-EC75413EBB8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52821" y="2470670"/>
            <a:ext cx="5219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816" name="Equation" r:id="rId23" imgW="5219640" imgH="723600" progId="Equation.DSMT4">
                    <p:embed/>
                  </p:oleObj>
                </mc:Choice>
                <mc:Fallback>
                  <p:oleObj name="Equation" r:id="rId23" imgW="5219640" imgH="72360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F12F94CF-6D29-41AB-A121-EC75413EBB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52821" y="2470670"/>
                          <a:ext cx="5219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A2CE24F3-EF6A-45DF-8535-98CE0E18621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164288" y="2674635"/>
            <a:ext cx="1397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817" name="Equation" r:id="rId25" imgW="1396800" imgH="342720" progId="Equation.DSMT4">
                    <p:embed/>
                  </p:oleObj>
                </mc:Choice>
                <mc:Fallback>
                  <p:oleObj name="Equation" r:id="rId25" imgW="1396800" imgH="3427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A2CE24F3-EF6A-45DF-8535-98CE0E1862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164288" y="2674635"/>
                          <a:ext cx="1397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E78C48CA-0CC7-4A93-BF9F-70B2F4CDC86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71638" y="3351213"/>
          <a:ext cx="2286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18" name="Equation" r:id="rId27" imgW="2286000" imgH="380880" progId="Equation.DSMT4">
                  <p:embed/>
                </p:oleObj>
              </mc:Choice>
              <mc:Fallback>
                <p:oleObj name="Equation" r:id="rId27" imgW="2286000" imgH="38088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E78C48CA-0CC7-4A93-BF9F-70B2F4CDC8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671638" y="3351213"/>
                        <a:ext cx="2286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6FE93A65-B5C5-4507-8283-1830D08FD3D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19" name="Equation" r:id="rId29" imgW="914400" imgH="306720" progId="Equation.DSMT4">
                  <p:embed/>
                </p:oleObj>
              </mc:Choice>
              <mc:Fallback>
                <p:oleObj name="Equation" r:id="rId29" imgW="914400" imgH="3067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6FE93A65-B5C5-4507-8283-1830D08FD3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A91BEBFD-911F-417D-A22E-7E4CB85848F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20" name="Equation" r:id="rId31" imgW="914400" imgH="306720" progId="Equation.DSMT4">
                  <p:embed/>
                </p:oleObj>
              </mc:Choice>
              <mc:Fallback>
                <p:oleObj name="Equation" r:id="rId31" imgW="914400" imgH="30672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A91BEBFD-911F-417D-A22E-7E4CB858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>
            <a:extLst>
              <a:ext uri="{FF2B5EF4-FFF2-40B4-BE49-F238E27FC236}">
                <a16:creationId xmlns:a16="http://schemas.microsoft.com/office/drawing/2014/main" id="{47422CEA-7C7A-4BD5-AE37-1F5946E14B26}"/>
              </a:ext>
            </a:extLst>
          </p:cNvPr>
          <p:cNvGrpSpPr/>
          <p:nvPr/>
        </p:nvGrpSpPr>
        <p:grpSpPr>
          <a:xfrm>
            <a:off x="914864" y="3906100"/>
            <a:ext cx="8129464" cy="601523"/>
            <a:chOff x="914864" y="3906100"/>
            <a:chExt cx="8129464" cy="601523"/>
          </a:xfrm>
        </p:grpSpPr>
        <p:sp>
          <p:nvSpPr>
            <p:cNvPr id="29" name="Rectangle 2">
              <a:extLst>
                <a:ext uri="{FF2B5EF4-FFF2-40B4-BE49-F238E27FC236}">
                  <a16:creationId xmlns:a16="http://schemas.microsoft.com/office/drawing/2014/main" id="{8296ED3E-8C7A-4DA6-B546-0A2FEC239C3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14864" y="3906100"/>
              <a:ext cx="8129464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             时，                                从而存在            使得</a:t>
              </a: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9F32A254-483B-4658-8531-72415E1EDF2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78077" y="4052292"/>
            <a:ext cx="10160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821" name="Equation" r:id="rId32" imgW="1015920" imgH="228600" progId="Equation.DSMT4">
                    <p:embed/>
                  </p:oleObj>
                </mc:Choice>
                <mc:Fallback>
                  <p:oleObj name="Equation" r:id="rId32" imgW="1015920" imgH="22860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9F32A254-483B-4658-8531-72415E1EDF2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1378077" y="4052292"/>
                          <a:ext cx="10160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F5C742D2-EF36-4E23-8C58-B130756612A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93498" y="3954125"/>
            <a:ext cx="2400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822" name="Equation" r:id="rId34" imgW="2400120" imgH="380880" progId="Equation.DSMT4">
                    <p:embed/>
                  </p:oleObj>
                </mc:Choice>
                <mc:Fallback>
                  <p:oleObj name="Equation" r:id="rId34" imgW="2400120" imgH="38088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F5C742D2-EF36-4E23-8C58-B130756612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2993498" y="3954125"/>
                          <a:ext cx="2400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95D41A96-0EEB-4A55-BD9A-D8FF42E88E9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57113" y="3986578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823" name="Equation" r:id="rId36" imgW="723600" imgH="330120" progId="Equation.DSMT4">
                    <p:embed/>
                  </p:oleObj>
                </mc:Choice>
                <mc:Fallback>
                  <p:oleObj name="Equation" r:id="rId36" imgW="723600" imgH="33012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95D41A96-0EEB-4A55-BD9A-D8FF42E88E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6857113" y="3986578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861C840B-9773-40F1-A272-317D8A7BC52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50116" y="4525773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24" name="Equation" r:id="rId38" imgW="1130040" imgH="342720" progId="Equation.DSMT4">
                  <p:embed/>
                </p:oleObj>
              </mc:Choice>
              <mc:Fallback>
                <p:oleObj name="Equation" r:id="rId38" imgW="1130040" imgH="34272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861C840B-9773-40F1-A272-317D8A7BC5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50116" y="4525773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158F181C-C06D-4D23-8E33-0835B79BA28C}"/>
              </a:ext>
            </a:extLst>
          </p:cNvPr>
          <p:cNvGrpSpPr/>
          <p:nvPr/>
        </p:nvGrpSpPr>
        <p:grpSpPr>
          <a:xfrm>
            <a:off x="1378077" y="4480429"/>
            <a:ext cx="8129464" cy="601523"/>
            <a:chOff x="1378077" y="4480429"/>
            <a:chExt cx="8129464" cy="601523"/>
          </a:xfrm>
        </p:grpSpPr>
        <p:sp>
          <p:nvSpPr>
            <p:cNvPr id="38" name="Rectangle 2">
              <a:extLst>
                <a:ext uri="{FF2B5EF4-FFF2-40B4-BE49-F238E27FC236}">
                  <a16:creationId xmlns:a16="http://schemas.microsoft.com/office/drawing/2014/main" id="{6B070320-7434-4B68-94D6-91FAF842A7A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78077" y="4480429"/>
              <a:ext cx="8129464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                         由零点定理，存在性得证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F544DA8D-3A03-467A-8A94-75DD150B1EE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00771" y="4549110"/>
            <a:ext cx="1727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825" name="Equation" r:id="rId40" imgW="1726920" imgH="342720" progId="Equation.DSMT4">
                    <p:embed/>
                  </p:oleObj>
                </mc:Choice>
                <mc:Fallback>
                  <p:oleObj name="Equation" r:id="rId40" imgW="1726920" imgH="34272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F544DA8D-3A03-467A-8A94-75DD150B1EE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2200771" y="4549110"/>
                          <a:ext cx="1727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5589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863968D-2006-4A54-9A21-687B2C5C8FB4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11510"/>
            <a:ext cx="3240360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唯一性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7647D0F-BBA9-40A3-8442-A056666CB55F}"/>
              </a:ext>
            </a:extLst>
          </p:cNvPr>
          <p:cNvGrpSpPr/>
          <p:nvPr/>
        </p:nvGrpSpPr>
        <p:grpSpPr>
          <a:xfrm>
            <a:off x="1031764" y="1102736"/>
            <a:ext cx="7848872" cy="601523"/>
            <a:chOff x="899592" y="1059705"/>
            <a:chExt cx="7848872" cy="60152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28807A-5A7A-48B3-B060-1BB2C59B065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99592" y="1059705"/>
              <a:ext cx="7848872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        时，由拉格朗日中值定理得，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B9B197D-887E-48E6-944E-48C820CF6B7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03648" y="1203722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62" name="Equation" r:id="rId3" imgW="660240" imgH="215640" progId="Equation.DSMT4">
                    <p:embed/>
                  </p:oleObj>
                </mc:Choice>
                <mc:Fallback>
                  <p:oleObj name="Equation" r:id="rId3" imgW="660240" imgH="21564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3B9B197D-887E-48E6-944E-48C820CF6B7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03648" y="1203722"/>
                          <a:ext cx="6604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6227DA9-E20B-467E-9427-7063DBE2299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47664" y="1805245"/>
          <a:ext cx="558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63" name="Equation" r:id="rId5" imgW="5587920" imgH="380880" progId="Equation.DSMT4">
                  <p:embed/>
                </p:oleObj>
              </mc:Choice>
              <mc:Fallback>
                <p:oleObj name="Equation" r:id="rId5" imgW="558792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6227DA9-E20B-467E-9427-7063DBE229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664" y="1805245"/>
                        <a:ext cx="5588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E253AC88-46ED-46ED-AC22-6E6FD6F16D67}"/>
              </a:ext>
            </a:extLst>
          </p:cNvPr>
          <p:cNvGrpSpPr/>
          <p:nvPr/>
        </p:nvGrpSpPr>
        <p:grpSpPr>
          <a:xfrm>
            <a:off x="899592" y="2680049"/>
            <a:ext cx="4056608" cy="626604"/>
            <a:chOff x="899592" y="2680049"/>
            <a:chExt cx="4056608" cy="626604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6959E836-FC69-4EA7-8888-841A338941D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99592" y="2705130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016B979-76B7-4034-91F8-259970FC9D6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71800" y="2680049"/>
            <a:ext cx="2184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64" name="Equation" r:id="rId7" imgW="2184120" imgH="380880" progId="Equation.DSMT4">
                    <p:embed/>
                  </p:oleObj>
                </mc:Choice>
                <mc:Fallback>
                  <p:oleObj name="Equation" r:id="rId7" imgW="218412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016B979-76B7-4034-91F8-259970FC9D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71800" y="2680049"/>
                          <a:ext cx="2184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2190D4F-1CCD-4772-92A5-0AB1CE44BCD6}"/>
              </a:ext>
            </a:extLst>
          </p:cNvPr>
          <p:cNvGrpSpPr/>
          <p:nvPr/>
        </p:nvGrpSpPr>
        <p:grpSpPr>
          <a:xfrm>
            <a:off x="823241" y="3482272"/>
            <a:ext cx="7637191" cy="601523"/>
            <a:chOff x="823241" y="3482272"/>
            <a:chExt cx="7637191" cy="601523"/>
          </a:xfrm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1E57D94D-4246-443D-9AC2-EDB5E5AD1DF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23241" y="3482272"/>
              <a:ext cx="7637191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          单调递减，唯一性得证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759A99A-4F08-4C85-873E-2FF8B6A942A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19672" y="355642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65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4759A99A-4F08-4C85-873E-2FF8B6A942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19672" y="355642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878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87393">
            <a:extLst>
              <a:ext uri="{FF2B5EF4-FFF2-40B4-BE49-F238E27FC236}">
                <a16:creationId xmlns:a16="http://schemas.microsoft.com/office/drawing/2014/main" id="{D7015AC9-BF10-46AD-9B73-19A934A3E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" y="350838"/>
            <a:ext cx="33877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泰勒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(1685–1731)</a:t>
            </a:r>
          </a:p>
        </p:txBody>
      </p:sp>
      <p:grpSp>
        <p:nvGrpSpPr>
          <p:cNvPr id="3" name="组合 187414">
            <a:extLst>
              <a:ext uri="{FF2B5EF4-FFF2-40B4-BE49-F238E27FC236}">
                <a16:creationId xmlns:a16="http://schemas.microsoft.com/office/drawing/2014/main" id="{E77F1510-A6AF-4130-ACCA-0EA1F236D305}"/>
              </a:ext>
            </a:extLst>
          </p:cNvPr>
          <p:cNvGrpSpPr>
            <a:grpSpLocks/>
          </p:cNvGrpSpPr>
          <p:nvPr/>
        </p:nvGrpSpPr>
        <p:grpSpPr bwMode="auto">
          <a:xfrm>
            <a:off x="377627" y="987574"/>
            <a:ext cx="8080375" cy="3805238"/>
            <a:chOff x="334" y="816"/>
            <a:chExt cx="5090" cy="2397"/>
          </a:xfrm>
        </p:grpSpPr>
        <p:sp>
          <p:nvSpPr>
            <p:cNvPr id="4" name="文本框 187394">
              <a:extLst>
                <a:ext uri="{FF2B5EF4-FFF2-40B4-BE49-F238E27FC236}">
                  <a16:creationId xmlns:a16="http://schemas.microsoft.com/office/drawing/2014/main" id="{1EB5E70F-D988-4631-9816-C97696B39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930"/>
              <a:ext cx="11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英国数学家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,</a:t>
              </a:r>
            </a:p>
          </p:txBody>
        </p:sp>
        <p:sp>
          <p:nvSpPr>
            <p:cNvPr id="5" name="文本框 187395">
              <a:extLst>
                <a:ext uri="{FF2B5EF4-FFF2-40B4-BE49-F238E27FC236}">
                  <a16:creationId xmlns:a16="http://schemas.microsoft.com/office/drawing/2014/main" id="{47B99719-D016-48CF-AA73-F7F67104D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9" y="930"/>
              <a:ext cx="186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他早期是牛顿学派最</a:t>
              </a:r>
            </a:p>
          </p:txBody>
        </p:sp>
        <p:sp>
          <p:nvSpPr>
            <p:cNvPr id="6" name="文本框 187396">
              <a:extLst>
                <a:ext uri="{FF2B5EF4-FFF2-40B4-BE49-F238E27FC236}">
                  <a16:creationId xmlns:a16="http://schemas.microsoft.com/office/drawing/2014/main" id="{2D40AD6E-F0A4-41C4-8805-2E0DE52A2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" y="1371"/>
              <a:ext cx="21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优秀的代表人物之一 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, </a:t>
              </a:r>
            </a:p>
          </p:txBody>
        </p:sp>
        <p:sp>
          <p:nvSpPr>
            <p:cNvPr id="7" name="文本框 187397">
              <a:extLst>
                <a:ext uri="{FF2B5EF4-FFF2-40B4-BE49-F238E27FC236}">
                  <a16:creationId xmlns:a16="http://schemas.microsoft.com/office/drawing/2014/main" id="{63626C9F-4195-4DD5-A4E6-5EF80A7B4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1" y="1353"/>
              <a:ext cx="128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重要著作有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: </a:t>
              </a:r>
            </a:p>
          </p:txBody>
        </p:sp>
        <p:sp>
          <p:nvSpPr>
            <p:cNvPr id="8" name="文本框 187398">
              <a:extLst>
                <a:ext uri="{FF2B5EF4-FFF2-40B4-BE49-F238E27FC236}">
                  <a16:creationId xmlns:a16="http://schemas.microsoft.com/office/drawing/2014/main" id="{2A86EF22-4297-467F-8473-DDB009524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" y="1786"/>
              <a:ext cx="28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《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正的和反的增量方法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》(1715) </a:t>
              </a:r>
            </a:p>
          </p:txBody>
        </p:sp>
        <p:sp>
          <p:nvSpPr>
            <p:cNvPr id="9" name="文本框 187399">
              <a:extLst>
                <a:ext uri="{FF2B5EF4-FFF2-40B4-BE49-F238E27FC236}">
                  <a16:creationId xmlns:a16="http://schemas.microsoft.com/office/drawing/2014/main" id="{92304924-D3BC-44EF-BF52-FEDF6A63A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" y="2157"/>
              <a:ext cx="20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《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线性透视论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》(1719) </a:t>
              </a:r>
            </a:p>
          </p:txBody>
        </p:sp>
        <p:sp>
          <p:nvSpPr>
            <p:cNvPr id="10" name="文本框 187400">
              <a:extLst>
                <a:ext uri="{FF2B5EF4-FFF2-40B4-BE49-F238E27FC236}">
                  <a16:creationId xmlns:a16="http://schemas.microsoft.com/office/drawing/2014/main" id="{76AA242F-2CCD-4EC9-8937-142C9BA04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" y="2522"/>
              <a:ext cx="39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他在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1712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年就得到了现代形式的泰勒公式 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11" name="文本框 187401">
              <a:extLst>
                <a:ext uri="{FF2B5EF4-FFF2-40B4-BE49-F238E27FC236}">
                  <a16:creationId xmlns:a16="http://schemas.microsoft.com/office/drawing/2014/main" id="{E2085CB3-4FE7-454F-9392-B1BF184F2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" y="2922"/>
              <a:ext cx="265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他是有限差分理论的奠基人 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.</a:t>
              </a:r>
            </a:p>
          </p:txBody>
        </p:sp>
        <p:grpSp>
          <p:nvGrpSpPr>
            <p:cNvPr id="12" name="组合 187402">
              <a:extLst>
                <a:ext uri="{FF2B5EF4-FFF2-40B4-BE49-F238E27FC236}">
                  <a16:creationId xmlns:a16="http://schemas.microsoft.com/office/drawing/2014/main" id="{9EE7CAB2-8777-4327-87E2-D16B6E0C9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816"/>
              <a:ext cx="1152" cy="1632"/>
              <a:chOff x="4316" y="576"/>
              <a:chExt cx="1152" cy="1632"/>
            </a:xfrm>
          </p:grpSpPr>
          <p:graphicFrame>
            <p:nvGraphicFramePr>
              <p:cNvPr id="14" name="对象 187403">
                <a:extLst>
                  <a:ext uri="{FF2B5EF4-FFF2-40B4-BE49-F238E27FC236}">
                    <a16:creationId xmlns:a16="http://schemas.microsoft.com/office/drawing/2014/main" id="{B4F1C8B0-4F15-44A6-AA41-37D6F942FB3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416" y="672"/>
              <a:ext cx="972" cy="1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9553" r:id="rId3" imgW="1867161" imgH="2857899" progId="Paint.Picture">
                      <p:embed/>
                    </p:oleObj>
                  </mc:Choice>
                  <mc:Fallback>
                    <p:oleObj r:id="rId3" imgW="1867161" imgH="2857899" progId="Paint.Picture">
                      <p:embed/>
                      <p:pic>
                        <p:nvPicPr>
                          <p:cNvPr id="36876" name="对象 187403">
                            <a:extLst>
                              <a:ext uri="{FF2B5EF4-FFF2-40B4-BE49-F238E27FC236}">
                                <a16:creationId xmlns:a16="http://schemas.microsoft.com/office/drawing/2014/main" id="{35C25283-C060-44A4-ACD9-E1409AB8C45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672"/>
                            <a:ext cx="972" cy="14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任意多边形 187404">
                <a:extLst>
                  <a:ext uri="{FF2B5EF4-FFF2-40B4-BE49-F238E27FC236}">
                    <a16:creationId xmlns:a16="http://schemas.microsoft.com/office/drawing/2014/main" id="{CE813C5C-F005-4165-B19C-337A0F7B9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6" y="576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400">
                  <a:latin typeface="+mj-ea"/>
                  <a:ea typeface="+mj-ea"/>
                </a:endParaRPr>
              </a:p>
            </p:txBody>
          </p:sp>
          <p:sp>
            <p:nvSpPr>
              <p:cNvPr id="16" name="任意多边形 187405">
                <a:extLst>
                  <a:ext uri="{FF2B5EF4-FFF2-40B4-BE49-F238E27FC236}">
                    <a16:creationId xmlns:a16="http://schemas.microsoft.com/office/drawing/2014/main" id="{DDDB201A-3A25-4EC7-AA1A-A71405FD8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6" y="576"/>
                <a:ext cx="96" cy="1632"/>
              </a:xfrm>
              <a:custGeom>
                <a:avLst/>
                <a:gdLst>
                  <a:gd name="T0" fmla="*/ 0 w 192"/>
                  <a:gd name="T1" fmla="*/ 0 h 3552"/>
                  <a:gd name="T2" fmla="*/ 192 w 192"/>
                  <a:gd name="T3" fmla="*/ 192 h 3552"/>
                  <a:gd name="T4" fmla="*/ 192 w 192"/>
                  <a:gd name="T5" fmla="*/ 3360 h 3552"/>
                  <a:gd name="T6" fmla="*/ 0 w 192"/>
                  <a:gd name="T7" fmla="*/ 3552 h 3552"/>
                  <a:gd name="T8" fmla="*/ 0 w 192"/>
                  <a:gd name="T9" fmla="*/ 0 h 3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400">
                  <a:latin typeface="+mj-ea"/>
                  <a:ea typeface="+mj-ea"/>
                </a:endParaRPr>
              </a:p>
            </p:txBody>
          </p:sp>
          <p:sp>
            <p:nvSpPr>
              <p:cNvPr id="17" name="任意多边形 187406">
                <a:extLst>
                  <a:ext uri="{FF2B5EF4-FFF2-40B4-BE49-F238E27FC236}">
                    <a16:creationId xmlns:a16="http://schemas.microsoft.com/office/drawing/2014/main" id="{4D379683-8265-4567-AFB6-2594D6A5F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5372" y="576"/>
                <a:ext cx="96" cy="1632"/>
              </a:xfrm>
              <a:custGeom>
                <a:avLst/>
                <a:gdLst>
                  <a:gd name="T0" fmla="*/ 0 w 192"/>
                  <a:gd name="T1" fmla="*/ 0 h 3552"/>
                  <a:gd name="T2" fmla="*/ 192 w 192"/>
                  <a:gd name="T3" fmla="*/ 192 h 3552"/>
                  <a:gd name="T4" fmla="*/ 192 w 192"/>
                  <a:gd name="T5" fmla="*/ 3360 h 3552"/>
                  <a:gd name="T6" fmla="*/ 0 w 192"/>
                  <a:gd name="T7" fmla="*/ 3552 h 3552"/>
                  <a:gd name="T8" fmla="*/ 0 w 192"/>
                  <a:gd name="T9" fmla="*/ 0 h 3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400">
                  <a:latin typeface="+mj-ea"/>
                  <a:ea typeface="+mj-ea"/>
                </a:endParaRPr>
              </a:p>
            </p:txBody>
          </p:sp>
          <p:sp>
            <p:nvSpPr>
              <p:cNvPr id="18" name="任意多边形 187407">
                <a:extLst>
                  <a:ext uri="{FF2B5EF4-FFF2-40B4-BE49-F238E27FC236}">
                    <a16:creationId xmlns:a16="http://schemas.microsoft.com/office/drawing/2014/main" id="{C61B041B-4168-423C-A7F9-C4E1EFFC4C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316" y="2112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400">
                  <a:latin typeface="+mj-ea"/>
                  <a:ea typeface="+mj-ea"/>
                </a:endParaRPr>
              </a:p>
            </p:txBody>
          </p:sp>
        </p:grpSp>
        <p:sp>
          <p:nvSpPr>
            <p:cNvPr id="13" name="直接连接符 187408">
              <a:extLst>
                <a:ext uri="{FF2B5EF4-FFF2-40B4-BE49-F238E27FC236}">
                  <a16:creationId xmlns:a16="http://schemas.microsoft.com/office/drawing/2014/main" id="{B7117187-48D4-43D3-A0E1-2E36E14D1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2" y="816"/>
              <a:ext cx="1876" cy="0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63787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88437">
            <a:extLst>
              <a:ext uri="{FF2B5EF4-FFF2-40B4-BE49-F238E27FC236}">
                <a16:creationId xmlns:a16="http://schemas.microsoft.com/office/drawing/2014/main" id="{0481B514-74F4-48B4-903F-9F4F2C81BE3C}"/>
              </a:ext>
            </a:extLst>
          </p:cNvPr>
          <p:cNvGrpSpPr>
            <a:grpSpLocks/>
          </p:cNvGrpSpPr>
          <p:nvPr/>
        </p:nvGrpSpPr>
        <p:grpSpPr bwMode="auto">
          <a:xfrm>
            <a:off x="396107" y="339502"/>
            <a:ext cx="8472488" cy="3867150"/>
            <a:chOff x="339" y="221"/>
            <a:chExt cx="5337" cy="2436"/>
          </a:xfrm>
        </p:grpSpPr>
        <p:sp>
          <p:nvSpPr>
            <p:cNvPr id="3" name="矩形 188417">
              <a:extLst>
                <a:ext uri="{FF2B5EF4-FFF2-40B4-BE49-F238E27FC236}">
                  <a16:creationId xmlns:a16="http://schemas.microsoft.com/office/drawing/2014/main" id="{D4F28398-4DA0-467F-BAA6-047AE01C4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221"/>
              <a:ext cx="2643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0064FF"/>
                  </a:solidFill>
                  <a:latin typeface="+mj-ea"/>
                  <a:ea typeface="+mj-ea"/>
                </a:rPr>
                <a:t>麦克劳林</a:t>
              </a:r>
              <a:r>
                <a:rPr lang="zh-CN" altLang="en-US" sz="2400" b="1" dirty="0">
                  <a:solidFill>
                    <a:schemeClr val="tx2"/>
                  </a:solidFill>
                  <a:ea typeface="楷体_GB2312" pitchFamily="49" charset="-122"/>
                </a:rPr>
                <a:t> 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(1698 – 1746)</a:t>
              </a:r>
            </a:p>
          </p:txBody>
        </p:sp>
        <p:sp>
          <p:nvSpPr>
            <p:cNvPr id="4" name="文本框 188418">
              <a:extLst>
                <a:ext uri="{FF2B5EF4-FFF2-40B4-BE49-F238E27FC236}">
                  <a16:creationId xmlns:a16="http://schemas.microsoft.com/office/drawing/2014/main" id="{6ABBCF87-C106-4301-A297-D1EB5AF36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792"/>
              <a:ext cx="11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英国数学家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,</a:t>
              </a:r>
            </a:p>
          </p:txBody>
        </p:sp>
        <p:sp>
          <p:nvSpPr>
            <p:cNvPr id="5" name="文本框 188419">
              <a:extLst>
                <a:ext uri="{FF2B5EF4-FFF2-40B4-BE49-F238E27FC236}">
                  <a16:creationId xmlns:a16="http://schemas.microsoft.com/office/drawing/2014/main" id="{3F2F0D62-7982-4E46-B729-8D7D85C6D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" y="812"/>
              <a:ext cx="7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著作有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:</a:t>
              </a:r>
            </a:p>
          </p:txBody>
        </p:sp>
        <p:sp>
          <p:nvSpPr>
            <p:cNvPr id="6" name="文本框 188420">
              <a:extLst>
                <a:ext uri="{FF2B5EF4-FFF2-40B4-BE49-F238E27FC236}">
                  <a16:creationId xmlns:a16="http://schemas.microsoft.com/office/drawing/2014/main" id="{2B3CE813-529D-48F3-A1E2-97024B516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5" y="1140"/>
              <a:ext cx="16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《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流数论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》(1742)</a:t>
              </a:r>
            </a:p>
          </p:txBody>
        </p:sp>
        <p:sp>
          <p:nvSpPr>
            <p:cNvPr id="7" name="文本框 188421">
              <a:extLst>
                <a:ext uri="{FF2B5EF4-FFF2-40B4-BE49-F238E27FC236}">
                  <a16:creationId xmlns:a16="http://schemas.microsoft.com/office/drawing/2014/main" id="{AEFDE44C-6C98-407C-85D4-FBEA081DB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504"/>
              <a:ext cx="20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《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有机几何学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》(1720)</a:t>
              </a:r>
            </a:p>
          </p:txBody>
        </p:sp>
        <p:sp>
          <p:nvSpPr>
            <p:cNvPr id="8" name="文本框 188422">
              <a:extLst>
                <a:ext uri="{FF2B5EF4-FFF2-40B4-BE49-F238E27FC236}">
                  <a16:creationId xmlns:a16="http://schemas.microsoft.com/office/drawing/2014/main" id="{88544F4B-4DCF-4A8C-9787-FD30B144C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3" y="1902"/>
              <a:ext cx="16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《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代数论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》(1742)</a:t>
              </a:r>
            </a:p>
          </p:txBody>
        </p:sp>
        <p:sp>
          <p:nvSpPr>
            <p:cNvPr id="9" name="文本框 188423">
              <a:extLst>
                <a:ext uri="{FF2B5EF4-FFF2-40B4-BE49-F238E27FC236}">
                  <a16:creationId xmlns:a16="http://schemas.microsoft.com/office/drawing/2014/main" id="{65BA3F54-5901-46D3-B30D-857C4ADB9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" y="2366"/>
              <a:ext cx="39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在第一本著作中给出了后人以他的名字命名的</a:t>
              </a:r>
              <a:endParaRPr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文本框 188424">
              <a:extLst>
                <a:ext uri="{FF2B5EF4-FFF2-40B4-BE49-F238E27FC236}">
                  <a16:creationId xmlns:a16="http://schemas.microsoft.com/office/drawing/2014/main" id="{8EC7E28D-BE64-4723-82DB-727118F2C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4" y="2354"/>
              <a:ext cx="14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solidFill>
                    <a:srgbClr val="0064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麦克劳林级数 </a:t>
              </a:r>
              <a:r>
                <a:rPr lang="en-US" altLang="zh-CN" sz="2400" b="1" dirty="0">
                  <a:solidFill>
                    <a:srgbClr val="0064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.</a:t>
              </a:r>
            </a:p>
          </p:txBody>
        </p:sp>
        <p:grpSp>
          <p:nvGrpSpPr>
            <p:cNvPr id="11" name="组合 188425">
              <a:extLst>
                <a:ext uri="{FF2B5EF4-FFF2-40B4-BE49-F238E27FC236}">
                  <a16:creationId xmlns:a16="http://schemas.microsoft.com/office/drawing/2014/main" id="{C7463A09-E138-49F7-B498-AD804BB28B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576"/>
              <a:ext cx="1152" cy="1632"/>
              <a:chOff x="4316" y="576"/>
              <a:chExt cx="1152" cy="1632"/>
            </a:xfrm>
          </p:grpSpPr>
          <p:graphicFrame>
            <p:nvGraphicFramePr>
              <p:cNvPr id="13" name="对象 188426">
                <a:extLst>
                  <a:ext uri="{FF2B5EF4-FFF2-40B4-BE49-F238E27FC236}">
                    <a16:creationId xmlns:a16="http://schemas.microsoft.com/office/drawing/2014/main" id="{E6480B9E-F117-41CE-A3D3-3FD79C59FA4E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416" y="672"/>
              <a:ext cx="998" cy="1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577" r:id="rId3" imgW="1980952" imgH="2857899" progId="Paint.Picture">
                      <p:embed/>
                    </p:oleObj>
                  </mc:Choice>
                  <mc:Fallback>
                    <p:oleObj r:id="rId3" imgW="1980952" imgH="2857899" progId="Paint.Picture">
                      <p:embed/>
                      <p:pic>
                        <p:nvPicPr>
                          <p:cNvPr id="37899" name="对象 188426">
                            <a:extLst>
                              <a:ext uri="{FF2B5EF4-FFF2-40B4-BE49-F238E27FC236}">
                                <a16:creationId xmlns:a16="http://schemas.microsoft.com/office/drawing/2014/main" id="{DCABD636-0CBD-4C9C-A9D5-E43A4305CCA2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672"/>
                            <a:ext cx="998" cy="14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任意多边形 188427">
                <a:extLst>
                  <a:ext uri="{FF2B5EF4-FFF2-40B4-BE49-F238E27FC236}">
                    <a16:creationId xmlns:a16="http://schemas.microsoft.com/office/drawing/2014/main" id="{E3ECADAD-533C-4845-A888-DA3D122FC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6" y="576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" name="任意多边形 188428">
                <a:extLst>
                  <a:ext uri="{FF2B5EF4-FFF2-40B4-BE49-F238E27FC236}">
                    <a16:creationId xmlns:a16="http://schemas.microsoft.com/office/drawing/2014/main" id="{A270F992-4B85-47BB-BF99-8B3175AF1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6" y="576"/>
                <a:ext cx="96" cy="1632"/>
              </a:xfrm>
              <a:custGeom>
                <a:avLst/>
                <a:gdLst>
                  <a:gd name="T0" fmla="*/ 0 w 192"/>
                  <a:gd name="T1" fmla="*/ 0 h 3552"/>
                  <a:gd name="T2" fmla="*/ 192 w 192"/>
                  <a:gd name="T3" fmla="*/ 192 h 3552"/>
                  <a:gd name="T4" fmla="*/ 192 w 192"/>
                  <a:gd name="T5" fmla="*/ 3360 h 3552"/>
                  <a:gd name="T6" fmla="*/ 0 w 192"/>
                  <a:gd name="T7" fmla="*/ 3552 h 3552"/>
                  <a:gd name="T8" fmla="*/ 0 w 192"/>
                  <a:gd name="T9" fmla="*/ 0 h 3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" name="任意多边形 188429">
                <a:extLst>
                  <a:ext uri="{FF2B5EF4-FFF2-40B4-BE49-F238E27FC236}">
                    <a16:creationId xmlns:a16="http://schemas.microsoft.com/office/drawing/2014/main" id="{8732F5C0-19E9-4B3C-A075-0B03D3BC0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5372" y="576"/>
                <a:ext cx="96" cy="1632"/>
              </a:xfrm>
              <a:custGeom>
                <a:avLst/>
                <a:gdLst>
                  <a:gd name="T0" fmla="*/ 0 w 192"/>
                  <a:gd name="T1" fmla="*/ 0 h 3552"/>
                  <a:gd name="T2" fmla="*/ 192 w 192"/>
                  <a:gd name="T3" fmla="*/ 192 h 3552"/>
                  <a:gd name="T4" fmla="*/ 192 w 192"/>
                  <a:gd name="T5" fmla="*/ 3360 h 3552"/>
                  <a:gd name="T6" fmla="*/ 0 w 192"/>
                  <a:gd name="T7" fmla="*/ 3552 h 3552"/>
                  <a:gd name="T8" fmla="*/ 0 w 192"/>
                  <a:gd name="T9" fmla="*/ 0 h 3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任意多边形 188430">
                <a:extLst>
                  <a:ext uri="{FF2B5EF4-FFF2-40B4-BE49-F238E27FC236}">
                    <a16:creationId xmlns:a16="http://schemas.microsoft.com/office/drawing/2014/main" id="{DED6126C-8CEA-4732-9C1A-6E664F45E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316" y="2112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2" name="直接连接符 188431">
              <a:extLst>
                <a:ext uri="{FF2B5EF4-FFF2-40B4-BE49-F238E27FC236}">
                  <a16:creationId xmlns:a16="http://schemas.microsoft.com/office/drawing/2014/main" id="{2902B266-74E8-45D7-8677-A36E916134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" y="672"/>
              <a:ext cx="2404" cy="0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35141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74">
            <a:extLst>
              <a:ext uri="{FF2B5EF4-FFF2-40B4-BE49-F238E27FC236}">
                <a16:creationId xmlns:a16="http://schemas.microsoft.com/office/drawing/2014/main" id="{A5F77D56-D6B5-492D-9916-E41287DA04F6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328316"/>
            <a:ext cx="1857388" cy="5143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_GB2312" pitchFamily="49" charset="-122"/>
                <a:cs typeface="+mj-cs"/>
              </a:rPr>
              <a:t>作业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楷体" panose="02010609060101010101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D6AC8FF0-B74E-4479-B574-A54F29CA3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045" y="1675681"/>
            <a:ext cx="53285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课本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P167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，习题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3-2.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34F24219-D51C-4A74-BB93-6C9616149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966449"/>
            <a:ext cx="18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2806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5372</TotalTime>
  <Words>1601</Words>
  <Application>Microsoft Office PowerPoint</Application>
  <PresentationFormat>全屏显示(16:9)</PresentationFormat>
  <Paragraphs>273</Paragraphs>
  <Slides>79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79</vt:i4>
      </vt:variant>
    </vt:vector>
  </HeadingPairs>
  <TitlesOfParts>
    <vt:vector size="95" baseType="lpstr">
      <vt:lpstr>黑体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公式</vt:lpstr>
      <vt:lpstr>Equation.3</vt:lpstr>
      <vt:lpstr>MathType 7.0 Equation</vt:lpstr>
      <vt:lpstr>Bitmap Image</vt:lpstr>
      <vt:lpstr>第三章  微分中值定理与导数的应用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683</cp:revision>
  <dcterms:created xsi:type="dcterms:W3CDTF">2018-09-27T06:48:00Z</dcterms:created>
  <dcterms:modified xsi:type="dcterms:W3CDTF">2023-10-26T15:41:48Z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